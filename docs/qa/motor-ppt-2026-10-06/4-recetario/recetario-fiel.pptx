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5915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5915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5915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3008376"/>
            <a:ext cx="54587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3008376"/>
            <a:ext cx="163032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305409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3008376"/>
            <a:ext cx="307624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305409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3008376"/>
            <a:ext cx="172069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305409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3008376"/>
            <a:ext cx="207851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305409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675888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526280"/>
            <a:ext cx="18439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526280"/>
            <a:ext cx="280513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572000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526280"/>
            <a:ext cx="3979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572000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526280"/>
            <a:ext cx="207851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572000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221224"/>
            <a:ext cx="2775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221224"/>
            <a:ext cx="55135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221224"/>
            <a:ext cx="411139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266944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221224"/>
            <a:ext cx="2924713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266944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221224"/>
            <a:ext cx="1186679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266944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04288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04288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04288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44368"/>
            <a:ext cx="545879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44368"/>
            <a:ext cx="1630320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80944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44368"/>
            <a:ext cx="3076243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80944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44368"/>
            <a:ext cx="1720690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80944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44368"/>
            <a:ext cx="207851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8094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507992"/>
            <a:ext cx="419880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507992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507992"/>
            <a:ext cx="8561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434840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5111496"/>
            <a:ext cx="329984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5111496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5111496"/>
            <a:ext cx="9845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5111496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715000"/>
            <a:ext cx="33426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71500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715000"/>
            <a:ext cx="94176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71500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6250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54880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85032"/>
            <a:ext cx="39747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85032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85032"/>
            <a:ext cx="810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611880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288536"/>
            <a:ext cx="312382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288536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288536"/>
            <a:ext cx="9319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288536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892040"/>
            <a:ext cx="316434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89204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892040"/>
            <a:ext cx="8914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89204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495544"/>
            <a:ext cx="377217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495544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495544"/>
            <a:ext cx="28365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529430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998471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797302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665245" y="1508760"/>
            <a:ext cx="2914862" cy="4544568"/>
            <a:chOff x="1665245" y="1508760"/>
            <a:chExt cx="2914862" cy="4544568"/>
          </a:xfrm>
        </p:grpSpPr>
        <p:sp>
          <p:nvSpPr>
            <p:cNvPr id="4" name="pg3"/>
            <p:cNvSpPr/>
            <p:nvPr/>
          </p:nvSpPr>
          <p:spPr>
            <a:xfrm>
              <a:off x="2302689" y="3157811"/>
              <a:ext cx="2034512" cy="896282"/>
            </a:xfrm>
            <a:custGeom>
              <a:avLst/>
              <a:pathLst>
                <a:path w="2034512" h="896282">
                  <a:moveTo>
                    <a:pt x="1538550" y="34989"/>
                  </a:moveTo>
                  <a:lnTo>
                    <a:pt x="1540913" y="38372"/>
                  </a:lnTo>
                  <a:lnTo>
                    <a:pt x="1544789" y="38565"/>
                  </a:lnTo>
                  <a:lnTo>
                    <a:pt x="1554997" y="32862"/>
                  </a:lnTo>
                  <a:lnTo>
                    <a:pt x="1565962" y="27740"/>
                  </a:lnTo>
                  <a:lnTo>
                    <a:pt x="1566245" y="27836"/>
                  </a:lnTo>
                  <a:lnTo>
                    <a:pt x="1569837" y="28706"/>
                  </a:lnTo>
                  <a:lnTo>
                    <a:pt x="1570593" y="28609"/>
                  </a:lnTo>
                  <a:lnTo>
                    <a:pt x="1573429" y="33829"/>
                  </a:lnTo>
                  <a:lnTo>
                    <a:pt x="1576927" y="36052"/>
                  </a:lnTo>
                  <a:lnTo>
                    <a:pt x="1600085" y="43881"/>
                  </a:lnTo>
                  <a:lnTo>
                    <a:pt x="1609915" y="47264"/>
                  </a:lnTo>
                  <a:lnTo>
                    <a:pt x="1611711" y="47844"/>
                  </a:lnTo>
                  <a:lnTo>
                    <a:pt x="1625417" y="53546"/>
                  </a:lnTo>
                  <a:lnTo>
                    <a:pt x="1649615" y="62535"/>
                  </a:lnTo>
                  <a:lnTo>
                    <a:pt x="1658027" y="67851"/>
                  </a:lnTo>
                  <a:lnTo>
                    <a:pt x="1665778" y="74231"/>
                  </a:lnTo>
                  <a:lnTo>
                    <a:pt x="1670977" y="79837"/>
                  </a:lnTo>
                  <a:lnTo>
                    <a:pt x="1676081" y="83026"/>
                  </a:lnTo>
                  <a:lnTo>
                    <a:pt x="1685628" y="85346"/>
                  </a:lnTo>
                  <a:lnTo>
                    <a:pt x="1691961" y="85733"/>
                  </a:lnTo>
                  <a:lnTo>
                    <a:pt x="1712945" y="87279"/>
                  </a:lnTo>
                  <a:lnTo>
                    <a:pt x="1733551" y="94335"/>
                  </a:lnTo>
                  <a:lnTo>
                    <a:pt x="1746312" y="97428"/>
                  </a:lnTo>
                  <a:lnTo>
                    <a:pt x="1760868" y="95301"/>
                  </a:lnTo>
                  <a:lnTo>
                    <a:pt x="1774291" y="86506"/>
                  </a:lnTo>
                  <a:lnTo>
                    <a:pt x="1789792" y="75584"/>
                  </a:lnTo>
                  <a:lnTo>
                    <a:pt x="1809831" y="64662"/>
                  </a:lnTo>
                  <a:lnTo>
                    <a:pt x="1823726" y="59636"/>
                  </a:lnTo>
                  <a:lnTo>
                    <a:pt x="1839984" y="62342"/>
                  </a:lnTo>
                  <a:lnTo>
                    <a:pt x="1840929" y="62535"/>
                  </a:lnTo>
                  <a:lnTo>
                    <a:pt x="1853690" y="75970"/>
                  </a:lnTo>
                  <a:lnTo>
                    <a:pt x="1865127" y="87956"/>
                  </a:lnTo>
                  <a:lnTo>
                    <a:pt x="1884504" y="103807"/>
                  </a:lnTo>
                  <a:lnTo>
                    <a:pt x="1897265" y="103517"/>
                  </a:lnTo>
                  <a:lnTo>
                    <a:pt x="1912105" y="103517"/>
                  </a:lnTo>
                  <a:lnTo>
                    <a:pt x="1922786" y="104097"/>
                  </a:lnTo>
                  <a:lnTo>
                    <a:pt x="1929686" y="104484"/>
                  </a:lnTo>
                  <a:lnTo>
                    <a:pt x="1949725" y="108060"/>
                  </a:lnTo>
                  <a:lnTo>
                    <a:pt x="1962202" y="108060"/>
                  </a:lnTo>
                  <a:lnTo>
                    <a:pt x="1973923" y="112699"/>
                  </a:lnTo>
                  <a:lnTo>
                    <a:pt x="1986306" y="120818"/>
                  </a:lnTo>
                  <a:lnTo>
                    <a:pt x="1999822" y="131740"/>
                  </a:lnTo>
                  <a:lnTo>
                    <a:pt x="2010882" y="144112"/>
                  </a:lnTo>
                  <a:lnTo>
                    <a:pt x="2018443" y="163830"/>
                  </a:lnTo>
                  <a:lnTo>
                    <a:pt x="2020901" y="182581"/>
                  </a:lnTo>
                  <a:lnTo>
                    <a:pt x="2021185" y="193503"/>
                  </a:lnTo>
                  <a:lnTo>
                    <a:pt x="2024682" y="219697"/>
                  </a:lnTo>
                  <a:lnTo>
                    <a:pt x="2025344" y="250723"/>
                  </a:lnTo>
                  <a:lnTo>
                    <a:pt x="2030542" y="263771"/>
                  </a:lnTo>
                  <a:lnTo>
                    <a:pt x="2034323" y="280396"/>
                  </a:lnTo>
                  <a:lnTo>
                    <a:pt x="2034512" y="299147"/>
                  </a:lnTo>
                  <a:lnTo>
                    <a:pt x="2016175" y="315675"/>
                  </a:lnTo>
                  <a:lnTo>
                    <a:pt x="1999255" y="326694"/>
                  </a:lnTo>
                  <a:lnTo>
                    <a:pt x="1981674" y="332010"/>
                  </a:lnTo>
                  <a:lnTo>
                    <a:pt x="1964093" y="337229"/>
                  </a:lnTo>
                  <a:lnTo>
                    <a:pt x="1944432" y="344672"/>
                  </a:lnTo>
                  <a:lnTo>
                    <a:pt x="1925055" y="361296"/>
                  </a:lnTo>
                  <a:lnTo>
                    <a:pt x="1918249" y="366709"/>
                  </a:lnTo>
                  <a:lnTo>
                    <a:pt x="1901235" y="380337"/>
                  </a:lnTo>
                  <a:lnTo>
                    <a:pt x="1881858" y="395222"/>
                  </a:lnTo>
                  <a:lnTo>
                    <a:pt x="1855958" y="414263"/>
                  </a:lnTo>
                  <a:lnTo>
                    <a:pt x="1841780" y="425862"/>
                  </a:lnTo>
                  <a:lnTo>
                    <a:pt x="1822497" y="442487"/>
                  </a:lnTo>
                  <a:lnTo>
                    <a:pt x="1803120" y="452055"/>
                  </a:lnTo>
                  <a:lnTo>
                    <a:pt x="1779300" y="466167"/>
                  </a:lnTo>
                  <a:lnTo>
                    <a:pt x="1760963" y="476896"/>
                  </a:lnTo>
                  <a:lnTo>
                    <a:pt x="1748202" y="480665"/>
                  </a:lnTo>
                  <a:lnTo>
                    <a:pt x="1733362" y="488784"/>
                  </a:lnTo>
                  <a:lnTo>
                    <a:pt x="1722019" y="501156"/>
                  </a:lnTo>
                  <a:lnTo>
                    <a:pt x="1708503" y="508889"/>
                  </a:lnTo>
                  <a:lnTo>
                    <a:pt x="1689882" y="508889"/>
                  </a:lnTo>
                  <a:lnTo>
                    <a:pt x="1673624" y="512755"/>
                  </a:lnTo>
                  <a:lnTo>
                    <a:pt x="1656704" y="526866"/>
                  </a:lnTo>
                  <a:lnTo>
                    <a:pt x="1639406" y="533632"/>
                  </a:lnTo>
                  <a:lnTo>
                    <a:pt x="1622865" y="527640"/>
                  </a:lnTo>
                  <a:lnTo>
                    <a:pt x="1605945" y="520584"/>
                  </a:lnTo>
                  <a:lnTo>
                    <a:pt x="1585528" y="504636"/>
                  </a:lnTo>
                  <a:lnTo>
                    <a:pt x="1570404" y="484531"/>
                  </a:lnTo>
                  <a:lnTo>
                    <a:pt x="1555186" y="470420"/>
                  </a:lnTo>
                  <a:lnTo>
                    <a:pt x="1533068" y="462301"/>
                  </a:lnTo>
                  <a:lnTo>
                    <a:pt x="1493368" y="457371"/>
                  </a:lnTo>
                  <a:lnTo>
                    <a:pt x="1475031" y="456598"/>
                  </a:lnTo>
                  <a:lnTo>
                    <a:pt x="1457733" y="450992"/>
                  </a:lnTo>
                  <a:lnTo>
                    <a:pt x="1446390" y="449929"/>
                  </a:lnTo>
                  <a:lnTo>
                    <a:pt x="1413213" y="445000"/>
                  </a:lnTo>
                  <a:lnTo>
                    <a:pt x="1381831" y="438620"/>
                  </a:lnTo>
                  <a:lnTo>
                    <a:pt x="1199685" y="540591"/>
                  </a:lnTo>
                  <a:lnTo>
                    <a:pt x="1030017" y="648169"/>
                  </a:lnTo>
                  <a:lnTo>
                    <a:pt x="1003834" y="643819"/>
                  </a:lnTo>
                  <a:lnTo>
                    <a:pt x="961582" y="643722"/>
                  </a:lnTo>
                  <a:lnTo>
                    <a:pt x="950901" y="646719"/>
                  </a:lnTo>
                  <a:lnTo>
                    <a:pt x="948443" y="646235"/>
                  </a:lnTo>
                  <a:lnTo>
                    <a:pt x="945702" y="646235"/>
                  </a:lnTo>
                  <a:lnTo>
                    <a:pt x="942394" y="646719"/>
                  </a:lnTo>
                  <a:lnTo>
                    <a:pt x="939274" y="647105"/>
                  </a:lnTo>
                  <a:lnTo>
                    <a:pt x="935588" y="648169"/>
                  </a:lnTo>
                  <a:lnTo>
                    <a:pt x="930862" y="649812"/>
                  </a:lnTo>
                  <a:lnTo>
                    <a:pt x="927176" y="651552"/>
                  </a:lnTo>
                  <a:lnTo>
                    <a:pt x="924623" y="653195"/>
                  </a:lnTo>
                  <a:lnTo>
                    <a:pt x="921126" y="654548"/>
                  </a:lnTo>
                  <a:lnTo>
                    <a:pt x="919803" y="655031"/>
                  </a:lnTo>
                  <a:lnTo>
                    <a:pt x="916778" y="657447"/>
                  </a:lnTo>
                  <a:lnTo>
                    <a:pt x="912997" y="659477"/>
                  </a:lnTo>
                  <a:lnTo>
                    <a:pt x="910539" y="659767"/>
                  </a:lnTo>
                  <a:lnTo>
                    <a:pt x="906948" y="658317"/>
                  </a:lnTo>
                  <a:lnTo>
                    <a:pt x="906380" y="658124"/>
                  </a:lnTo>
                  <a:lnTo>
                    <a:pt x="903356" y="656191"/>
                  </a:lnTo>
                  <a:lnTo>
                    <a:pt x="900804" y="655321"/>
                  </a:lnTo>
                  <a:lnTo>
                    <a:pt x="898913" y="653291"/>
                  </a:lnTo>
                  <a:lnTo>
                    <a:pt x="897212" y="650488"/>
                  </a:lnTo>
                  <a:lnTo>
                    <a:pt x="893714" y="648845"/>
                  </a:lnTo>
                  <a:lnTo>
                    <a:pt x="886720" y="648362"/>
                  </a:lnTo>
                  <a:lnTo>
                    <a:pt x="882088" y="650005"/>
                  </a:lnTo>
                  <a:lnTo>
                    <a:pt x="877362" y="650778"/>
                  </a:lnTo>
                  <a:lnTo>
                    <a:pt x="874526" y="651068"/>
                  </a:lnTo>
                  <a:lnTo>
                    <a:pt x="871501" y="651358"/>
                  </a:lnTo>
                  <a:lnTo>
                    <a:pt x="866019" y="650102"/>
                  </a:lnTo>
                  <a:lnTo>
                    <a:pt x="862994" y="649812"/>
                  </a:lnTo>
                  <a:lnTo>
                    <a:pt x="859403" y="650778"/>
                  </a:lnTo>
                  <a:lnTo>
                    <a:pt x="851935" y="649908"/>
                  </a:lnTo>
                  <a:lnTo>
                    <a:pt x="845413" y="649812"/>
                  </a:lnTo>
                  <a:lnTo>
                    <a:pt x="842672" y="650295"/>
                  </a:lnTo>
                  <a:lnTo>
                    <a:pt x="837568" y="652131"/>
                  </a:lnTo>
                  <a:lnTo>
                    <a:pt x="833598" y="653581"/>
                  </a:lnTo>
                  <a:lnTo>
                    <a:pt x="829628" y="653195"/>
                  </a:lnTo>
                  <a:lnTo>
                    <a:pt x="822539" y="653001"/>
                  </a:lnTo>
                  <a:lnTo>
                    <a:pt x="820743" y="652711"/>
                  </a:lnTo>
                  <a:lnTo>
                    <a:pt x="816206" y="652228"/>
                  </a:lnTo>
                  <a:lnTo>
                    <a:pt x="811857" y="650682"/>
                  </a:lnTo>
                  <a:lnTo>
                    <a:pt x="808644" y="650875"/>
                  </a:lnTo>
                  <a:lnTo>
                    <a:pt x="805052" y="650875"/>
                  </a:lnTo>
                  <a:lnTo>
                    <a:pt x="801649" y="650778"/>
                  </a:lnTo>
                  <a:lnTo>
                    <a:pt x="797395" y="650778"/>
                  </a:lnTo>
                  <a:lnTo>
                    <a:pt x="793615" y="651358"/>
                  </a:lnTo>
                  <a:lnTo>
                    <a:pt x="787376" y="653775"/>
                  </a:lnTo>
                  <a:lnTo>
                    <a:pt x="777073" y="655321"/>
                  </a:lnTo>
                  <a:lnTo>
                    <a:pt x="774143" y="657834"/>
                  </a:lnTo>
                  <a:lnTo>
                    <a:pt x="772158" y="660540"/>
                  </a:lnTo>
                  <a:lnTo>
                    <a:pt x="768188" y="663053"/>
                  </a:lnTo>
                  <a:lnTo>
                    <a:pt x="764785" y="665180"/>
                  </a:lnTo>
                  <a:lnTo>
                    <a:pt x="761949" y="668080"/>
                  </a:lnTo>
                  <a:lnTo>
                    <a:pt x="757412" y="671366"/>
                  </a:lnTo>
                  <a:lnTo>
                    <a:pt x="753915" y="673686"/>
                  </a:lnTo>
                  <a:lnTo>
                    <a:pt x="750418" y="678132"/>
                  </a:lnTo>
                  <a:lnTo>
                    <a:pt x="749567" y="681418"/>
                  </a:lnTo>
                  <a:lnTo>
                    <a:pt x="748905" y="684318"/>
                  </a:lnTo>
                  <a:lnTo>
                    <a:pt x="747676" y="688184"/>
                  </a:lnTo>
                  <a:lnTo>
                    <a:pt x="743801" y="693693"/>
                  </a:lnTo>
                  <a:lnTo>
                    <a:pt x="740871" y="696496"/>
                  </a:lnTo>
                  <a:lnTo>
                    <a:pt x="733971" y="700652"/>
                  </a:lnTo>
                  <a:lnTo>
                    <a:pt x="731607" y="702585"/>
                  </a:lnTo>
                  <a:lnTo>
                    <a:pt x="730095" y="707128"/>
                  </a:lnTo>
                  <a:lnTo>
                    <a:pt x="728299" y="711864"/>
                  </a:lnTo>
                  <a:lnTo>
                    <a:pt x="726314" y="713894"/>
                  </a:lnTo>
                  <a:lnTo>
                    <a:pt x="724046" y="713411"/>
                  </a:lnTo>
                  <a:lnTo>
                    <a:pt x="720548" y="713121"/>
                  </a:lnTo>
                  <a:lnTo>
                    <a:pt x="711474" y="712541"/>
                  </a:lnTo>
                  <a:lnTo>
                    <a:pt x="703061" y="710801"/>
                  </a:lnTo>
                  <a:lnTo>
                    <a:pt x="698524" y="707998"/>
                  </a:lnTo>
                  <a:lnTo>
                    <a:pt x="696067" y="705968"/>
                  </a:lnTo>
                  <a:lnTo>
                    <a:pt x="689450" y="705678"/>
                  </a:lnTo>
                  <a:lnTo>
                    <a:pt x="679809" y="708481"/>
                  </a:lnTo>
                  <a:lnTo>
                    <a:pt x="676217" y="707611"/>
                  </a:lnTo>
                  <a:lnTo>
                    <a:pt x="673098" y="706838"/>
                  </a:lnTo>
                  <a:lnTo>
                    <a:pt x="667615" y="705388"/>
                  </a:lnTo>
                  <a:lnTo>
                    <a:pt x="656840" y="698333"/>
                  </a:lnTo>
                  <a:lnTo>
                    <a:pt x="654004" y="696303"/>
                  </a:lnTo>
                  <a:lnTo>
                    <a:pt x="649467" y="693017"/>
                  </a:lnTo>
                  <a:lnTo>
                    <a:pt x="635478" y="686057"/>
                  </a:lnTo>
                  <a:lnTo>
                    <a:pt x="622055" y="685187"/>
                  </a:lnTo>
                  <a:lnTo>
                    <a:pt x="611374" y="687990"/>
                  </a:lnTo>
                  <a:lnTo>
                    <a:pt x="605136" y="691953"/>
                  </a:lnTo>
                  <a:lnTo>
                    <a:pt x="603151" y="691760"/>
                  </a:lnTo>
                  <a:lnTo>
                    <a:pt x="601733" y="691470"/>
                  </a:lnTo>
                  <a:lnTo>
                    <a:pt x="599370" y="691373"/>
                  </a:lnTo>
                  <a:lnTo>
                    <a:pt x="596629" y="692243"/>
                  </a:lnTo>
                  <a:lnTo>
                    <a:pt x="594549" y="693113"/>
                  </a:lnTo>
                  <a:lnTo>
                    <a:pt x="593037" y="693403"/>
                  </a:lnTo>
                  <a:lnTo>
                    <a:pt x="591902" y="692727"/>
                  </a:lnTo>
                  <a:lnTo>
                    <a:pt x="590579" y="692823"/>
                  </a:lnTo>
                  <a:lnTo>
                    <a:pt x="588122" y="693210"/>
                  </a:lnTo>
                  <a:lnTo>
                    <a:pt x="587460" y="693210"/>
                  </a:lnTo>
                  <a:lnTo>
                    <a:pt x="585853" y="693113"/>
                  </a:lnTo>
                  <a:lnTo>
                    <a:pt x="583301" y="693886"/>
                  </a:lnTo>
                  <a:lnTo>
                    <a:pt x="554660" y="702005"/>
                  </a:lnTo>
                  <a:lnTo>
                    <a:pt x="548422" y="699202"/>
                  </a:lnTo>
                  <a:lnTo>
                    <a:pt x="547949" y="697753"/>
                  </a:lnTo>
                  <a:lnTo>
                    <a:pt x="547004" y="694370"/>
                  </a:lnTo>
                  <a:lnTo>
                    <a:pt x="540104" y="682095"/>
                  </a:lnTo>
                  <a:lnTo>
                    <a:pt x="539253" y="680451"/>
                  </a:lnTo>
                  <a:lnTo>
                    <a:pt x="537174" y="676392"/>
                  </a:lnTo>
                  <a:lnTo>
                    <a:pt x="536701" y="675522"/>
                  </a:lnTo>
                  <a:lnTo>
                    <a:pt x="536512" y="675232"/>
                  </a:lnTo>
                  <a:lnTo>
                    <a:pt x="532542" y="668369"/>
                  </a:lnTo>
                  <a:lnTo>
                    <a:pt x="528667" y="661507"/>
                  </a:lnTo>
                  <a:lnTo>
                    <a:pt x="527816" y="660154"/>
                  </a:lnTo>
                  <a:lnTo>
                    <a:pt x="521105" y="648555"/>
                  </a:lnTo>
                  <a:lnTo>
                    <a:pt x="520349" y="647299"/>
                  </a:lnTo>
                  <a:lnTo>
                    <a:pt x="519403" y="645559"/>
                  </a:lnTo>
                  <a:lnTo>
                    <a:pt x="513259" y="635023"/>
                  </a:lnTo>
                  <a:lnTo>
                    <a:pt x="511841" y="632607"/>
                  </a:lnTo>
                  <a:lnTo>
                    <a:pt x="510802" y="630867"/>
                  </a:lnTo>
                  <a:lnTo>
                    <a:pt x="510424" y="630191"/>
                  </a:lnTo>
                  <a:lnTo>
                    <a:pt x="506737" y="623811"/>
                  </a:lnTo>
                  <a:lnTo>
                    <a:pt x="506454" y="623425"/>
                  </a:lnTo>
                  <a:lnTo>
                    <a:pt x="506170" y="623522"/>
                  </a:lnTo>
                  <a:lnTo>
                    <a:pt x="488967" y="632607"/>
                  </a:lnTo>
                  <a:lnTo>
                    <a:pt x="477530" y="638600"/>
                  </a:lnTo>
                  <a:lnTo>
                    <a:pt x="469779" y="642756"/>
                  </a:lnTo>
                  <a:lnTo>
                    <a:pt x="467983" y="643626"/>
                  </a:lnTo>
                  <a:lnTo>
                    <a:pt x="456356" y="649812"/>
                  </a:lnTo>
                  <a:lnTo>
                    <a:pt x="450023" y="653098"/>
                  </a:lnTo>
                  <a:lnTo>
                    <a:pt x="449173" y="653581"/>
                  </a:lnTo>
                  <a:lnTo>
                    <a:pt x="442367" y="656578"/>
                  </a:lnTo>
                  <a:lnTo>
                    <a:pt x="438870" y="658221"/>
                  </a:lnTo>
                  <a:lnTo>
                    <a:pt x="433293" y="660734"/>
                  </a:lnTo>
                  <a:lnTo>
                    <a:pt x="428850" y="662667"/>
                  </a:lnTo>
                  <a:lnTo>
                    <a:pt x="423652" y="664987"/>
                  </a:lnTo>
                  <a:lnTo>
                    <a:pt x="417791" y="667693"/>
                  </a:lnTo>
                  <a:lnTo>
                    <a:pt x="407299" y="668853"/>
                  </a:lnTo>
                  <a:lnTo>
                    <a:pt x="391608" y="670496"/>
                  </a:lnTo>
                  <a:lnTo>
                    <a:pt x="389340" y="670786"/>
                  </a:lnTo>
                  <a:lnTo>
                    <a:pt x="373460" y="672526"/>
                  </a:lnTo>
                  <a:lnTo>
                    <a:pt x="371569" y="673202"/>
                  </a:lnTo>
                  <a:lnTo>
                    <a:pt x="369017" y="674072"/>
                  </a:lnTo>
                  <a:lnTo>
                    <a:pt x="364197" y="675812"/>
                  </a:lnTo>
                  <a:lnTo>
                    <a:pt x="351814" y="680258"/>
                  </a:lnTo>
                  <a:lnTo>
                    <a:pt x="348317" y="681805"/>
                  </a:lnTo>
                  <a:lnTo>
                    <a:pt x="348128" y="681901"/>
                  </a:lnTo>
                  <a:lnTo>
                    <a:pt x="323646" y="692533"/>
                  </a:lnTo>
                  <a:lnTo>
                    <a:pt x="320811" y="693790"/>
                  </a:lnTo>
                  <a:lnTo>
                    <a:pt x="320149" y="694080"/>
                  </a:lnTo>
                  <a:lnTo>
                    <a:pt x="313060" y="696883"/>
                  </a:lnTo>
                  <a:lnTo>
                    <a:pt x="307861" y="698913"/>
                  </a:lnTo>
                  <a:lnTo>
                    <a:pt x="291225" y="705388"/>
                  </a:lnTo>
                  <a:lnTo>
                    <a:pt x="285742" y="707515"/>
                  </a:lnTo>
                  <a:lnTo>
                    <a:pt x="283001" y="709641"/>
                  </a:lnTo>
                  <a:lnTo>
                    <a:pt x="271564" y="718727"/>
                  </a:lnTo>
                  <a:lnTo>
                    <a:pt x="266082" y="721723"/>
                  </a:lnTo>
                  <a:lnTo>
                    <a:pt x="262584" y="723270"/>
                  </a:lnTo>
                  <a:lnTo>
                    <a:pt x="259371" y="722786"/>
                  </a:lnTo>
                  <a:lnTo>
                    <a:pt x="257102" y="722303"/>
                  </a:lnTo>
                  <a:lnTo>
                    <a:pt x="254077" y="721336"/>
                  </a:lnTo>
                  <a:lnTo>
                    <a:pt x="251147" y="720757"/>
                  </a:lnTo>
                  <a:lnTo>
                    <a:pt x="248784" y="729939"/>
                  </a:lnTo>
                  <a:lnTo>
                    <a:pt x="248689" y="730325"/>
                  </a:lnTo>
                  <a:lnTo>
                    <a:pt x="245570" y="739701"/>
                  </a:lnTo>
                  <a:lnTo>
                    <a:pt x="242829" y="746274"/>
                  </a:lnTo>
                  <a:lnTo>
                    <a:pt x="242262" y="747627"/>
                  </a:lnTo>
                  <a:lnTo>
                    <a:pt x="242167" y="748013"/>
                  </a:lnTo>
                  <a:lnTo>
                    <a:pt x="239426" y="754489"/>
                  </a:lnTo>
                  <a:lnTo>
                    <a:pt x="233755" y="768408"/>
                  </a:lnTo>
                  <a:lnTo>
                    <a:pt x="231297" y="774207"/>
                  </a:lnTo>
                  <a:lnTo>
                    <a:pt x="229785" y="777976"/>
                  </a:lnTo>
                  <a:lnTo>
                    <a:pt x="229596" y="778363"/>
                  </a:lnTo>
                  <a:lnTo>
                    <a:pt x="227138" y="784452"/>
                  </a:lnTo>
                  <a:lnTo>
                    <a:pt x="221183" y="799047"/>
                  </a:lnTo>
                  <a:lnTo>
                    <a:pt x="220427" y="801077"/>
                  </a:lnTo>
                  <a:lnTo>
                    <a:pt x="216835" y="809776"/>
                  </a:lnTo>
                  <a:lnTo>
                    <a:pt x="215512" y="813159"/>
                  </a:lnTo>
                  <a:lnTo>
                    <a:pt x="209746" y="826981"/>
                  </a:lnTo>
                  <a:lnTo>
                    <a:pt x="208234" y="830460"/>
                  </a:lnTo>
                  <a:lnTo>
                    <a:pt x="208045" y="831137"/>
                  </a:lnTo>
                  <a:lnTo>
                    <a:pt x="206910" y="833166"/>
                  </a:lnTo>
                  <a:lnTo>
                    <a:pt x="204736" y="836743"/>
                  </a:lnTo>
                  <a:lnTo>
                    <a:pt x="202940" y="839739"/>
                  </a:lnTo>
                  <a:lnTo>
                    <a:pt x="200766" y="843315"/>
                  </a:lnTo>
                  <a:lnTo>
                    <a:pt x="198025" y="847085"/>
                  </a:lnTo>
                  <a:lnTo>
                    <a:pt x="195189" y="850564"/>
                  </a:lnTo>
                  <a:lnTo>
                    <a:pt x="192732" y="853271"/>
                  </a:lnTo>
                  <a:lnTo>
                    <a:pt x="190936" y="855300"/>
                  </a:lnTo>
                  <a:lnTo>
                    <a:pt x="189518" y="856654"/>
                  </a:lnTo>
                  <a:lnTo>
                    <a:pt x="185643" y="860423"/>
                  </a:lnTo>
                  <a:lnTo>
                    <a:pt x="181389" y="864483"/>
                  </a:lnTo>
                  <a:lnTo>
                    <a:pt x="180917" y="864869"/>
                  </a:lnTo>
                  <a:lnTo>
                    <a:pt x="179026" y="866609"/>
                  </a:lnTo>
                  <a:lnTo>
                    <a:pt x="176285" y="869412"/>
                  </a:lnTo>
                  <a:lnTo>
                    <a:pt x="176001" y="869605"/>
                  </a:lnTo>
                  <a:lnTo>
                    <a:pt x="175529" y="870089"/>
                  </a:lnTo>
                  <a:lnTo>
                    <a:pt x="174016" y="871539"/>
                  </a:lnTo>
                  <a:lnTo>
                    <a:pt x="170235" y="875115"/>
                  </a:lnTo>
                  <a:lnTo>
                    <a:pt x="166644" y="878691"/>
                  </a:lnTo>
                  <a:lnTo>
                    <a:pt x="165887" y="879464"/>
                  </a:lnTo>
                  <a:lnTo>
                    <a:pt x="163713" y="881591"/>
                  </a:lnTo>
                  <a:lnTo>
                    <a:pt x="162863" y="882461"/>
                  </a:lnTo>
                  <a:lnTo>
                    <a:pt x="160405" y="884877"/>
                  </a:lnTo>
                  <a:lnTo>
                    <a:pt x="160027" y="885264"/>
                  </a:lnTo>
                  <a:lnTo>
                    <a:pt x="159082" y="886037"/>
                  </a:lnTo>
                  <a:lnTo>
                    <a:pt x="157380" y="887777"/>
                  </a:lnTo>
                  <a:lnTo>
                    <a:pt x="154166" y="891256"/>
                  </a:lnTo>
                  <a:lnTo>
                    <a:pt x="152843" y="892803"/>
                  </a:lnTo>
                  <a:lnTo>
                    <a:pt x="151898" y="894252"/>
                  </a:lnTo>
                  <a:lnTo>
                    <a:pt x="151614" y="894832"/>
                  </a:lnTo>
                  <a:lnTo>
                    <a:pt x="151236" y="895509"/>
                  </a:lnTo>
                  <a:lnTo>
                    <a:pt x="151047" y="895992"/>
                  </a:lnTo>
                  <a:lnTo>
                    <a:pt x="144998" y="896186"/>
                  </a:lnTo>
                  <a:lnTo>
                    <a:pt x="133277" y="896282"/>
                  </a:lnTo>
                  <a:lnTo>
                    <a:pt x="132426" y="891063"/>
                  </a:lnTo>
                  <a:lnTo>
                    <a:pt x="131576" y="887003"/>
                  </a:lnTo>
                  <a:lnTo>
                    <a:pt x="131103" y="885457"/>
                  </a:lnTo>
                  <a:lnTo>
                    <a:pt x="130347" y="884104"/>
                  </a:lnTo>
                  <a:lnTo>
                    <a:pt x="128645" y="881687"/>
                  </a:lnTo>
                  <a:lnTo>
                    <a:pt x="124581" y="876371"/>
                  </a:lnTo>
                  <a:lnTo>
                    <a:pt x="121367" y="872118"/>
                  </a:lnTo>
                  <a:lnTo>
                    <a:pt x="119382" y="869605"/>
                  </a:lnTo>
                  <a:lnTo>
                    <a:pt x="118626" y="868639"/>
                  </a:lnTo>
                  <a:lnTo>
                    <a:pt x="112387" y="860616"/>
                  </a:lnTo>
                  <a:lnTo>
                    <a:pt x="110308" y="857813"/>
                  </a:lnTo>
                  <a:lnTo>
                    <a:pt x="103880" y="849404"/>
                  </a:lnTo>
                  <a:lnTo>
                    <a:pt x="103030" y="848341"/>
                  </a:lnTo>
                  <a:lnTo>
                    <a:pt x="102084" y="846988"/>
                  </a:lnTo>
                  <a:lnTo>
                    <a:pt x="78737" y="816252"/>
                  </a:lnTo>
                  <a:lnTo>
                    <a:pt x="69001" y="803783"/>
                  </a:lnTo>
                  <a:lnTo>
                    <a:pt x="68718" y="803397"/>
                  </a:lnTo>
                  <a:lnTo>
                    <a:pt x="68529" y="803010"/>
                  </a:lnTo>
                  <a:lnTo>
                    <a:pt x="67111" y="799724"/>
                  </a:lnTo>
                  <a:lnTo>
                    <a:pt x="68529" y="798274"/>
                  </a:lnTo>
                  <a:lnTo>
                    <a:pt x="67300" y="796534"/>
                  </a:lnTo>
                  <a:lnTo>
                    <a:pt x="66922" y="795181"/>
                  </a:lnTo>
                  <a:lnTo>
                    <a:pt x="66827" y="794311"/>
                  </a:lnTo>
                  <a:lnTo>
                    <a:pt x="67205" y="791895"/>
                  </a:lnTo>
                  <a:lnTo>
                    <a:pt x="67489" y="790928"/>
                  </a:lnTo>
                  <a:lnTo>
                    <a:pt x="68056" y="789672"/>
                  </a:lnTo>
                  <a:lnTo>
                    <a:pt x="68812" y="788608"/>
                  </a:lnTo>
                  <a:lnTo>
                    <a:pt x="69663" y="787835"/>
                  </a:lnTo>
                  <a:lnTo>
                    <a:pt x="70892" y="787352"/>
                  </a:lnTo>
                  <a:lnTo>
                    <a:pt x="73160" y="786675"/>
                  </a:lnTo>
                  <a:lnTo>
                    <a:pt x="76941" y="786192"/>
                  </a:lnTo>
                  <a:lnTo>
                    <a:pt x="80628" y="785805"/>
                  </a:lnTo>
                  <a:lnTo>
                    <a:pt x="81573" y="785902"/>
                  </a:lnTo>
                  <a:lnTo>
                    <a:pt x="81762" y="785805"/>
                  </a:lnTo>
                  <a:lnTo>
                    <a:pt x="82045" y="785805"/>
                  </a:lnTo>
                  <a:lnTo>
                    <a:pt x="85732" y="785999"/>
                  </a:lnTo>
                  <a:lnTo>
                    <a:pt x="85921" y="785999"/>
                  </a:lnTo>
                  <a:lnTo>
                    <a:pt x="86394" y="785999"/>
                  </a:lnTo>
                  <a:lnTo>
                    <a:pt x="91876" y="786192"/>
                  </a:lnTo>
                  <a:lnTo>
                    <a:pt x="96318" y="786289"/>
                  </a:lnTo>
                  <a:lnTo>
                    <a:pt x="96886" y="786289"/>
                  </a:lnTo>
                  <a:lnTo>
                    <a:pt x="98398" y="785709"/>
                  </a:lnTo>
                  <a:lnTo>
                    <a:pt x="97547" y="785129"/>
                  </a:lnTo>
                  <a:lnTo>
                    <a:pt x="96224" y="784162"/>
                  </a:lnTo>
                  <a:lnTo>
                    <a:pt x="96035" y="783969"/>
                  </a:lnTo>
                  <a:lnTo>
                    <a:pt x="95846" y="783872"/>
                  </a:lnTo>
                  <a:lnTo>
                    <a:pt x="95468" y="783292"/>
                  </a:lnTo>
                  <a:lnTo>
                    <a:pt x="93766" y="781359"/>
                  </a:lnTo>
                  <a:lnTo>
                    <a:pt x="91498" y="776913"/>
                  </a:lnTo>
                  <a:lnTo>
                    <a:pt x="89513" y="771500"/>
                  </a:lnTo>
                  <a:lnTo>
                    <a:pt x="87622" y="766571"/>
                  </a:lnTo>
                  <a:lnTo>
                    <a:pt x="87433" y="766184"/>
                  </a:lnTo>
                  <a:lnTo>
                    <a:pt x="86866" y="764541"/>
                  </a:lnTo>
                  <a:lnTo>
                    <a:pt x="86866" y="762898"/>
                  </a:lnTo>
                  <a:lnTo>
                    <a:pt x="86961" y="761158"/>
                  </a:lnTo>
                  <a:lnTo>
                    <a:pt x="87244" y="759999"/>
                  </a:lnTo>
                  <a:lnTo>
                    <a:pt x="88189" y="755649"/>
                  </a:lnTo>
                  <a:lnTo>
                    <a:pt x="88378" y="754876"/>
                  </a:lnTo>
                  <a:lnTo>
                    <a:pt x="90458" y="746080"/>
                  </a:lnTo>
                  <a:lnTo>
                    <a:pt x="92538" y="737381"/>
                  </a:lnTo>
                  <a:lnTo>
                    <a:pt x="93483" y="733128"/>
                  </a:lnTo>
                  <a:lnTo>
                    <a:pt x="93672" y="732452"/>
                  </a:lnTo>
                  <a:lnTo>
                    <a:pt x="95657" y="724043"/>
                  </a:lnTo>
                  <a:lnTo>
                    <a:pt x="98587" y="711574"/>
                  </a:lnTo>
                  <a:lnTo>
                    <a:pt x="102841" y="693693"/>
                  </a:lnTo>
                  <a:lnTo>
                    <a:pt x="101139" y="693886"/>
                  </a:lnTo>
                  <a:lnTo>
                    <a:pt x="100572" y="693983"/>
                  </a:lnTo>
                  <a:lnTo>
                    <a:pt x="97264" y="694466"/>
                  </a:lnTo>
                  <a:lnTo>
                    <a:pt x="93010" y="694853"/>
                  </a:lnTo>
                  <a:lnTo>
                    <a:pt x="91592" y="694853"/>
                  </a:lnTo>
                  <a:lnTo>
                    <a:pt x="81762" y="695240"/>
                  </a:lnTo>
                  <a:lnTo>
                    <a:pt x="71270" y="695723"/>
                  </a:lnTo>
                  <a:lnTo>
                    <a:pt x="66922" y="695626"/>
                  </a:lnTo>
                  <a:lnTo>
                    <a:pt x="57280" y="694563"/>
                  </a:lnTo>
                  <a:lnTo>
                    <a:pt x="38281" y="692630"/>
                  </a:lnTo>
                  <a:lnTo>
                    <a:pt x="34406" y="692243"/>
                  </a:lnTo>
                  <a:lnTo>
                    <a:pt x="15123" y="690890"/>
                  </a:lnTo>
                  <a:lnTo>
                    <a:pt x="10113" y="690793"/>
                  </a:lnTo>
                  <a:lnTo>
                    <a:pt x="9641" y="690697"/>
                  </a:lnTo>
                  <a:lnTo>
                    <a:pt x="9357" y="690697"/>
                  </a:lnTo>
                  <a:lnTo>
                    <a:pt x="8790" y="690697"/>
                  </a:lnTo>
                  <a:lnTo>
                    <a:pt x="3497" y="690117"/>
                  </a:lnTo>
                  <a:lnTo>
                    <a:pt x="0" y="689827"/>
                  </a:lnTo>
                  <a:lnTo>
                    <a:pt x="94" y="689440"/>
                  </a:lnTo>
                  <a:lnTo>
                    <a:pt x="756" y="682674"/>
                  </a:lnTo>
                  <a:lnTo>
                    <a:pt x="850" y="682095"/>
                  </a:lnTo>
                  <a:lnTo>
                    <a:pt x="1228" y="678422"/>
                  </a:lnTo>
                  <a:lnTo>
                    <a:pt x="1228" y="678132"/>
                  </a:lnTo>
                  <a:lnTo>
                    <a:pt x="1890" y="671946"/>
                  </a:lnTo>
                  <a:lnTo>
                    <a:pt x="1890" y="671559"/>
                  </a:lnTo>
                  <a:lnTo>
                    <a:pt x="2457" y="666436"/>
                  </a:lnTo>
                  <a:lnTo>
                    <a:pt x="2741" y="663053"/>
                  </a:lnTo>
                  <a:lnTo>
                    <a:pt x="2835" y="662377"/>
                  </a:lnTo>
                  <a:lnTo>
                    <a:pt x="3686" y="662570"/>
                  </a:lnTo>
                  <a:lnTo>
                    <a:pt x="4064" y="662667"/>
                  </a:lnTo>
                  <a:lnTo>
                    <a:pt x="5482" y="662860"/>
                  </a:lnTo>
                  <a:lnTo>
                    <a:pt x="7183" y="662570"/>
                  </a:lnTo>
                  <a:lnTo>
                    <a:pt x="7372" y="662377"/>
                  </a:lnTo>
                  <a:lnTo>
                    <a:pt x="7561" y="662184"/>
                  </a:lnTo>
                  <a:lnTo>
                    <a:pt x="7939" y="661700"/>
                  </a:lnTo>
                  <a:lnTo>
                    <a:pt x="8034" y="661314"/>
                  </a:lnTo>
                  <a:lnTo>
                    <a:pt x="8128" y="661120"/>
                  </a:lnTo>
                  <a:lnTo>
                    <a:pt x="8128" y="660540"/>
                  </a:lnTo>
                  <a:lnTo>
                    <a:pt x="8128" y="660250"/>
                  </a:lnTo>
                  <a:lnTo>
                    <a:pt x="8128" y="660057"/>
                  </a:lnTo>
                  <a:lnTo>
                    <a:pt x="8128" y="659671"/>
                  </a:lnTo>
                  <a:lnTo>
                    <a:pt x="8223" y="658801"/>
                  </a:lnTo>
                  <a:lnTo>
                    <a:pt x="8507" y="657931"/>
                  </a:lnTo>
                  <a:lnTo>
                    <a:pt x="9074" y="656771"/>
                  </a:lnTo>
                  <a:lnTo>
                    <a:pt x="9830" y="655128"/>
                  </a:lnTo>
                  <a:lnTo>
                    <a:pt x="10208" y="654548"/>
                  </a:lnTo>
                  <a:lnTo>
                    <a:pt x="11059" y="652905"/>
                  </a:lnTo>
                  <a:lnTo>
                    <a:pt x="12382" y="651262"/>
                  </a:lnTo>
                  <a:lnTo>
                    <a:pt x="14556" y="649038"/>
                  </a:lnTo>
                  <a:lnTo>
                    <a:pt x="15029" y="648555"/>
                  </a:lnTo>
                  <a:lnTo>
                    <a:pt x="15407" y="648169"/>
                  </a:lnTo>
                  <a:lnTo>
                    <a:pt x="17392" y="646332"/>
                  </a:lnTo>
                  <a:lnTo>
                    <a:pt x="19377" y="645172"/>
                  </a:lnTo>
                  <a:lnTo>
                    <a:pt x="19566" y="644979"/>
                  </a:lnTo>
                  <a:lnTo>
                    <a:pt x="21362" y="644786"/>
                  </a:lnTo>
                  <a:lnTo>
                    <a:pt x="22496" y="644592"/>
                  </a:lnTo>
                  <a:lnTo>
                    <a:pt x="25143" y="643916"/>
                  </a:lnTo>
                  <a:lnTo>
                    <a:pt x="25426" y="643819"/>
                  </a:lnTo>
                  <a:lnTo>
                    <a:pt x="27128" y="643143"/>
                  </a:lnTo>
                  <a:lnTo>
                    <a:pt x="27411" y="642756"/>
                  </a:lnTo>
                  <a:lnTo>
                    <a:pt x="27789" y="642466"/>
                  </a:lnTo>
                  <a:lnTo>
                    <a:pt x="27884" y="642273"/>
                  </a:lnTo>
                  <a:lnTo>
                    <a:pt x="27978" y="641983"/>
                  </a:lnTo>
                  <a:lnTo>
                    <a:pt x="28356" y="640629"/>
                  </a:lnTo>
                  <a:lnTo>
                    <a:pt x="28545" y="639566"/>
                  </a:lnTo>
                  <a:lnTo>
                    <a:pt x="28640" y="639180"/>
                  </a:lnTo>
                  <a:lnTo>
                    <a:pt x="28829" y="638696"/>
                  </a:lnTo>
                  <a:lnTo>
                    <a:pt x="29018" y="638116"/>
                  </a:lnTo>
                  <a:lnTo>
                    <a:pt x="29396" y="637247"/>
                  </a:lnTo>
                  <a:lnTo>
                    <a:pt x="29491" y="636860"/>
                  </a:lnTo>
                  <a:lnTo>
                    <a:pt x="29869" y="636280"/>
                  </a:lnTo>
                  <a:lnTo>
                    <a:pt x="30247" y="635603"/>
                  </a:lnTo>
                  <a:lnTo>
                    <a:pt x="30436" y="635023"/>
                  </a:lnTo>
                  <a:lnTo>
                    <a:pt x="30530" y="634347"/>
                  </a:lnTo>
                  <a:lnTo>
                    <a:pt x="30625" y="634154"/>
                  </a:lnTo>
                  <a:lnTo>
                    <a:pt x="30719" y="633960"/>
                  </a:lnTo>
                  <a:lnTo>
                    <a:pt x="30909" y="633187"/>
                  </a:lnTo>
                  <a:lnTo>
                    <a:pt x="31098" y="632994"/>
                  </a:lnTo>
                  <a:lnTo>
                    <a:pt x="31381" y="632510"/>
                  </a:lnTo>
                  <a:lnTo>
                    <a:pt x="31665" y="632220"/>
                  </a:lnTo>
                  <a:lnTo>
                    <a:pt x="32232" y="631737"/>
                  </a:lnTo>
                  <a:lnTo>
                    <a:pt x="33272" y="631351"/>
                  </a:lnTo>
                  <a:lnTo>
                    <a:pt x="34500" y="631061"/>
                  </a:lnTo>
                  <a:lnTo>
                    <a:pt x="35351" y="630287"/>
                  </a:lnTo>
                  <a:lnTo>
                    <a:pt x="38187" y="625551"/>
                  </a:lnTo>
                  <a:lnTo>
                    <a:pt x="38848" y="625165"/>
                  </a:lnTo>
                  <a:lnTo>
                    <a:pt x="43480" y="621878"/>
                  </a:lnTo>
                  <a:lnTo>
                    <a:pt x="52082" y="620622"/>
                  </a:lnTo>
                  <a:lnTo>
                    <a:pt x="63330" y="622362"/>
                  </a:lnTo>
                  <a:lnTo>
                    <a:pt x="73916" y="629224"/>
                  </a:lnTo>
                  <a:lnTo>
                    <a:pt x="87339" y="642176"/>
                  </a:lnTo>
                  <a:lnTo>
                    <a:pt x="96980" y="647492"/>
                  </a:lnTo>
                  <a:lnTo>
                    <a:pt x="104164" y="650295"/>
                  </a:lnTo>
                  <a:lnTo>
                    <a:pt x="113900" y="651552"/>
                  </a:lnTo>
                  <a:lnTo>
                    <a:pt x="126471" y="651552"/>
                  </a:lnTo>
                  <a:lnTo>
                    <a:pt x="138948" y="652228"/>
                  </a:lnTo>
                  <a:lnTo>
                    <a:pt x="144147" y="653388"/>
                  </a:lnTo>
                  <a:lnTo>
                    <a:pt x="146510" y="654741"/>
                  </a:lnTo>
                  <a:lnTo>
                    <a:pt x="147077" y="655321"/>
                  </a:lnTo>
                  <a:lnTo>
                    <a:pt x="148401" y="655708"/>
                  </a:lnTo>
                  <a:lnTo>
                    <a:pt x="148684" y="656191"/>
                  </a:lnTo>
                  <a:lnTo>
                    <a:pt x="148873" y="656481"/>
                  </a:lnTo>
                  <a:lnTo>
                    <a:pt x="149157" y="658317"/>
                  </a:lnTo>
                  <a:lnTo>
                    <a:pt x="149251" y="658511"/>
                  </a:lnTo>
                  <a:lnTo>
                    <a:pt x="149251" y="658801"/>
                  </a:lnTo>
                  <a:lnTo>
                    <a:pt x="148495" y="659091"/>
                  </a:lnTo>
                  <a:lnTo>
                    <a:pt x="147550" y="659477"/>
                  </a:lnTo>
                  <a:lnTo>
                    <a:pt x="148117" y="661700"/>
                  </a:lnTo>
                  <a:lnTo>
                    <a:pt x="148495" y="662957"/>
                  </a:lnTo>
                  <a:lnTo>
                    <a:pt x="148306" y="663537"/>
                  </a:lnTo>
                  <a:lnTo>
                    <a:pt x="148212" y="664310"/>
                  </a:lnTo>
                  <a:lnTo>
                    <a:pt x="148306" y="665180"/>
                  </a:lnTo>
                  <a:lnTo>
                    <a:pt x="148401" y="666243"/>
                  </a:lnTo>
                  <a:lnTo>
                    <a:pt x="148401" y="667693"/>
                  </a:lnTo>
                  <a:lnTo>
                    <a:pt x="148306" y="667983"/>
                  </a:lnTo>
                  <a:lnTo>
                    <a:pt x="148023" y="668563"/>
                  </a:lnTo>
                  <a:lnTo>
                    <a:pt x="147455" y="669336"/>
                  </a:lnTo>
                  <a:lnTo>
                    <a:pt x="147361" y="669723"/>
                  </a:lnTo>
                  <a:lnTo>
                    <a:pt x="147361" y="670496"/>
                  </a:lnTo>
                  <a:lnTo>
                    <a:pt x="147266" y="670883"/>
                  </a:lnTo>
                  <a:lnTo>
                    <a:pt x="147077" y="671559"/>
                  </a:lnTo>
                  <a:lnTo>
                    <a:pt x="146888" y="672332"/>
                  </a:lnTo>
                  <a:lnTo>
                    <a:pt x="146794" y="673299"/>
                  </a:lnTo>
                  <a:lnTo>
                    <a:pt x="146888" y="674072"/>
                  </a:lnTo>
                  <a:lnTo>
                    <a:pt x="146983" y="674555"/>
                  </a:lnTo>
                  <a:lnTo>
                    <a:pt x="146983" y="674942"/>
                  </a:lnTo>
                  <a:lnTo>
                    <a:pt x="146888" y="675425"/>
                  </a:lnTo>
                  <a:lnTo>
                    <a:pt x="146794" y="675909"/>
                  </a:lnTo>
                  <a:lnTo>
                    <a:pt x="146794" y="676199"/>
                  </a:lnTo>
                  <a:lnTo>
                    <a:pt x="146699" y="676682"/>
                  </a:lnTo>
                  <a:lnTo>
                    <a:pt x="146983" y="676778"/>
                  </a:lnTo>
                  <a:lnTo>
                    <a:pt x="147266" y="677068"/>
                  </a:lnTo>
                  <a:lnTo>
                    <a:pt x="147550" y="677262"/>
                  </a:lnTo>
                  <a:lnTo>
                    <a:pt x="148023" y="677552"/>
                  </a:lnTo>
                  <a:lnTo>
                    <a:pt x="148212" y="677745"/>
                  </a:lnTo>
                  <a:lnTo>
                    <a:pt x="148495" y="678228"/>
                  </a:lnTo>
                  <a:lnTo>
                    <a:pt x="149440" y="679098"/>
                  </a:lnTo>
                  <a:lnTo>
                    <a:pt x="150197" y="679775"/>
                  </a:lnTo>
                  <a:lnTo>
                    <a:pt x="150669" y="680161"/>
                  </a:lnTo>
                  <a:lnTo>
                    <a:pt x="150953" y="680548"/>
                  </a:lnTo>
                  <a:lnTo>
                    <a:pt x="151614" y="681031"/>
                  </a:lnTo>
                  <a:lnTo>
                    <a:pt x="151803" y="681128"/>
                  </a:lnTo>
                  <a:lnTo>
                    <a:pt x="152087" y="681225"/>
                  </a:lnTo>
                  <a:lnTo>
                    <a:pt x="152276" y="681418"/>
                  </a:lnTo>
                  <a:lnTo>
                    <a:pt x="152654" y="681515"/>
                  </a:lnTo>
                  <a:lnTo>
                    <a:pt x="153032" y="682095"/>
                  </a:lnTo>
                  <a:lnTo>
                    <a:pt x="153316" y="682578"/>
                  </a:lnTo>
                  <a:lnTo>
                    <a:pt x="153599" y="682868"/>
                  </a:lnTo>
                  <a:lnTo>
                    <a:pt x="153788" y="683351"/>
                  </a:lnTo>
                  <a:lnTo>
                    <a:pt x="154450" y="683061"/>
                  </a:lnTo>
                  <a:lnTo>
                    <a:pt x="154828" y="682868"/>
                  </a:lnTo>
                  <a:lnTo>
                    <a:pt x="157002" y="681515"/>
                  </a:lnTo>
                  <a:lnTo>
                    <a:pt x="157947" y="680935"/>
                  </a:lnTo>
                  <a:lnTo>
                    <a:pt x="170613" y="671946"/>
                  </a:lnTo>
                  <a:lnTo>
                    <a:pt x="186588" y="661024"/>
                  </a:lnTo>
                  <a:lnTo>
                    <a:pt x="210502" y="650392"/>
                  </a:lnTo>
                  <a:lnTo>
                    <a:pt x="234133" y="639276"/>
                  </a:lnTo>
                  <a:lnTo>
                    <a:pt x="244530" y="634927"/>
                  </a:lnTo>
                  <a:lnTo>
                    <a:pt x="253038" y="631157"/>
                  </a:lnTo>
                  <a:lnTo>
                    <a:pt x="255401" y="629997"/>
                  </a:lnTo>
                  <a:lnTo>
                    <a:pt x="258142" y="628838"/>
                  </a:lnTo>
                  <a:lnTo>
                    <a:pt x="275061" y="621298"/>
                  </a:lnTo>
                  <a:lnTo>
                    <a:pt x="276763" y="620525"/>
                  </a:lnTo>
                  <a:lnTo>
                    <a:pt x="282245" y="618012"/>
                  </a:lnTo>
                  <a:lnTo>
                    <a:pt x="282907" y="617722"/>
                  </a:lnTo>
                  <a:lnTo>
                    <a:pt x="288862" y="615113"/>
                  </a:lnTo>
                  <a:lnTo>
                    <a:pt x="315045" y="603707"/>
                  </a:lnTo>
                  <a:lnTo>
                    <a:pt x="315517" y="603514"/>
                  </a:lnTo>
                  <a:lnTo>
                    <a:pt x="334044" y="595492"/>
                  </a:lnTo>
                  <a:lnTo>
                    <a:pt x="337163" y="594138"/>
                  </a:lnTo>
                  <a:lnTo>
                    <a:pt x="340660" y="592689"/>
                  </a:lnTo>
                  <a:lnTo>
                    <a:pt x="349356" y="588822"/>
                  </a:lnTo>
                  <a:lnTo>
                    <a:pt x="350585" y="588339"/>
                  </a:lnTo>
                  <a:lnTo>
                    <a:pt x="378186" y="576257"/>
                  </a:lnTo>
                  <a:lnTo>
                    <a:pt x="387166" y="572391"/>
                  </a:lnTo>
                  <a:lnTo>
                    <a:pt x="395862" y="568525"/>
                  </a:lnTo>
                  <a:lnTo>
                    <a:pt x="397563" y="567848"/>
                  </a:lnTo>
                  <a:lnTo>
                    <a:pt x="400966" y="566398"/>
                  </a:lnTo>
                  <a:lnTo>
                    <a:pt x="432820" y="553350"/>
                  </a:lnTo>
                  <a:lnTo>
                    <a:pt x="437830" y="551224"/>
                  </a:lnTo>
                  <a:lnTo>
                    <a:pt x="467132" y="539335"/>
                  </a:lnTo>
                  <a:lnTo>
                    <a:pt x="506548" y="523194"/>
                  </a:lnTo>
                  <a:lnTo>
                    <a:pt x="506737" y="523097"/>
                  </a:lnTo>
                  <a:lnTo>
                    <a:pt x="520727" y="517394"/>
                  </a:lnTo>
                  <a:lnTo>
                    <a:pt x="523846" y="516138"/>
                  </a:lnTo>
                  <a:lnTo>
                    <a:pt x="534243" y="511885"/>
                  </a:lnTo>
                  <a:lnTo>
                    <a:pt x="545019" y="507439"/>
                  </a:lnTo>
                  <a:lnTo>
                    <a:pt x="548138" y="506182"/>
                  </a:lnTo>
                  <a:lnTo>
                    <a:pt x="553148" y="504152"/>
                  </a:lnTo>
                  <a:lnTo>
                    <a:pt x="567610" y="498257"/>
                  </a:lnTo>
                  <a:lnTo>
                    <a:pt x="569690" y="497387"/>
                  </a:lnTo>
                  <a:lnTo>
                    <a:pt x="554660" y="459884"/>
                  </a:lnTo>
                  <a:lnTo>
                    <a:pt x="553904" y="460368"/>
                  </a:lnTo>
                  <a:lnTo>
                    <a:pt x="553432" y="460658"/>
                  </a:lnTo>
                  <a:lnTo>
                    <a:pt x="548800" y="447803"/>
                  </a:lnTo>
                  <a:lnTo>
                    <a:pt x="545019" y="438427"/>
                  </a:lnTo>
                  <a:lnTo>
                    <a:pt x="542561" y="432144"/>
                  </a:lnTo>
                  <a:lnTo>
                    <a:pt x="537646" y="420642"/>
                  </a:lnTo>
                  <a:lnTo>
                    <a:pt x="535189" y="414747"/>
                  </a:lnTo>
                  <a:lnTo>
                    <a:pt x="531408" y="406048"/>
                  </a:lnTo>
                  <a:lnTo>
                    <a:pt x="529234" y="401505"/>
                  </a:lnTo>
                  <a:lnTo>
                    <a:pt x="527343" y="398895"/>
                  </a:lnTo>
                  <a:lnTo>
                    <a:pt x="525453" y="395029"/>
                  </a:lnTo>
                  <a:lnTo>
                    <a:pt x="522050" y="384977"/>
                  </a:lnTo>
                  <a:lnTo>
                    <a:pt x="519876" y="375408"/>
                  </a:lnTo>
                  <a:lnTo>
                    <a:pt x="519309" y="372992"/>
                  </a:lnTo>
                  <a:lnTo>
                    <a:pt x="522806" y="372025"/>
                  </a:lnTo>
                  <a:lnTo>
                    <a:pt x="525075" y="371348"/>
                  </a:lnTo>
                  <a:lnTo>
                    <a:pt x="523373" y="364776"/>
                  </a:lnTo>
                  <a:lnTo>
                    <a:pt x="522617" y="361876"/>
                  </a:lnTo>
                  <a:lnTo>
                    <a:pt x="522334" y="358493"/>
                  </a:lnTo>
                  <a:lnTo>
                    <a:pt x="522334" y="358107"/>
                  </a:lnTo>
                  <a:lnTo>
                    <a:pt x="522144" y="356850"/>
                  </a:lnTo>
                  <a:lnTo>
                    <a:pt x="522144" y="355497"/>
                  </a:lnTo>
                  <a:lnTo>
                    <a:pt x="522334" y="347571"/>
                  </a:lnTo>
                  <a:lnTo>
                    <a:pt x="522334" y="347378"/>
                  </a:lnTo>
                  <a:lnTo>
                    <a:pt x="515717" y="346025"/>
                  </a:lnTo>
                  <a:lnTo>
                    <a:pt x="515150" y="345928"/>
                  </a:lnTo>
                  <a:lnTo>
                    <a:pt x="513826" y="345541"/>
                  </a:lnTo>
                  <a:lnTo>
                    <a:pt x="513165" y="344672"/>
                  </a:lnTo>
                  <a:lnTo>
                    <a:pt x="512031" y="341385"/>
                  </a:lnTo>
                  <a:lnTo>
                    <a:pt x="511274" y="341095"/>
                  </a:lnTo>
                  <a:lnTo>
                    <a:pt x="499459" y="342835"/>
                  </a:lnTo>
                  <a:lnTo>
                    <a:pt x="483107" y="345252"/>
                  </a:lnTo>
                  <a:lnTo>
                    <a:pt x="473843" y="346701"/>
                  </a:lnTo>
                  <a:lnTo>
                    <a:pt x="471386" y="347185"/>
                  </a:lnTo>
                  <a:lnTo>
                    <a:pt x="470346" y="347378"/>
                  </a:lnTo>
                  <a:lnTo>
                    <a:pt x="457963" y="349311"/>
                  </a:lnTo>
                  <a:lnTo>
                    <a:pt x="458058" y="349698"/>
                  </a:lnTo>
                  <a:lnTo>
                    <a:pt x="449362" y="351244"/>
                  </a:lnTo>
                  <a:lnTo>
                    <a:pt x="449362" y="350761"/>
                  </a:lnTo>
                  <a:lnTo>
                    <a:pt x="448228" y="350954"/>
                  </a:lnTo>
                  <a:lnTo>
                    <a:pt x="404180" y="358107"/>
                  </a:lnTo>
                  <a:lnTo>
                    <a:pt x="404463" y="357527"/>
                  </a:lnTo>
                  <a:lnTo>
                    <a:pt x="405125" y="355884"/>
                  </a:lnTo>
                  <a:lnTo>
                    <a:pt x="405787" y="354530"/>
                  </a:lnTo>
                  <a:lnTo>
                    <a:pt x="406543" y="353177"/>
                  </a:lnTo>
                  <a:lnTo>
                    <a:pt x="407394" y="351631"/>
                  </a:lnTo>
                  <a:lnTo>
                    <a:pt x="407961" y="350761"/>
                  </a:lnTo>
                  <a:lnTo>
                    <a:pt x="408811" y="348924"/>
                  </a:lnTo>
                  <a:lnTo>
                    <a:pt x="410891" y="345928"/>
                  </a:lnTo>
                  <a:lnTo>
                    <a:pt x="411458" y="345252"/>
                  </a:lnTo>
                  <a:lnTo>
                    <a:pt x="413821" y="342352"/>
                  </a:lnTo>
                  <a:lnTo>
                    <a:pt x="414483" y="341869"/>
                  </a:lnTo>
                  <a:lnTo>
                    <a:pt x="415144" y="341095"/>
                  </a:lnTo>
                  <a:lnTo>
                    <a:pt x="415901" y="340225"/>
                  </a:lnTo>
                  <a:lnTo>
                    <a:pt x="416373" y="339646"/>
                  </a:lnTo>
                  <a:lnTo>
                    <a:pt x="416846" y="338776"/>
                  </a:lnTo>
                  <a:lnTo>
                    <a:pt x="418831" y="335006"/>
                  </a:lnTo>
                  <a:lnTo>
                    <a:pt x="420343" y="334233"/>
                  </a:lnTo>
                  <a:lnTo>
                    <a:pt x="421383" y="333750"/>
                  </a:lnTo>
                  <a:lnTo>
                    <a:pt x="423179" y="331430"/>
                  </a:lnTo>
                  <a:lnTo>
                    <a:pt x="424408" y="330077"/>
                  </a:lnTo>
                  <a:lnTo>
                    <a:pt x="425353" y="326210"/>
                  </a:lnTo>
                  <a:lnTo>
                    <a:pt x="425731" y="325341"/>
                  </a:lnTo>
                  <a:lnTo>
                    <a:pt x="426582" y="323407"/>
                  </a:lnTo>
                  <a:lnTo>
                    <a:pt x="427432" y="322731"/>
                  </a:lnTo>
                  <a:lnTo>
                    <a:pt x="428378" y="322054"/>
                  </a:lnTo>
                  <a:lnTo>
                    <a:pt x="428661" y="320991"/>
                  </a:lnTo>
                  <a:lnTo>
                    <a:pt x="428756" y="320314"/>
                  </a:lnTo>
                  <a:lnTo>
                    <a:pt x="428661" y="319638"/>
                  </a:lnTo>
                  <a:lnTo>
                    <a:pt x="428189" y="318768"/>
                  </a:lnTo>
                  <a:lnTo>
                    <a:pt x="427811" y="317318"/>
                  </a:lnTo>
                  <a:lnTo>
                    <a:pt x="428945" y="316352"/>
                  </a:lnTo>
                  <a:lnTo>
                    <a:pt x="429701" y="315675"/>
                  </a:lnTo>
                  <a:lnTo>
                    <a:pt x="430552" y="314998"/>
                  </a:lnTo>
                  <a:lnTo>
                    <a:pt x="431024" y="314322"/>
                  </a:lnTo>
                  <a:lnTo>
                    <a:pt x="431781" y="314032"/>
                  </a:lnTo>
                  <a:lnTo>
                    <a:pt x="432442" y="313742"/>
                  </a:lnTo>
                  <a:lnTo>
                    <a:pt x="433293" y="313452"/>
                  </a:lnTo>
                  <a:lnTo>
                    <a:pt x="434711" y="313162"/>
                  </a:lnTo>
                  <a:lnTo>
                    <a:pt x="435278" y="313259"/>
                  </a:lnTo>
                  <a:lnTo>
                    <a:pt x="436034" y="313259"/>
                  </a:lnTo>
                  <a:lnTo>
                    <a:pt x="437074" y="313259"/>
                  </a:lnTo>
                  <a:lnTo>
                    <a:pt x="437735" y="313162"/>
                  </a:lnTo>
                  <a:lnTo>
                    <a:pt x="438775" y="312775"/>
                  </a:lnTo>
                  <a:lnTo>
                    <a:pt x="439437" y="311036"/>
                  </a:lnTo>
                  <a:lnTo>
                    <a:pt x="442934" y="310456"/>
                  </a:lnTo>
                  <a:lnTo>
                    <a:pt x="444447" y="310069"/>
                  </a:lnTo>
                  <a:lnTo>
                    <a:pt x="447944" y="309102"/>
                  </a:lnTo>
                  <a:lnTo>
                    <a:pt x="450780" y="309006"/>
                  </a:lnTo>
                  <a:lnTo>
                    <a:pt x="451914" y="309586"/>
                  </a:lnTo>
                  <a:lnTo>
                    <a:pt x="453237" y="310456"/>
                  </a:lnTo>
                  <a:lnTo>
                    <a:pt x="455506" y="310842"/>
                  </a:lnTo>
                  <a:lnTo>
                    <a:pt x="457491" y="309779"/>
                  </a:lnTo>
                  <a:lnTo>
                    <a:pt x="459665" y="308813"/>
                  </a:lnTo>
                  <a:lnTo>
                    <a:pt x="461177" y="309586"/>
                  </a:lnTo>
                  <a:lnTo>
                    <a:pt x="461839" y="310262"/>
                  </a:lnTo>
                  <a:lnTo>
                    <a:pt x="463351" y="310166"/>
                  </a:lnTo>
                  <a:lnTo>
                    <a:pt x="465147" y="310069"/>
                  </a:lnTo>
                  <a:lnTo>
                    <a:pt x="466849" y="309489"/>
                  </a:lnTo>
                  <a:lnTo>
                    <a:pt x="469117" y="309199"/>
                  </a:lnTo>
                  <a:lnTo>
                    <a:pt x="471291" y="307556"/>
                  </a:lnTo>
                  <a:lnTo>
                    <a:pt x="474127" y="306783"/>
                  </a:lnTo>
                  <a:lnTo>
                    <a:pt x="476584" y="306783"/>
                  </a:lnTo>
                  <a:lnTo>
                    <a:pt x="479987" y="307073"/>
                  </a:lnTo>
                  <a:lnTo>
                    <a:pt x="481878" y="306493"/>
                  </a:lnTo>
                  <a:lnTo>
                    <a:pt x="484052" y="304753"/>
                  </a:lnTo>
                  <a:lnTo>
                    <a:pt x="484997" y="304173"/>
                  </a:lnTo>
                  <a:lnTo>
                    <a:pt x="485659" y="303883"/>
                  </a:lnTo>
                  <a:lnTo>
                    <a:pt x="486509" y="303497"/>
                  </a:lnTo>
                  <a:lnTo>
                    <a:pt x="486887" y="303303"/>
                  </a:lnTo>
                  <a:lnTo>
                    <a:pt x="488305" y="302143"/>
                  </a:lnTo>
                  <a:lnTo>
                    <a:pt x="488778" y="301757"/>
                  </a:lnTo>
                  <a:lnTo>
                    <a:pt x="489156" y="301563"/>
                  </a:lnTo>
                  <a:lnTo>
                    <a:pt x="490101" y="301080"/>
                  </a:lnTo>
                  <a:lnTo>
                    <a:pt x="490952" y="300694"/>
                  </a:lnTo>
                  <a:lnTo>
                    <a:pt x="491614" y="300694"/>
                  </a:lnTo>
                  <a:lnTo>
                    <a:pt x="492559" y="300500"/>
                  </a:lnTo>
                  <a:lnTo>
                    <a:pt x="493126" y="300307"/>
                  </a:lnTo>
                  <a:lnTo>
                    <a:pt x="493599" y="300114"/>
                  </a:lnTo>
                  <a:lnTo>
                    <a:pt x="493882" y="300017"/>
                  </a:lnTo>
                  <a:lnTo>
                    <a:pt x="494544" y="299920"/>
                  </a:lnTo>
                  <a:lnTo>
                    <a:pt x="496151" y="299534"/>
                  </a:lnTo>
                  <a:lnTo>
                    <a:pt x="497190" y="299340"/>
                  </a:lnTo>
                  <a:lnTo>
                    <a:pt x="498041" y="299244"/>
                  </a:lnTo>
                  <a:lnTo>
                    <a:pt x="498608" y="299050"/>
                  </a:lnTo>
                  <a:lnTo>
                    <a:pt x="499837" y="298954"/>
                  </a:lnTo>
                  <a:lnTo>
                    <a:pt x="501160" y="298760"/>
                  </a:lnTo>
                  <a:lnTo>
                    <a:pt x="502767" y="298760"/>
                  </a:lnTo>
                  <a:lnTo>
                    <a:pt x="505130" y="298664"/>
                  </a:lnTo>
                  <a:lnTo>
                    <a:pt x="510518" y="297117"/>
                  </a:lnTo>
                  <a:lnTo>
                    <a:pt x="512220" y="296344"/>
                  </a:lnTo>
                  <a:lnTo>
                    <a:pt x="514016" y="295764"/>
                  </a:lnTo>
                  <a:lnTo>
                    <a:pt x="514583" y="295764"/>
                  </a:lnTo>
                  <a:lnTo>
                    <a:pt x="515528" y="295667"/>
                  </a:lnTo>
                  <a:lnTo>
                    <a:pt x="517418" y="295281"/>
                  </a:lnTo>
                  <a:lnTo>
                    <a:pt x="519214" y="295184"/>
                  </a:lnTo>
                  <a:lnTo>
                    <a:pt x="520632" y="295571"/>
                  </a:lnTo>
                  <a:lnTo>
                    <a:pt x="522428" y="295861"/>
                  </a:lnTo>
                  <a:lnTo>
                    <a:pt x="523184" y="295861"/>
                  </a:lnTo>
                  <a:lnTo>
                    <a:pt x="524413" y="295764"/>
                  </a:lnTo>
                  <a:lnTo>
                    <a:pt x="525642" y="295281"/>
                  </a:lnTo>
                  <a:lnTo>
                    <a:pt x="526776" y="294798"/>
                  </a:lnTo>
                  <a:lnTo>
                    <a:pt x="527343" y="294411"/>
                  </a:lnTo>
                  <a:lnTo>
                    <a:pt x="528288" y="293928"/>
                  </a:lnTo>
                  <a:lnTo>
                    <a:pt x="529801" y="293638"/>
                  </a:lnTo>
                  <a:lnTo>
                    <a:pt x="535661" y="293348"/>
                  </a:lnTo>
                  <a:lnTo>
                    <a:pt x="536701" y="293541"/>
                  </a:lnTo>
                  <a:lnTo>
                    <a:pt x="538686" y="294314"/>
                  </a:lnTo>
                  <a:lnTo>
                    <a:pt x="539726" y="294604"/>
                  </a:lnTo>
                  <a:lnTo>
                    <a:pt x="540293" y="294701"/>
                  </a:lnTo>
                  <a:lnTo>
                    <a:pt x="541144" y="294701"/>
                  </a:lnTo>
                  <a:lnTo>
                    <a:pt x="542845" y="294411"/>
                  </a:lnTo>
                  <a:lnTo>
                    <a:pt x="543979" y="293831"/>
                  </a:lnTo>
                  <a:lnTo>
                    <a:pt x="545775" y="293058"/>
                  </a:lnTo>
                  <a:lnTo>
                    <a:pt x="546342" y="293058"/>
                  </a:lnTo>
                  <a:lnTo>
                    <a:pt x="546531" y="293058"/>
                  </a:lnTo>
                  <a:lnTo>
                    <a:pt x="547382" y="293444"/>
                  </a:lnTo>
                  <a:lnTo>
                    <a:pt x="548422" y="294024"/>
                  </a:lnTo>
                  <a:lnTo>
                    <a:pt x="549178" y="294508"/>
                  </a:lnTo>
                  <a:lnTo>
                    <a:pt x="550218" y="294604"/>
                  </a:lnTo>
                  <a:lnTo>
                    <a:pt x="551069" y="294604"/>
                  </a:lnTo>
                  <a:lnTo>
                    <a:pt x="552392" y="294024"/>
                  </a:lnTo>
                  <a:lnTo>
                    <a:pt x="552864" y="293734"/>
                  </a:lnTo>
                  <a:lnTo>
                    <a:pt x="554093" y="292864"/>
                  </a:lnTo>
                  <a:lnTo>
                    <a:pt x="556551" y="292574"/>
                  </a:lnTo>
                  <a:lnTo>
                    <a:pt x="559576" y="293058"/>
                  </a:lnTo>
                  <a:lnTo>
                    <a:pt x="560993" y="292768"/>
                  </a:lnTo>
                  <a:lnTo>
                    <a:pt x="562695" y="292478"/>
                  </a:lnTo>
                  <a:lnTo>
                    <a:pt x="564018" y="292478"/>
                  </a:lnTo>
                  <a:lnTo>
                    <a:pt x="565152" y="292768"/>
                  </a:lnTo>
                  <a:lnTo>
                    <a:pt x="566948" y="293058"/>
                  </a:lnTo>
                  <a:lnTo>
                    <a:pt x="567894" y="293348"/>
                  </a:lnTo>
                  <a:lnTo>
                    <a:pt x="569311" y="293541"/>
                  </a:lnTo>
                  <a:lnTo>
                    <a:pt x="570824" y="293444"/>
                  </a:lnTo>
                  <a:lnTo>
                    <a:pt x="572620" y="293444"/>
                  </a:lnTo>
                  <a:lnTo>
                    <a:pt x="573376" y="293541"/>
                  </a:lnTo>
                  <a:lnTo>
                    <a:pt x="574416" y="293638"/>
                  </a:lnTo>
                  <a:lnTo>
                    <a:pt x="574983" y="293638"/>
                  </a:lnTo>
                  <a:lnTo>
                    <a:pt x="575550" y="293541"/>
                  </a:lnTo>
                  <a:lnTo>
                    <a:pt x="576590" y="293444"/>
                  </a:lnTo>
                  <a:lnTo>
                    <a:pt x="579520" y="293541"/>
                  </a:lnTo>
                  <a:lnTo>
                    <a:pt x="580560" y="293541"/>
                  </a:lnTo>
                  <a:lnTo>
                    <a:pt x="581316" y="293638"/>
                  </a:lnTo>
                  <a:lnTo>
                    <a:pt x="581883" y="293928"/>
                  </a:lnTo>
                  <a:lnTo>
                    <a:pt x="582356" y="294218"/>
                  </a:lnTo>
                  <a:lnTo>
                    <a:pt x="582828" y="294508"/>
                  </a:lnTo>
                  <a:lnTo>
                    <a:pt x="583584" y="294604"/>
                  </a:lnTo>
                  <a:lnTo>
                    <a:pt x="585475" y="294604"/>
                  </a:lnTo>
                  <a:lnTo>
                    <a:pt x="586704" y="294604"/>
                  </a:lnTo>
                  <a:lnTo>
                    <a:pt x="587838" y="294314"/>
                  </a:lnTo>
                  <a:lnTo>
                    <a:pt x="589350" y="293444"/>
                  </a:lnTo>
                  <a:lnTo>
                    <a:pt x="590012" y="292864"/>
                  </a:lnTo>
                  <a:lnTo>
                    <a:pt x="590579" y="292671"/>
                  </a:lnTo>
                  <a:lnTo>
                    <a:pt x="593131" y="291221"/>
                  </a:lnTo>
                  <a:lnTo>
                    <a:pt x="596818" y="290351"/>
                  </a:lnTo>
                  <a:lnTo>
                    <a:pt x="597007" y="290448"/>
                  </a:lnTo>
                  <a:lnTo>
                    <a:pt x="598803" y="290545"/>
                  </a:lnTo>
                  <a:lnTo>
                    <a:pt x="613643" y="293058"/>
                  </a:lnTo>
                  <a:lnTo>
                    <a:pt x="627443" y="292285"/>
                  </a:lnTo>
                  <a:lnTo>
                    <a:pt x="640487" y="292188"/>
                  </a:lnTo>
                  <a:lnTo>
                    <a:pt x="648616" y="292285"/>
                  </a:lnTo>
                  <a:lnTo>
                    <a:pt x="655327" y="292188"/>
                  </a:lnTo>
                  <a:lnTo>
                    <a:pt x="670073" y="297021"/>
                  </a:lnTo>
                  <a:lnTo>
                    <a:pt x="682550" y="296537"/>
                  </a:lnTo>
                  <a:lnTo>
                    <a:pt x="692758" y="293154"/>
                  </a:lnTo>
                  <a:lnTo>
                    <a:pt x="696918" y="292864"/>
                  </a:lnTo>
                  <a:lnTo>
                    <a:pt x="708733" y="291705"/>
                  </a:lnTo>
                  <a:lnTo>
                    <a:pt x="709300" y="291801"/>
                  </a:lnTo>
                  <a:lnTo>
                    <a:pt x="715066" y="292188"/>
                  </a:lnTo>
                  <a:lnTo>
                    <a:pt x="721399" y="292478"/>
                  </a:lnTo>
                  <a:lnTo>
                    <a:pt x="727354" y="292285"/>
                  </a:lnTo>
                  <a:lnTo>
                    <a:pt x="735105" y="290448"/>
                  </a:lnTo>
                  <a:lnTo>
                    <a:pt x="738508" y="289192"/>
                  </a:lnTo>
                  <a:lnTo>
                    <a:pt x="749945" y="284649"/>
                  </a:lnTo>
                  <a:lnTo>
                    <a:pt x="755805" y="283682"/>
                  </a:lnTo>
                  <a:lnTo>
                    <a:pt x="760531" y="283586"/>
                  </a:lnTo>
                  <a:lnTo>
                    <a:pt x="773103" y="281362"/>
                  </a:lnTo>
                  <a:lnTo>
                    <a:pt x="782272" y="278559"/>
                  </a:lnTo>
                  <a:lnTo>
                    <a:pt x="791157" y="275273"/>
                  </a:lnTo>
                  <a:lnTo>
                    <a:pt x="800326" y="273920"/>
                  </a:lnTo>
                  <a:lnTo>
                    <a:pt x="803445" y="273533"/>
                  </a:lnTo>
                  <a:lnTo>
                    <a:pt x="808266" y="271214"/>
                  </a:lnTo>
                  <a:lnTo>
                    <a:pt x="814315" y="269377"/>
                  </a:lnTo>
                  <a:lnTo>
                    <a:pt x="815355" y="268701"/>
                  </a:lnTo>
                  <a:lnTo>
                    <a:pt x="815638" y="268507"/>
                  </a:lnTo>
                  <a:lnTo>
                    <a:pt x="817907" y="265318"/>
                  </a:lnTo>
                  <a:lnTo>
                    <a:pt x="824334" y="260678"/>
                  </a:lnTo>
                  <a:lnTo>
                    <a:pt x="829439" y="258455"/>
                  </a:lnTo>
                  <a:lnTo>
                    <a:pt x="835205" y="256619"/>
                  </a:lnTo>
                  <a:lnTo>
                    <a:pt x="845980" y="254686"/>
                  </a:lnTo>
                  <a:lnTo>
                    <a:pt x="851935" y="252946"/>
                  </a:lnTo>
                  <a:lnTo>
                    <a:pt x="875471" y="244247"/>
                  </a:lnTo>
                  <a:lnTo>
                    <a:pt x="888327" y="235838"/>
                  </a:lnTo>
                  <a:lnTo>
                    <a:pt x="901276" y="226076"/>
                  </a:lnTo>
                  <a:lnTo>
                    <a:pt x="907137" y="222596"/>
                  </a:lnTo>
                  <a:lnTo>
                    <a:pt x="919803" y="215734"/>
                  </a:lnTo>
                  <a:lnTo>
                    <a:pt x="929444" y="210418"/>
                  </a:lnTo>
                  <a:lnTo>
                    <a:pt x="933414" y="209741"/>
                  </a:lnTo>
                  <a:lnTo>
                    <a:pt x="937857" y="207421"/>
                  </a:lnTo>
                  <a:lnTo>
                    <a:pt x="940503" y="206938"/>
                  </a:lnTo>
                  <a:lnTo>
                    <a:pt x="941827" y="205972"/>
                  </a:lnTo>
                  <a:lnTo>
                    <a:pt x="944379" y="204812"/>
                  </a:lnTo>
                  <a:lnTo>
                    <a:pt x="945229" y="204522"/>
                  </a:lnTo>
                  <a:lnTo>
                    <a:pt x="952224" y="201332"/>
                  </a:lnTo>
                  <a:lnTo>
                    <a:pt x="953075" y="201235"/>
                  </a:lnTo>
                  <a:lnTo>
                    <a:pt x="954115" y="201139"/>
                  </a:lnTo>
                  <a:lnTo>
                    <a:pt x="956856" y="201525"/>
                  </a:lnTo>
                  <a:lnTo>
                    <a:pt x="962433" y="200655"/>
                  </a:lnTo>
                  <a:lnTo>
                    <a:pt x="968293" y="200076"/>
                  </a:lnTo>
                  <a:lnTo>
                    <a:pt x="971979" y="199689"/>
                  </a:lnTo>
                  <a:lnTo>
                    <a:pt x="975477" y="199786"/>
                  </a:lnTo>
                  <a:lnTo>
                    <a:pt x="979541" y="200366"/>
                  </a:lnTo>
                  <a:lnTo>
                    <a:pt x="989277" y="200366"/>
                  </a:lnTo>
                  <a:lnTo>
                    <a:pt x="994098" y="199302"/>
                  </a:lnTo>
                  <a:lnTo>
                    <a:pt x="998824" y="199786"/>
                  </a:lnTo>
                  <a:lnTo>
                    <a:pt x="1002321" y="199496"/>
                  </a:lnTo>
                  <a:lnTo>
                    <a:pt x="1006480" y="199109"/>
                  </a:lnTo>
                  <a:lnTo>
                    <a:pt x="1008938" y="199109"/>
                  </a:lnTo>
                  <a:lnTo>
                    <a:pt x="1027275" y="194760"/>
                  </a:lnTo>
                  <a:lnTo>
                    <a:pt x="1059886" y="183644"/>
                  </a:lnTo>
                  <a:lnTo>
                    <a:pt x="1085029" y="177458"/>
                  </a:lnTo>
                  <a:lnTo>
                    <a:pt x="1126524" y="167116"/>
                  </a:lnTo>
                  <a:lnTo>
                    <a:pt x="1139758" y="163830"/>
                  </a:lnTo>
                  <a:lnTo>
                    <a:pt x="1147792" y="162283"/>
                  </a:lnTo>
                  <a:lnTo>
                    <a:pt x="1161025" y="159867"/>
                  </a:lnTo>
                  <a:lnTo>
                    <a:pt x="1169438" y="159094"/>
                  </a:lnTo>
                  <a:lnTo>
                    <a:pt x="1211312" y="152328"/>
                  </a:lnTo>
                  <a:lnTo>
                    <a:pt x="1239385" y="143629"/>
                  </a:lnTo>
                  <a:lnTo>
                    <a:pt x="1268214" y="138700"/>
                  </a:lnTo>
                  <a:lnTo>
                    <a:pt x="1273130" y="138506"/>
                  </a:lnTo>
                  <a:lnTo>
                    <a:pt x="1289577" y="137830"/>
                  </a:lnTo>
                  <a:lnTo>
                    <a:pt x="1295532" y="137250"/>
                  </a:lnTo>
                  <a:lnTo>
                    <a:pt x="1300541" y="136766"/>
                  </a:lnTo>
                  <a:lnTo>
                    <a:pt x="1301297" y="136670"/>
                  </a:lnTo>
                  <a:lnTo>
                    <a:pt x="1305173" y="136187"/>
                  </a:lnTo>
                  <a:lnTo>
                    <a:pt x="1321242" y="134447"/>
                  </a:lnTo>
                  <a:lnTo>
                    <a:pt x="1333719" y="132320"/>
                  </a:lnTo>
                  <a:lnTo>
                    <a:pt x="1340808" y="131064"/>
                  </a:lnTo>
                  <a:lnTo>
                    <a:pt x="1349032" y="129614"/>
                  </a:lnTo>
                  <a:lnTo>
                    <a:pt x="1355081" y="128551"/>
                  </a:lnTo>
                  <a:lnTo>
                    <a:pt x="1361509" y="127488"/>
                  </a:lnTo>
                  <a:lnTo>
                    <a:pt x="1384194" y="127101"/>
                  </a:lnTo>
                  <a:lnTo>
                    <a:pt x="1394970" y="125361"/>
                  </a:lnTo>
                  <a:lnTo>
                    <a:pt x="1403855" y="123815"/>
                  </a:lnTo>
                  <a:lnTo>
                    <a:pt x="1415103" y="118595"/>
                  </a:lnTo>
                  <a:lnTo>
                    <a:pt x="1421058" y="115889"/>
                  </a:lnTo>
                  <a:lnTo>
                    <a:pt x="1421814" y="115502"/>
                  </a:lnTo>
                  <a:lnTo>
                    <a:pt x="1437789" y="109896"/>
                  </a:lnTo>
                  <a:lnTo>
                    <a:pt x="1453385" y="101971"/>
                  </a:lnTo>
                  <a:lnTo>
                    <a:pt x="1456126" y="100521"/>
                  </a:lnTo>
                  <a:lnTo>
                    <a:pt x="1460380" y="97235"/>
                  </a:lnTo>
                  <a:lnTo>
                    <a:pt x="1470116" y="89599"/>
                  </a:lnTo>
                  <a:lnTo>
                    <a:pt x="1474842" y="79257"/>
                  </a:lnTo>
                  <a:lnTo>
                    <a:pt x="1482498" y="69881"/>
                  </a:lnTo>
                  <a:lnTo>
                    <a:pt x="1488831" y="61955"/>
                  </a:lnTo>
                  <a:lnTo>
                    <a:pt x="1489115" y="51613"/>
                  </a:lnTo>
                  <a:lnTo>
                    <a:pt x="1491100" y="43301"/>
                  </a:lnTo>
                  <a:lnTo>
                    <a:pt x="1493557" y="38565"/>
                  </a:lnTo>
                  <a:lnTo>
                    <a:pt x="1493652" y="38275"/>
                  </a:lnTo>
                  <a:lnTo>
                    <a:pt x="1494786" y="35955"/>
                  </a:lnTo>
                  <a:lnTo>
                    <a:pt x="1497527" y="26290"/>
                  </a:lnTo>
                  <a:lnTo>
                    <a:pt x="1501497" y="18847"/>
                  </a:lnTo>
                  <a:lnTo>
                    <a:pt x="1501781" y="18267"/>
                  </a:lnTo>
                  <a:lnTo>
                    <a:pt x="1508870" y="10922"/>
                  </a:lnTo>
                  <a:lnTo>
                    <a:pt x="1512084" y="7635"/>
                  </a:lnTo>
                  <a:lnTo>
                    <a:pt x="1513974" y="5605"/>
                  </a:lnTo>
                  <a:lnTo>
                    <a:pt x="1516148" y="3479"/>
                  </a:lnTo>
                  <a:lnTo>
                    <a:pt x="1517566" y="1933"/>
                  </a:lnTo>
                  <a:lnTo>
                    <a:pt x="1519457" y="0"/>
                  </a:lnTo>
                  <a:lnTo>
                    <a:pt x="1524466" y="128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008628" y="4493875"/>
              <a:ext cx="158420" cy="260002"/>
            </a:xfrm>
            <a:custGeom>
              <a:avLst/>
              <a:pathLst>
                <a:path w="158420" h="260002">
                  <a:moveTo>
                    <a:pt x="93388" y="3672"/>
                  </a:moveTo>
                  <a:lnTo>
                    <a:pt x="93577" y="4156"/>
                  </a:lnTo>
                  <a:lnTo>
                    <a:pt x="94901" y="6669"/>
                  </a:lnTo>
                  <a:lnTo>
                    <a:pt x="96697" y="6669"/>
                  </a:lnTo>
                  <a:lnTo>
                    <a:pt x="98303" y="6669"/>
                  </a:lnTo>
                  <a:lnTo>
                    <a:pt x="101706" y="6572"/>
                  </a:lnTo>
                  <a:lnTo>
                    <a:pt x="105960" y="6475"/>
                  </a:lnTo>
                  <a:lnTo>
                    <a:pt x="105960" y="6765"/>
                  </a:lnTo>
                  <a:lnTo>
                    <a:pt x="105960" y="7442"/>
                  </a:lnTo>
                  <a:lnTo>
                    <a:pt x="106054" y="11501"/>
                  </a:lnTo>
                  <a:lnTo>
                    <a:pt x="106149" y="14594"/>
                  </a:lnTo>
                  <a:lnTo>
                    <a:pt x="106243" y="15271"/>
                  </a:lnTo>
                  <a:lnTo>
                    <a:pt x="106243" y="16624"/>
                  </a:lnTo>
                  <a:lnTo>
                    <a:pt x="106243" y="17011"/>
                  </a:lnTo>
                  <a:lnTo>
                    <a:pt x="106338" y="21457"/>
                  </a:lnTo>
                  <a:lnTo>
                    <a:pt x="106338" y="22037"/>
                  </a:lnTo>
                  <a:lnTo>
                    <a:pt x="106432" y="23970"/>
                  </a:lnTo>
                  <a:lnTo>
                    <a:pt x="106527" y="25710"/>
                  </a:lnTo>
                  <a:lnTo>
                    <a:pt x="106527" y="29383"/>
                  </a:lnTo>
                  <a:lnTo>
                    <a:pt x="106527" y="29576"/>
                  </a:lnTo>
                  <a:lnTo>
                    <a:pt x="106621" y="30349"/>
                  </a:lnTo>
                  <a:lnTo>
                    <a:pt x="106621" y="30736"/>
                  </a:lnTo>
                  <a:lnTo>
                    <a:pt x="106621" y="31026"/>
                  </a:lnTo>
                  <a:lnTo>
                    <a:pt x="106621" y="31316"/>
                  </a:lnTo>
                  <a:lnTo>
                    <a:pt x="106716" y="33539"/>
                  </a:lnTo>
                  <a:lnTo>
                    <a:pt x="106716" y="35472"/>
                  </a:lnTo>
                  <a:lnTo>
                    <a:pt x="106810" y="37405"/>
                  </a:lnTo>
                  <a:lnTo>
                    <a:pt x="106810" y="38565"/>
                  </a:lnTo>
                  <a:lnTo>
                    <a:pt x="106905" y="40208"/>
                  </a:lnTo>
                  <a:lnTo>
                    <a:pt x="106905" y="40691"/>
                  </a:lnTo>
                  <a:lnTo>
                    <a:pt x="106905" y="42914"/>
                  </a:lnTo>
                  <a:lnTo>
                    <a:pt x="107000" y="46297"/>
                  </a:lnTo>
                  <a:lnTo>
                    <a:pt x="107094" y="49390"/>
                  </a:lnTo>
                  <a:lnTo>
                    <a:pt x="107094" y="49874"/>
                  </a:lnTo>
                  <a:lnTo>
                    <a:pt x="107189" y="50163"/>
                  </a:lnTo>
                  <a:lnTo>
                    <a:pt x="108985" y="51903"/>
                  </a:lnTo>
                  <a:lnTo>
                    <a:pt x="109268" y="52193"/>
                  </a:lnTo>
                  <a:lnTo>
                    <a:pt x="109457" y="52290"/>
                  </a:lnTo>
                  <a:lnTo>
                    <a:pt x="110024" y="52773"/>
                  </a:lnTo>
                  <a:lnTo>
                    <a:pt x="111915" y="54416"/>
                  </a:lnTo>
                  <a:lnTo>
                    <a:pt x="113994" y="56059"/>
                  </a:lnTo>
                  <a:lnTo>
                    <a:pt x="114278" y="56446"/>
                  </a:lnTo>
                  <a:lnTo>
                    <a:pt x="116074" y="57896"/>
                  </a:lnTo>
                  <a:lnTo>
                    <a:pt x="116357" y="58186"/>
                  </a:lnTo>
                  <a:lnTo>
                    <a:pt x="118720" y="60216"/>
                  </a:lnTo>
                  <a:lnTo>
                    <a:pt x="118909" y="60409"/>
                  </a:lnTo>
                  <a:lnTo>
                    <a:pt x="119288" y="60699"/>
                  </a:lnTo>
                  <a:lnTo>
                    <a:pt x="119949" y="61279"/>
                  </a:lnTo>
                  <a:lnTo>
                    <a:pt x="123730" y="64662"/>
                  </a:lnTo>
                  <a:lnTo>
                    <a:pt x="124203" y="65145"/>
                  </a:lnTo>
                  <a:lnTo>
                    <a:pt x="124864" y="65628"/>
                  </a:lnTo>
                  <a:lnTo>
                    <a:pt x="125904" y="66595"/>
                  </a:lnTo>
                  <a:lnTo>
                    <a:pt x="128267" y="68721"/>
                  </a:lnTo>
                  <a:lnTo>
                    <a:pt x="129401" y="69784"/>
                  </a:lnTo>
                  <a:lnTo>
                    <a:pt x="132426" y="72394"/>
                  </a:lnTo>
                  <a:lnTo>
                    <a:pt x="134695" y="74424"/>
                  </a:lnTo>
                  <a:lnTo>
                    <a:pt x="136491" y="76067"/>
                  </a:lnTo>
                  <a:lnTo>
                    <a:pt x="138003" y="77420"/>
                  </a:lnTo>
                  <a:lnTo>
                    <a:pt x="140272" y="79257"/>
                  </a:lnTo>
                  <a:lnTo>
                    <a:pt x="145754" y="83993"/>
                  </a:lnTo>
                  <a:lnTo>
                    <a:pt x="148779" y="86989"/>
                  </a:lnTo>
                  <a:lnTo>
                    <a:pt x="150575" y="88632"/>
                  </a:lnTo>
                  <a:lnTo>
                    <a:pt x="151898" y="89792"/>
                  </a:lnTo>
                  <a:lnTo>
                    <a:pt x="158420" y="95591"/>
                  </a:lnTo>
                  <a:lnTo>
                    <a:pt x="158231" y="95785"/>
                  </a:lnTo>
                  <a:lnTo>
                    <a:pt x="157002" y="97331"/>
                  </a:lnTo>
                  <a:lnTo>
                    <a:pt x="156624" y="98201"/>
                  </a:lnTo>
                  <a:lnTo>
                    <a:pt x="156151" y="99071"/>
                  </a:lnTo>
                  <a:lnTo>
                    <a:pt x="155868" y="99651"/>
                  </a:lnTo>
                  <a:lnTo>
                    <a:pt x="155773" y="99844"/>
                  </a:lnTo>
                  <a:lnTo>
                    <a:pt x="155679" y="100134"/>
                  </a:lnTo>
                  <a:lnTo>
                    <a:pt x="152654" y="106127"/>
                  </a:lnTo>
                  <a:lnTo>
                    <a:pt x="149535" y="112216"/>
                  </a:lnTo>
                  <a:lnTo>
                    <a:pt x="149346" y="112603"/>
                  </a:lnTo>
                  <a:lnTo>
                    <a:pt x="146605" y="118305"/>
                  </a:lnTo>
                  <a:lnTo>
                    <a:pt x="144620" y="121978"/>
                  </a:lnTo>
                  <a:lnTo>
                    <a:pt x="144525" y="122172"/>
                  </a:lnTo>
                  <a:lnTo>
                    <a:pt x="143580" y="123235"/>
                  </a:lnTo>
                  <a:lnTo>
                    <a:pt x="141122" y="125844"/>
                  </a:lnTo>
                  <a:lnTo>
                    <a:pt x="140083" y="126908"/>
                  </a:lnTo>
                  <a:lnTo>
                    <a:pt x="139894" y="127101"/>
                  </a:lnTo>
                  <a:lnTo>
                    <a:pt x="142068" y="128841"/>
                  </a:lnTo>
                  <a:lnTo>
                    <a:pt x="144431" y="130967"/>
                  </a:lnTo>
                  <a:lnTo>
                    <a:pt x="144147" y="131450"/>
                  </a:lnTo>
                  <a:lnTo>
                    <a:pt x="143391" y="132417"/>
                  </a:lnTo>
                  <a:lnTo>
                    <a:pt x="139704" y="137636"/>
                  </a:lnTo>
                  <a:lnTo>
                    <a:pt x="139515" y="137830"/>
                  </a:lnTo>
                  <a:lnTo>
                    <a:pt x="136207" y="142759"/>
                  </a:lnTo>
                  <a:lnTo>
                    <a:pt x="133750" y="146239"/>
                  </a:lnTo>
                  <a:lnTo>
                    <a:pt x="133182" y="146915"/>
                  </a:lnTo>
                  <a:lnTo>
                    <a:pt x="132048" y="148558"/>
                  </a:lnTo>
                  <a:lnTo>
                    <a:pt x="130252" y="150975"/>
                  </a:lnTo>
                  <a:lnTo>
                    <a:pt x="129591" y="151941"/>
                  </a:lnTo>
                  <a:lnTo>
                    <a:pt x="128929" y="152908"/>
                  </a:lnTo>
                  <a:lnTo>
                    <a:pt x="127984" y="154261"/>
                  </a:lnTo>
                  <a:lnTo>
                    <a:pt x="132048" y="159384"/>
                  </a:lnTo>
                  <a:lnTo>
                    <a:pt x="132332" y="159674"/>
                  </a:lnTo>
                  <a:lnTo>
                    <a:pt x="132048" y="159674"/>
                  </a:lnTo>
                  <a:lnTo>
                    <a:pt x="127606" y="159674"/>
                  </a:lnTo>
                  <a:lnTo>
                    <a:pt x="127322" y="159674"/>
                  </a:lnTo>
                  <a:lnTo>
                    <a:pt x="126944" y="161027"/>
                  </a:lnTo>
                  <a:lnTo>
                    <a:pt x="126660" y="161510"/>
                  </a:lnTo>
                  <a:lnTo>
                    <a:pt x="126188" y="162090"/>
                  </a:lnTo>
                  <a:lnTo>
                    <a:pt x="125242" y="162863"/>
                  </a:lnTo>
                  <a:lnTo>
                    <a:pt x="124959" y="163347"/>
                  </a:lnTo>
                  <a:lnTo>
                    <a:pt x="124770" y="163733"/>
                  </a:lnTo>
                  <a:lnTo>
                    <a:pt x="124486" y="164506"/>
                  </a:lnTo>
                  <a:lnTo>
                    <a:pt x="124108" y="165280"/>
                  </a:lnTo>
                  <a:lnTo>
                    <a:pt x="123919" y="165666"/>
                  </a:lnTo>
                  <a:lnTo>
                    <a:pt x="121651" y="170886"/>
                  </a:lnTo>
                  <a:lnTo>
                    <a:pt x="120705" y="172819"/>
                  </a:lnTo>
                  <a:lnTo>
                    <a:pt x="119760" y="174945"/>
                  </a:lnTo>
                  <a:lnTo>
                    <a:pt x="117586" y="180068"/>
                  </a:lnTo>
                  <a:lnTo>
                    <a:pt x="115318" y="185094"/>
                  </a:lnTo>
                  <a:lnTo>
                    <a:pt x="113994" y="188380"/>
                  </a:lnTo>
                  <a:lnTo>
                    <a:pt x="113805" y="188767"/>
                  </a:lnTo>
                  <a:lnTo>
                    <a:pt x="109457" y="198336"/>
                  </a:lnTo>
                  <a:lnTo>
                    <a:pt x="105960" y="206068"/>
                  </a:lnTo>
                  <a:lnTo>
                    <a:pt x="102368" y="213414"/>
                  </a:lnTo>
                  <a:lnTo>
                    <a:pt x="102651" y="213511"/>
                  </a:lnTo>
                  <a:lnTo>
                    <a:pt x="104069" y="214381"/>
                  </a:lnTo>
                  <a:lnTo>
                    <a:pt x="104920" y="214960"/>
                  </a:lnTo>
                  <a:lnTo>
                    <a:pt x="105960" y="215637"/>
                  </a:lnTo>
                  <a:lnTo>
                    <a:pt x="106810" y="216217"/>
                  </a:lnTo>
                  <a:lnTo>
                    <a:pt x="108134" y="216990"/>
                  </a:lnTo>
                  <a:lnTo>
                    <a:pt x="108795" y="217473"/>
                  </a:lnTo>
                  <a:lnTo>
                    <a:pt x="109457" y="217957"/>
                  </a:lnTo>
                  <a:lnTo>
                    <a:pt x="114372" y="221630"/>
                  </a:lnTo>
                  <a:lnTo>
                    <a:pt x="116263" y="223273"/>
                  </a:lnTo>
                  <a:lnTo>
                    <a:pt x="116546" y="223466"/>
                  </a:lnTo>
                  <a:lnTo>
                    <a:pt x="116924" y="223853"/>
                  </a:lnTo>
                  <a:lnTo>
                    <a:pt x="117586" y="224336"/>
                  </a:lnTo>
                  <a:lnTo>
                    <a:pt x="119098" y="225592"/>
                  </a:lnTo>
                  <a:lnTo>
                    <a:pt x="119477" y="225882"/>
                  </a:lnTo>
                  <a:lnTo>
                    <a:pt x="120611" y="226849"/>
                  </a:lnTo>
                  <a:lnTo>
                    <a:pt x="121083" y="227236"/>
                  </a:lnTo>
                  <a:lnTo>
                    <a:pt x="121745" y="227816"/>
                  </a:lnTo>
                  <a:lnTo>
                    <a:pt x="122029" y="228106"/>
                  </a:lnTo>
                  <a:lnTo>
                    <a:pt x="122690" y="228589"/>
                  </a:lnTo>
                  <a:lnTo>
                    <a:pt x="122974" y="228879"/>
                  </a:lnTo>
                  <a:lnTo>
                    <a:pt x="125148" y="230715"/>
                  </a:lnTo>
                  <a:lnTo>
                    <a:pt x="125810" y="231392"/>
                  </a:lnTo>
                  <a:lnTo>
                    <a:pt x="126093" y="231778"/>
                  </a:lnTo>
                  <a:lnTo>
                    <a:pt x="127795" y="233325"/>
                  </a:lnTo>
                  <a:lnTo>
                    <a:pt x="128456" y="233905"/>
                  </a:lnTo>
                  <a:lnTo>
                    <a:pt x="127889" y="234581"/>
                  </a:lnTo>
                  <a:lnTo>
                    <a:pt x="127227" y="235355"/>
                  </a:lnTo>
                  <a:lnTo>
                    <a:pt x="126566" y="236515"/>
                  </a:lnTo>
                  <a:lnTo>
                    <a:pt x="125999" y="237578"/>
                  </a:lnTo>
                  <a:lnTo>
                    <a:pt x="125242" y="239801"/>
                  </a:lnTo>
                  <a:lnTo>
                    <a:pt x="124392" y="242507"/>
                  </a:lnTo>
                  <a:lnTo>
                    <a:pt x="117964" y="238834"/>
                  </a:lnTo>
                  <a:lnTo>
                    <a:pt x="117397" y="238544"/>
                  </a:lnTo>
                  <a:lnTo>
                    <a:pt x="116830" y="238158"/>
                  </a:lnTo>
                  <a:lnTo>
                    <a:pt x="116357" y="237964"/>
                  </a:lnTo>
                  <a:lnTo>
                    <a:pt x="113711" y="236418"/>
                  </a:lnTo>
                  <a:lnTo>
                    <a:pt x="112576" y="235838"/>
                  </a:lnTo>
                  <a:lnTo>
                    <a:pt x="110213" y="234581"/>
                  </a:lnTo>
                  <a:lnTo>
                    <a:pt x="109646" y="234195"/>
                  </a:lnTo>
                  <a:lnTo>
                    <a:pt x="107850" y="233228"/>
                  </a:lnTo>
                  <a:lnTo>
                    <a:pt x="105676" y="232068"/>
                  </a:lnTo>
                  <a:lnTo>
                    <a:pt x="105298" y="231778"/>
                  </a:lnTo>
                  <a:lnTo>
                    <a:pt x="104164" y="231198"/>
                  </a:lnTo>
                  <a:lnTo>
                    <a:pt x="102179" y="230135"/>
                  </a:lnTo>
                  <a:lnTo>
                    <a:pt x="101990" y="229942"/>
                  </a:lnTo>
                  <a:lnTo>
                    <a:pt x="101801" y="229845"/>
                  </a:lnTo>
                  <a:lnTo>
                    <a:pt x="99154" y="228395"/>
                  </a:lnTo>
                  <a:lnTo>
                    <a:pt x="98965" y="228299"/>
                  </a:lnTo>
                  <a:lnTo>
                    <a:pt x="98776" y="228202"/>
                  </a:lnTo>
                  <a:lnTo>
                    <a:pt x="96791" y="227139"/>
                  </a:lnTo>
                  <a:lnTo>
                    <a:pt x="94522" y="225882"/>
                  </a:lnTo>
                  <a:lnTo>
                    <a:pt x="93955" y="225592"/>
                  </a:lnTo>
                  <a:lnTo>
                    <a:pt x="93483" y="225206"/>
                  </a:lnTo>
                  <a:lnTo>
                    <a:pt x="93105" y="225399"/>
                  </a:lnTo>
                  <a:lnTo>
                    <a:pt x="91970" y="226076"/>
                  </a:lnTo>
                  <a:lnTo>
                    <a:pt x="90931" y="226849"/>
                  </a:lnTo>
                  <a:lnTo>
                    <a:pt x="91025" y="227816"/>
                  </a:lnTo>
                  <a:lnTo>
                    <a:pt x="91781" y="231585"/>
                  </a:lnTo>
                  <a:lnTo>
                    <a:pt x="92065" y="233228"/>
                  </a:lnTo>
                  <a:lnTo>
                    <a:pt x="91498" y="233422"/>
                  </a:lnTo>
                  <a:lnTo>
                    <a:pt x="85921" y="236031"/>
                  </a:lnTo>
                  <a:lnTo>
                    <a:pt x="83747" y="236998"/>
                  </a:lnTo>
                  <a:lnTo>
                    <a:pt x="79493" y="239028"/>
                  </a:lnTo>
                  <a:lnTo>
                    <a:pt x="76658" y="240284"/>
                  </a:lnTo>
                  <a:lnTo>
                    <a:pt x="68529" y="244054"/>
                  </a:lnTo>
                  <a:lnTo>
                    <a:pt x="60022" y="248016"/>
                  </a:lnTo>
                  <a:lnTo>
                    <a:pt x="59360" y="248210"/>
                  </a:lnTo>
                  <a:lnTo>
                    <a:pt x="59171" y="248306"/>
                  </a:lnTo>
                  <a:lnTo>
                    <a:pt x="56713" y="249370"/>
                  </a:lnTo>
                  <a:lnTo>
                    <a:pt x="49151" y="252559"/>
                  </a:lnTo>
                  <a:lnTo>
                    <a:pt x="44709" y="254299"/>
                  </a:lnTo>
                  <a:lnTo>
                    <a:pt x="38848" y="254686"/>
                  </a:lnTo>
                  <a:lnTo>
                    <a:pt x="38848" y="254396"/>
                  </a:lnTo>
                  <a:lnTo>
                    <a:pt x="38754" y="253526"/>
                  </a:lnTo>
                  <a:lnTo>
                    <a:pt x="32704" y="254589"/>
                  </a:lnTo>
                  <a:lnTo>
                    <a:pt x="32704" y="254976"/>
                  </a:lnTo>
                  <a:lnTo>
                    <a:pt x="32894" y="256812"/>
                  </a:lnTo>
                  <a:lnTo>
                    <a:pt x="27411" y="258842"/>
                  </a:lnTo>
                  <a:lnTo>
                    <a:pt x="24386" y="260002"/>
                  </a:lnTo>
                  <a:lnTo>
                    <a:pt x="24292" y="259712"/>
                  </a:lnTo>
                  <a:lnTo>
                    <a:pt x="24386" y="259422"/>
                  </a:lnTo>
                  <a:lnTo>
                    <a:pt x="24670" y="259228"/>
                  </a:lnTo>
                  <a:lnTo>
                    <a:pt x="24670" y="258649"/>
                  </a:lnTo>
                  <a:lnTo>
                    <a:pt x="24575" y="258455"/>
                  </a:lnTo>
                  <a:lnTo>
                    <a:pt x="24386" y="258165"/>
                  </a:lnTo>
                  <a:lnTo>
                    <a:pt x="24386" y="257682"/>
                  </a:lnTo>
                  <a:lnTo>
                    <a:pt x="24670" y="257102"/>
                  </a:lnTo>
                  <a:lnTo>
                    <a:pt x="24670" y="256715"/>
                  </a:lnTo>
                  <a:lnTo>
                    <a:pt x="24386" y="256425"/>
                  </a:lnTo>
                  <a:lnTo>
                    <a:pt x="24386" y="256136"/>
                  </a:lnTo>
                  <a:lnTo>
                    <a:pt x="24386" y="255556"/>
                  </a:lnTo>
                  <a:lnTo>
                    <a:pt x="24386" y="255072"/>
                  </a:lnTo>
                  <a:lnTo>
                    <a:pt x="24292" y="254782"/>
                  </a:lnTo>
                  <a:lnTo>
                    <a:pt x="24481" y="254299"/>
                  </a:lnTo>
                  <a:lnTo>
                    <a:pt x="24481" y="253912"/>
                  </a:lnTo>
                  <a:lnTo>
                    <a:pt x="24386" y="253429"/>
                  </a:lnTo>
                  <a:lnTo>
                    <a:pt x="24103" y="253236"/>
                  </a:lnTo>
                  <a:lnTo>
                    <a:pt x="23819" y="252753"/>
                  </a:lnTo>
                  <a:lnTo>
                    <a:pt x="23725" y="252269"/>
                  </a:lnTo>
                  <a:lnTo>
                    <a:pt x="23725" y="251496"/>
                  </a:lnTo>
                  <a:lnTo>
                    <a:pt x="23819" y="250916"/>
                  </a:lnTo>
                  <a:lnTo>
                    <a:pt x="23914" y="250143"/>
                  </a:lnTo>
                  <a:lnTo>
                    <a:pt x="23819" y="248983"/>
                  </a:lnTo>
                  <a:lnTo>
                    <a:pt x="23819" y="248113"/>
                  </a:lnTo>
                  <a:lnTo>
                    <a:pt x="23630" y="247340"/>
                  </a:lnTo>
                  <a:lnTo>
                    <a:pt x="23536" y="246663"/>
                  </a:lnTo>
                  <a:lnTo>
                    <a:pt x="23441" y="246180"/>
                  </a:lnTo>
                  <a:lnTo>
                    <a:pt x="23347" y="245503"/>
                  </a:lnTo>
                  <a:lnTo>
                    <a:pt x="23158" y="245117"/>
                  </a:lnTo>
                  <a:lnTo>
                    <a:pt x="22780" y="244730"/>
                  </a:lnTo>
                  <a:lnTo>
                    <a:pt x="22685" y="244344"/>
                  </a:lnTo>
                  <a:lnTo>
                    <a:pt x="22685" y="244054"/>
                  </a:lnTo>
                  <a:lnTo>
                    <a:pt x="22685" y="243667"/>
                  </a:lnTo>
                  <a:lnTo>
                    <a:pt x="22401" y="243280"/>
                  </a:lnTo>
                  <a:lnTo>
                    <a:pt x="17297" y="243957"/>
                  </a:lnTo>
                  <a:lnTo>
                    <a:pt x="7561" y="230039"/>
                  </a:lnTo>
                  <a:lnTo>
                    <a:pt x="5387" y="224916"/>
                  </a:lnTo>
                  <a:lnTo>
                    <a:pt x="5765" y="224046"/>
                  </a:lnTo>
                  <a:lnTo>
                    <a:pt x="8128" y="222983"/>
                  </a:lnTo>
                  <a:lnTo>
                    <a:pt x="8696" y="224916"/>
                  </a:lnTo>
                  <a:lnTo>
                    <a:pt x="7939" y="225399"/>
                  </a:lnTo>
                  <a:lnTo>
                    <a:pt x="8696" y="228299"/>
                  </a:lnTo>
                  <a:lnTo>
                    <a:pt x="17675" y="241251"/>
                  </a:lnTo>
                  <a:lnTo>
                    <a:pt x="18148" y="242314"/>
                  </a:lnTo>
                  <a:lnTo>
                    <a:pt x="29963" y="240574"/>
                  </a:lnTo>
                  <a:lnTo>
                    <a:pt x="30152" y="239897"/>
                  </a:lnTo>
                  <a:lnTo>
                    <a:pt x="32421" y="239511"/>
                  </a:lnTo>
                  <a:lnTo>
                    <a:pt x="31287" y="230329"/>
                  </a:lnTo>
                  <a:lnTo>
                    <a:pt x="31287" y="229845"/>
                  </a:lnTo>
                  <a:lnTo>
                    <a:pt x="14745" y="231875"/>
                  </a:lnTo>
                  <a:lnTo>
                    <a:pt x="14556" y="231295"/>
                  </a:lnTo>
                  <a:lnTo>
                    <a:pt x="32515" y="229265"/>
                  </a:lnTo>
                  <a:lnTo>
                    <a:pt x="32704" y="228782"/>
                  </a:lnTo>
                  <a:lnTo>
                    <a:pt x="32894" y="228202"/>
                  </a:lnTo>
                  <a:lnTo>
                    <a:pt x="33272" y="227816"/>
                  </a:lnTo>
                  <a:lnTo>
                    <a:pt x="33839" y="227332"/>
                  </a:lnTo>
                  <a:lnTo>
                    <a:pt x="34028" y="227139"/>
                  </a:lnTo>
                  <a:lnTo>
                    <a:pt x="34406" y="226462"/>
                  </a:lnTo>
                  <a:lnTo>
                    <a:pt x="34500" y="225786"/>
                  </a:lnTo>
                  <a:lnTo>
                    <a:pt x="34784" y="225303"/>
                  </a:lnTo>
                  <a:lnTo>
                    <a:pt x="34973" y="224819"/>
                  </a:lnTo>
                  <a:lnTo>
                    <a:pt x="35162" y="224433"/>
                  </a:lnTo>
                  <a:lnTo>
                    <a:pt x="35162" y="223949"/>
                  </a:lnTo>
                  <a:lnTo>
                    <a:pt x="35257" y="223369"/>
                  </a:lnTo>
                  <a:lnTo>
                    <a:pt x="35540" y="222596"/>
                  </a:lnTo>
                  <a:lnTo>
                    <a:pt x="35635" y="221726"/>
                  </a:lnTo>
                  <a:lnTo>
                    <a:pt x="35824" y="221050"/>
                  </a:lnTo>
                  <a:lnTo>
                    <a:pt x="36296" y="220373"/>
                  </a:lnTo>
                  <a:lnTo>
                    <a:pt x="36580" y="219987"/>
                  </a:lnTo>
                  <a:lnTo>
                    <a:pt x="36674" y="219407"/>
                  </a:lnTo>
                  <a:lnTo>
                    <a:pt x="36580" y="218633"/>
                  </a:lnTo>
                  <a:lnTo>
                    <a:pt x="36485" y="218247"/>
                  </a:lnTo>
                  <a:lnTo>
                    <a:pt x="36674" y="217763"/>
                  </a:lnTo>
                  <a:lnTo>
                    <a:pt x="36958" y="217473"/>
                  </a:lnTo>
                  <a:lnTo>
                    <a:pt x="37053" y="216990"/>
                  </a:lnTo>
                  <a:lnTo>
                    <a:pt x="36958" y="216410"/>
                  </a:lnTo>
                  <a:lnTo>
                    <a:pt x="36674" y="216120"/>
                  </a:lnTo>
                  <a:lnTo>
                    <a:pt x="36485" y="215734"/>
                  </a:lnTo>
                  <a:lnTo>
                    <a:pt x="36674" y="215540"/>
                  </a:lnTo>
                  <a:lnTo>
                    <a:pt x="37053" y="215057"/>
                  </a:lnTo>
                  <a:lnTo>
                    <a:pt x="37336" y="214477"/>
                  </a:lnTo>
                  <a:lnTo>
                    <a:pt x="37242" y="213994"/>
                  </a:lnTo>
                  <a:lnTo>
                    <a:pt x="37242" y="213607"/>
                  </a:lnTo>
                  <a:lnTo>
                    <a:pt x="37336" y="213414"/>
                  </a:lnTo>
                  <a:lnTo>
                    <a:pt x="37620" y="213027"/>
                  </a:lnTo>
                  <a:lnTo>
                    <a:pt x="37431" y="212447"/>
                  </a:lnTo>
                  <a:lnTo>
                    <a:pt x="36769" y="211867"/>
                  </a:lnTo>
                  <a:lnTo>
                    <a:pt x="36674" y="211578"/>
                  </a:lnTo>
                  <a:lnTo>
                    <a:pt x="37147" y="210998"/>
                  </a:lnTo>
                  <a:lnTo>
                    <a:pt x="37242" y="210514"/>
                  </a:lnTo>
                  <a:lnTo>
                    <a:pt x="36958" y="210224"/>
                  </a:lnTo>
                  <a:lnTo>
                    <a:pt x="36769" y="209838"/>
                  </a:lnTo>
                  <a:lnTo>
                    <a:pt x="36958" y="209548"/>
                  </a:lnTo>
                  <a:lnTo>
                    <a:pt x="37053" y="209064"/>
                  </a:lnTo>
                  <a:lnTo>
                    <a:pt x="36769" y="208775"/>
                  </a:lnTo>
                  <a:lnTo>
                    <a:pt x="36674" y="208485"/>
                  </a:lnTo>
                  <a:lnTo>
                    <a:pt x="36863" y="208001"/>
                  </a:lnTo>
                  <a:lnTo>
                    <a:pt x="37053" y="207421"/>
                  </a:lnTo>
                  <a:lnTo>
                    <a:pt x="36958" y="207035"/>
                  </a:lnTo>
                  <a:lnTo>
                    <a:pt x="36674" y="206745"/>
                  </a:lnTo>
                  <a:lnTo>
                    <a:pt x="34500" y="207228"/>
                  </a:lnTo>
                  <a:lnTo>
                    <a:pt x="34311" y="206551"/>
                  </a:lnTo>
                  <a:lnTo>
                    <a:pt x="37525" y="205875"/>
                  </a:lnTo>
                  <a:lnTo>
                    <a:pt x="38376" y="205682"/>
                  </a:lnTo>
                  <a:lnTo>
                    <a:pt x="39227" y="205488"/>
                  </a:lnTo>
                  <a:lnTo>
                    <a:pt x="39983" y="205295"/>
                  </a:lnTo>
                  <a:lnTo>
                    <a:pt x="40550" y="205005"/>
                  </a:lnTo>
                  <a:lnTo>
                    <a:pt x="40833" y="204715"/>
                  </a:lnTo>
                  <a:lnTo>
                    <a:pt x="41117" y="204425"/>
                  </a:lnTo>
                  <a:lnTo>
                    <a:pt x="41306" y="204038"/>
                  </a:lnTo>
                  <a:lnTo>
                    <a:pt x="41306" y="203362"/>
                  </a:lnTo>
                  <a:lnTo>
                    <a:pt x="41401" y="202782"/>
                  </a:lnTo>
                  <a:lnTo>
                    <a:pt x="41495" y="201912"/>
                  </a:lnTo>
                  <a:lnTo>
                    <a:pt x="41684" y="200559"/>
                  </a:lnTo>
                  <a:lnTo>
                    <a:pt x="41779" y="199882"/>
                  </a:lnTo>
                  <a:lnTo>
                    <a:pt x="41968" y="198819"/>
                  </a:lnTo>
                  <a:lnTo>
                    <a:pt x="42157" y="197756"/>
                  </a:lnTo>
                  <a:lnTo>
                    <a:pt x="42062" y="197176"/>
                  </a:lnTo>
                  <a:lnTo>
                    <a:pt x="41873" y="196789"/>
                  </a:lnTo>
                  <a:lnTo>
                    <a:pt x="41873" y="196113"/>
                  </a:lnTo>
                  <a:lnTo>
                    <a:pt x="41968" y="195726"/>
                  </a:lnTo>
                  <a:lnTo>
                    <a:pt x="42157" y="195243"/>
                  </a:lnTo>
                  <a:lnTo>
                    <a:pt x="41968" y="194470"/>
                  </a:lnTo>
                  <a:lnTo>
                    <a:pt x="41779" y="193793"/>
                  </a:lnTo>
                  <a:lnTo>
                    <a:pt x="41779" y="193406"/>
                  </a:lnTo>
                  <a:lnTo>
                    <a:pt x="41779" y="192923"/>
                  </a:lnTo>
                  <a:lnTo>
                    <a:pt x="41873" y="192053"/>
                  </a:lnTo>
                  <a:lnTo>
                    <a:pt x="41968" y="191280"/>
                  </a:lnTo>
                  <a:lnTo>
                    <a:pt x="41873" y="190603"/>
                  </a:lnTo>
                  <a:lnTo>
                    <a:pt x="41779" y="189733"/>
                  </a:lnTo>
                  <a:lnTo>
                    <a:pt x="41684" y="188767"/>
                  </a:lnTo>
                  <a:lnTo>
                    <a:pt x="41495" y="188090"/>
                  </a:lnTo>
                  <a:lnTo>
                    <a:pt x="41212" y="187510"/>
                  </a:lnTo>
                  <a:lnTo>
                    <a:pt x="41117" y="187124"/>
                  </a:lnTo>
                  <a:lnTo>
                    <a:pt x="41022" y="186834"/>
                  </a:lnTo>
                  <a:lnTo>
                    <a:pt x="41212" y="186640"/>
                  </a:lnTo>
                  <a:lnTo>
                    <a:pt x="41495" y="186157"/>
                  </a:lnTo>
                  <a:lnTo>
                    <a:pt x="41779" y="184901"/>
                  </a:lnTo>
                  <a:lnTo>
                    <a:pt x="41684" y="183064"/>
                  </a:lnTo>
                  <a:lnTo>
                    <a:pt x="41779" y="181614"/>
                  </a:lnTo>
                  <a:lnTo>
                    <a:pt x="41684" y="180938"/>
                  </a:lnTo>
                  <a:lnTo>
                    <a:pt x="41495" y="179681"/>
                  </a:lnTo>
                  <a:lnTo>
                    <a:pt x="41401" y="178425"/>
                  </a:lnTo>
                  <a:lnTo>
                    <a:pt x="41212" y="176878"/>
                  </a:lnTo>
                  <a:lnTo>
                    <a:pt x="40833" y="175332"/>
                  </a:lnTo>
                  <a:lnTo>
                    <a:pt x="40266" y="173592"/>
                  </a:lnTo>
                  <a:lnTo>
                    <a:pt x="39794" y="173205"/>
                  </a:lnTo>
                  <a:lnTo>
                    <a:pt x="39510" y="172915"/>
                  </a:lnTo>
                  <a:lnTo>
                    <a:pt x="40077" y="172626"/>
                  </a:lnTo>
                  <a:lnTo>
                    <a:pt x="40455" y="172142"/>
                  </a:lnTo>
                  <a:lnTo>
                    <a:pt x="40644" y="171852"/>
                  </a:lnTo>
                  <a:lnTo>
                    <a:pt x="40644" y="171079"/>
                  </a:lnTo>
                  <a:lnTo>
                    <a:pt x="40361" y="170306"/>
                  </a:lnTo>
                  <a:lnTo>
                    <a:pt x="40077" y="169243"/>
                  </a:lnTo>
                  <a:lnTo>
                    <a:pt x="39888" y="168179"/>
                  </a:lnTo>
                  <a:lnTo>
                    <a:pt x="39416" y="167116"/>
                  </a:lnTo>
                  <a:lnTo>
                    <a:pt x="38943" y="165860"/>
                  </a:lnTo>
                  <a:lnTo>
                    <a:pt x="38565" y="164796"/>
                  </a:lnTo>
                  <a:lnTo>
                    <a:pt x="38187" y="163443"/>
                  </a:lnTo>
                  <a:lnTo>
                    <a:pt x="37620" y="161607"/>
                  </a:lnTo>
                  <a:lnTo>
                    <a:pt x="37147" y="160640"/>
                  </a:lnTo>
                  <a:lnTo>
                    <a:pt x="36769" y="159577"/>
                  </a:lnTo>
                  <a:lnTo>
                    <a:pt x="36391" y="158804"/>
                  </a:lnTo>
                  <a:lnTo>
                    <a:pt x="36107" y="158127"/>
                  </a:lnTo>
                  <a:lnTo>
                    <a:pt x="35540" y="156581"/>
                  </a:lnTo>
                  <a:lnTo>
                    <a:pt x="34595" y="155228"/>
                  </a:lnTo>
                  <a:lnTo>
                    <a:pt x="34122" y="154164"/>
                  </a:lnTo>
                  <a:lnTo>
                    <a:pt x="33272" y="152811"/>
                  </a:lnTo>
                  <a:lnTo>
                    <a:pt x="32232" y="150878"/>
                  </a:lnTo>
                  <a:lnTo>
                    <a:pt x="31759" y="149718"/>
                  </a:lnTo>
                  <a:lnTo>
                    <a:pt x="31192" y="149235"/>
                  </a:lnTo>
                  <a:lnTo>
                    <a:pt x="30436" y="148462"/>
                  </a:lnTo>
                  <a:lnTo>
                    <a:pt x="29774" y="147205"/>
                  </a:lnTo>
                  <a:lnTo>
                    <a:pt x="29302" y="146529"/>
                  </a:lnTo>
                  <a:lnTo>
                    <a:pt x="28829" y="146045"/>
                  </a:lnTo>
                  <a:lnTo>
                    <a:pt x="27884" y="145175"/>
                  </a:lnTo>
                  <a:lnTo>
                    <a:pt x="22685" y="147495"/>
                  </a:lnTo>
                  <a:lnTo>
                    <a:pt x="22212" y="146335"/>
                  </a:lnTo>
                  <a:lnTo>
                    <a:pt x="32137" y="142082"/>
                  </a:lnTo>
                  <a:lnTo>
                    <a:pt x="32232" y="141599"/>
                  </a:lnTo>
                  <a:lnTo>
                    <a:pt x="32137" y="140923"/>
                  </a:lnTo>
                  <a:lnTo>
                    <a:pt x="32043" y="140149"/>
                  </a:lnTo>
                  <a:lnTo>
                    <a:pt x="31854" y="138990"/>
                  </a:lnTo>
                  <a:lnTo>
                    <a:pt x="31759" y="138313"/>
                  </a:lnTo>
                  <a:lnTo>
                    <a:pt x="31665" y="137733"/>
                  </a:lnTo>
                  <a:lnTo>
                    <a:pt x="31570" y="136863"/>
                  </a:lnTo>
                  <a:lnTo>
                    <a:pt x="31287" y="136187"/>
                  </a:lnTo>
                  <a:lnTo>
                    <a:pt x="30909" y="135607"/>
                  </a:lnTo>
                  <a:lnTo>
                    <a:pt x="30530" y="134833"/>
                  </a:lnTo>
                  <a:lnTo>
                    <a:pt x="29869" y="133963"/>
                  </a:lnTo>
                  <a:lnTo>
                    <a:pt x="29302" y="132997"/>
                  </a:lnTo>
                  <a:lnTo>
                    <a:pt x="29018" y="132320"/>
                  </a:lnTo>
                  <a:lnTo>
                    <a:pt x="28640" y="131354"/>
                  </a:lnTo>
                  <a:lnTo>
                    <a:pt x="28167" y="130774"/>
                  </a:lnTo>
                  <a:lnTo>
                    <a:pt x="27789" y="130194"/>
                  </a:lnTo>
                  <a:lnTo>
                    <a:pt x="27600" y="129711"/>
                  </a:lnTo>
                  <a:lnTo>
                    <a:pt x="27317" y="129034"/>
                  </a:lnTo>
                  <a:lnTo>
                    <a:pt x="26655" y="127971"/>
                  </a:lnTo>
                  <a:lnTo>
                    <a:pt x="25899" y="126811"/>
                  </a:lnTo>
                  <a:lnTo>
                    <a:pt x="25048" y="125651"/>
                  </a:lnTo>
                  <a:lnTo>
                    <a:pt x="24008" y="123911"/>
                  </a:lnTo>
                  <a:lnTo>
                    <a:pt x="23630" y="123041"/>
                  </a:lnTo>
                  <a:lnTo>
                    <a:pt x="23441" y="122655"/>
                  </a:lnTo>
                  <a:lnTo>
                    <a:pt x="23158" y="122462"/>
                  </a:lnTo>
                  <a:lnTo>
                    <a:pt x="22969" y="122172"/>
                  </a:lnTo>
                  <a:lnTo>
                    <a:pt x="22780" y="121785"/>
                  </a:lnTo>
                  <a:lnTo>
                    <a:pt x="22401" y="121495"/>
                  </a:lnTo>
                  <a:lnTo>
                    <a:pt x="22212" y="121108"/>
                  </a:lnTo>
                  <a:lnTo>
                    <a:pt x="22212" y="120818"/>
                  </a:lnTo>
                  <a:lnTo>
                    <a:pt x="21740" y="120528"/>
                  </a:lnTo>
                  <a:lnTo>
                    <a:pt x="21551" y="120335"/>
                  </a:lnTo>
                  <a:lnTo>
                    <a:pt x="21267" y="120045"/>
                  </a:lnTo>
                  <a:lnTo>
                    <a:pt x="20984" y="119659"/>
                  </a:lnTo>
                  <a:lnTo>
                    <a:pt x="20700" y="118982"/>
                  </a:lnTo>
                  <a:lnTo>
                    <a:pt x="20322" y="118595"/>
                  </a:lnTo>
                  <a:lnTo>
                    <a:pt x="20322" y="118305"/>
                  </a:lnTo>
                  <a:lnTo>
                    <a:pt x="20038" y="118015"/>
                  </a:lnTo>
                  <a:lnTo>
                    <a:pt x="19660" y="117822"/>
                  </a:lnTo>
                  <a:lnTo>
                    <a:pt x="19377" y="117532"/>
                  </a:lnTo>
                  <a:lnTo>
                    <a:pt x="19282" y="117145"/>
                  </a:lnTo>
                  <a:lnTo>
                    <a:pt x="18999" y="116759"/>
                  </a:lnTo>
                  <a:lnTo>
                    <a:pt x="18526" y="116469"/>
                  </a:lnTo>
                  <a:lnTo>
                    <a:pt x="18148" y="115986"/>
                  </a:lnTo>
                  <a:lnTo>
                    <a:pt x="17864" y="115502"/>
                  </a:lnTo>
                  <a:lnTo>
                    <a:pt x="17675" y="115116"/>
                  </a:lnTo>
                  <a:lnTo>
                    <a:pt x="17297" y="114922"/>
                  </a:lnTo>
                  <a:lnTo>
                    <a:pt x="16919" y="114439"/>
                  </a:lnTo>
                  <a:lnTo>
                    <a:pt x="16825" y="113956"/>
                  </a:lnTo>
                  <a:lnTo>
                    <a:pt x="16447" y="113569"/>
                  </a:lnTo>
                  <a:lnTo>
                    <a:pt x="16068" y="113376"/>
                  </a:lnTo>
                  <a:lnTo>
                    <a:pt x="15785" y="112989"/>
                  </a:lnTo>
                  <a:lnTo>
                    <a:pt x="15690" y="112409"/>
                  </a:lnTo>
                  <a:lnTo>
                    <a:pt x="15312" y="112119"/>
                  </a:lnTo>
                  <a:lnTo>
                    <a:pt x="14934" y="112023"/>
                  </a:lnTo>
                  <a:lnTo>
                    <a:pt x="14556" y="111733"/>
                  </a:lnTo>
                  <a:lnTo>
                    <a:pt x="14367" y="111153"/>
                  </a:lnTo>
                  <a:lnTo>
                    <a:pt x="13989" y="110863"/>
                  </a:lnTo>
                  <a:lnTo>
                    <a:pt x="13611" y="110670"/>
                  </a:lnTo>
                  <a:lnTo>
                    <a:pt x="13516" y="110186"/>
                  </a:lnTo>
                  <a:lnTo>
                    <a:pt x="13138" y="109703"/>
                  </a:lnTo>
                  <a:lnTo>
                    <a:pt x="12666" y="109220"/>
                  </a:lnTo>
                  <a:lnTo>
                    <a:pt x="12477" y="108736"/>
                  </a:lnTo>
                  <a:lnTo>
                    <a:pt x="11909" y="108350"/>
                  </a:lnTo>
                  <a:lnTo>
                    <a:pt x="11626" y="107673"/>
                  </a:lnTo>
                  <a:lnTo>
                    <a:pt x="11342" y="107190"/>
                  </a:lnTo>
                  <a:lnTo>
                    <a:pt x="11059" y="106707"/>
                  </a:lnTo>
                  <a:lnTo>
                    <a:pt x="10586" y="106320"/>
                  </a:lnTo>
                  <a:lnTo>
                    <a:pt x="10303" y="105740"/>
                  </a:lnTo>
                  <a:lnTo>
                    <a:pt x="9924" y="105064"/>
                  </a:lnTo>
                  <a:lnTo>
                    <a:pt x="9735" y="104870"/>
                  </a:lnTo>
                  <a:lnTo>
                    <a:pt x="9357" y="104774"/>
                  </a:lnTo>
                  <a:lnTo>
                    <a:pt x="9168" y="104484"/>
                  </a:lnTo>
                  <a:lnTo>
                    <a:pt x="8979" y="104194"/>
                  </a:lnTo>
                  <a:lnTo>
                    <a:pt x="8696" y="104000"/>
                  </a:lnTo>
                  <a:lnTo>
                    <a:pt x="8412" y="103227"/>
                  </a:lnTo>
                  <a:lnTo>
                    <a:pt x="8034" y="102937"/>
                  </a:lnTo>
                  <a:lnTo>
                    <a:pt x="7750" y="102454"/>
                  </a:lnTo>
                  <a:lnTo>
                    <a:pt x="7467" y="101971"/>
                  </a:lnTo>
                  <a:lnTo>
                    <a:pt x="7089" y="101487"/>
                  </a:lnTo>
                  <a:lnTo>
                    <a:pt x="6616" y="101294"/>
                  </a:lnTo>
                  <a:lnTo>
                    <a:pt x="6238" y="100714"/>
                  </a:lnTo>
                  <a:lnTo>
                    <a:pt x="5954" y="100231"/>
                  </a:lnTo>
                  <a:lnTo>
                    <a:pt x="5671" y="99554"/>
                  </a:lnTo>
                  <a:lnTo>
                    <a:pt x="5009" y="99071"/>
                  </a:lnTo>
                  <a:lnTo>
                    <a:pt x="4537" y="98298"/>
                  </a:lnTo>
                  <a:lnTo>
                    <a:pt x="4159" y="97524"/>
                  </a:lnTo>
                  <a:lnTo>
                    <a:pt x="3780" y="97041"/>
                  </a:lnTo>
                  <a:lnTo>
                    <a:pt x="3686" y="96365"/>
                  </a:lnTo>
                  <a:lnTo>
                    <a:pt x="3308" y="95881"/>
                  </a:lnTo>
                  <a:lnTo>
                    <a:pt x="3213" y="95591"/>
                  </a:lnTo>
                  <a:lnTo>
                    <a:pt x="2930" y="95011"/>
                  </a:lnTo>
                  <a:lnTo>
                    <a:pt x="2835" y="94528"/>
                  </a:lnTo>
                  <a:lnTo>
                    <a:pt x="2268" y="93948"/>
                  </a:lnTo>
                  <a:lnTo>
                    <a:pt x="1795" y="93175"/>
                  </a:lnTo>
                  <a:lnTo>
                    <a:pt x="1228" y="92498"/>
                  </a:lnTo>
                  <a:lnTo>
                    <a:pt x="661" y="92015"/>
                  </a:lnTo>
                  <a:lnTo>
                    <a:pt x="0" y="91822"/>
                  </a:lnTo>
                  <a:lnTo>
                    <a:pt x="3024" y="90469"/>
                  </a:lnTo>
                  <a:lnTo>
                    <a:pt x="7183" y="88729"/>
                  </a:lnTo>
                  <a:lnTo>
                    <a:pt x="8601" y="87956"/>
                  </a:lnTo>
                  <a:lnTo>
                    <a:pt x="8979" y="87666"/>
                  </a:lnTo>
                  <a:lnTo>
                    <a:pt x="9641" y="87182"/>
                  </a:lnTo>
                  <a:lnTo>
                    <a:pt x="10492" y="86699"/>
                  </a:lnTo>
                  <a:lnTo>
                    <a:pt x="12004" y="85926"/>
                  </a:lnTo>
                  <a:lnTo>
                    <a:pt x="12098" y="85733"/>
                  </a:lnTo>
                  <a:lnTo>
                    <a:pt x="12477" y="84959"/>
                  </a:lnTo>
                  <a:lnTo>
                    <a:pt x="13705" y="83123"/>
                  </a:lnTo>
                  <a:lnTo>
                    <a:pt x="15029" y="81480"/>
                  </a:lnTo>
                  <a:lnTo>
                    <a:pt x="15596" y="80803"/>
                  </a:lnTo>
                  <a:lnTo>
                    <a:pt x="16447" y="80030"/>
                  </a:lnTo>
                  <a:lnTo>
                    <a:pt x="17014" y="79450"/>
                  </a:lnTo>
                  <a:lnTo>
                    <a:pt x="17203" y="79257"/>
                  </a:lnTo>
                  <a:lnTo>
                    <a:pt x="17959" y="78483"/>
                  </a:lnTo>
                  <a:lnTo>
                    <a:pt x="18810" y="77807"/>
                  </a:lnTo>
                  <a:lnTo>
                    <a:pt x="19944" y="76744"/>
                  </a:lnTo>
                  <a:lnTo>
                    <a:pt x="21456" y="74907"/>
                  </a:lnTo>
                  <a:lnTo>
                    <a:pt x="22023" y="74327"/>
                  </a:lnTo>
                  <a:lnTo>
                    <a:pt x="23252" y="72104"/>
                  </a:lnTo>
                  <a:lnTo>
                    <a:pt x="25426" y="68238"/>
                  </a:lnTo>
                  <a:lnTo>
                    <a:pt x="27128" y="65145"/>
                  </a:lnTo>
                  <a:lnTo>
                    <a:pt x="27317" y="64952"/>
                  </a:lnTo>
                  <a:lnTo>
                    <a:pt x="29491" y="60892"/>
                  </a:lnTo>
                  <a:lnTo>
                    <a:pt x="29585" y="60602"/>
                  </a:lnTo>
                  <a:lnTo>
                    <a:pt x="31003" y="58862"/>
                  </a:lnTo>
                  <a:lnTo>
                    <a:pt x="31570" y="58186"/>
                  </a:lnTo>
                  <a:lnTo>
                    <a:pt x="32894" y="56929"/>
                  </a:lnTo>
                  <a:lnTo>
                    <a:pt x="34122" y="55673"/>
                  </a:lnTo>
                  <a:lnTo>
                    <a:pt x="34878" y="55190"/>
                  </a:lnTo>
                  <a:lnTo>
                    <a:pt x="35257" y="54996"/>
                  </a:lnTo>
                  <a:lnTo>
                    <a:pt x="35635" y="54803"/>
                  </a:lnTo>
                  <a:lnTo>
                    <a:pt x="37147" y="54030"/>
                  </a:lnTo>
                  <a:lnTo>
                    <a:pt x="37336" y="53933"/>
                  </a:lnTo>
                  <a:lnTo>
                    <a:pt x="38470" y="53353"/>
                  </a:lnTo>
                  <a:lnTo>
                    <a:pt x="39888" y="52870"/>
                  </a:lnTo>
                  <a:lnTo>
                    <a:pt x="41022" y="52580"/>
                  </a:lnTo>
                  <a:lnTo>
                    <a:pt x="42724" y="52193"/>
                  </a:lnTo>
                  <a:lnTo>
                    <a:pt x="44614" y="51710"/>
                  </a:lnTo>
                  <a:lnTo>
                    <a:pt x="46694" y="51130"/>
                  </a:lnTo>
                  <a:lnTo>
                    <a:pt x="50475" y="49390"/>
                  </a:lnTo>
                  <a:lnTo>
                    <a:pt x="50853" y="49197"/>
                  </a:lnTo>
                  <a:lnTo>
                    <a:pt x="52838" y="48230"/>
                  </a:lnTo>
                  <a:lnTo>
                    <a:pt x="56808" y="45814"/>
                  </a:lnTo>
                  <a:lnTo>
                    <a:pt x="58415" y="44944"/>
                  </a:lnTo>
                  <a:lnTo>
                    <a:pt x="57753" y="43011"/>
                  </a:lnTo>
                  <a:lnTo>
                    <a:pt x="57564" y="42528"/>
                  </a:lnTo>
                  <a:lnTo>
                    <a:pt x="57942" y="42431"/>
                  </a:lnTo>
                  <a:lnTo>
                    <a:pt x="60683" y="41465"/>
                  </a:lnTo>
                  <a:lnTo>
                    <a:pt x="61534" y="41078"/>
                  </a:lnTo>
                  <a:lnTo>
                    <a:pt x="61912" y="40981"/>
                  </a:lnTo>
                  <a:lnTo>
                    <a:pt x="63330" y="40401"/>
                  </a:lnTo>
                  <a:lnTo>
                    <a:pt x="63708" y="40208"/>
                  </a:lnTo>
                  <a:lnTo>
                    <a:pt x="65220" y="39241"/>
                  </a:lnTo>
                  <a:lnTo>
                    <a:pt x="67205" y="37985"/>
                  </a:lnTo>
                  <a:lnTo>
                    <a:pt x="67489" y="37695"/>
                  </a:lnTo>
                  <a:lnTo>
                    <a:pt x="67678" y="37502"/>
                  </a:lnTo>
                  <a:lnTo>
                    <a:pt x="67962" y="37115"/>
                  </a:lnTo>
                  <a:lnTo>
                    <a:pt x="70136" y="34989"/>
                  </a:lnTo>
                  <a:lnTo>
                    <a:pt x="70325" y="34795"/>
                  </a:lnTo>
                  <a:lnTo>
                    <a:pt x="70986" y="34215"/>
                  </a:lnTo>
                  <a:lnTo>
                    <a:pt x="71270" y="33829"/>
                  </a:lnTo>
                  <a:lnTo>
                    <a:pt x="72499" y="31992"/>
                  </a:lnTo>
                  <a:lnTo>
                    <a:pt x="74673" y="28706"/>
                  </a:lnTo>
                  <a:lnTo>
                    <a:pt x="75051" y="28126"/>
                  </a:lnTo>
                  <a:lnTo>
                    <a:pt x="75240" y="27836"/>
                  </a:lnTo>
                  <a:lnTo>
                    <a:pt x="75429" y="27450"/>
                  </a:lnTo>
                  <a:lnTo>
                    <a:pt x="75712" y="27063"/>
                  </a:lnTo>
                  <a:lnTo>
                    <a:pt x="75901" y="26676"/>
                  </a:lnTo>
                  <a:lnTo>
                    <a:pt x="76091" y="26290"/>
                  </a:lnTo>
                  <a:lnTo>
                    <a:pt x="76280" y="26000"/>
                  </a:lnTo>
                  <a:lnTo>
                    <a:pt x="76469" y="25710"/>
                  </a:lnTo>
                  <a:lnTo>
                    <a:pt x="77414" y="24163"/>
                  </a:lnTo>
                  <a:lnTo>
                    <a:pt x="79021" y="21360"/>
                  </a:lnTo>
                  <a:lnTo>
                    <a:pt x="79588" y="20490"/>
                  </a:lnTo>
                  <a:lnTo>
                    <a:pt x="80344" y="19137"/>
                  </a:lnTo>
                  <a:lnTo>
                    <a:pt x="80439" y="18944"/>
                  </a:lnTo>
                  <a:lnTo>
                    <a:pt x="80533" y="18751"/>
                  </a:lnTo>
                  <a:lnTo>
                    <a:pt x="82613" y="15174"/>
                  </a:lnTo>
                  <a:lnTo>
                    <a:pt x="83558" y="13531"/>
                  </a:lnTo>
                  <a:lnTo>
                    <a:pt x="85070" y="11115"/>
                  </a:lnTo>
                  <a:lnTo>
                    <a:pt x="85070" y="10922"/>
                  </a:lnTo>
                  <a:lnTo>
                    <a:pt x="86015" y="9472"/>
                  </a:lnTo>
                  <a:lnTo>
                    <a:pt x="89324" y="3672"/>
                  </a:lnTo>
                  <a:lnTo>
                    <a:pt x="90742" y="1353"/>
                  </a:lnTo>
                  <a:lnTo>
                    <a:pt x="91498" y="0"/>
                  </a:lnTo>
                  <a:lnTo>
                    <a:pt x="91970" y="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06059" y="3706812"/>
              <a:ext cx="185170" cy="203845"/>
            </a:xfrm>
            <a:custGeom>
              <a:avLst/>
              <a:pathLst>
                <a:path w="185170" h="203845">
                  <a:moveTo>
                    <a:pt x="74673" y="773"/>
                  </a:moveTo>
                  <a:lnTo>
                    <a:pt x="83463" y="2416"/>
                  </a:lnTo>
                  <a:lnTo>
                    <a:pt x="101517" y="5895"/>
                  </a:lnTo>
                  <a:lnTo>
                    <a:pt x="113333" y="8215"/>
                  </a:lnTo>
                  <a:lnTo>
                    <a:pt x="114845" y="8505"/>
                  </a:lnTo>
                  <a:lnTo>
                    <a:pt x="117492" y="8988"/>
                  </a:lnTo>
                  <a:lnTo>
                    <a:pt x="124770" y="10535"/>
                  </a:lnTo>
                  <a:lnTo>
                    <a:pt x="131103" y="11791"/>
                  </a:lnTo>
                  <a:lnTo>
                    <a:pt x="132332" y="12081"/>
                  </a:lnTo>
                  <a:lnTo>
                    <a:pt x="133844" y="12371"/>
                  </a:lnTo>
                  <a:lnTo>
                    <a:pt x="136018" y="12758"/>
                  </a:lnTo>
                  <a:lnTo>
                    <a:pt x="146321" y="14691"/>
                  </a:lnTo>
                  <a:lnTo>
                    <a:pt x="150007" y="15078"/>
                  </a:lnTo>
                  <a:lnTo>
                    <a:pt x="151614" y="15174"/>
                  </a:lnTo>
                  <a:lnTo>
                    <a:pt x="155679" y="15464"/>
                  </a:lnTo>
                  <a:lnTo>
                    <a:pt x="161256" y="15851"/>
                  </a:lnTo>
                  <a:lnTo>
                    <a:pt x="167022" y="16238"/>
                  </a:lnTo>
                  <a:lnTo>
                    <a:pt x="169763" y="16528"/>
                  </a:lnTo>
                  <a:lnTo>
                    <a:pt x="178175" y="17107"/>
                  </a:lnTo>
                  <a:lnTo>
                    <a:pt x="179121" y="29286"/>
                  </a:lnTo>
                  <a:lnTo>
                    <a:pt x="179404" y="32186"/>
                  </a:lnTo>
                  <a:lnTo>
                    <a:pt x="180160" y="41851"/>
                  </a:lnTo>
                  <a:lnTo>
                    <a:pt x="181011" y="51903"/>
                  </a:lnTo>
                  <a:lnTo>
                    <a:pt x="181106" y="53256"/>
                  </a:lnTo>
                  <a:lnTo>
                    <a:pt x="181862" y="60699"/>
                  </a:lnTo>
                  <a:lnTo>
                    <a:pt x="182618" y="68818"/>
                  </a:lnTo>
                  <a:lnTo>
                    <a:pt x="183374" y="78000"/>
                  </a:lnTo>
                  <a:lnTo>
                    <a:pt x="184036" y="86602"/>
                  </a:lnTo>
                  <a:lnTo>
                    <a:pt x="185170" y="102841"/>
                  </a:lnTo>
                  <a:lnTo>
                    <a:pt x="184603" y="102937"/>
                  </a:lnTo>
                  <a:lnTo>
                    <a:pt x="184036" y="103130"/>
                  </a:lnTo>
                  <a:lnTo>
                    <a:pt x="183563" y="103324"/>
                  </a:lnTo>
                  <a:lnTo>
                    <a:pt x="182996" y="103614"/>
                  </a:lnTo>
                  <a:lnTo>
                    <a:pt x="182523" y="104000"/>
                  </a:lnTo>
                  <a:lnTo>
                    <a:pt x="182145" y="104387"/>
                  </a:lnTo>
                  <a:lnTo>
                    <a:pt x="181767" y="104774"/>
                  </a:lnTo>
                  <a:lnTo>
                    <a:pt x="181484" y="105354"/>
                  </a:lnTo>
                  <a:lnTo>
                    <a:pt x="181200" y="105837"/>
                  </a:lnTo>
                  <a:lnTo>
                    <a:pt x="181011" y="106417"/>
                  </a:lnTo>
                  <a:lnTo>
                    <a:pt x="180917" y="106900"/>
                  </a:lnTo>
                  <a:lnTo>
                    <a:pt x="180822" y="107480"/>
                  </a:lnTo>
                  <a:lnTo>
                    <a:pt x="180822" y="108060"/>
                  </a:lnTo>
                  <a:lnTo>
                    <a:pt x="180917" y="108640"/>
                  </a:lnTo>
                  <a:lnTo>
                    <a:pt x="181106" y="109220"/>
                  </a:lnTo>
                  <a:lnTo>
                    <a:pt x="181295" y="109800"/>
                  </a:lnTo>
                  <a:lnTo>
                    <a:pt x="181578" y="110283"/>
                  </a:lnTo>
                  <a:lnTo>
                    <a:pt x="181862" y="110766"/>
                  </a:lnTo>
                  <a:lnTo>
                    <a:pt x="182240" y="111250"/>
                  </a:lnTo>
                  <a:lnTo>
                    <a:pt x="182618" y="111539"/>
                  </a:lnTo>
                  <a:lnTo>
                    <a:pt x="180444" y="114439"/>
                  </a:lnTo>
                  <a:lnTo>
                    <a:pt x="180349" y="114632"/>
                  </a:lnTo>
                  <a:lnTo>
                    <a:pt x="179215" y="116179"/>
                  </a:lnTo>
                  <a:lnTo>
                    <a:pt x="178742" y="116759"/>
                  </a:lnTo>
                  <a:lnTo>
                    <a:pt x="175434" y="120818"/>
                  </a:lnTo>
                  <a:lnTo>
                    <a:pt x="175245" y="121012"/>
                  </a:lnTo>
                  <a:lnTo>
                    <a:pt x="172504" y="124395"/>
                  </a:lnTo>
                  <a:lnTo>
                    <a:pt x="170992" y="126424"/>
                  </a:lnTo>
                  <a:lnTo>
                    <a:pt x="170519" y="127101"/>
                  </a:lnTo>
                  <a:lnTo>
                    <a:pt x="169763" y="127971"/>
                  </a:lnTo>
                  <a:lnTo>
                    <a:pt x="168629" y="129421"/>
                  </a:lnTo>
                  <a:lnTo>
                    <a:pt x="165982" y="132610"/>
                  </a:lnTo>
                  <a:lnTo>
                    <a:pt x="163430" y="135800"/>
                  </a:lnTo>
                  <a:lnTo>
                    <a:pt x="160405" y="139569"/>
                  </a:lnTo>
                  <a:lnTo>
                    <a:pt x="150953" y="151265"/>
                  </a:lnTo>
                  <a:lnTo>
                    <a:pt x="146983" y="156097"/>
                  </a:lnTo>
                  <a:lnTo>
                    <a:pt x="139704" y="165570"/>
                  </a:lnTo>
                  <a:lnTo>
                    <a:pt x="131765" y="175235"/>
                  </a:lnTo>
                  <a:lnTo>
                    <a:pt x="123919" y="184997"/>
                  </a:lnTo>
                  <a:lnTo>
                    <a:pt x="116452" y="194083"/>
                  </a:lnTo>
                  <a:lnTo>
                    <a:pt x="116074" y="194566"/>
                  </a:lnTo>
                  <a:lnTo>
                    <a:pt x="108512" y="203845"/>
                  </a:lnTo>
                  <a:lnTo>
                    <a:pt x="105676" y="201429"/>
                  </a:lnTo>
                  <a:lnTo>
                    <a:pt x="98492" y="195436"/>
                  </a:lnTo>
                  <a:lnTo>
                    <a:pt x="86583" y="185577"/>
                  </a:lnTo>
                  <a:lnTo>
                    <a:pt x="84314" y="183548"/>
                  </a:lnTo>
                  <a:lnTo>
                    <a:pt x="82707" y="182291"/>
                  </a:lnTo>
                  <a:lnTo>
                    <a:pt x="80533" y="180455"/>
                  </a:lnTo>
                  <a:lnTo>
                    <a:pt x="79210" y="179295"/>
                  </a:lnTo>
                  <a:lnTo>
                    <a:pt x="78359" y="178618"/>
                  </a:lnTo>
                  <a:lnTo>
                    <a:pt x="77603" y="178038"/>
                  </a:lnTo>
                  <a:lnTo>
                    <a:pt x="77319" y="177748"/>
                  </a:lnTo>
                  <a:lnTo>
                    <a:pt x="68056" y="170016"/>
                  </a:lnTo>
                  <a:lnTo>
                    <a:pt x="67583" y="169629"/>
                  </a:lnTo>
                  <a:lnTo>
                    <a:pt x="67300" y="169823"/>
                  </a:lnTo>
                  <a:lnTo>
                    <a:pt x="67111" y="169919"/>
                  </a:lnTo>
                  <a:lnTo>
                    <a:pt x="66827" y="169919"/>
                  </a:lnTo>
                  <a:lnTo>
                    <a:pt x="66544" y="169919"/>
                  </a:lnTo>
                  <a:lnTo>
                    <a:pt x="66260" y="169919"/>
                  </a:lnTo>
                  <a:lnTo>
                    <a:pt x="65977" y="169823"/>
                  </a:lnTo>
                  <a:lnTo>
                    <a:pt x="65693" y="169726"/>
                  </a:lnTo>
                  <a:lnTo>
                    <a:pt x="65504" y="169533"/>
                  </a:lnTo>
                  <a:lnTo>
                    <a:pt x="65315" y="169339"/>
                  </a:lnTo>
                  <a:lnTo>
                    <a:pt x="65126" y="169049"/>
                  </a:lnTo>
                  <a:lnTo>
                    <a:pt x="65031" y="168856"/>
                  </a:lnTo>
                  <a:lnTo>
                    <a:pt x="57564" y="169823"/>
                  </a:lnTo>
                  <a:lnTo>
                    <a:pt x="46221" y="171369"/>
                  </a:lnTo>
                  <a:lnTo>
                    <a:pt x="40739" y="172142"/>
                  </a:lnTo>
                  <a:lnTo>
                    <a:pt x="39888" y="172239"/>
                  </a:lnTo>
                  <a:lnTo>
                    <a:pt x="32894" y="173205"/>
                  </a:lnTo>
                  <a:lnTo>
                    <a:pt x="29018" y="173689"/>
                  </a:lnTo>
                  <a:lnTo>
                    <a:pt x="24575" y="174269"/>
                  </a:lnTo>
                  <a:lnTo>
                    <a:pt x="19566" y="175429"/>
                  </a:lnTo>
                  <a:lnTo>
                    <a:pt x="17959" y="175235"/>
                  </a:lnTo>
                  <a:lnTo>
                    <a:pt x="11248" y="176105"/>
                  </a:lnTo>
                  <a:lnTo>
                    <a:pt x="10681" y="176202"/>
                  </a:lnTo>
                  <a:lnTo>
                    <a:pt x="9074" y="176395"/>
                  </a:lnTo>
                  <a:lnTo>
                    <a:pt x="8223" y="176588"/>
                  </a:lnTo>
                  <a:lnTo>
                    <a:pt x="472" y="178135"/>
                  </a:lnTo>
                  <a:lnTo>
                    <a:pt x="0" y="178135"/>
                  </a:lnTo>
                  <a:lnTo>
                    <a:pt x="2457" y="170402"/>
                  </a:lnTo>
                  <a:lnTo>
                    <a:pt x="7750" y="154938"/>
                  </a:lnTo>
                  <a:lnTo>
                    <a:pt x="9168" y="150781"/>
                  </a:lnTo>
                  <a:lnTo>
                    <a:pt x="12193" y="141986"/>
                  </a:lnTo>
                  <a:lnTo>
                    <a:pt x="12949" y="139859"/>
                  </a:lnTo>
                  <a:lnTo>
                    <a:pt x="18148" y="124491"/>
                  </a:lnTo>
                  <a:lnTo>
                    <a:pt x="20227" y="117822"/>
                  </a:lnTo>
                  <a:lnTo>
                    <a:pt x="20984" y="115406"/>
                  </a:lnTo>
                  <a:lnTo>
                    <a:pt x="22401" y="110573"/>
                  </a:lnTo>
                  <a:lnTo>
                    <a:pt x="24481" y="102357"/>
                  </a:lnTo>
                  <a:lnTo>
                    <a:pt x="25332" y="95881"/>
                  </a:lnTo>
                  <a:lnTo>
                    <a:pt x="25615" y="94335"/>
                  </a:lnTo>
                  <a:lnTo>
                    <a:pt x="25993" y="92788"/>
                  </a:lnTo>
                  <a:lnTo>
                    <a:pt x="26560" y="90952"/>
                  </a:lnTo>
                  <a:lnTo>
                    <a:pt x="27600" y="88149"/>
                  </a:lnTo>
                  <a:lnTo>
                    <a:pt x="28829" y="84573"/>
                  </a:lnTo>
                  <a:lnTo>
                    <a:pt x="30530" y="78193"/>
                  </a:lnTo>
                  <a:lnTo>
                    <a:pt x="31570" y="74037"/>
                  </a:lnTo>
                  <a:lnTo>
                    <a:pt x="32799" y="68238"/>
                  </a:lnTo>
                  <a:lnTo>
                    <a:pt x="33272" y="66015"/>
                  </a:lnTo>
                  <a:lnTo>
                    <a:pt x="33839" y="64082"/>
                  </a:lnTo>
                  <a:lnTo>
                    <a:pt x="34689" y="62245"/>
                  </a:lnTo>
                  <a:lnTo>
                    <a:pt x="35729" y="60312"/>
                  </a:lnTo>
                  <a:lnTo>
                    <a:pt x="37809" y="57219"/>
                  </a:lnTo>
                  <a:lnTo>
                    <a:pt x="38187" y="56543"/>
                  </a:lnTo>
                  <a:lnTo>
                    <a:pt x="39983" y="54030"/>
                  </a:lnTo>
                  <a:lnTo>
                    <a:pt x="40266" y="53643"/>
                  </a:lnTo>
                  <a:lnTo>
                    <a:pt x="45560" y="46297"/>
                  </a:lnTo>
                  <a:lnTo>
                    <a:pt x="49908" y="40498"/>
                  </a:lnTo>
                  <a:lnTo>
                    <a:pt x="55106" y="33635"/>
                  </a:lnTo>
                  <a:lnTo>
                    <a:pt x="60872" y="21940"/>
                  </a:lnTo>
                  <a:lnTo>
                    <a:pt x="61439" y="20104"/>
                  </a:lnTo>
                  <a:lnTo>
                    <a:pt x="62007" y="18074"/>
                  </a:lnTo>
                  <a:lnTo>
                    <a:pt x="62290" y="17301"/>
                  </a:lnTo>
                  <a:lnTo>
                    <a:pt x="64181" y="13338"/>
                  </a:lnTo>
                  <a:lnTo>
                    <a:pt x="67111" y="7442"/>
                  </a:lnTo>
                  <a:lnTo>
                    <a:pt x="70514" y="0"/>
                  </a:lnTo>
                  <a:lnTo>
                    <a:pt x="74389" y="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665244" y="1508760"/>
              <a:ext cx="1533805" cy="854353"/>
            </a:xfrm>
            <a:custGeom>
              <a:avLst/>
              <a:pathLst>
                <a:path w="1533805" h="854353">
                  <a:moveTo>
                    <a:pt x="1533805" y="9878"/>
                  </a:moveTo>
                  <a:lnTo>
                    <a:pt x="1529552" y="17803"/>
                  </a:lnTo>
                  <a:lnTo>
                    <a:pt x="1528606" y="19640"/>
                  </a:lnTo>
                  <a:lnTo>
                    <a:pt x="1509418" y="37618"/>
                  </a:lnTo>
                  <a:lnTo>
                    <a:pt x="1486260" y="50956"/>
                  </a:lnTo>
                  <a:lnTo>
                    <a:pt x="1467166" y="60428"/>
                  </a:lnTo>
                  <a:lnTo>
                    <a:pt x="1440416" y="70287"/>
                  </a:lnTo>
                  <a:lnTo>
                    <a:pt x="1421701" y="86139"/>
                  </a:lnTo>
                  <a:lnTo>
                    <a:pt x="1409602" y="93484"/>
                  </a:lnTo>
                  <a:lnTo>
                    <a:pt x="1398921" y="94354"/>
                  </a:lnTo>
                  <a:lnTo>
                    <a:pt x="1381812" y="91455"/>
                  </a:lnTo>
                  <a:lnTo>
                    <a:pt x="1356669" y="93968"/>
                  </a:lnTo>
                  <a:lnTo>
                    <a:pt x="1337292" y="101120"/>
                  </a:lnTo>
                  <a:lnTo>
                    <a:pt x="1319143" y="108563"/>
                  </a:lnTo>
                  <a:lnTo>
                    <a:pt x="1295229" y="112235"/>
                  </a:lnTo>
                  <a:lnTo>
                    <a:pt x="1276041" y="115135"/>
                  </a:lnTo>
                  <a:lnTo>
                    <a:pt x="1256569" y="111462"/>
                  </a:lnTo>
                  <a:lnTo>
                    <a:pt x="1238610" y="109432"/>
                  </a:lnTo>
                  <a:lnTo>
                    <a:pt x="1235018" y="111559"/>
                  </a:lnTo>
                  <a:lnTo>
                    <a:pt x="1227834" y="115908"/>
                  </a:lnTo>
                  <a:lnTo>
                    <a:pt x="1231426" y="130600"/>
                  </a:lnTo>
                  <a:lnTo>
                    <a:pt x="1240217" y="147804"/>
                  </a:lnTo>
                  <a:lnTo>
                    <a:pt x="1241729" y="164526"/>
                  </a:lnTo>
                  <a:lnTo>
                    <a:pt x="1241729" y="186950"/>
                  </a:lnTo>
                  <a:lnTo>
                    <a:pt x="1241351" y="222036"/>
                  </a:lnTo>
                  <a:lnTo>
                    <a:pt x="1235396" y="239917"/>
                  </a:lnTo>
                  <a:lnTo>
                    <a:pt x="1228969" y="254608"/>
                  </a:lnTo>
                  <a:lnTo>
                    <a:pt x="1205149" y="298006"/>
                  </a:lnTo>
                  <a:lnTo>
                    <a:pt x="1200234" y="306899"/>
                  </a:lnTo>
                  <a:lnTo>
                    <a:pt x="1189836" y="321397"/>
                  </a:lnTo>
                  <a:lnTo>
                    <a:pt x="1185110" y="328066"/>
                  </a:lnTo>
                  <a:lnTo>
                    <a:pt x="1173200" y="341888"/>
                  </a:lnTo>
                  <a:lnTo>
                    <a:pt x="1167529" y="361509"/>
                  </a:lnTo>
                  <a:lnTo>
                    <a:pt x="1165071" y="378714"/>
                  </a:lnTo>
                  <a:lnTo>
                    <a:pt x="1153256" y="385189"/>
                  </a:lnTo>
                  <a:lnTo>
                    <a:pt x="1129908" y="388476"/>
                  </a:lnTo>
                  <a:lnTo>
                    <a:pt x="1117148" y="390699"/>
                  </a:lnTo>
                  <a:lnTo>
                    <a:pt x="1108263" y="397561"/>
                  </a:lnTo>
                  <a:lnTo>
                    <a:pt x="1090965" y="409063"/>
                  </a:lnTo>
                  <a:lnTo>
                    <a:pt x="1066862" y="423368"/>
                  </a:lnTo>
                  <a:lnTo>
                    <a:pt x="1055046" y="434580"/>
                  </a:lnTo>
                  <a:lnTo>
                    <a:pt x="1041908" y="449562"/>
                  </a:lnTo>
                  <a:lnTo>
                    <a:pt x="1031226" y="467636"/>
                  </a:lnTo>
                  <a:lnTo>
                    <a:pt x="1024137" y="471116"/>
                  </a:lnTo>
                  <a:lnTo>
                    <a:pt x="1023003" y="471696"/>
                  </a:lnTo>
                  <a:lnTo>
                    <a:pt x="1006556" y="477302"/>
                  </a:lnTo>
                  <a:lnTo>
                    <a:pt x="991621" y="484454"/>
                  </a:lnTo>
                  <a:lnTo>
                    <a:pt x="977632" y="494990"/>
                  </a:lnTo>
                  <a:lnTo>
                    <a:pt x="967612" y="505622"/>
                  </a:lnTo>
                  <a:lnTo>
                    <a:pt x="956270" y="520507"/>
                  </a:lnTo>
                  <a:lnTo>
                    <a:pt x="945305" y="532975"/>
                  </a:lnTo>
                  <a:lnTo>
                    <a:pt x="938877" y="540514"/>
                  </a:lnTo>
                  <a:lnTo>
                    <a:pt x="927724" y="553563"/>
                  </a:lnTo>
                  <a:lnTo>
                    <a:pt x="917326" y="572217"/>
                  </a:lnTo>
                  <a:lnTo>
                    <a:pt x="904849" y="594641"/>
                  </a:lnTo>
                  <a:lnTo>
                    <a:pt x="898705" y="604306"/>
                  </a:lnTo>
                  <a:lnTo>
                    <a:pt x="886890" y="618032"/>
                  </a:lnTo>
                  <a:lnTo>
                    <a:pt x="872806" y="637363"/>
                  </a:lnTo>
                  <a:lnTo>
                    <a:pt x="859100" y="656694"/>
                  </a:lnTo>
                  <a:lnTo>
                    <a:pt x="840290" y="672545"/>
                  </a:lnTo>
                  <a:lnTo>
                    <a:pt x="814958" y="682211"/>
                  </a:lnTo>
                  <a:lnTo>
                    <a:pt x="790004" y="690330"/>
                  </a:lnTo>
                  <a:lnTo>
                    <a:pt x="770532" y="702411"/>
                  </a:lnTo>
                  <a:lnTo>
                    <a:pt x="752856" y="712464"/>
                  </a:lnTo>
                  <a:lnTo>
                    <a:pt x="747657" y="716910"/>
                  </a:lnTo>
                  <a:lnTo>
                    <a:pt x="733384" y="729378"/>
                  </a:lnTo>
                  <a:lnTo>
                    <a:pt x="715047" y="750739"/>
                  </a:lnTo>
                  <a:lnTo>
                    <a:pt x="709092" y="758181"/>
                  </a:lnTo>
                  <a:lnTo>
                    <a:pt x="693496" y="763787"/>
                  </a:lnTo>
                  <a:lnTo>
                    <a:pt x="686690" y="763691"/>
                  </a:lnTo>
                  <a:lnTo>
                    <a:pt x="674686" y="760115"/>
                  </a:lnTo>
                  <a:lnTo>
                    <a:pt x="664761" y="755572"/>
                  </a:lnTo>
                  <a:lnTo>
                    <a:pt x="663910" y="755185"/>
                  </a:lnTo>
                  <a:lnTo>
                    <a:pt x="656443" y="752189"/>
                  </a:lnTo>
                  <a:lnTo>
                    <a:pt x="647841" y="752575"/>
                  </a:lnTo>
                  <a:lnTo>
                    <a:pt x="640752" y="753639"/>
                  </a:lnTo>
                  <a:lnTo>
                    <a:pt x="635459" y="754412"/>
                  </a:lnTo>
                  <a:lnTo>
                    <a:pt x="622320" y="754992"/>
                  </a:lnTo>
                  <a:lnTo>
                    <a:pt x="616460" y="755862"/>
                  </a:lnTo>
                  <a:lnTo>
                    <a:pt x="606629" y="763884"/>
                  </a:lnTo>
                  <a:lnTo>
                    <a:pt x="601619" y="767557"/>
                  </a:lnTo>
                  <a:lnTo>
                    <a:pt x="591411" y="777029"/>
                  </a:lnTo>
                  <a:lnTo>
                    <a:pt x="574775" y="790368"/>
                  </a:lnTo>
                  <a:lnTo>
                    <a:pt x="563243" y="794330"/>
                  </a:lnTo>
                  <a:lnTo>
                    <a:pt x="552467" y="794427"/>
                  </a:lnTo>
                  <a:lnTo>
                    <a:pt x="534130" y="794814"/>
                  </a:lnTo>
                  <a:lnTo>
                    <a:pt x="516454" y="794234"/>
                  </a:lnTo>
                  <a:lnTo>
                    <a:pt x="505111" y="793267"/>
                  </a:lnTo>
                  <a:lnTo>
                    <a:pt x="494241" y="789691"/>
                  </a:lnTo>
                  <a:lnTo>
                    <a:pt x="484694" y="788144"/>
                  </a:lnTo>
                  <a:lnTo>
                    <a:pt x="479968" y="790271"/>
                  </a:lnTo>
                  <a:lnTo>
                    <a:pt x="467586" y="796843"/>
                  </a:lnTo>
                  <a:lnTo>
                    <a:pt x="457944" y="800516"/>
                  </a:lnTo>
                  <a:lnTo>
                    <a:pt x="443104" y="803319"/>
                  </a:lnTo>
                  <a:lnTo>
                    <a:pt x="433747" y="806219"/>
                  </a:lnTo>
                  <a:lnTo>
                    <a:pt x="418717" y="815305"/>
                  </a:lnTo>
                  <a:lnTo>
                    <a:pt x="412573" y="822264"/>
                  </a:lnTo>
                  <a:lnTo>
                    <a:pt x="409360" y="825550"/>
                  </a:lnTo>
                  <a:lnTo>
                    <a:pt x="404066" y="831059"/>
                  </a:lnTo>
                  <a:lnTo>
                    <a:pt x="396032" y="836665"/>
                  </a:lnTo>
                  <a:lnTo>
                    <a:pt x="389037" y="841981"/>
                  </a:lnTo>
                  <a:lnTo>
                    <a:pt x="378640" y="846621"/>
                  </a:lnTo>
                  <a:lnTo>
                    <a:pt x="370227" y="848071"/>
                  </a:lnTo>
                  <a:lnTo>
                    <a:pt x="361720" y="847877"/>
                  </a:lnTo>
                  <a:lnTo>
                    <a:pt x="355293" y="848747"/>
                  </a:lnTo>
                  <a:lnTo>
                    <a:pt x="350661" y="850680"/>
                  </a:lnTo>
                  <a:lnTo>
                    <a:pt x="345179" y="853193"/>
                  </a:lnTo>
                  <a:lnTo>
                    <a:pt x="339791" y="854160"/>
                  </a:lnTo>
                  <a:lnTo>
                    <a:pt x="338940" y="854353"/>
                  </a:lnTo>
                  <a:lnTo>
                    <a:pt x="330622" y="853483"/>
                  </a:lnTo>
                  <a:lnTo>
                    <a:pt x="330149" y="853290"/>
                  </a:lnTo>
                  <a:lnTo>
                    <a:pt x="328543" y="850777"/>
                  </a:lnTo>
                  <a:lnTo>
                    <a:pt x="327125" y="848264"/>
                  </a:lnTo>
                  <a:lnTo>
                    <a:pt x="326368" y="847007"/>
                  </a:lnTo>
                  <a:lnTo>
                    <a:pt x="326274" y="846428"/>
                  </a:lnTo>
                  <a:lnTo>
                    <a:pt x="325329" y="844494"/>
                  </a:lnTo>
                  <a:lnTo>
                    <a:pt x="324383" y="843721"/>
                  </a:lnTo>
                  <a:lnTo>
                    <a:pt x="322777" y="843335"/>
                  </a:lnTo>
                  <a:lnTo>
                    <a:pt x="322209" y="842948"/>
                  </a:lnTo>
                  <a:lnTo>
                    <a:pt x="320319" y="843335"/>
                  </a:lnTo>
                  <a:lnTo>
                    <a:pt x="319846" y="842271"/>
                  </a:lnTo>
                  <a:lnTo>
                    <a:pt x="318996" y="841208"/>
                  </a:lnTo>
                  <a:lnTo>
                    <a:pt x="318334" y="840532"/>
                  </a:lnTo>
                  <a:lnTo>
                    <a:pt x="317672" y="840242"/>
                  </a:lnTo>
                  <a:lnTo>
                    <a:pt x="316916" y="839952"/>
                  </a:lnTo>
                  <a:lnTo>
                    <a:pt x="317011" y="839082"/>
                  </a:lnTo>
                  <a:lnTo>
                    <a:pt x="316727" y="838019"/>
                  </a:lnTo>
                  <a:lnTo>
                    <a:pt x="316727" y="836762"/>
                  </a:lnTo>
                  <a:lnTo>
                    <a:pt x="316916" y="835699"/>
                  </a:lnTo>
                  <a:lnTo>
                    <a:pt x="317389" y="834636"/>
                  </a:lnTo>
                  <a:lnTo>
                    <a:pt x="318334" y="833959"/>
                  </a:lnTo>
                  <a:lnTo>
                    <a:pt x="319657" y="833282"/>
                  </a:lnTo>
                  <a:lnTo>
                    <a:pt x="320508" y="832799"/>
                  </a:lnTo>
                  <a:lnTo>
                    <a:pt x="320508" y="832219"/>
                  </a:lnTo>
                  <a:lnTo>
                    <a:pt x="319846" y="831446"/>
                  </a:lnTo>
                  <a:lnTo>
                    <a:pt x="319941" y="830673"/>
                  </a:lnTo>
                  <a:lnTo>
                    <a:pt x="318050" y="828933"/>
                  </a:lnTo>
                  <a:lnTo>
                    <a:pt x="316349" y="829996"/>
                  </a:lnTo>
                  <a:lnTo>
                    <a:pt x="313324" y="827096"/>
                  </a:lnTo>
                  <a:lnTo>
                    <a:pt x="312285" y="828450"/>
                  </a:lnTo>
                  <a:lnTo>
                    <a:pt x="310489" y="830286"/>
                  </a:lnTo>
                  <a:lnTo>
                    <a:pt x="307369" y="832702"/>
                  </a:lnTo>
                  <a:lnTo>
                    <a:pt x="304250" y="834442"/>
                  </a:lnTo>
                  <a:lnTo>
                    <a:pt x="301698" y="829126"/>
                  </a:lnTo>
                  <a:lnTo>
                    <a:pt x="303777" y="827966"/>
                  </a:lnTo>
                  <a:lnTo>
                    <a:pt x="257745" y="756732"/>
                  </a:lnTo>
                  <a:lnTo>
                    <a:pt x="256516" y="754315"/>
                  </a:lnTo>
                  <a:lnTo>
                    <a:pt x="256232" y="753445"/>
                  </a:lnTo>
                  <a:lnTo>
                    <a:pt x="256611" y="752382"/>
                  </a:lnTo>
                  <a:lnTo>
                    <a:pt x="255949" y="751899"/>
                  </a:lnTo>
                  <a:lnTo>
                    <a:pt x="253208" y="750449"/>
                  </a:lnTo>
                  <a:lnTo>
                    <a:pt x="251223" y="749289"/>
                  </a:lnTo>
                  <a:lnTo>
                    <a:pt x="255004" y="741170"/>
                  </a:lnTo>
                  <a:lnTo>
                    <a:pt x="254058" y="740687"/>
                  </a:lnTo>
                  <a:lnTo>
                    <a:pt x="252357" y="739720"/>
                  </a:lnTo>
                  <a:lnTo>
                    <a:pt x="248009" y="736821"/>
                  </a:lnTo>
                  <a:lnTo>
                    <a:pt x="234965" y="712077"/>
                  </a:lnTo>
                  <a:lnTo>
                    <a:pt x="222393" y="704634"/>
                  </a:lnTo>
                  <a:lnTo>
                    <a:pt x="220786" y="703571"/>
                  </a:lnTo>
                  <a:lnTo>
                    <a:pt x="219747" y="704634"/>
                  </a:lnTo>
                  <a:lnTo>
                    <a:pt x="216438" y="707921"/>
                  </a:lnTo>
                  <a:lnTo>
                    <a:pt x="214548" y="710724"/>
                  </a:lnTo>
                  <a:lnTo>
                    <a:pt x="213319" y="712657"/>
                  </a:lnTo>
                  <a:lnTo>
                    <a:pt x="212468" y="714010"/>
                  </a:lnTo>
                  <a:lnTo>
                    <a:pt x="210956" y="716620"/>
                  </a:lnTo>
                  <a:lnTo>
                    <a:pt x="209538" y="722516"/>
                  </a:lnTo>
                  <a:lnTo>
                    <a:pt x="208215" y="729668"/>
                  </a:lnTo>
                  <a:lnTo>
                    <a:pt x="199613" y="725319"/>
                  </a:lnTo>
                  <a:lnTo>
                    <a:pt x="198101" y="728122"/>
                  </a:lnTo>
                  <a:lnTo>
                    <a:pt x="197345" y="729088"/>
                  </a:lnTo>
                  <a:lnTo>
                    <a:pt x="193564" y="727348"/>
                  </a:lnTo>
                  <a:lnTo>
                    <a:pt x="191012" y="731795"/>
                  </a:lnTo>
                  <a:lnTo>
                    <a:pt x="188459" y="736241"/>
                  </a:lnTo>
                  <a:lnTo>
                    <a:pt x="180614" y="732085"/>
                  </a:lnTo>
                  <a:lnTo>
                    <a:pt x="164262" y="722999"/>
                  </a:lnTo>
                  <a:lnTo>
                    <a:pt x="163127" y="722322"/>
                  </a:lnTo>
                  <a:lnTo>
                    <a:pt x="172958" y="704634"/>
                  </a:lnTo>
                  <a:lnTo>
                    <a:pt x="177778" y="695742"/>
                  </a:lnTo>
                  <a:lnTo>
                    <a:pt x="174754" y="691393"/>
                  </a:lnTo>
                  <a:lnTo>
                    <a:pt x="164545" y="676411"/>
                  </a:lnTo>
                  <a:lnTo>
                    <a:pt x="163978" y="675541"/>
                  </a:lnTo>
                  <a:lnTo>
                    <a:pt x="159724" y="670129"/>
                  </a:lnTo>
                  <a:lnTo>
                    <a:pt x="157645" y="667326"/>
                  </a:lnTo>
                  <a:lnTo>
                    <a:pt x="156983" y="666649"/>
                  </a:lnTo>
                  <a:lnTo>
                    <a:pt x="156322" y="665876"/>
                  </a:lnTo>
                  <a:lnTo>
                    <a:pt x="155849" y="665296"/>
                  </a:lnTo>
                  <a:lnTo>
                    <a:pt x="151312" y="659593"/>
                  </a:lnTo>
                  <a:lnTo>
                    <a:pt x="150367" y="658530"/>
                  </a:lnTo>
                  <a:lnTo>
                    <a:pt x="149421" y="657370"/>
                  </a:lnTo>
                  <a:lnTo>
                    <a:pt x="148665" y="656210"/>
                  </a:lnTo>
                  <a:lnTo>
                    <a:pt x="148571" y="656017"/>
                  </a:lnTo>
                  <a:lnTo>
                    <a:pt x="148004" y="654857"/>
                  </a:lnTo>
                  <a:lnTo>
                    <a:pt x="147815" y="653794"/>
                  </a:lnTo>
                  <a:lnTo>
                    <a:pt x="146869" y="652344"/>
                  </a:lnTo>
                  <a:lnTo>
                    <a:pt x="146302" y="651764"/>
                  </a:lnTo>
                  <a:lnTo>
                    <a:pt x="146397" y="651571"/>
                  </a:lnTo>
                  <a:lnTo>
                    <a:pt x="145073" y="650218"/>
                  </a:lnTo>
                  <a:lnTo>
                    <a:pt x="142427" y="647415"/>
                  </a:lnTo>
                  <a:lnTo>
                    <a:pt x="139024" y="644805"/>
                  </a:lnTo>
                  <a:lnTo>
                    <a:pt x="134203" y="643452"/>
                  </a:lnTo>
                  <a:lnTo>
                    <a:pt x="126169" y="638812"/>
                  </a:lnTo>
                  <a:lnTo>
                    <a:pt x="122955" y="640069"/>
                  </a:lnTo>
                  <a:lnTo>
                    <a:pt x="118134" y="646931"/>
                  </a:lnTo>
                  <a:lnTo>
                    <a:pt x="113030" y="652344"/>
                  </a:lnTo>
                  <a:lnTo>
                    <a:pt x="108588" y="658530"/>
                  </a:lnTo>
                  <a:lnTo>
                    <a:pt x="108493" y="658723"/>
                  </a:lnTo>
                  <a:lnTo>
                    <a:pt x="105279" y="656404"/>
                  </a:lnTo>
                  <a:lnTo>
                    <a:pt x="104239" y="649348"/>
                  </a:lnTo>
                  <a:lnTo>
                    <a:pt x="101876" y="638522"/>
                  </a:lnTo>
                  <a:lnTo>
                    <a:pt x="103200" y="635816"/>
                  </a:lnTo>
                  <a:lnTo>
                    <a:pt x="103294" y="631757"/>
                  </a:lnTo>
                  <a:lnTo>
                    <a:pt x="99608" y="628180"/>
                  </a:lnTo>
                  <a:lnTo>
                    <a:pt x="92046" y="622478"/>
                  </a:lnTo>
                  <a:lnTo>
                    <a:pt x="81648" y="614649"/>
                  </a:lnTo>
                  <a:lnTo>
                    <a:pt x="92046" y="597734"/>
                  </a:lnTo>
                  <a:lnTo>
                    <a:pt x="97623" y="588648"/>
                  </a:lnTo>
                  <a:lnTo>
                    <a:pt x="98379" y="587778"/>
                  </a:lnTo>
                  <a:lnTo>
                    <a:pt x="99324" y="587875"/>
                  </a:lnTo>
                  <a:lnTo>
                    <a:pt x="105090" y="582462"/>
                  </a:lnTo>
                  <a:lnTo>
                    <a:pt x="127776" y="561875"/>
                  </a:lnTo>
                  <a:lnTo>
                    <a:pt x="122293" y="556559"/>
                  </a:lnTo>
                  <a:lnTo>
                    <a:pt x="124089" y="552693"/>
                  </a:lnTo>
                  <a:lnTo>
                    <a:pt x="125507" y="549793"/>
                  </a:lnTo>
                  <a:lnTo>
                    <a:pt x="127492" y="545540"/>
                  </a:lnTo>
                  <a:lnTo>
                    <a:pt x="126641" y="543704"/>
                  </a:lnTo>
                  <a:lnTo>
                    <a:pt x="126452" y="542254"/>
                  </a:lnTo>
                  <a:lnTo>
                    <a:pt x="126641" y="540128"/>
                  </a:lnTo>
                  <a:lnTo>
                    <a:pt x="127209" y="536165"/>
                  </a:lnTo>
                  <a:lnTo>
                    <a:pt x="126074" y="531429"/>
                  </a:lnTo>
                  <a:lnTo>
                    <a:pt x="126074" y="530655"/>
                  </a:lnTo>
                  <a:lnTo>
                    <a:pt x="126169" y="529882"/>
                  </a:lnTo>
                  <a:lnTo>
                    <a:pt x="126263" y="528529"/>
                  </a:lnTo>
                  <a:lnTo>
                    <a:pt x="127303" y="525919"/>
                  </a:lnTo>
                  <a:lnTo>
                    <a:pt x="129477" y="523696"/>
                  </a:lnTo>
                  <a:lnTo>
                    <a:pt x="129761" y="522536"/>
                  </a:lnTo>
                  <a:lnTo>
                    <a:pt x="130139" y="520990"/>
                  </a:lnTo>
                  <a:lnTo>
                    <a:pt x="131368" y="518767"/>
                  </a:lnTo>
                  <a:lnTo>
                    <a:pt x="133731" y="516834"/>
                  </a:lnTo>
                  <a:lnTo>
                    <a:pt x="134392" y="515287"/>
                  </a:lnTo>
                  <a:lnTo>
                    <a:pt x="134014" y="512871"/>
                  </a:lnTo>
                  <a:lnTo>
                    <a:pt x="133731" y="511614"/>
                  </a:lnTo>
                  <a:lnTo>
                    <a:pt x="133920" y="510261"/>
                  </a:lnTo>
                  <a:lnTo>
                    <a:pt x="134203" y="509488"/>
                  </a:lnTo>
                  <a:lnTo>
                    <a:pt x="112747" y="508038"/>
                  </a:lnTo>
                  <a:lnTo>
                    <a:pt x="108398" y="513741"/>
                  </a:lnTo>
                  <a:lnTo>
                    <a:pt x="82877" y="502432"/>
                  </a:lnTo>
                  <a:lnTo>
                    <a:pt x="80514" y="501562"/>
                  </a:lnTo>
                  <a:lnTo>
                    <a:pt x="80609" y="496729"/>
                  </a:lnTo>
                  <a:lnTo>
                    <a:pt x="78246" y="495086"/>
                  </a:lnTo>
                  <a:lnTo>
                    <a:pt x="77962" y="493830"/>
                  </a:lnTo>
                  <a:lnTo>
                    <a:pt x="76639" y="491607"/>
                  </a:lnTo>
                  <a:lnTo>
                    <a:pt x="75504" y="490060"/>
                  </a:lnTo>
                  <a:lnTo>
                    <a:pt x="69739" y="488127"/>
                  </a:lnTo>
                  <a:lnTo>
                    <a:pt x="67470" y="486677"/>
                  </a:lnTo>
                  <a:lnTo>
                    <a:pt x="65296" y="483874"/>
                  </a:lnTo>
                  <a:lnTo>
                    <a:pt x="62649" y="481071"/>
                  </a:lnTo>
                  <a:lnTo>
                    <a:pt x="60759" y="474595"/>
                  </a:lnTo>
                  <a:lnTo>
                    <a:pt x="60475" y="472469"/>
                  </a:lnTo>
                  <a:lnTo>
                    <a:pt x="58490" y="471889"/>
                  </a:lnTo>
                  <a:lnTo>
                    <a:pt x="55749" y="468119"/>
                  </a:lnTo>
                  <a:lnTo>
                    <a:pt x="54048" y="464737"/>
                  </a:lnTo>
                  <a:lnTo>
                    <a:pt x="54237" y="458937"/>
                  </a:lnTo>
                  <a:lnTo>
                    <a:pt x="57451" y="454298"/>
                  </a:lnTo>
                  <a:lnTo>
                    <a:pt x="60570" y="451495"/>
                  </a:lnTo>
                  <a:lnTo>
                    <a:pt x="62460" y="448112"/>
                  </a:lnTo>
                  <a:lnTo>
                    <a:pt x="63216" y="445309"/>
                  </a:lnTo>
                  <a:lnTo>
                    <a:pt x="62177" y="441056"/>
                  </a:lnTo>
                  <a:lnTo>
                    <a:pt x="60948" y="436127"/>
                  </a:lnTo>
                  <a:lnTo>
                    <a:pt x="65107" y="429264"/>
                  </a:lnTo>
                  <a:lnTo>
                    <a:pt x="69171" y="420855"/>
                  </a:lnTo>
                  <a:lnTo>
                    <a:pt x="69171" y="398334"/>
                  </a:lnTo>
                  <a:lnTo>
                    <a:pt x="65958" y="392632"/>
                  </a:lnTo>
                  <a:lnTo>
                    <a:pt x="65674" y="372624"/>
                  </a:lnTo>
                  <a:lnTo>
                    <a:pt x="65296" y="372334"/>
                  </a:lnTo>
                  <a:lnTo>
                    <a:pt x="54520" y="365858"/>
                  </a:lnTo>
                  <a:lnTo>
                    <a:pt x="54804" y="365375"/>
                  </a:lnTo>
                  <a:lnTo>
                    <a:pt x="62271" y="351553"/>
                  </a:lnTo>
                  <a:lnTo>
                    <a:pt x="60948" y="350587"/>
                  </a:lnTo>
                  <a:lnTo>
                    <a:pt x="60759" y="348750"/>
                  </a:lnTo>
                  <a:lnTo>
                    <a:pt x="60759" y="347494"/>
                  </a:lnTo>
                  <a:lnTo>
                    <a:pt x="54331" y="344111"/>
                  </a:lnTo>
                  <a:lnTo>
                    <a:pt x="52157" y="350007"/>
                  </a:lnTo>
                  <a:lnTo>
                    <a:pt x="44312" y="344401"/>
                  </a:lnTo>
                  <a:lnTo>
                    <a:pt x="38735" y="348170"/>
                  </a:lnTo>
                  <a:lnTo>
                    <a:pt x="26258" y="334639"/>
                  </a:lnTo>
                  <a:lnTo>
                    <a:pt x="24084" y="336572"/>
                  </a:lnTo>
                  <a:lnTo>
                    <a:pt x="18413" y="333189"/>
                  </a:lnTo>
                  <a:lnTo>
                    <a:pt x="10945" y="333866"/>
                  </a:lnTo>
                  <a:lnTo>
                    <a:pt x="8393" y="332609"/>
                  </a:lnTo>
                  <a:lnTo>
                    <a:pt x="0" y="3266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3822146" y="2950970"/>
              <a:ext cx="757960" cy="505989"/>
            </a:xfrm>
            <a:custGeom>
              <a:avLst/>
              <a:pathLst>
                <a:path w="757960" h="505989">
                  <a:moveTo>
                    <a:pt x="753726" y="451089"/>
                  </a:moveTo>
                  <a:lnTo>
                    <a:pt x="726503" y="459788"/>
                  </a:lnTo>
                  <a:lnTo>
                    <a:pt x="723762" y="460271"/>
                  </a:lnTo>
                  <a:lnTo>
                    <a:pt x="710340" y="462494"/>
                  </a:lnTo>
                  <a:lnTo>
                    <a:pt x="676122" y="474673"/>
                  </a:lnTo>
                  <a:lnTo>
                    <a:pt x="646064" y="480762"/>
                  </a:lnTo>
                  <a:lnTo>
                    <a:pt x="591241" y="486851"/>
                  </a:lnTo>
                  <a:lnTo>
                    <a:pt x="581599" y="488688"/>
                  </a:lnTo>
                  <a:lnTo>
                    <a:pt x="568555" y="491104"/>
                  </a:lnTo>
                  <a:lnTo>
                    <a:pt x="566570" y="491587"/>
                  </a:lnTo>
                  <a:lnTo>
                    <a:pt x="543601" y="496903"/>
                  </a:lnTo>
                  <a:lnTo>
                    <a:pt x="515055" y="505989"/>
                  </a:lnTo>
                  <a:lnTo>
                    <a:pt x="514866" y="487238"/>
                  </a:lnTo>
                  <a:lnTo>
                    <a:pt x="511085" y="470613"/>
                  </a:lnTo>
                  <a:lnTo>
                    <a:pt x="505887" y="457565"/>
                  </a:lnTo>
                  <a:lnTo>
                    <a:pt x="505225" y="426538"/>
                  </a:lnTo>
                  <a:lnTo>
                    <a:pt x="501728" y="400345"/>
                  </a:lnTo>
                  <a:lnTo>
                    <a:pt x="501444" y="389423"/>
                  </a:lnTo>
                  <a:lnTo>
                    <a:pt x="498986" y="370672"/>
                  </a:lnTo>
                  <a:lnTo>
                    <a:pt x="491425" y="350954"/>
                  </a:lnTo>
                  <a:lnTo>
                    <a:pt x="480365" y="338582"/>
                  </a:lnTo>
                  <a:lnTo>
                    <a:pt x="466849" y="327660"/>
                  </a:lnTo>
                  <a:lnTo>
                    <a:pt x="454466" y="319541"/>
                  </a:lnTo>
                  <a:lnTo>
                    <a:pt x="442745" y="314902"/>
                  </a:lnTo>
                  <a:lnTo>
                    <a:pt x="430268" y="314902"/>
                  </a:lnTo>
                  <a:lnTo>
                    <a:pt x="410229" y="311326"/>
                  </a:lnTo>
                  <a:lnTo>
                    <a:pt x="403329" y="310939"/>
                  </a:lnTo>
                  <a:lnTo>
                    <a:pt x="392648" y="310359"/>
                  </a:lnTo>
                  <a:lnTo>
                    <a:pt x="377808" y="310359"/>
                  </a:lnTo>
                  <a:lnTo>
                    <a:pt x="365047" y="310649"/>
                  </a:lnTo>
                  <a:lnTo>
                    <a:pt x="345670" y="294798"/>
                  </a:lnTo>
                  <a:lnTo>
                    <a:pt x="334233" y="282812"/>
                  </a:lnTo>
                  <a:lnTo>
                    <a:pt x="321472" y="269377"/>
                  </a:lnTo>
                  <a:lnTo>
                    <a:pt x="320527" y="269184"/>
                  </a:lnTo>
                  <a:lnTo>
                    <a:pt x="304269" y="266478"/>
                  </a:lnTo>
                  <a:lnTo>
                    <a:pt x="290374" y="271504"/>
                  </a:lnTo>
                  <a:lnTo>
                    <a:pt x="270335" y="282426"/>
                  </a:lnTo>
                  <a:lnTo>
                    <a:pt x="254833" y="293348"/>
                  </a:lnTo>
                  <a:lnTo>
                    <a:pt x="241411" y="302143"/>
                  </a:lnTo>
                  <a:lnTo>
                    <a:pt x="226855" y="304270"/>
                  </a:lnTo>
                  <a:lnTo>
                    <a:pt x="214094" y="301177"/>
                  </a:lnTo>
                  <a:lnTo>
                    <a:pt x="193488" y="294121"/>
                  </a:lnTo>
                  <a:lnTo>
                    <a:pt x="172504" y="292574"/>
                  </a:lnTo>
                  <a:lnTo>
                    <a:pt x="166171" y="292188"/>
                  </a:lnTo>
                  <a:lnTo>
                    <a:pt x="156624" y="289868"/>
                  </a:lnTo>
                  <a:lnTo>
                    <a:pt x="151520" y="286679"/>
                  </a:lnTo>
                  <a:lnTo>
                    <a:pt x="146321" y="281073"/>
                  </a:lnTo>
                  <a:lnTo>
                    <a:pt x="138570" y="274693"/>
                  </a:lnTo>
                  <a:lnTo>
                    <a:pt x="130158" y="269377"/>
                  </a:lnTo>
                  <a:lnTo>
                    <a:pt x="105960" y="260388"/>
                  </a:lnTo>
                  <a:lnTo>
                    <a:pt x="92254" y="254686"/>
                  </a:lnTo>
                  <a:lnTo>
                    <a:pt x="90458" y="254106"/>
                  </a:lnTo>
                  <a:lnTo>
                    <a:pt x="80628" y="250723"/>
                  </a:lnTo>
                  <a:lnTo>
                    <a:pt x="57469" y="242894"/>
                  </a:lnTo>
                  <a:lnTo>
                    <a:pt x="53972" y="240671"/>
                  </a:lnTo>
                  <a:lnTo>
                    <a:pt x="51136" y="235451"/>
                  </a:lnTo>
                  <a:lnTo>
                    <a:pt x="50380" y="235548"/>
                  </a:lnTo>
                  <a:lnTo>
                    <a:pt x="46788" y="234678"/>
                  </a:lnTo>
                  <a:lnTo>
                    <a:pt x="46505" y="234581"/>
                  </a:lnTo>
                  <a:lnTo>
                    <a:pt x="35540" y="239704"/>
                  </a:lnTo>
                  <a:lnTo>
                    <a:pt x="25332" y="245407"/>
                  </a:lnTo>
                  <a:lnTo>
                    <a:pt x="21456" y="245213"/>
                  </a:lnTo>
                  <a:lnTo>
                    <a:pt x="19093" y="241831"/>
                  </a:lnTo>
                  <a:lnTo>
                    <a:pt x="5009" y="219697"/>
                  </a:lnTo>
                  <a:lnTo>
                    <a:pt x="0" y="206841"/>
                  </a:lnTo>
                  <a:lnTo>
                    <a:pt x="4820" y="204425"/>
                  </a:lnTo>
                  <a:lnTo>
                    <a:pt x="7372" y="203169"/>
                  </a:lnTo>
                  <a:lnTo>
                    <a:pt x="19377" y="200559"/>
                  </a:lnTo>
                  <a:lnTo>
                    <a:pt x="20038" y="200462"/>
                  </a:lnTo>
                  <a:lnTo>
                    <a:pt x="29018" y="198916"/>
                  </a:lnTo>
                  <a:lnTo>
                    <a:pt x="39037" y="192536"/>
                  </a:lnTo>
                  <a:lnTo>
                    <a:pt x="46694" y="189250"/>
                  </a:lnTo>
                  <a:lnTo>
                    <a:pt x="58415" y="186544"/>
                  </a:lnTo>
                  <a:lnTo>
                    <a:pt x="63330" y="185287"/>
                  </a:lnTo>
                  <a:lnTo>
                    <a:pt x="68340" y="183934"/>
                  </a:lnTo>
                  <a:lnTo>
                    <a:pt x="78737" y="179295"/>
                  </a:lnTo>
                  <a:lnTo>
                    <a:pt x="87055" y="173882"/>
                  </a:lnTo>
                  <a:lnTo>
                    <a:pt x="88851" y="171272"/>
                  </a:lnTo>
                  <a:lnTo>
                    <a:pt x="90742" y="167986"/>
                  </a:lnTo>
                  <a:lnTo>
                    <a:pt x="93955" y="164603"/>
                  </a:lnTo>
                  <a:lnTo>
                    <a:pt x="97169" y="164410"/>
                  </a:lnTo>
                  <a:lnTo>
                    <a:pt x="101517" y="165280"/>
                  </a:lnTo>
                  <a:lnTo>
                    <a:pt x="104069" y="163637"/>
                  </a:lnTo>
                  <a:lnTo>
                    <a:pt x="107567" y="160544"/>
                  </a:lnTo>
                  <a:lnTo>
                    <a:pt x="110213" y="159770"/>
                  </a:lnTo>
                  <a:lnTo>
                    <a:pt x="115223" y="160157"/>
                  </a:lnTo>
                  <a:lnTo>
                    <a:pt x="117964" y="160737"/>
                  </a:lnTo>
                  <a:lnTo>
                    <a:pt x="122029" y="159770"/>
                  </a:lnTo>
                  <a:lnTo>
                    <a:pt x="127322" y="156774"/>
                  </a:lnTo>
                  <a:lnTo>
                    <a:pt x="131670" y="154358"/>
                  </a:lnTo>
                  <a:lnTo>
                    <a:pt x="136774" y="154261"/>
                  </a:lnTo>
                  <a:lnTo>
                    <a:pt x="140177" y="153971"/>
                  </a:lnTo>
                  <a:lnTo>
                    <a:pt x="144242" y="152811"/>
                  </a:lnTo>
                  <a:lnTo>
                    <a:pt x="148684" y="151845"/>
                  </a:lnTo>
                  <a:lnTo>
                    <a:pt x="152654" y="150491"/>
                  </a:lnTo>
                  <a:lnTo>
                    <a:pt x="153410" y="150395"/>
                  </a:lnTo>
                  <a:lnTo>
                    <a:pt x="156719" y="147882"/>
                  </a:lnTo>
                  <a:lnTo>
                    <a:pt x="159271" y="144596"/>
                  </a:lnTo>
                  <a:lnTo>
                    <a:pt x="162201" y="141793"/>
                  </a:lnTo>
                  <a:lnTo>
                    <a:pt x="164375" y="140246"/>
                  </a:lnTo>
                  <a:lnTo>
                    <a:pt x="168345" y="138893"/>
                  </a:lnTo>
                  <a:lnTo>
                    <a:pt x="172788" y="138506"/>
                  </a:lnTo>
                  <a:lnTo>
                    <a:pt x="177041" y="138023"/>
                  </a:lnTo>
                  <a:lnTo>
                    <a:pt x="182901" y="136090"/>
                  </a:lnTo>
                  <a:lnTo>
                    <a:pt x="188762" y="133480"/>
                  </a:lnTo>
                  <a:lnTo>
                    <a:pt x="193961" y="131354"/>
                  </a:lnTo>
                  <a:lnTo>
                    <a:pt x="199254" y="129131"/>
                  </a:lnTo>
                  <a:lnTo>
                    <a:pt x="204264" y="126618"/>
                  </a:lnTo>
                  <a:lnTo>
                    <a:pt x="208234" y="125071"/>
                  </a:lnTo>
                  <a:lnTo>
                    <a:pt x="213527" y="123331"/>
                  </a:lnTo>
                  <a:lnTo>
                    <a:pt x="219954" y="121302"/>
                  </a:lnTo>
                  <a:lnTo>
                    <a:pt x="226382" y="121302"/>
                  </a:lnTo>
                  <a:lnTo>
                    <a:pt x="231959" y="120722"/>
                  </a:lnTo>
                  <a:lnTo>
                    <a:pt x="236212" y="122462"/>
                  </a:lnTo>
                  <a:lnTo>
                    <a:pt x="241317" y="122268"/>
                  </a:lnTo>
                  <a:lnTo>
                    <a:pt x="246515" y="120528"/>
                  </a:lnTo>
                  <a:lnTo>
                    <a:pt x="251620" y="120432"/>
                  </a:lnTo>
                  <a:lnTo>
                    <a:pt x="256724" y="120722"/>
                  </a:lnTo>
                  <a:lnTo>
                    <a:pt x="262395" y="122462"/>
                  </a:lnTo>
                  <a:lnTo>
                    <a:pt x="266176" y="122462"/>
                  </a:lnTo>
                  <a:lnTo>
                    <a:pt x="269957" y="122558"/>
                  </a:lnTo>
                  <a:lnTo>
                    <a:pt x="272131" y="123428"/>
                  </a:lnTo>
                  <a:lnTo>
                    <a:pt x="276952" y="123041"/>
                  </a:lnTo>
                  <a:lnTo>
                    <a:pt x="281867" y="121978"/>
                  </a:lnTo>
                  <a:lnTo>
                    <a:pt x="285459" y="120432"/>
                  </a:lnTo>
                  <a:lnTo>
                    <a:pt x="291603" y="119659"/>
                  </a:lnTo>
                  <a:lnTo>
                    <a:pt x="297180" y="119175"/>
                  </a:lnTo>
                  <a:lnTo>
                    <a:pt x="301150" y="118789"/>
                  </a:lnTo>
                  <a:lnTo>
                    <a:pt x="304364" y="117242"/>
                  </a:lnTo>
                  <a:lnTo>
                    <a:pt x="308428" y="115599"/>
                  </a:lnTo>
                  <a:lnTo>
                    <a:pt x="313532" y="114053"/>
                  </a:lnTo>
                  <a:lnTo>
                    <a:pt x="317880" y="112699"/>
                  </a:lnTo>
                  <a:lnTo>
                    <a:pt x="322890" y="111443"/>
                  </a:lnTo>
                  <a:lnTo>
                    <a:pt x="326860" y="110766"/>
                  </a:lnTo>
                  <a:lnTo>
                    <a:pt x="331870" y="107577"/>
                  </a:lnTo>
                  <a:lnTo>
                    <a:pt x="335367" y="106223"/>
                  </a:lnTo>
                  <a:lnTo>
                    <a:pt x="340377" y="105740"/>
                  </a:lnTo>
                  <a:lnTo>
                    <a:pt x="343969" y="104774"/>
                  </a:lnTo>
                  <a:lnTo>
                    <a:pt x="349073" y="102937"/>
                  </a:lnTo>
                  <a:lnTo>
                    <a:pt x="352948" y="100907"/>
                  </a:lnTo>
                  <a:lnTo>
                    <a:pt x="356351" y="99264"/>
                  </a:lnTo>
                  <a:lnTo>
                    <a:pt x="359376" y="98201"/>
                  </a:lnTo>
                  <a:lnTo>
                    <a:pt x="363913" y="96655"/>
                  </a:lnTo>
                  <a:lnTo>
                    <a:pt x="367694" y="95011"/>
                  </a:lnTo>
                  <a:lnTo>
                    <a:pt x="371380" y="94625"/>
                  </a:lnTo>
                  <a:lnTo>
                    <a:pt x="375067" y="91435"/>
                  </a:lnTo>
                  <a:lnTo>
                    <a:pt x="379037" y="88439"/>
                  </a:lnTo>
                  <a:lnTo>
                    <a:pt x="381967" y="87762"/>
                  </a:lnTo>
                  <a:lnTo>
                    <a:pt x="385275" y="87569"/>
                  </a:lnTo>
                  <a:lnTo>
                    <a:pt x="389151" y="86506"/>
                  </a:lnTo>
                  <a:lnTo>
                    <a:pt x="392364" y="84283"/>
                  </a:lnTo>
                  <a:lnTo>
                    <a:pt x="395767" y="81770"/>
                  </a:lnTo>
                  <a:lnTo>
                    <a:pt x="396618" y="80996"/>
                  </a:lnTo>
                  <a:lnTo>
                    <a:pt x="398792" y="79160"/>
                  </a:lnTo>
                  <a:lnTo>
                    <a:pt x="401250" y="76937"/>
                  </a:lnTo>
                  <a:lnTo>
                    <a:pt x="405409" y="75584"/>
                  </a:lnTo>
                  <a:lnTo>
                    <a:pt x="409473" y="75584"/>
                  </a:lnTo>
                  <a:lnTo>
                    <a:pt x="413349" y="76164"/>
                  </a:lnTo>
                  <a:lnTo>
                    <a:pt x="417129" y="76550"/>
                  </a:lnTo>
                  <a:lnTo>
                    <a:pt x="420249" y="75294"/>
                  </a:lnTo>
                  <a:lnTo>
                    <a:pt x="422328" y="74134"/>
                  </a:lnTo>
                  <a:lnTo>
                    <a:pt x="425731" y="72491"/>
                  </a:lnTo>
                  <a:lnTo>
                    <a:pt x="430835" y="70848"/>
                  </a:lnTo>
                  <a:lnTo>
                    <a:pt x="435656" y="70461"/>
                  </a:lnTo>
                  <a:lnTo>
                    <a:pt x="439153" y="69978"/>
                  </a:lnTo>
                  <a:lnTo>
                    <a:pt x="442178" y="67271"/>
                  </a:lnTo>
                  <a:lnTo>
                    <a:pt x="445108" y="64952"/>
                  </a:lnTo>
                  <a:lnTo>
                    <a:pt x="447660" y="64082"/>
                  </a:lnTo>
                  <a:lnTo>
                    <a:pt x="451063" y="64082"/>
                  </a:lnTo>
                  <a:lnTo>
                    <a:pt x="454655" y="65048"/>
                  </a:lnTo>
                  <a:lnTo>
                    <a:pt x="456640" y="64952"/>
                  </a:lnTo>
                  <a:lnTo>
                    <a:pt x="459098" y="64662"/>
                  </a:lnTo>
                  <a:lnTo>
                    <a:pt x="461461" y="63889"/>
                  </a:lnTo>
                  <a:lnTo>
                    <a:pt x="465525" y="64372"/>
                  </a:lnTo>
                  <a:lnTo>
                    <a:pt x="468739" y="63889"/>
                  </a:lnTo>
                  <a:lnTo>
                    <a:pt x="471291" y="64082"/>
                  </a:lnTo>
                  <a:lnTo>
                    <a:pt x="473843" y="64082"/>
                  </a:lnTo>
                  <a:lnTo>
                    <a:pt x="476395" y="63502"/>
                  </a:lnTo>
                  <a:lnTo>
                    <a:pt x="478758" y="63309"/>
                  </a:lnTo>
                  <a:lnTo>
                    <a:pt x="483107" y="63792"/>
                  </a:lnTo>
                  <a:lnTo>
                    <a:pt x="486793" y="63889"/>
                  </a:lnTo>
                  <a:lnTo>
                    <a:pt x="490763" y="63889"/>
                  </a:lnTo>
                  <a:lnTo>
                    <a:pt x="494260" y="63889"/>
                  </a:lnTo>
                  <a:lnTo>
                    <a:pt x="498608" y="63599"/>
                  </a:lnTo>
                  <a:lnTo>
                    <a:pt x="501728" y="62149"/>
                  </a:lnTo>
                  <a:lnTo>
                    <a:pt x="504941" y="61569"/>
                  </a:lnTo>
                  <a:lnTo>
                    <a:pt x="508155" y="60506"/>
                  </a:lnTo>
                  <a:lnTo>
                    <a:pt x="510802" y="58476"/>
                  </a:lnTo>
                  <a:lnTo>
                    <a:pt x="512503" y="55093"/>
                  </a:lnTo>
                  <a:lnTo>
                    <a:pt x="515622" y="52966"/>
                  </a:lnTo>
                  <a:lnTo>
                    <a:pt x="520349" y="52097"/>
                  </a:lnTo>
                  <a:lnTo>
                    <a:pt x="524886" y="52290"/>
                  </a:lnTo>
                  <a:lnTo>
                    <a:pt x="527249" y="50550"/>
                  </a:lnTo>
                  <a:lnTo>
                    <a:pt x="531124" y="48424"/>
                  </a:lnTo>
                  <a:lnTo>
                    <a:pt x="534243" y="48134"/>
                  </a:lnTo>
                  <a:lnTo>
                    <a:pt x="537079" y="49004"/>
                  </a:lnTo>
                  <a:lnTo>
                    <a:pt x="540104" y="49294"/>
                  </a:lnTo>
                  <a:lnTo>
                    <a:pt x="542656" y="48424"/>
                  </a:lnTo>
                  <a:lnTo>
                    <a:pt x="545586" y="47071"/>
                  </a:lnTo>
                  <a:lnTo>
                    <a:pt x="548233" y="46394"/>
                  </a:lnTo>
                  <a:lnTo>
                    <a:pt x="550123" y="43881"/>
                  </a:lnTo>
                  <a:lnTo>
                    <a:pt x="553054" y="41755"/>
                  </a:lnTo>
                  <a:lnTo>
                    <a:pt x="555417" y="41851"/>
                  </a:lnTo>
                  <a:lnTo>
                    <a:pt x="559198" y="43881"/>
                  </a:lnTo>
                  <a:lnTo>
                    <a:pt x="562884" y="43108"/>
                  </a:lnTo>
                  <a:lnTo>
                    <a:pt x="565909" y="41755"/>
                  </a:lnTo>
                  <a:lnTo>
                    <a:pt x="569501" y="41755"/>
                  </a:lnTo>
                  <a:lnTo>
                    <a:pt x="576684" y="41755"/>
                  </a:lnTo>
                  <a:lnTo>
                    <a:pt x="580654" y="41755"/>
                  </a:lnTo>
                  <a:lnTo>
                    <a:pt x="584341" y="40788"/>
                  </a:lnTo>
                  <a:lnTo>
                    <a:pt x="585475" y="40015"/>
                  </a:lnTo>
                  <a:lnTo>
                    <a:pt x="586326" y="39241"/>
                  </a:lnTo>
                  <a:lnTo>
                    <a:pt x="587460" y="38565"/>
                  </a:lnTo>
                  <a:lnTo>
                    <a:pt x="588500" y="37792"/>
                  </a:lnTo>
                  <a:lnTo>
                    <a:pt x="589350" y="37308"/>
                  </a:lnTo>
                  <a:lnTo>
                    <a:pt x="590485" y="36342"/>
                  </a:lnTo>
                  <a:lnTo>
                    <a:pt x="591713" y="35472"/>
                  </a:lnTo>
                  <a:lnTo>
                    <a:pt x="592753" y="34892"/>
                  </a:lnTo>
                  <a:lnTo>
                    <a:pt x="593982" y="34409"/>
                  </a:lnTo>
                  <a:lnTo>
                    <a:pt x="594171" y="34409"/>
                  </a:lnTo>
                  <a:lnTo>
                    <a:pt x="595305" y="34022"/>
                  </a:lnTo>
                  <a:lnTo>
                    <a:pt x="596534" y="33442"/>
                  </a:lnTo>
                  <a:lnTo>
                    <a:pt x="598046" y="32862"/>
                  </a:lnTo>
                  <a:lnTo>
                    <a:pt x="599559" y="32282"/>
                  </a:lnTo>
                  <a:lnTo>
                    <a:pt x="600410" y="32186"/>
                  </a:lnTo>
                  <a:lnTo>
                    <a:pt x="601638" y="31992"/>
                  </a:lnTo>
                  <a:lnTo>
                    <a:pt x="602016" y="32089"/>
                  </a:lnTo>
                  <a:lnTo>
                    <a:pt x="603434" y="31799"/>
                  </a:lnTo>
                  <a:lnTo>
                    <a:pt x="603907" y="31799"/>
                  </a:lnTo>
                  <a:lnTo>
                    <a:pt x="605608" y="31702"/>
                  </a:lnTo>
                  <a:lnTo>
                    <a:pt x="607404" y="32089"/>
                  </a:lnTo>
                  <a:lnTo>
                    <a:pt x="608349" y="32089"/>
                  </a:lnTo>
                  <a:lnTo>
                    <a:pt x="610051" y="31992"/>
                  </a:lnTo>
                  <a:lnTo>
                    <a:pt x="612792" y="32572"/>
                  </a:lnTo>
                  <a:lnTo>
                    <a:pt x="614493" y="32862"/>
                  </a:lnTo>
                  <a:lnTo>
                    <a:pt x="615817" y="33152"/>
                  </a:lnTo>
                  <a:lnTo>
                    <a:pt x="617329" y="33249"/>
                  </a:lnTo>
                  <a:lnTo>
                    <a:pt x="619125" y="33442"/>
                  </a:lnTo>
                  <a:lnTo>
                    <a:pt x="620448" y="33539"/>
                  </a:lnTo>
                  <a:lnTo>
                    <a:pt x="621961" y="33539"/>
                  </a:lnTo>
                  <a:lnTo>
                    <a:pt x="623473" y="33539"/>
                  </a:lnTo>
                  <a:lnTo>
                    <a:pt x="625080" y="33539"/>
                  </a:lnTo>
                  <a:lnTo>
                    <a:pt x="626498" y="33539"/>
                  </a:lnTo>
                  <a:lnTo>
                    <a:pt x="627916" y="33152"/>
                  </a:lnTo>
                  <a:lnTo>
                    <a:pt x="629901" y="32572"/>
                  </a:lnTo>
                  <a:lnTo>
                    <a:pt x="631602" y="32186"/>
                  </a:lnTo>
                  <a:lnTo>
                    <a:pt x="633398" y="31896"/>
                  </a:lnTo>
                  <a:lnTo>
                    <a:pt x="635194" y="31702"/>
                  </a:lnTo>
                  <a:lnTo>
                    <a:pt x="636801" y="31509"/>
                  </a:lnTo>
                  <a:lnTo>
                    <a:pt x="638313" y="30929"/>
                  </a:lnTo>
                  <a:lnTo>
                    <a:pt x="639258" y="30446"/>
                  </a:lnTo>
                  <a:lnTo>
                    <a:pt x="640582" y="29286"/>
                  </a:lnTo>
                  <a:lnTo>
                    <a:pt x="642000" y="27740"/>
                  </a:lnTo>
                  <a:lnTo>
                    <a:pt x="643701" y="26290"/>
                  </a:lnTo>
                  <a:lnTo>
                    <a:pt x="645781" y="24647"/>
                  </a:lnTo>
                  <a:lnTo>
                    <a:pt x="647766" y="23390"/>
                  </a:lnTo>
                  <a:lnTo>
                    <a:pt x="649278" y="22520"/>
                  </a:lnTo>
                  <a:lnTo>
                    <a:pt x="651736" y="21264"/>
                  </a:lnTo>
                  <a:lnTo>
                    <a:pt x="653910" y="20297"/>
                  </a:lnTo>
                  <a:lnTo>
                    <a:pt x="656178" y="19427"/>
                  </a:lnTo>
                  <a:lnTo>
                    <a:pt x="659108" y="19041"/>
                  </a:lnTo>
                  <a:lnTo>
                    <a:pt x="661755" y="18461"/>
                  </a:lnTo>
                  <a:lnTo>
                    <a:pt x="664024" y="17687"/>
                  </a:lnTo>
                  <a:lnTo>
                    <a:pt x="667048" y="17011"/>
                  </a:lnTo>
                  <a:lnTo>
                    <a:pt x="668372" y="17397"/>
                  </a:lnTo>
                  <a:lnTo>
                    <a:pt x="669884" y="17494"/>
                  </a:lnTo>
                  <a:lnTo>
                    <a:pt x="671113" y="17107"/>
                  </a:lnTo>
                  <a:lnTo>
                    <a:pt x="672531" y="16914"/>
                  </a:lnTo>
                  <a:lnTo>
                    <a:pt x="674894" y="16334"/>
                  </a:lnTo>
                  <a:lnTo>
                    <a:pt x="676406" y="16044"/>
                  </a:lnTo>
                  <a:lnTo>
                    <a:pt x="678013" y="15561"/>
                  </a:lnTo>
                  <a:lnTo>
                    <a:pt x="679336" y="15271"/>
                  </a:lnTo>
                  <a:lnTo>
                    <a:pt x="682928" y="14014"/>
                  </a:lnTo>
                  <a:lnTo>
                    <a:pt x="685102" y="13145"/>
                  </a:lnTo>
                  <a:lnTo>
                    <a:pt x="687276" y="12178"/>
                  </a:lnTo>
                  <a:lnTo>
                    <a:pt x="687465" y="12178"/>
                  </a:lnTo>
                  <a:lnTo>
                    <a:pt x="689639" y="11018"/>
                  </a:lnTo>
                  <a:lnTo>
                    <a:pt x="692191" y="10052"/>
                  </a:lnTo>
                  <a:lnTo>
                    <a:pt x="694176" y="9375"/>
                  </a:lnTo>
                  <a:lnTo>
                    <a:pt x="695972" y="8215"/>
                  </a:lnTo>
                  <a:lnTo>
                    <a:pt x="698052" y="6475"/>
                  </a:lnTo>
                  <a:lnTo>
                    <a:pt x="700320" y="4736"/>
                  </a:lnTo>
                  <a:lnTo>
                    <a:pt x="702022" y="3769"/>
                  </a:lnTo>
                  <a:lnTo>
                    <a:pt x="703251" y="3576"/>
                  </a:lnTo>
                  <a:lnTo>
                    <a:pt x="704857" y="3479"/>
                  </a:lnTo>
                  <a:lnTo>
                    <a:pt x="706559" y="3092"/>
                  </a:lnTo>
                  <a:lnTo>
                    <a:pt x="708166" y="2706"/>
                  </a:lnTo>
                  <a:lnTo>
                    <a:pt x="709395" y="2126"/>
                  </a:lnTo>
                  <a:lnTo>
                    <a:pt x="711001" y="1739"/>
                  </a:lnTo>
                  <a:lnTo>
                    <a:pt x="712986" y="1739"/>
                  </a:lnTo>
                  <a:lnTo>
                    <a:pt x="714404" y="1643"/>
                  </a:lnTo>
                  <a:lnTo>
                    <a:pt x="715539" y="1643"/>
                  </a:lnTo>
                  <a:lnTo>
                    <a:pt x="715728" y="1643"/>
                  </a:lnTo>
                  <a:lnTo>
                    <a:pt x="716673" y="1739"/>
                  </a:lnTo>
                  <a:lnTo>
                    <a:pt x="718185" y="1256"/>
                  </a:lnTo>
                  <a:lnTo>
                    <a:pt x="719130" y="1256"/>
                  </a:lnTo>
                  <a:lnTo>
                    <a:pt x="720737" y="869"/>
                  </a:lnTo>
                  <a:lnTo>
                    <a:pt x="722344" y="773"/>
                  </a:lnTo>
                  <a:lnTo>
                    <a:pt x="724046" y="483"/>
                  </a:lnTo>
                  <a:lnTo>
                    <a:pt x="727637" y="483"/>
                  </a:lnTo>
                  <a:lnTo>
                    <a:pt x="729528" y="386"/>
                  </a:lnTo>
                  <a:lnTo>
                    <a:pt x="731324" y="0"/>
                  </a:lnTo>
                  <a:lnTo>
                    <a:pt x="732931" y="193"/>
                  </a:lnTo>
                  <a:lnTo>
                    <a:pt x="736050" y="676"/>
                  </a:lnTo>
                  <a:lnTo>
                    <a:pt x="738224" y="966"/>
                  </a:lnTo>
                  <a:lnTo>
                    <a:pt x="741438" y="1353"/>
                  </a:lnTo>
                  <a:lnTo>
                    <a:pt x="743706" y="966"/>
                  </a:lnTo>
                  <a:lnTo>
                    <a:pt x="745880" y="773"/>
                  </a:lnTo>
                  <a:lnTo>
                    <a:pt x="748338" y="386"/>
                  </a:lnTo>
                  <a:lnTo>
                    <a:pt x="750228" y="386"/>
                  </a:lnTo>
                  <a:lnTo>
                    <a:pt x="752497" y="483"/>
                  </a:lnTo>
                  <a:lnTo>
                    <a:pt x="755049" y="869"/>
                  </a:lnTo>
                  <a:lnTo>
                    <a:pt x="757129" y="1256"/>
                  </a:lnTo>
                  <a:lnTo>
                    <a:pt x="757960" y="1295"/>
                  </a:lnTo>
                  <a:lnTo>
                    <a:pt x="757960" y="450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908150" y="4719081"/>
              <a:ext cx="637652" cy="743471"/>
            </a:xfrm>
            <a:custGeom>
              <a:avLst/>
              <a:pathLst>
                <a:path w="637652" h="743471">
                  <a:moveTo>
                    <a:pt x="194528" y="386"/>
                  </a:moveTo>
                  <a:lnTo>
                    <a:pt x="195000" y="676"/>
                  </a:lnTo>
                  <a:lnTo>
                    <a:pt x="197269" y="1933"/>
                  </a:lnTo>
                  <a:lnTo>
                    <a:pt x="199254" y="2996"/>
                  </a:lnTo>
                  <a:lnTo>
                    <a:pt x="199443" y="3092"/>
                  </a:lnTo>
                  <a:lnTo>
                    <a:pt x="199632" y="3189"/>
                  </a:lnTo>
                  <a:lnTo>
                    <a:pt x="202279" y="4639"/>
                  </a:lnTo>
                  <a:lnTo>
                    <a:pt x="202468" y="4736"/>
                  </a:lnTo>
                  <a:lnTo>
                    <a:pt x="202657" y="4929"/>
                  </a:lnTo>
                  <a:lnTo>
                    <a:pt x="204642" y="5992"/>
                  </a:lnTo>
                  <a:lnTo>
                    <a:pt x="205776" y="6572"/>
                  </a:lnTo>
                  <a:lnTo>
                    <a:pt x="206154" y="6862"/>
                  </a:lnTo>
                  <a:lnTo>
                    <a:pt x="208328" y="8022"/>
                  </a:lnTo>
                  <a:lnTo>
                    <a:pt x="210124" y="8988"/>
                  </a:lnTo>
                  <a:lnTo>
                    <a:pt x="210691" y="9375"/>
                  </a:lnTo>
                  <a:lnTo>
                    <a:pt x="213054" y="10632"/>
                  </a:lnTo>
                  <a:lnTo>
                    <a:pt x="214189" y="11211"/>
                  </a:lnTo>
                  <a:lnTo>
                    <a:pt x="216835" y="12758"/>
                  </a:lnTo>
                  <a:lnTo>
                    <a:pt x="217402" y="13048"/>
                  </a:lnTo>
                  <a:lnTo>
                    <a:pt x="217875" y="13338"/>
                  </a:lnTo>
                  <a:lnTo>
                    <a:pt x="218442" y="13628"/>
                  </a:lnTo>
                  <a:lnTo>
                    <a:pt x="224870" y="17301"/>
                  </a:lnTo>
                  <a:lnTo>
                    <a:pt x="241789" y="26773"/>
                  </a:lnTo>
                  <a:lnTo>
                    <a:pt x="252092" y="32572"/>
                  </a:lnTo>
                  <a:lnTo>
                    <a:pt x="289145" y="53353"/>
                  </a:lnTo>
                  <a:lnTo>
                    <a:pt x="305592" y="62535"/>
                  </a:lnTo>
                  <a:lnTo>
                    <a:pt x="306159" y="62825"/>
                  </a:lnTo>
                  <a:lnTo>
                    <a:pt x="305309" y="64082"/>
                  </a:lnTo>
                  <a:lnTo>
                    <a:pt x="305120" y="64855"/>
                  </a:lnTo>
                  <a:lnTo>
                    <a:pt x="304553" y="66305"/>
                  </a:lnTo>
                  <a:lnTo>
                    <a:pt x="304080" y="67948"/>
                  </a:lnTo>
                  <a:lnTo>
                    <a:pt x="303418" y="70171"/>
                  </a:lnTo>
                  <a:lnTo>
                    <a:pt x="302757" y="72201"/>
                  </a:lnTo>
                  <a:lnTo>
                    <a:pt x="302568" y="72877"/>
                  </a:lnTo>
                  <a:lnTo>
                    <a:pt x="302095" y="73844"/>
                  </a:lnTo>
                  <a:lnTo>
                    <a:pt x="301244" y="73651"/>
                  </a:lnTo>
                  <a:lnTo>
                    <a:pt x="298598" y="73264"/>
                  </a:lnTo>
                  <a:lnTo>
                    <a:pt x="297936" y="73167"/>
                  </a:lnTo>
                  <a:lnTo>
                    <a:pt x="294250" y="72587"/>
                  </a:lnTo>
                  <a:lnTo>
                    <a:pt x="294061" y="72587"/>
                  </a:lnTo>
                  <a:lnTo>
                    <a:pt x="291319" y="72104"/>
                  </a:lnTo>
                  <a:lnTo>
                    <a:pt x="285648" y="71234"/>
                  </a:lnTo>
                  <a:lnTo>
                    <a:pt x="285270" y="71138"/>
                  </a:lnTo>
                  <a:lnTo>
                    <a:pt x="285081" y="71428"/>
                  </a:lnTo>
                  <a:lnTo>
                    <a:pt x="284419" y="72298"/>
                  </a:lnTo>
                  <a:lnTo>
                    <a:pt x="281867" y="75680"/>
                  </a:lnTo>
                  <a:lnTo>
                    <a:pt x="279882" y="78193"/>
                  </a:lnTo>
                  <a:lnTo>
                    <a:pt x="276668" y="82446"/>
                  </a:lnTo>
                  <a:lnTo>
                    <a:pt x="273360" y="86892"/>
                  </a:lnTo>
                  <a:lnTo>
                    <a:pt x="271659" y="89019"/>
                  </a:lnTo>
                  <a:lnTo>
                    <a:pt x="271091" y="88632"/>
                  </a:lnTo>
                  <a:lnTo>
                    <a:pt x="268823" y="87086"/>
                  </a:lnTo>
                  <a:lnTo>
                    <a:pt x="265704" y="91725"/>
                  </a:lnTo>
                  <a:lnTo>
                    <a:pt x="263813" y="94625"/>
                  </a:lnTo>
                  <a:lnTo>
                    <a:pt x="263908" y="95011"/>
                  </a:lnTo>
                  <a:lnTo>
                    <a:pt x="264002" y="95398"/>
                  </a:lnTo>
                  <a:lnTo>
                    <a:pt x="263813" y="97524"/>
                  </a:lnTo>
                  <a:lnTo>
                    <a:pt x="261261" y="101681"/>
                  </a:lnTo>
                  <a:lnTo>
                    <a:pt x="260127" y="102067"/>
                  </a:lnTo>
                  <a:lnTo>
                    <a:pt x="259938" y="102067"/>
                  </a:lnTo>
                  <a:lnTo>
                    <a:pt x="254077" y="105644"/>
                  </a:lnTo>
                  <a:lnTo>
                    <a:pt x="252187" y="106803"/>
                  </a:lnTo>
                  <a:lnTo>
                    <a:pt x="248217" y="109993"/>
                  </a:lnTo>
                  <a:lnTo>
                    <a:pt x="244814" y="111539"/>
                  </a:lnTo>
                  <a:lnTo>
                    <a:pt x="244814" y="112119"/>
                  </a:lnTo>
                  <a:lnTo>
                    <a:pt x="244625" y="113279"/>
                  </a:lnTo>
                  <a:lnTo>
                    <a:pt x="244247" y="116856"/>
                  </a:lnTo>
                  <a:lnTo>
                    <a:pt x="244058" y="117049"/>
                  </a:lnTo>
                  <a:lnTo>
                    <a:pt x="242545" y="118499"/>
                  </a:lnTo>
                  <a:lnTo>
                    <a:pt x="241978" y="119562"/>
                  </a:lnTo>
                  <a:lnTo>
                    <a:pt x="241411" y="120528"/>
                  </a:lnTo>
                  <a:lnTo>
                    <a:pt x="241317" y="120818"/>
                  </a:lnTo>
                  <a:lnTo>
                    <a:pt x="241317" y="121592"/>
                  </a:lnTo>
                  <a:lnTo>
                    <a:pt x="242073" y="122075"/>
                  </a:lnTo>
                  <a:lnTo>
                    <a:pt x="246232" y="123041"/>
                  </a:lnTo>
                  <a:lnTo>
                    <a:pt x="249068" y="123428"/>
                  </a:lnTo>
                  <a:lnTo>
                    <a:pt x="250958" y="123621"/>
                  </a:lnTo>
                  <a:lnTo>
                    <a:pt x="251620" y="123718"/>
                  </a:lnTo>
                  <a:lnTo>
                    <a:pt x="254455" y="124201"/>
                  </a:lnTo>
                  <a:lnTo>
                    <a:pt x="260505" y="125071"/>
                  </a:lnTo>
                  <a:lnTo>
                    <a:pt x="265231" y="125941"/>
                  </a:lnTo>
                  <a:lnTo>
                    <a:pt x="269390" y="126521"/>
                  </a:lnTo>
                  <a:lnTo>
                    <a:pt x="271942" y="127004"/>
                  </a:lnTo>
                  <a:lnTo>
                    <a:pt x="272887" y="128068"/>
                  </a:lnTo>
                  <a:lnTo>
                    <a:pt x="274967" y="129517"/>
                  </a:lnTo>
                  <a:lnTo>
                    <a:pt x="275250" y="129711"/>
                  </a:lnTo>
                  <a:lnTo>
                    <a:pt x="277235" y="131064"/>
                  </a:lnTo>
                  <a:lnTo>
                    <a:pt x="277424" y="131160"/>
                  </a:lnTo>
                  <a:lnTo>
                    <a:pt x="277803" y="131450"/>
                  </a:lnTo>
                  <a:lnTo>
                    <a:pt x="278559" y="132127"/>
                  </a:lnTo>
                  <a:lnTo>
                    <a:pt x="278937" y="132514"/>
                  </a:lnTo>
                  <a:lnTo>
                    <a:pt x="281111" y="133867"/>
                  </a:lnTo>
                  <a:lnTo>
                    <a:pt x="282340" y="134640"/>
                  </a:lnTo>
                  <a:lnTo>
                    <a:pt x="282623" y="134833"/>
                  </a:lnTo>
                  <a:lnTo>
                    <a:pt x="283001" y="134930"/>
                  </a:lnTo>
                  <a:lnTo>
                    <a:pt x="283190" y="135027"/>
                  </a:lnTo>
                  <a:lnTo>
                    <a:pt x="283852" y="136187"/>
                  </a:lnTo>
                  <a:lnTo>
                    <a:pt x="285081" y="137346"/>
                  </a:lnTo>
                  <a:lnTo>
                    <a:pt x="292359" y="141889"/>
                  </a:lnTo>
                  <a:lnTo>
                    <a:pt x="302662" y="148172"/>
                  </a:lnTo>
                  <a:lnTo>
                    <a:pt x="305025" y="149815"/>
                  </a:lnTo>
                  <a:lnTo>
                    <a:pt x="305781" y="150685"/>
                  </a:lnTo>
                  <a:lnTo>
                    <a:pt x="305309" y="151168"/>
                  </a:lnTo>
                  <a:lnTo>
                    <a:pt x="305025" y="151361"/>
                  </a:lnTo>
                  <a:lnTo>
                    <a:pt x="305687" y="152135"/>
                  </a:lnTo>
                  <a:lnTo>
                    <a:pt x="307766" y="154358"/>
                  </a:lnTo>
                  <a:lnTo>
                    <a:pt x="309940" y="156871"/>
                  </a:lnTo>
                  <a:lnTo>
                    <a:pt x="313438" y="160930"/>
                  </a:lnTo>
                  <a:lnTo>
                    <a:pt x="314667" y="162283"/>
                  </a:lnTo>
                  <a:lnTo>
                    <a:pt x="317880" y="165956"/>
                  </a:lnTo>
                  <a:lnTo>
                    <a:pt x="320149" y="168566"/>
                  </a:lnTo>
                  <a:lnTo>
                    <a:pt x="321472" y="170306"/>
                  </a:lnTo>
                  <a:lnTo>
                    <a:pt x="322606" y="171949"/>
                  </a:lnTo>
                  <a:lnTo>
                    <a:pt x="324024" y="174075"/>
                  </a:lnTo>
                  <a:lnTo>
                    <a:pt x="327333" y="179778"/>
                  </a:lnTo>
                  <a:lnTo>
                    <a:pt x="333288" y="189057"/>
                  </a:lnTo>
                  <a:lnTo>
                    <a:pt x="333382" y="189250"/>
                  </a:lnTo>
                  <a:lnTo>
                    <a:pt x="333949" y="189830"/>
                  </a:lnTo>
                  <a:lnTo>
                    <a:pt x="334894" y="190603"/>
                  </a:lnTo>
                  <a:lnTo>
                    <a:pt x="335273" y="190893"/>
                  </a:lnTo>
                  <a:lnTo>
                    <a:pt x="336407" y="191473"/>
                  </a:lnTo>
                  <a:lnTo>
                    <a:pt x="342551" y="193406"/>
                  </a:lnTo>
                  <a:lnTo>
                    <a:pt x="344819" y="194083"/>
                  </a:lnTo>
                  <a:lnTo>
                    <a:pt x="345954" y="194373"/>
                  </a:lnTo>
                  <a:lnTo>
                    <a:pt x="349262" y="195339"/>
                  </a:lnTo>
                  <a:lnTo>
                    <a:pt x="354083" y="196596"/>
                  </a:lnTo>
                  <a:lnTo>
                    <a:pt x="354272" y="196016"/>
                  </a:lnTo>
                  <a:lnTo>
                    <a:pt x="354366" y="195726"/>
                  </a:lnTo>
                  <a:lnTo>
                    <a:pt x="356918" y="187414"/>
                  </a:lnTo>
                  <a:lnTo>
                    <a:pt x="356729" y="186640"/>
                  </a:lnTo>
                  <a:lnTo>
                    <a:pt x="357013" y="185577"/>
                  </a:lnTo>
                  <a:lnTo>
                    <a:pt x="357391" y="184127"/>
                  </a:lnTo>
                  <a:lnTo>
                    <a:pt x="357485" y="183934"/>
                  </a:lnTo>
                  <a:lnTo>
                    <a:pt x="357864" y="182678"/>
                  </a:lnTo>
                  <a:lnTo>
                    <a:pt x="358242" y="181324"/>
                  </a:lnTo>
                  <a:lnTo>
                    <a:pt x="358714" y="179681"/>
                  </a:lnTo>
                  <a:lnTo>
                    <a:pt x="359470" y="177168"/>
                  </a:lnTo>
                  <a:lnTo>
                    <a:pt x="360227" y="174462"/>
                  </a:lnTo>
                  <a:lnTo>
                    <a:pt x="360983" y="172046"/>
                  </a:lnTo>
                  <a:lnTo>
                    <a:pt x="361077" y="171562"/>
                  </a:lnTo>
                  <a:lnTo>
                    <a:pt x="361361" y="170499"/>
                  </a:lnTo>
                  <a:lnTo>
                    <a:pt x="363913" y="162573"/>
                  </a:lnTo>
                  <a:lnTo>
                    <a:pt x="366938" y="152908"/>
                  </a:lnTo>
                  <a:lnTo>
                    <a:pt x="372798" y="135317"/>
                  </a:lnTo>
                  <a:lnTo>
                    <a:pt x="372798" y="135123"/>
                  </a:lnTo>
                  <a:lnTo>
                    <a:pt x="377808" y="136766"/>
                  </a:lnTo>
                  <a:lnTo>
                    <a:pt x="382061" y="123331"/>
                  </a:lnTo>
                  <a:lnTo>
                    <a:pt x="391608" y="130677"/>
                  </a:lnTo>
                  <a:lnTo>
                    <a:pt x="393499" y="127198"/>
                  </a:lnTo>
                  <a:lnTo>
                    <a:pt x="398508" y="131354"/>
                  </a:lnTo>
                  <a:lnTo>
                    <a:pt x="400682" y="132997"/>
                  </a:lnTo>
                  <a:lnTo>
                    <a:pt x="412120" y="141696"/>
                  </a:lnTo>
                  <a:lnTo>
                    <a:pt x="414199" y="143629"/>
                  </a:lnTo>
                  <a:lnTo>
                    <a:pt x="416279" y="145465"/>
                  </a:lnTo>
                  <a:lnTo>
                    <a:pt x="417035" y="146045"/>
                  </a:lnTo>
                  <a:lnTo>
                    <a:pt x="421667" y="150105"/>
                  </a:lnTo>
                  <a:lnTo>
                    <a:pt x="421950" y="150298"/>
                  </a:lnTo>
                  <a:lnTo>
                    <a:pt x="424030" y="151941"/>
                  </a:lnTo>
                  <a:lnTo>
                    <a:pt x="424880" y="150781"/>
                  </a:lnTo>
                  <a:lnTo>
                    <a:pt x="425258" y="150491"/>
                  </a:lnTo>
                  <a:lnTo>
                    <a:pt x="430174" y="154164"/>
                  </a:lnTo>
                  <a:lnTo>
                    <a:pt x="436507" y="158900"/>
                  </a:lnTo>
                  <a:lnTo>
                    <a:pt x="436223" y="159287"/>
                  </a:lnTo>
                  <a:lnTo>
                    <a:pt x="436129" y="159480"/>
                  </a:lnTo>
                  <a:lnTo>
                    <a:pt x="437830" y="160834"/>
                  </a:lnTo>
                  <a:lnTo>
                    <a:pt x="437074" y="162090"/>
                  </a:lnTo>
                  <a:lnTo>
                    <a:pt x="448889" y="171756"/>
                  </a:lnTo>
                  <a:lnTo>
                    <a:pt x="450780" y="173109"/>
                  </a:lnTo>
                  <a:lnTo>
                    <a:pt x="452670" y="173109"/>
                  </a:lnTo>
                  <a:lnTo>
                    <a:pt x="452765" y="174462"/>
                  </a:lnTo>
                  <a:lnTo>
                    <a:pt x="455978" y="174075"/>
                  </a:lnTo>
                  <a:lnTo>
                    <a:pt x="457113" y="173979"/>
                  </a:lnTo>
                  <a:lnTo>
                    <a:pt x="457113" y="174269"/>
                  </a:lnTo>
                  <a:lnTo>
                    <a:pt x="457113" y="175332"/>
                  </a:lnTo>
                  <a:lnTo>
                    <a:pt x="457207" y="176298"/>
                  </a:lnTo>
                  <a:lnTo>
                    <a:pt x="459287" y="179681"/>
                  </a:lnTo>
                  <a:lnTo>
                    <a:pt x="459570" y="179875"/>
                  </a:lnTo>
                  <a:lnTo>
                    <a:pt x="460610" y="180745"/>
                  </a:lnTo>
                  <a:lnTo>
                    <a:pt x="462690" y="182001"/>
                  </a:lnTo>
                  <a:lnTo>
                    <a:pt x="462879" y="182098"/>
                  </a:lnTo>
                  <a:lnTo>
                    <a:pt x="466943" y="184997"/>
                  </a:lnTo>
                  <a:lnTo>
                    <a:pt x="467132" y="185094"/>
                  </a:lnTo>
                  <a:lnTo>
                    <a:pt x="467510" y="185191"/>
                  </a:lnTo>
                  <a:lnTo>
                    <a:pt x="470062" y="185191"/>
                  </a:lnTo>
                  <a:lnTo>
                    <a:pt x="470440" y="185191"/>
                  </a:lnTo>
                  <a:lnTo>
                    <a:pt x="471291" y="185191"/>
                  </a:lnTo>
                  <a:lnTo>
                    <a:pt x="472803" y="185094"/>
                  </a:lnTo>
                  <a:lnTo>
                    <a:pt x="473560" y="185094"/>
                  </a:lnTo>
                  <a:lnTo>
                    <a:pt x="473938" y="184707"/>
                  </a:lnTo>
                  <a:lnTo>
                    <a:pt x="474127" y="184611"/>
                  </a:lnTo>
                  <a:lnTo>
                    <a:pt x="476395" y="182001"/>
                  </a:lnTo>
                  <a:lnTo>
                    <a:pt x="476490" y="182194"/>
                  </a:lnTo>
                  <a:lnTo>
                    <a:pt x="479231" y="185191"/>
                  </a:lnTo>
                  <a:lnTo>
                    <a:pt x="484335" y="184417"/>
                  </a:lnTo>
                  <a:lnTo>
                    <a:pt x="489723" y="180841"/>
                  </a:lnTo>
                  <a:lnTo>
                    <a:pt x="498514" y="167889"/>
                  </a:lnTo>
                  <a:lnTo>
                    <a:pt x="501917" y="157354"/>
                  </a:lnTo>
                  <a:lnTo>
                    <a:pt x="502106" y="156871"/>
                  </a:lnTo>
                  <a:lnTo>
                    <a:pt x="502200" y="156581"/>
                  </a:lnTo>
                  <a:lnTo>
                    <a:pt x="502295" y="156291"/>
                  </a:lnTo>
                  <a:lnTo>
                    <a:pt x="502767" y="154744"/>
                  </a:lnTo>
                  <a:lnTo>
                    <a:pt x="502956" y="153488"/>
                  </a:lnTo>
                  <a:lnTo>
                    <a:pt x="503902" y="145272"/>
                  </a:lnTo>
                  <a:lnTo>
                    <a:pt x="504185" y="139183"/>
                  </a:lnTo>
                  <a:lnTo>
                    <a:pt x="504280" y="138120"/>
                  </a:lnTo>
                  <a:lnTo>
                    <a:pt x="504469" y="137153"/>
                  </a:lnTo>
                  <a:lnTo>
                    <a:pt x="504752" y="135897"/>
                  </a:lnTo>
                  <a:lnTo>
                    <a:pt x="505130" y="131740"/>
                  </a:lnTo>
                  <a:lnTo>
                    <a:pt x="506643" y="133770"/>
                  </a:lnTo>
                  <a:lnTo>
                    <a:pt x="508911" y="136766"/>
                  </a:lnTo>
                  <a:lnTo>
                    <a:pt x="510991" y="139473"/>
                  </a:lnTo>
                  <a:lnTo>
                    <a:pt x="513921" y="143242"/>
                  </a:lnTo>
                  <a:lnTo>
                    <a:pt x="520443" y="151941"/>
                  </a:lnTo>
                  <a:lnTo>
                    <a:pt x="523751" y="156291"/>
                  </a:lnTo>
                  <a:lnTo>
                    <a:pt x="524602" y="156871"/>
                  </a:lnTo>
                  <a:lnTo>
                    <a:pt x="528099" y="159770"/>
                  </a:lnTo>
                  <a:lnTo>
                    <a:pt x="529895" y="161414"/>
                  </a:lnTo>
                  <a:lnTo>
                    <a:pt x="532637" y="164023"/>
                  </a:lnTo>
                  <a:lnTo>
                    <a:pt x="534811" y="166150"/>
                  </a:lnTo>
                  <a:lnTo>
                    <a:pt x="542089" y="171176"/>
                  </a:lnTo>
                  <a:lnTo>
                    <a:pt x="554660" y="173979"/>
                  </a:lnTo>
                  <a:lnTo>
                    <a:pt x="555606" y="173979"/>
                  </a:lnTo>
                  <a:lnTo>
                    <a:pt x="555795" y="176105"/>
                  </a:lnTo>
                  <a:lnTo>
                    <a:pt x="555795" y="176588"/>
                  </a:lnTo>
                  <a:lnTo>
                    <a:pt x="555606" y="183354"/>
                  </a:lnTo>
                  <a:lnTo>
                    <a:pt x="555511" y="188284"/>
                  </a:lnTo>
                  <a:lnTo>
                    <a:pt x="555322" y="190313"/>
                  </a:lnTo>
                  <a:lnTo>
                    <a:pt x="555133" y="192440"/>
                  </a:lnTo>
                  <a:lnTo>
                    <a:pt x="554755" y="195436"/>
                  </a:lnTo>
                  <a:lnTo>
                    <a:pt x="554471" y="196886"/>
                  </a:lnTo>
                  <a:lnTo>
                    <a:pt x="554377" y="197176"/>
                  </a:lnTo>
                  <a:lnTo>
                    <a:pt x="551919" y="200849"/>
                  </a:lnTo>
                  <a:lnTo>
                    <a:pt x="551258" y="201912"/>
                  </a:lnTo>
                  <a:lnTo>
                    <a:pt x="548611" y="205875"/>
                  </a:lnTo>
                  <a:lnTo>
                    <a:pt x="544641" y="212254"/>
                  </a:lnTo>
                  <a:lnTo>
                    <a:pt x="543979" y="213414"/>
                  </a:lnTo>
                  <a:lnTo>
                    <a:pt x="543601" y="214284"/>
                  </a:lnTo>
                  <a:lnTo>
                    <a:pt x="542278" y="217377"/>
                  </a:lnTo>
                  <a:lnTo>
                    <a:pt x="542183" y="217667"/>
                  </a:lnTo>
                  <a:lnTo>
                    <a:pt x="541994" y="218247"/>
                  </a:lnTo>
                  <a:lnTo>
                    <a:pt x="540766" y="222210"/>
                  </a:lnTo>
                  <a:lnTo>
                    <a:pt x="539726" y="225689"/>
                  </a:lnTo>
                  <a:lnTo>
                    <a:pt x="537835" y="231875"/>
                  </a:lnTo>
                  <a:lnTo>
                    <a:pt x="537646" y="232455"/>
                  </a:lnTo>
                  <a:lnTo>
                    <a:pt x="537363" y="233518"/>
                  </a:lnTo>
                  <a:lnTo>
                    <a:pt x="537174" y="234388"/>
                  </a:lnTo>
                  <a:lnTo>
                    <a:pt x="537079" y="234678"/>
                  </a:lnTo>
                  <a:lnTo>
                    <a:pt x="536796" y="235451"/>
                  </a:lnTo>
                  <a:lnTo>
                    <a:pt x="535283" y="240961"/>
                  </a:lnTo>
                  <a:lnTo>
                    <a:pt x="534905" y="242507"/>
                  </a:lnTo>
                  <a:lnTo>
                    <a:pt x="534622" y="244247"/>
                  </a:lnTo>
                  <a:lnTo>
                    <a:pt x="534622" y="244440"/>
                  </a:lnTo>
                  <a:lnTo>
                    <a:pt x="534622" y="244730"/>
                  </a:lnTo>
                  <a:lnTo>
                    <a:pt x="534527" y="245987"/>
                  </a:lnTo>
                  <a:lnTo>
                    <a:pt x="534527" y="247630"/>
                  </a:lnTo>
                  <a:lnTo>
                    <a:pt x="534622" y="248886"/>
                  </a:lnTo>
                  <a:lnTo>
                    <a:pt x="535283" y="251979"/>
                  </a:lnTo>
                  <a:lnTo>
                    <a:pt x="535567" y="253236"/>
                  </a:lnTo>
                  <a:lnTo>
                    <a:pt x="536228" y="256039"/>
                  </a:lnTo>
                  <a:lnTo>
                    <a:pt x="536607" y="257392"/>
                  </a:lnTo>
                  <a:lnTo>
                    <a:pt x="539159" y="265414"/>
                  </a:lnTo>
                  <a:lnTo>
                    <a:pt x="539820" y="267444"/>
                  </a:lnTo>
                  <a:lnTo>
                    <a:pt x="541144" y="271504"/>
                  </a:lnTo>
                  <a:lnTo>
                    <a:pt x="543885" y="284359"/>
                  </a:lnTo>
                  <a:lnTo>
                    <a:pt x="543979" y="285229"/>
                  </a:lnTo>
                  <a:lnTo>
                    <a:pt x="545114" y="294314"/>
                  </a:lnTo>
                  <a:lnTo>
                    <a:pt x="545681" y="298857"/>
                  </a:lnTo>
                  <a:lnTo>
                    <a:pt x="545775" y="299437"/>
                  </a:lnTo>
                  <a:lnTo>
                    <a:pt x="546059" y="301660"/>
                  </a:lnTo>
                  <a:lnTo>
                    <a:pt x="528005" y="306300"/>
                  </a:lnTo>
                  <a:lnTo>
                    <a:pt x="531219" y="328917"/>
                  </a:lnTo>
                  <a:lnTo>
                    <a:pt x="531880" y="333363"/>
                  </a:lnTo>
                  <a:lnTo>
                    <a:pt x="548422" y="329690"/>
                  </a:lnTo>
                  <a:lnTo>
                    <a:pt x="549934" y="329303"/>
                  </a:lnTo>
                  <a:lnTo>
                    <a:pt x="560237" y="326597"/>
                  </a:lnTo>
                  <a:lnTo>
                    <a:pt x="561182" y="326307"/>
                  </a:lnTo>
                  <a:lnTo>
                    <a:pt x="562695" y="326597"/>
                  </a:lnTo>
                  <a:lnTo>
                    <a:pt x="563829" y="327080"/>
                  </a:lnTo>
                  <a:lnTo>
                    <a:pt x="565720" y="327950"/>
                  </a:lnTo>
                  <a:lnTo>
                    <a:pt x="566192" y="328240"/>
                  </a:lnTo>
                  <a:lnTo>
                    <a:pt x="567232" y="328917"/>
                  </a:lnTo>
                  <a:lnTo>
                    <a:pt x="569122" y="331237"/>
                  </a:lnTo>
                  <a:lnTo>
                    <a:pt x="570351" y="333460"/>
                  </a:lnTo>
                  <a:lnTo>
                    <a:pt x="570540" y="338486"/>
                  </a:lnTo>
                  <a:lnTo>
                    <a:pt x="570729" y="340225"/>
                  </a:lnTo>
                  <a:lnTo>
                    <a:pt x="571202" y="348634"/>
                  </a:lnTo>
                  <a:lnTo>
                    <a:pt x="571485" y="355497"/>
                  </a:lnTo>
                  <a:lnTo>
                    <a:pt x="571675" y="355980"/>
                  </a:lnTo>
                  <a:lnTo>
                    <a:pt x="571864" y="356463"/>
                  </a:lnTo>
                  <a:lnTo>
                    <a:pt x="573187" y="360040"/>
                  </a:lnTo>
                  <a:lnTo>
                    <a:pt x="573565" y="360910"/>
                  </a:lnTo>
                  <a:lnTo>
                    <a:pt x="573754" y="361200"/>
                  </a:lnTo>
                  <a:lnTo>
                    <a:pt x="576306" y="366032"/>
                  </a:lnTo>
                  <a:lnTo>
                    <a:pt x="577724" y="369995"/>
                  </a:lnTo>
                  <a:lnTo>
                    <a:pt x="578291" y="371735"/>
                  </a:lnTo>
                  <a:lnTo>
                    <a:pt x="580182" y="375505"/>
                  </a:lnTo>
                  <a:lnTo>
                    <a:pt x="581599" y="378404"/>
                  </a:lnTo>
                  <a:lnTo>
                    <a:pt x="582828" y="380144"/>
                  </a:lnTo>
                  <a:lnTo>
                    <a:pt x="583679" y="381304"/>
                  </a:lnTo>
                  <a:lnTo>
                    <a:pt x="583773" y="381594"/>
                  </a:lnTo>
                  <a:lnTo>
                    <a:pt x="589256" y="389326"/>
                  </a:lnTo>
                  <a:lnTo>
                    <a:pt x="589728" y="390003"/>
                  </a:lnTo>
                  <a:lnTo>
                    <a:pt x="590485" y="390969"/>
                  </a:lnTo>
                  <a:lnTo>
                    <a:pt x="593509" y="393289"/>
                  </a:lnTo>
                  <a:lnTo>
                    <a:pt x="594171" y="393482"/>
                  </a:lnTo>
                  <a:lnTo>
                    <a:pt x="595778" y="393772"/>
                  </a:lnTo>
                  <a:lnTo>
                    <a:pt x="598992" y="394352"/>
                  </a:lnTo>
                  <a:lnTo>
                    <a:pt x="602867" y="395126"/>
                  </a:lnTo>
                  <a:lnTo>
                    <a:pt x="606743" y="395802"/>
                  </a:lnTo>
                  <a:lnTo>
                    <a:pt x="607310" y="395899"/>
                  </a:lnTo>
                  <a:lnTo>
                    <a:pt x="607499" y="395995"/>
                  </a:lnTo>
                  <a:lnTo>
                    <a:pt x="612036" y="396769"/>
                  </a:lnTo>
                  <a:lnTo>
                    <a:pt x="616478" y="397639"/>
                  </a:lnTo>
                  <a:lnTo>
                    <a:pt x="628010" y="399668"/>
                  </a:lnTo>
                  <a:lnTo>
                    <a:pt x="632169" y="400442"/>
                  </a:lnTo>
                  <a:lnTo>
                    <a:pt x="632925" y="400538"/>
                  </a:lnTo>
                  <a:lnTo>
                    <a:pt x="628294" y="426055"/>
                  </a:lnTo>
                  <a:lnTo>
                    <a:pt x="627821" y="428858"/>
                  </a:lnTo>
                  <a:lnTo>
                    <a:pt x="627349" y="431468"/>
                  </a:lnTo>
                  <a:lnTo>
                    <a:pt x="623473" y="452539"/>
                  </a:lnTo>
                  <a:lnTo>
                    <a:pt x="622150" y="460174"/>
                  </a:lnTo>
                  <a:lnTo>
                    <a:pt x="620354" y="470517"/>
                  </a:lnTo>
                  <a:lnTo>
                    <a:pt x="614872" y="501446"/>
                  </a:lnTo>
                  <a:lnTo>
                    <a:pt x="611280" y="521164"/>
                  </a:lnTo>
                  <a:lnTo>
                    <a:pt x="611091" y="522324"/>
                  </a:lnTo>
                  <a:lnTo>
                    <a:pt x="605797" y="551513"/>
                  </a:lnTo>
                  <a:lnTo>
                    <a:pt x="605325" y="554316"/>
                  </a:lnTo>
                  <a:lnTo>
                    <a:pt x="603529" y="563885"/>
                  </a:lnTo>
                  <a:lnTo>
                    <a:pt x="599275" y="587276"/>
                  </a:lnTo>
                  <a:lnTo>
                    <a:pt x="594833" y="611923"/>
                  </a:lnTo>
                  <a:lnTo>
                    <a:pt x="593982" y="617046"/>
                  </a:lnTo>
                  <a:lnTo>
                    <a:pt x="593887" y="618785"/>
                  </a:lnTo>
                  <a:lnTo>
                    <a:pt x="593793" y="621975"/>
                  </a:lnTo>
                  <a:lnTo>
                    <a:pt x="593887" y="625068"/>
                  </a:lnTo>
                  <a:lnTo>
                    <a:pt x="594076" y="627581"/>
                  </a:lnTo>
                  <a:lnTo>
                    <a:pt x="594549" y="630384"/>
                  </a:lnTo>
                  <a:lnTo>
                    <a:pt x="595305" y="633187"/>
                  </a:lnTo>
                  <a:lnTo>
                    <a:pt x="595967" y="635893"/>
                  </a:lnTo>
                  <a:lnTo>
                    <a:pt x="596723" y="638020"/>
                  </a:lnTo>
                  <a:lnTo>
                    <a:pt x="597952" y="641016"/>
                  </a:lnTo>
                  <a:lnTo>
                    <a:pt x="598992" y="643143"/>
                  </a:lnTo>
                  <a:lnTo>
                    <a:pt x="600126" y="644979"/>
                  </a:lnTo>
                  <a:lnTo>
                    <a:pt x="601449" y="647105"/>
                  </a:lnTo>
                  <a:lnTo>
                    <a:pt x="603529" y="649812"/>
                  </a:lnTo>
                  <a:lnTo>
                    <a:pt x="606270" y="652711"/>
                  </a:lnTo>
                  <a:lnTo>
                    <a:pt x="616195" y="663053"/>
                  </a:lnTo>
                  <a:lnTo>
                    <a:pt x="637652" y="685671"/>
                  </a:lnTo>
                  <a:lnTo>
                    <a:pt x="637273" y="686251"/>
                  </a:lnTo>
                  <a:lnTo>
                    <a:pt x="632169" y="695530"/>
                  </a:lnTo>
                  <a:lnTo>
                    <a:pt x="626970" y="705002"/>
                  </a:lnTo>
                  <a:lnTo>
                    <a:pt x="623379" y="711284"/>
                  </a:lnTo>
                  <a:lnTo>
                    <a:pt x="619881" y="718340"/>
                  </a:lnTo>
                  <a:lnTo>
                    <a:pt x="619031" y="719403"/>
                  </a:lnTo>
                  <a:lnTo>
                    <a:pt x="614399" y="727522"/>
                  </a:lnTo>
                  <a:lnTo>
                    <a:pt x="606554" y="740861"/>
                  </a:lnTo>
                  <a:lnTo>
                    <a:pt x="604379" y="743471"/>
                  </a:lnTo>
                  <a:lnTo>
                    <a:pt x="601355" y="742214"/>
                  </a:lnTo>
                  <a:lnTo>
                    <a:pt x="592092" y="738154"/>
                  </a:lnTo>
                  <a:lnTo>
                    <a:pt x="591052" y="738058"/>
                  </a:lnTo>
                  <a:lnTo>
                    <a:pt x="590296" y="737961"/>
                  </a:lnTo>
                  <a:lnTo>
                    <a:pt x="588405" y="736608"/>
                  </a:lnTo>
                  <a:lnTo>
                    <a:pt x="586798" y="735545"/>
                  </a:lnTo>
                  <a:lnTo>
                    <a:pt x="583679" y="734192"/>
                  </a:lnTo>
                  <a:lnTo>
                    <a:pt x="581127" y="732355"/>
                  </a:lnTo>
                  <a:lnTo>
                    <a:pt x="576495" y="730325"/>
                  </a:lnTo>
                  <a:lnTo>
                    <a:pt x="573943" y="729262"/>
                  </a:lnTo>
                  <a:lnTo>
                    <a:pt x="569690" y="728199"/>
                  </a:lnTo>
                  <a:lnTo>
                    <a:pt x="564018" y="724816"/>
                  </a:lnTo>
                  <a:lnTo>
                    <a:pt x="561182" y="723173"/>
                  </a:lnTo>
                  <a:lnTo>
                    <a:pt x="556645" y="720853"/>
                  </a:lnTo>
                  <a:lnTo>
                    <a:pt x="552486" y="720080"/>
                  </a:lnTo>
                  <a:lnTo>
                    <a:pt x="549273" y="718244"/>
                  </a:lnTo>
                  <a:lnTo>
                    <a:pt x="546815" y="717664"/>
                  </a:lnTo>
                  <a:lnTo>
                    <a:pt x="545303" y="717277"/>
                  </a:lnTo>
                  <a:lnTo>
                    <a:pt x="541238" y="715054"/>
                  </a:lnTo>
                  <a:lnTo>
                    <a:pt x="535378" y="713507"/>
                  </a:lnTo>
                  <a:lnTo>
                    <a:pt x="523468" y="706935"/>
                  </a:lnTo>
                  <a:lnTo>
                    <a:pt x="518836" y="705098"/>
                  </a:lnTo>
                  <a:lnTo>
                    <a:pt x="515339" y="704035"/>
                  </a:lnTo>
                  <a:lnTo>
                    <a:pt x="512881" y="702585"/>
                  </a:lnTo>
                  <a:lnTo>
                    <a:pt x="505981" y="700266"/>
                  </a:lnTo>
                  <a:lnTo>
                    <a:pt x="504847" y="699009"/>
                  </a:lnTo>
                  <a:lnTo>
                    <a:pt x="500121" y="697946"/>
                  </a:lnTo>
                  <a:lnTo>
                    <a:pt x="497663" y="696883"/>
                  </a:lnTo>
                  <a:lnTo>
                    <a:pt x="496434" y="695820"/>
                  </a:lnTo>
                  <a:lnTo>
                    <a:pt x="494355" y="694950"/>
                  </a:lnTo>
                  <a:lnTo>
                    <a:pt x="491992" y="693403"/>
                  </a:lnTo>
                  <a:lnTo>
                    <a:pt x="490574" y="693017"/>
                  </a:lnTo>
                  <a:lnTo>
                    <a:pt x="490007" y="693113"/>
                  </a:lnTo>
                  <a:lnTo>
                    <a:pt x="488400" y="692727"/>
                  </a:lnTo>
                  <a:lnTo>
                    <a:pt x="487833" y="691953"/>
                  </a:lnTo>
                  <a:lnTo>
                    <a:pt x="486887" y="691277"/>
                  </a:lnTo>
                  <a:lnTo>
                    <a:pt x="483674" y="690600"/>
                  </a:lnTo>
                  <a:lnTo>
                    <a:pt x="479137" y="688474"/>
                  </a:lnTo>
                  <a:lnTo>
                    <a:pt x="477341" y="687990"/>
                  </a:lnTo>
                  <a:lnTo>
                    <a:pt x="476301" y="687411"/>
                  </a:lnTo>
                  <a:lnTo>
                    <a:pt x="475450" y="686927"/>
                  </a:lnTo>
                  <a:lnTo>
                    <a:pt x="474883" y="686734"/>
                  </a:lnTo>
                  <a:lnTo>
                    <a:pt x="474410" y="686347"/>
                  </a:lnTo>
                  <a:lnTo>
                    <a:pt x="472898" y="685671"/>
                  </a:lnTo>
                  <a:lnTo>
                    <a:pt x="471480" y="684414"/>
                  </a:lnTo>
                  <a:lnTo>
                    <a:pt x="470157" y="683834"/>
                  </a:lnTo>
                  <a:lnTo>
                    <a:pt x="468928" y="683448"/>
                  </a:lnTo>
                  <a:lnTo>
                    <a:pt x="468266" y="682964"/>
                  </a:lnTo>
                  <a:lnTo>
                    <a:pt x="467510" y="682771"/>
                  </a:lnTo>
                  <a:lnTo>
                    <a:pt x="466565" y="682578"/>
                  </a:lnTo>
                  <a:lnTo>
                    <a:pt x="465336" y="682191"/>
                  </a:lnTo>
                  <a:lnTo>
                    <a:pt x="464391" y="681611"/>
                  </a:lnTo>
                  <a:lnTo>
                    <a:pt x="462122" y="680451"/>
                  </a:lnTo>
                  <a:lnTo>
                    <a:pt x="460516" y="679968"/>
                  </a:lnTo>
                  <a:lnTo>
                    <a:pt x="460043" y="679871"/>
                  </a:lnTo>
                  <a:lnTo>
                    <a:pt x="458531" y="679388"/>
                  </a:lnTo>
                  <a:lnTo>
                    <a:pt x="457869" y="679292"/>
                  </a:lnTo>
                  <a:lnTo>
                    <a:pt x="457302" y="679098"/>
                  </a:lnTo>
                  <a:lnTo>
                    <a:pt x="456356" y="678712"/>
                  </a:lnTo>
                  <a:lnTo>
                    <a:pt x="455695" y="678228"/>
                  </a:lnTo>
                  <a:lnTo>
                    <a:pt x="455033" y="677552"/>
                  </a:lnTo>
                  <a:lnTo>
                    <a:pt x="454561" y="677358"/>
                  </a:lnTo>
                  <a:lnTo>
                    <a:pt x="454088" y="677165"/>
                  </a:lnTo>
                  <a:lnTo>
                    <a:pt x="452954" y="676972"/>
                  </a:lnTo>
                  <a:lnTo>
                    <a:pt x="452387" y="676682"/>
                  </a:lnTo>
                  <a:lnTo>
                    <a:pt x="451536" y="676102"/>
                  </a:lnTo>
                  <a:lnTo>
                    <a:pt x="450307" y="675619"/>
                  </a:lnTo>
                  <a:lnTo>
                    <a:pt x="449740" y="675329"/>
                  </a:lnTo>
                  <a:lnTo>
                    <a:pt x="449362" y="674942"/>
                  </a:lnTo>
                  <a:lnTo>
                    <a:pt x="448417" y="674652"/>
                  </a:lnTo>
                  <a:lnTo>
                    <a:pt x="447566" y="674555"/>
                  </a:lnTo>
                  <a:lnTo>
                    <a:pt x="446243" y="673975"/>
                  </a:lnTo>
                  <a:lnTo>
                    <a:pt x="445770" y="673396"/>
                  </a:lnTo>
                  <a:lnTo>
                    <a:pt x="441611" y="671752"/>
                  </a:lnTo>
                  <a:lnTo>
                    <a:pt x="440004" y="670593"/>
                  </a:lnTo>
                  <a:lnTo>
                    <a:pt x="438114" y="669819"/>
                  </a:lnTo>
                  <a:lnTo>
                    <a:pt x="436790" y="669239"/>
                  </a:lnTo>
                  <a:lnTo>
                    <a:pt x="435561" y="669046"/>
                  </a:lnTo>
                  <a:lnTo>
                    <a:pt x="433955" y="668563"/>
                  </a:lnTo>
                  <a:lnTo>
                    <a:pt x="432820" y="668273"/>
                  </a:lnTo>
                  <a:lnTo>
                    <a:pt x="429890" y="666920"/>
                  </a:lnTo>
                  <a:lnTo>
                    <a:pt x="428567" y="665953"/>
                  </a:lnTo>
                  <a:lnTo>
                    <a:pt x="426865" y="665373"/>
                  </a:lnTo>
                  <a:lnTo>
                    <a:pt x="426109" y="665083"/>
                  </a:lnTo>
                  <a:lnTo>
                    <a:pt x="425637" y="664793"/>
                  </a:lnTo>
                  <a:lnTo>
                    <a:pt x="425069" y="664310"/>
                  </a:lnTo>
                  <a:lnTo>
                    <a:pt x="424502" y="663633"/>
                  </a:lnTo>
                  <a:lnTo>
                    <a:pt x="423935" y="663343"/>
                  </a:lnTo>
                  <a:lnTo>
                    <a:pt x="422990" y="663247"/>
                  </a:lnTo>
                  <a:lnTo>
                    <a:pt x="422423" y="663150"/>
                  </a:lnTo>
                  <a:lnTo>
                    <a:pt x="421856" y="662957"/>
                  </a:lnTo>
                  <a:lnTo>
                    <a:pt x="421383" y="662570"/>
                  </a:lnTo>
                  <a:lnTo>
                    <a:pt x="420910" y="662280"/>
                  </a:lnTo>
                  <a:lnTo>
                    <a:pt x="420154" y="661797"/>
                  </a:lnTo>
                  <a:lnTo>
                    <a:pt x="419398" y="661604"/>
                  </a:lnTo>
                  <a:lnTo>
                    <a:pt x="418831" y="661314"/>
                  </a:lnTo>
                  <a:lnTo>
                    <a:pt x="418358" y="660830"/>
                  </a:lnTo>
                  <a:lnTo>
                    <a:pt x="417602" y="660154"/>
                  </a:lnTo>
                  <a:lnTo>
                    <a:pt x="416751" y="659961"/>
                  </a:lnTo>
                  <a:lnTo>
                    <a:pt x="415995" y="659864"/>
                  </a:lnTo>
                  <a:lnTo>
                    <a:pt x="415239" y="659671"/>
                  </a:lnTo>
                  <a:lnTo>
                    <a:pt x="414388" y="659477"/>
                  </a:lnTo>
                  <a:lnTo>
                    <a:pt x="413538" y="659091"/>
                  </a:lnTo>
                  <a:lnTo>
                    <a:pt x="412876" y="658511"/>
                  </a:lnTo>
                  <a:lnTo>
                    <a:pt x="411836" y="658027"/>
                  </a:lnTo>
                  <a:lnTo>
                    <a:pt x="411269" y="657834"/>
                  </a:lnTo>
                  <a:lnTo>
                    <a:pt x="410702" y="657737"/>
                  </a:lnTo>
                  <a:lnTo>
                    <a:pt x="409473" y="657351"/>
                  </a:lnTo>
                  <a:lnTo>
                    <a:pt x="408811" y="656771"/>
                  </a:lnTo>
                  <a:lnTo>
                    <a:pt x="408244" y="656384"/>
                  </a:lnTo>
                  <a:lnTo>
                    <a:pt x="407488" y="656578"/>
                  </a:lnTo>
                  <a:lnTo>
                    <a:pt x="406732" y="656578"/>
                  </a:lnTo>
                  <a:lnTo>
                    <a:pt x="406165" y="656384"/>
                  </a:lnTo>
                  <a:lnTo>
                    <a:pt x="405314" y="655804"/>
                  </a:lnTo>
                  <a:lnTo>
                    <a:pt x="404274" y="654644"/>
                  </a:lnTo>
                  <a:lnTo>
                    <a:pt x="403802" y="654355"/>
                  </a:lnTo>
                  <a:lnTo>
                    <a:pt x="402856" y="653871"/>
                  </a:lnTo>
                  <a:lnTo>
                    <a:pt x="402100" y="653678"/>
                  </a:lnTo>
                  <a:lnTo>
                    <a:pt x="401155" y="653775"/>
                  </a:lnTo>
                  <a:lnTo>
                    <a:pt x="400399" y="653678"/>
                  </a:lnTo>
                  <a:lnTo>
                    <a:pt x="399832" y="653485"/>
                  </a:lnTo>
                  <a:lnTo>
                    <a:pt x="399454" y="653098"/>
                  </a:lnTo>
                  <a:lnTo>
                    <a:pt x="398792" y="652518"/>
                  </a:lnTo>
                  <a:lnTo>
                    <a:pt x="397847" y="652035"/>
                  </a:lnTo>
                  <a:lnTo>
                    <a:pt x="397280" y="651841"/>
                  </a:lnTo>
                  <a:lnTo>
                    <a:pt x="396334" y="651552"/>
                  </a:lnTo>
                  <a:lnTo>
                    <a:pt x="395673" y="651165"/>
                  </a:lnTo>
                  <a:lnTo>
                    <a:pt x="395295" y="650682"/>
                  </a:lnTo>
                  <a:lnTo>
                    <a:pt x="394917" y="650295"/>
                  </a:lnTo>
                  <a:lnTo>
                    <a:pt x="394349" y="650102"/>
                  </a:lnTo>
                  <a:lnTo>
                    <a:pt x="393688" y="650005"/>
                  </a:lnTo>
                  <a:lnTo>
                    <a:pt x="392175" y="650005"/>
                  </a:lnTo>
                  <a:lnTo>
                    <a:pt x="391419" y="649908"/>
                  </a:lnTo>
                  <a:lnTo>
                    <a:pt x="390663" y="649425"/>
                  </a:lnTo>
                  <a:lnTo>
                    <a:pt x="390096" y="648845"/>
                  </a:lnTo>
                  <a:lnTo>
                    <a:pt x="389340" y="648459"/>
                  </a:lnTo>
                  <a:lnTo>
                    <a:pt x="388678" y="648265"/>
                  </a:lnTo>
                  <a:lnTo>
                    <a:pt x="387922" y="647782"/>
                  </a:lnTo>
                  <a:lnTo>
                    <a:pt x="387260" y="647202"/>
                  </a:lnTo>
                  <a:lnTo>
                    <a:pt x="386693" y="646912"/>
                  </a:lnTo>
                  <a:lnTo>
                    <a:pt x="386126" y="646622"/>
                  </a:lnTo>
                  <a:lnTo>
                    <a:pt x="385559" y="646525"/>
                  </a:lnTo>
                  <a:lnTo>
                    <a:pt x="384614" y="646429"/>
                  </a:lnTo>
                  <a:lnTo>
                    <a:pt x="383763" y="646139"/>
                  </a:lnTo>
                  <a:lnTo>
                    <a:pt x="383007" y="645849"/>
                  </a:lnTo>
                  <a:lnTo>
                    <a:pt x="382534" y="645462"/>
                  </a:lnTo>
                  <a:lnTo>
                    <a:pt x="381967" y="645076"/>
                  </a:lnTo>
                  <a:lnTo>
                    <a:pt x="381211" y="644786"/>
                  </a:lnTo>
                  <a:lnTo>
                    <a:pt x="380549" y="644689"/>
                  </a:lnTo>
                  <a:lnTo>
                    <a:pt x="379793" y="644592"/>
                  </a:lnTo>
                  <a:lnTo>
                    <a:pt x="379131" y="644302"/>
                  </a:lnTo>
                  <a:lnTo>
                    <a:pt x="378470" y="643819"/>
                  </a:lnTo>
                  <a:lnTo>
                    <a:pt x="377524" y="643046"/>
                  </a:lnTo>
                  <a:lnTo>
                    <a:pt x="376863" y="642563"/>
                  </a:lnTo>
                  <a:lnTo>
                    <a:pt x="376201" y="642369"/>
                  </a:lnTo>
                  <a:lnTo>
                    <a:pt x="375539" y="642273"/>
                  </a:lnTo>
                  <a:lnTo>
                    <a:pt x="374783" y="642369"/>
                  </a:lnTo>
                  <a:lnTo>
                    <a:pt x="373460" y="641983"/>
                  </a:lnTo>
                  <a:lnTo>
                    <a:pt x="372798" y="641499"/>
                  </a:lnTo>
                  <a:lnTo>
                    <a:pt x="372326" y="641016"/>
                  </a:lnTo>
                  <a:lnTo>
                    <a:pt x="371853" y="640726"/>
                  </a:lnTo>
                  <a:lnTo>
                    <a:pt x="371191" y="640533"/>
                  </a:lnTo>
                  <a:lnTo>
                    <a:pt x="370246" y="640340"/>
                  </a:lnTo>
                  <a:lnTo>
                    <a:pt x="369017" y="640050"/>
                  </a:lnTo>
                  <a:lnTo>
                    <a:pt x="368356" y="639663"/>
                  </a:lnTo>
                  <a:lnTo>
                    <a:pt x="367883" y="639180"/>
                  </a:lnTo>
                  <a:lnTo>
                    <a:pt x="367316" y="638793"/>
                  </a:lnTo>
                  <a:lnTo>
                    <a:pt x="366560" y="638696"/>
                  </a:lnTo>
                  <a:lnTo>
                    <a:pt x="365709" y="638600"/>
                  </a:lnTo>
                  <a:lnTo>
                    <a:pt x="364953" y="638213"/>
                  </a:lnTo>
                  <a:lnTo>
                    <a:pt x="364291" y="637826"/>
                  </a:lnTo>
                  <a:lnTo>
                    <a:pt x="363818" y="637440"/>
                  </a:lnTo>
                  <a:lnTo>
                    <a:pt x="362779" y="636763"/>
                  </a:lnTo>
                  <a:lnTo>
                    <a:pt x="361834" y="636570"/>
                  </a:lnTo>
                  <a:lnTo>
                    <a:pt x="361172" y="636377"/>
                  </a:lnTo>
                  <a:lnTo>
                    <a:pt x="360416" y="636087"/>
                  </a:lnTo>
                  <a:lnTo>
                    <a:pt x="359659" y="635603"/>
                  </a:lnTo>
                  <a:lnTo>
                    <a:pt x="358903" y="635023"/>
                  </a:lnTo>
                  <a:lnTo>
                    <a:pt x="358242" y="634540"/>
                  </a:lnTo>
                  <a:lnTo>
                    <a:pt x="357485" y="634250"/>
                  </a:lnTo>
                  <a:lnTo>
                    <a:pt x="356824" y="634154"/>
                  </a:lnTo>
                  <a:lnTo>
                    <a:pt x="356351" y="634830"/>
                  </a:lnTo>
                  <a:lnTo>
                    <a:pt x="355122" y="634637"/>
                  </a:lnTo>
                  <a:lnTo>
                    <a:pt x="354650" y="633767"/>
                  </a:lnTo>
                  <a:lnTo>
                    <a:pt x="353988" y="633090"/>
                  </a:lnTo>
                  <a:lnTo>
                    <a:pt x="353326" y="632897"/>
                  </a:lnTo>
                  <a:lnTo>
                    <a:pt x="352476" y="632897"/>
                  </a:lnTo>
                  <a:lnTo>
                    <a:pt x="351814" y="632704"/>
                  </a:lnTo>
                  <a:lnTo>
                    <a:pt x="351247" y="632510"/>
                  </a:lnTo>
                  <a:lnTo>
                    <a:pt x="350585" y="632124"/>
                  </a:lnTo>
                  <a:lnTo>
                    <a:pt x="349924" y="631737"/>
                  </a:lnTo>
                  <a:lnTo>
                    <a:pt x="349262" y="631254"/>
                  </a:lnTo>
                  <a:lnTo>
                    <a:pt x="348600" y="630964"/>
                  </a:lnTo>
                  <a:lnTo>
                    <a:pt x="348128" y="630577"/>
                  </a:lnTo>
                  <a:lnTo>
                    <a:pt x="347371" y="630191"/>
                  </a:lnTo>
                  <a:lnTo>
                    <a:pt x="345765" y="629611"/>
                  </a:lnTo>
                  <a:lnTo>
                    <a:pt x="345292" y="629321"/>
                  </a:lnTo>
                  <a:lnTo>
                    <a:pt x="344725" y="629031"/>
                  </a:lnTo>
                  <a:lnTo>
                    <a:pt x="343969" y="628741"/>
                  </a:lnTo>
                  <a:lnTo>
                    <a:pt x="342645" y="628451"/>
                  </a:lnTo>
                  <a:lnTo>
                    <a:pt x="342078" y="628258"/>
                  </a:lnTo>
                  <a:lnTo>
                    <a:pt x="341606" y="627871"/>
                  </a:lnTo>
                  <a:lnTo>
                    <a:pt x="341322" y="627291"/>
                  </a:lnTo>
                  <a:lnTo>
                    <a:pt x="340944" y="626904"/>
                  </a:lnTo>
                  <a:lnTo>
                    <a:pt x="340471" y="626421"/>
                  </a:lnTo>
                  <a:lnTo>
                    <a:pt x="339337" y="626228"/>
                  </a:lnTo>
                  <a:lnTo>
                    <a:pt x="338581" y="626325"/>
                  </a:lnTo>
                  <a:lnTo>
                    <a:pt x="337919" y="626228"/>
                  </a:lnTo>
                  <a:lnTo>
                    <a:pt x="337352" y="625841"/>
                  </a:lnTo>
                  <a:lnTo>
                    <a:pt x="336785" y="625551"/>
                  </a:lnTo>
                  <a:lnTo>
                    <a:pt x="336218" y="624778"/>
                  </a:lnTo>
                  <a:lnTo>
                    <a:pt x="335745" y="624295"/>
                  </a:lnTo>
                  <a:lnTo>
                    <a:pt x="335273" y="624005"/>
                  </a:lnTo>
                  <a:lnTo>
                    <a:pt x="334516" y="623715"/>
                  </a:lnTo>
                  <a:lnTo>
                    <a:pt x="333288" y="623715"/>
                  </a:lnTo>
                  <a:lnTo>
                    <a:pt x="332531" y="623522"/>
                  </a:lnTo>
                  <a:lnTo>
                    <a:pt x="331775" y="623038"/>
                  </a:lnTo>
                  <a:lnTo>
                    <a:pt x="331114" y="622458"/>
                  </a:lnTo>
                  <a:lnTo>
                    <a:pt x="330357" y="622362"/>
                  </a:lnTo>
                  <a:lnTo>
                    <a:pt x="329790" y="622265"/>
                  </a:lnTo>
                  <a:lnTo>
                    <a:pt x="329223" y="622265"/>
                  </a:lnTo>
                  <a:lnTo>
                    <a:pt x="328750" y="622168"/>
                  </a:lnTo>
                  <a:lnTo>
                    <a:pt x="328183" y="621685"/>
                  </a:lnTo>
                  <a:lnTo>
                    <a:pt x="327522" y="620912"/>
                  </a:lnTo>
                  <a:lnTo>
                    <a:pt x="326955" y="620525"/>
                  </a:lnTo>
                  <a:lnTo>
                    <a:pt x="326104" y="620429"/>
                  </a:lnTo>
                  <a:lnTo>
                    <a:pt x="325253" y="620525"/>
                  </a:lnTo>
                  <a:lnTo>
                    <a:pt x="324591" y="620139"/>
                  </a:lnTo>
                  <a:lnTo>
                    <a:pt x="324119" y="619945"/>
                  </a:lnTo>
                  <a:lnTo>
                    <a:pt x="323646" y="619559"/>
                  </a:lnTo>
                  <a:lnTo>
                    <a:pt x="322796" y="618979"/>
                  </a:lnTo>
                  <a:lnTo>
                    <a:pt x="322039" y="618785"/>
                  </a:lnTo>
                  <a:lnTo>
                    <a:pt x="321094" y="618592"/>
                  </a:lnTo>
                  <a:lnTo>
                    <a:pt x="320243" y="618109"/>
                  </a:lnTo>
                  <a:lnTo>
                    <a:pt x="319487" y="617722"/>
                  </a:lnTo>
                  <a:lnTo>
                    <a:pt x="318826" y="617336"/>
                  </a:lnTo>
                  <a:lnTo>
                    <a:pt x="317691" y="616949"/>
                  </a:lnTo>
                  <a:lnTo>
                    <a:pt x="316935" y="616852"/>
                  </a:lnTo>
                  <a:lnTo>
                    <a:pt x="316368" y="616659"/>
                  </a:lnTo>
                  <a:lnTo>
                    <a:pt x="315706" y="616369"/>
                  </a:lnTo>
                  <a:lnTo>
                    <a:pt x="315234" y="616079"/>
                  </a:lnTo>
                  <a:lnTo>
                    <a:pt x="314667" y="615692"/>
                  </a:lnTo>
                  <a:lnTo>
                    <a:pt x="314005" y="615209"/>
                  </a:lnTo>
                  <a:lnTo>
                    <a:pt x="313343" y="614823"/>
                  </a:lnTo>
                  <a:lnTo>
                    <a:pt x="312587" y="614726"/>
                  </a:lnTo>
                  <a:lnTo>
                    <a:pt x="311831" y="614629"/>
                  </a:lnTo>
                  <a:lnTo>
                    <a:pt x="310886" y="614436"/>
                  </a:lnTo>
                  <a:lnTo>
                    <a:pt x="310129" y="613953"/>
                  </a:lnTo>
                  <a:lnTo>
                    <a:pt x="309562" y="613953"/>
                  </a:lnTo>
                  <a:lnTo>
                    <a:pt x="308995" y="613663"/>
                  </a:lnTo>
                  <a:lnTo>
                    <a:pt x="308523" y="613083"/>
                  </a:lnTo>
                  <a:lnTo>
                    <a:pt x="308050" y="612503"/>
                  </a:lnTo>
                  <a:lnTo>
                    <a:pt x="307577" y="612116"/>
                  </a:lnTo>
                  <a:lnTo>
                    <a:pt x="306443" y="612020"/>
                  </a:lnTo>
                  <a:lnTo>
                    <a:pt x="305592" y="611923"/>
                  </a:lnTo>
                  <a:lnTo>
                    <a:pt x="304931" y="611730"/>
                  </a:lnTo>
                  <a:lnTo>
                    <a:pt x="304458" y="611343"/>
                  </a:lnTo>
                  <a:lnTo>
                    <a:pt x="303702" y="610763"/>
                  </a:lnTo>
                  <a:lnTo>
                    <a:pt x="302946" y="610376"/>
                  </a:lnTo>
                  <a:lnTo>
                    <a:pt x="301339" y="610183"/>
                  </a:lnTo>
                  <a:lnTo>
                    <a:pt x="300866" y="610086"/>
                  </a:lnTo>
                  <a:lnTo>
                    <a:pt x="300394" y="609797"/>
                  </a:lnTo>
                  <a:lnTo>
                    <a:pt x="299732" y="609217"/>
                  </a:lnTo>
                  <a:lnTo>
                    <a:pt x="299165" y="608830"/>
                  </a:lnTo>
                  <a:lnTo>
                    <a:pt x="298692" y="608637"/>
                  </a:lnTo>
                  <a:lnTo>
                    <a:pt x="298030" y="608540"/>
                  </a:lnTo>
                  <a:lnTo>
                    <a:pt x="296896" y="608540"/>
                  </a:lnTo>
                  <a:lnTo>
                    <a:pt x="296046" y="608347"/>
                  </a:lnTo>
                  <a:lnTo>
                    <a:pt x="295384" y="608153"/>
                  </a:lnTo>
                  <a:lnTo>
                    <a:pt x="294722" y="607670"/>
                  </a:lnTo>
                  <a:lnTo>
                    <a:pt x="293588" y="606897"/>
                  </a:lnTo>
                  <a:lnTo>
                    <a:pt x="292926" y="606510"/>
                  </a:lnTo>
                  <a:lnTo>
                    <a:pt x="291886" y="606220"/>
                  </a:lnTo>
                  <a:lnTo>
                    <a:pt x="290658" y="605737"/>
                  </a:lnTo>
                  <a:lnTo>
                    <a:pt x="290091" y="605157"/>
                  </a:lnTo>
                  <a:lnTo>
                    <a:pt x="289618" y="604770"/>
                  </a:lnTo>
                  <a:lnTo>
                    <a:pt x="288956" y="604384"/>
                  </a:lnTo>
                  <a:lnTo>
                    <a:pt x="287917" y="604287"/>
                  </a:lnTo>
                  <a:lnTo>
                    <a:pt x="286499" y="603901"/>
                  </a:lnTo>
                  <a:lnTo>
                    <a:pt x="285932" y="603514"/>
                  </a:lnTo>
                  <a:lnTo>
                    <a:pt x="285459" y="602934"/>
                  </a:lnTo>
                  <a:lnTo>
                    <a:pt x="284608" y="602257"/>
                  </a:lnTo>
                  <a:lnTo>
                    <a:pt x="283947" y="602161"/>
                  </a:lnTo>
                  <a:lnTo>
                    <a:pt x="283001" y="601967"/>
                  </a:lnTo>
                  <a:lnTo>
                    <a:pt x="282434" y="601774"/>
                  </a:lnTo>
                  <a:lnTo>
                    <a:pt x="281867" y="601484"/>
                  </a:lnTo>
                  <a:lnTo>
                    <a:pt x="281016" y="601001"/>
                  </a:lnTo>
                  <a:lnTo>
                    <a:pt x="280355" y="600421"/>
                  </a:lnTo>
                  <a:lnTo>
                    <a:pt x="279599" y="600131"/>
                  </a:lnTo>
                  <a:lnTo>
                    <a:pt x="278559" y="599744"/>
                  </a:lnTo>
                  <a:lnTo>
                    <a:pt x="277803" y="599648"/>
                  </a:lnTo>
                  <a:lnTo>
                    <a:pt x="277141" y="599358"/>
                  </a:lnTo>
                  <a:lnTo>
                    <a:pt x="276007" y="599068"/>
                  </a:lnTo>
                  <a:lnTo>
                    <a:pt x="275250" y="598391"/>
                  </a:lnTo>
                  <a:lnTo>
                    <a:pt x="274683" y="598005"/>
                  </a:lnTo>
                  <a:lnTo>
                    <a:pt x="274116" y="597715"/>
                  </a:lnTo>
                  <a:lnTo>
                    <a:pt x="273549" y="597618"/>
                  </a:lnTo>
                  <a:lnTo>
                    <a:pt x="272793" y="597328"/>
                  </a:lnTo>
                  <a:lnTo>
                    <a:pt x="272226" y="597135"/>
                  </a:lnTo>
                  <a:lnTo>
                    <a:pt x="271659" y="596941"/>
                  </a:lnTo>
                  <a:lnTo>
                    <a:pt x="270902" y="596458"/>
                  </a:lnTo>
                  <a:lnTo>
                    <a:pt x="270052" y="595878"/>
                  </a:lnTo>
                  <a:lnTo>
                    <a:pt x="268917" y="595685"/>
                  </a:lnTo>
                  <a:lnTo>
                    <a:pt x="268161" y="595588"/>
                  </a:lnTo>
                  <a:lnTo>
                    <a:pt x="267216" y="595202"/>
                  </a:lnTo>
                  <a:lnTo>
                    <a:pt x="266649" y="595008"/>
                  </a:lnTo>
                  <a:lnTo>
                    <a:pt x="266082" y="594815"/>
                  </a:lnTo>
                  <a:lnTo>
                    <a:pt x="265515" y="594428"/>
                  </a:lnTo>
                  <a:lnTo>
                    <a:pt x="264758" y="593945"/>
                  </a:lnTo>
                  <a:lnTo>
                    <a:pt x="264286" y="593268"/>
                  </a:lnTo>
                  <a:lnTo>
                    <a:pt x="263435" y="592689"/>
                  </a:lnTo>
                  <a:lnTo>
                    <a:pt x="262584" y="592785"/>
                  </a:lnTo>
                  <a:lnTo>
                    <a:pt x="261167" y="592785"/>
                  </a:lnTo>
                  <a:lnTo>
                    <a:pt x="260694" y="592495"/>
                  </a:lnTo>
                  <a:lnTo>
                    <a:pt x="260032" y="592012"/>
                  </a:lnTo>
                  <a:lnTo>
                    <a:pt x="259371" y="591529"/>
                  </a:lnTo>
                  <a:lnTo>
                    <a:pt x="258142" y="591142"/>
                  </a:lnTo>
                  <a:lnTo>
                    <a:pt x="257102" y="591045"/>
                  </a:lnTo>
                  <a:lnTo>
                    <a:pt x="255873" y="589886"/>
                  </a:lnTo>
                  <a:lnTo>
                    <a:pt x="254833" y="589499"/>
                  </a:lnTo>
                  <a:lnTo>
                    <a:pt x="253983" y="589499"/>
                  </a:lnTo>
                  <a:lnTo>
                    <a:pt x="253321" y="589016"/>
                  </a:lnTo>
                  <a:lnTo>
                    <a:pt x="252754" y="588242"/>
                  </a:lnTo>
                  <a:lnTo>
                    <a:pt x="252281" y="587952"/>
                  </a:lnTo>
                  <a:lnTo>
                    <a:pt x="251431" y="588049"/>
                  </a:lnTo>
                  <a:lnTo>
                    <a:pt x="250580" y="587759"/>
                  </a:lnTo>
                  <a:lnTo>
                    <a:pt x="249729" y="586889"/>
                  </a:lnTo>
                  <a:lnTo>
                    <a:pt x="249162" y="586696"/>
                  </a:lnTo>
                  <a:lnTo>
                    <a:pt x="248500" y="586599"/>
                  </a:lnTo>
                  <a:lnTo>
                    <a:pt x="247744" y="586019"/>
                  </a:lnTo>
                  <a:lnTo>
                    <a:pt x="246799" y="586116"/>
                  </a:lnTo>
                  <a:lnTo>
                    <a:pt x="246326" y="585826"/>
                  </a:lnTo>
                  <a:lnTo>
                    <a:pt x="245854" y="585343"/>
                  </a:lnTo>
                  <a:lnTo>
                    <a:pt x="244152" y="584956"/>
                  </a:lnTo>
                  <a:lnTo>
                    <a:pt x="243207" y="584859"/>
                  </a:lnTo>
                  <a:lnTo>
                    <a:pt x="242262" y="584570"/>
                  </a:lnTo>
                  <a:lnTo>
                    <a:pt x="241695" y="584183"/>
                  </a:lnTo>
                  <a:lnTo>
                    <a:pt x="241222" y="583700"/>
                  </a:lnTo>
                  <a:lnTo>
                    <a:pt x="240844" y="583410"/>
                  </a:lnTo>
                  <a:lnTo>
                    <a:pt x="240277" y="582926"/>
                  </a:lnTo>
                  <a:lnTo>
                    <a:pt x="239804" y="582733"/>
                  </a:lnTo>
                  <a:lnTo>
                    <a:pt x="238292" y="582636"/>
                  </a:lnTo>
                  <a:lnTo>
                    <a:pt x="237536" y="582830"/>
                  </a:lnTo>
                  <a:lnTo>
                    <a:pt x="236496" y="582540"/>
                  </a:lnTo>
                  <a:lnTo>
                    <a:pt x="235551" y="582056"/>
                  </a:lnTo>
                  <a:lnTo>
                    <a:pt x="234133" y="581767"/>
                  </a:lnTo>
                  <a:lnTo>
                    <a:pt x="233093" y="581090"/>
                  </a:lnTo>
                  <a:lnTo>
                    <a:pt x="232432" y="580703"/>
                  </a:lnTo>
                  <a:lnTo>
                    <a:pt x="231770" y="580703"/>
                  </a:lnTo>
                  <a:lnTo>
                    <a:pt x="231108" y="580317"/>
                  </a:lnTo>
                  <a:lnTo>
                    <a:pt x="230541" y="579543"/>
                  </a:lnTo>
                  <a:lnTo>
                    <a:pt x="229407" y="579253"/>
                  </a:lnTo>
                  <a:lnTo>
                    <a:pt x="228651" y="579157"/>
                  </a:lnTo>
                  <a:lnTo>
                    <a:pt x="228178" y="578577"/>
                  </a:lnTo>
                  <a:lnTo>
                    <a:pt x="227705" y="578094"/>
                  </a:lnTo>
                  <a:lnTo>
                    <a:pt x="226666" y="577610"/>
                  </a:lnTo>
                  <a:lnTo>
                    <a:pt x="225720" y="577514"/>
                  </a:lnTo>
                  <a:lnTo>
                    <a:pt x="224681" y="577417"/>
                  </a:lnTo>
                  <a:lnTo>
                    <a:pt x="224114" y="576837"/>
                  </a:lnTo>
                  <a:lnTo>
                    <a:pt x="223168" y="576257"/>
                  </a:lnTo>
                  <a:lnTo>
                    <a:pt x="222318" y="576161"/>
                  </a:lnTo>
                  <a:lnTo>
                    <a:pt x="221372" y="575967"/>
                  </a:lnTo>
                  <a:lnTo>
                    <a:pt x="220144" y="575871"/>
                  </a:lnTo>
                  <a:lnTo>
                    <a:pt x="219104" y="575581"/>
                  </a:lnTo>
                  <a:lnTo>
                    <a:pt x="217970" y="575001"/>
                  </a:lnTo>
                  <a:lnTo>
                    <a:pt x="216930" y="574421"/>
                  </a:lnTo>
                  <a:lnTo>
                    <a:pt x="215985" y="574131"/>
                  </a:lnTo>
                  <a:lnTo>
                    <a:pt x="215228" y="573454"/>
                  </a:lnTo>
                  <a:lnTo>
                    <a:pt x="214661" y="573068"/>
                  </a:lnTo>
                  <a:lnTo>
                    <a:pt x="213716" y="572874"/>
                  </a:lnTo>
                  <a:lnTo>
                    <a:pt x="212865" y="572874"/>
                  </a:lnTo>
                  <a:lnTo>
                    <a:pt x="212393" y="572488"/>
                  </a:lnTo>
                  <a:lnTo>
                    <a:pt x="211164" y="572101"/>
                  </a:lnTo>
                  <a:lnTo>
                    <a:pt x="209935" y="571714"/>
                  </a:lnTo>
                  <a:lnTo>
                    <a:pt x="208990" y="571424"/>
                  </a:lnTo>
                  <a:lnTo>
                    <a:pt x="208045" y="570651"/>
                  </a:lnTo>
                  <a:lnTo>
                    <a:pt x="207194" y="570458"/>
                  </a:lnTo>
                  <a:lnTo>
                    <a:pt x="206060" y="569878"/>
                  </a:lnTo>
                  <a:lnTo>
                    <a:pt x="205398" y="569298"/>
                  </a:lnTo>
                  <a:lnTo>
                    <a:pt x="204358" y="568911"/>
                  </a:lnTo>
                  <a:lnTo>
                    <a:pt x="203886" y="568911"/>
                  </a:lnTo>
                  <a:lnTo>
                    <a:pt x="203129" y="568718"/>
                  </a:lnTo>
                  <a:lnTo>
                    <a:pt x="202279" y="568235"/>
                  </a:lnTo>
                  <a:lnTo>
                    <a:pt x="201144" y="567945"/>
                  </a:lnTo>
                  <a:lnTo>
                    <a:pt x="200010" y="567462"/>
                  </a:lnTo>
                  <a:lnTo>
                    <a:pt x="198403" y="566495"/>
                  </a:lnTo>
                  <a:lnTo>
                    <a:pt x="197364" y="566108"/>
                  </a:lnTo>
                  <a:lnTo>
                    <a:pt x="196513" y="565722"/>
                  </a:lnTo>
                  <a:lnTo>
                    <a:pt x="195284" y="565239"/>
                  </a:lnTo>
                  <a:lnTo>
                    <a:pt x="194811" y="565239"/>
                  </a:lnTo>
                  <a:lnTo>
                    <a:pt x="193772" y="564852"/>
                  </a:lnTo>
                  <a:lnTo>
                    <a:pt x="193110" y="564562"/>
                  </a:lnTo>
                  <a:lnTo>
                    <a:pt x="191503" y="563692"/>
                  </a:lnTo>
                  <a:lnTo>
                    <a:pt x="190463" y="563209"/>
                  </a:lnTo>
                  <a:lnTo>
                    <a:pt x="189235" y="562822"/>
                  </a:lnTo>
                  <a:lnTo>
                    <a:pt x="188289" y="562049"/>
                  </a:lnTo>
                  <a:lnTo>
                    <a:pt x="187250" y="561276"/>
                  </a:lnTo>
                  <a:lnTo>
                    <a:pt x="185454" y="560212"/>
                  </a:lnTo>
                  <a:lnTo>
                    <a:pt x="183374" y="559633"/>
                  </a:lnTo>
                  <a:lnTo>
                    <a:pt x="181578" y="558859"/>
                  </a:lnTo>
                  <a:lnTo>
                    <a:pt x="180349" y="558279"/>
                  </a:lnTo>
                  <a:lnTo>
                    <a:pt x="179121" y="557603"/>
                  </a:lnTo>
                  <a:lnTo>
                    <a:pt x="176757" y="556733"/>
                  </a:lnTo>
                  <a:lnTo>
                    <a:pt x="175340" y="556443"/>
                  </a:lnTo>
                  <a:lnTo>
                    <a:pt x="173922" y="555766"/>
                  </a:lnTo>
                  <a:lnTo>
                    <a:pt x="172693" y="555476"/>
                  </a:lnTo>
                  <a:lnTo>
                    <a:pt x="171842" y="555186"/>
                  </a:lnTo>
                  <a:lnTo>
                    <a:pt x="171086" y="554606"/>
                  </a:lnTo>
                  <a:lnTo>
                    <a:pt x="170424" y="554413"/>
                  </a:lnTo>
                  <a:lnTo>
                    <a:pt x="168912" y="553640"/>
                  </a:lnTo>
                  <a:lnTo>
                    <a:pt x="167494" y="553350"/>
                  </a:lnTo>
                  <a:lnTo>
                    <a:pt x="166454" y="552963"/>
                  </a:lnTo>
                  <a:lnTo>
                    <a:pt x="165131" y="552287"/>
                  </a:lnTo>
                  <a:lnTo>
                    <a:pt x="163808" y="551900"/>
                  </a:lnTo>
                  <a:lnTo>
                    <a:pt x="162957" y="551417"/>
                  </a:lnTo>
                  <a:lnTo>
                    <a:pt x="161823" y="551224"/>
                  </a:lnTo>
                  <a:lnTo>
                    <a:pt x="160310" y="550547"/>
                  </a:lnTo>
                  <a:lnTo>
                    <a:pt x="159176" y="549870"/>
                  </a:lnTo>
                  <a:lnTo>
                    <a:pt x="157569" y="549194"/>
                  </a:lnTo>
                  <a:lnTo>
                    <a:pt x="155490" y="548131"/>
                  </a:lnTo>
                  <a:lnTo>
                    <a:pt x="154166" y="547551"/>
                  </a:lnTo>
                  <a:lnTo>
                    <a:pt x="152654" y="546971"/>
                  </a:lnTo>
                  <a:lnTo>
                    <a:pt x="151331" y="546391"/>
                  </a:lnTo>
                  <a:lnTo>
                    <a:pt x="149629" y="546004"/>
                  </a:lnTo>
                  <a:lnTo>
                    <a:pt x="148117" y="545231"/>
                  </a:lnTo>
                  <a:lnTo>
                    <a:pt x="146794" y="544941"/>
                  </a:lnTo>
                  <a:lnTo>
                    <a:pt x="145376" y="544168"/>
                  </a:lnTo>
                  <a:lnTo>
                    <a:pt x="143863" y="543588"/>
                  </a:lnTo>
                  <a:lnTo>
                    <a:pt x="142635" y="542815"/>
                  </a:lnTo>
                  <a:lnTo>
                    <a:pt x="141406" y="542621"/>
                  </a:lnTo>
                  <a:lnTo>
                    <a:pt x="140083" y="542041"/>
                  </a:lnTo>
                  <a:lnTo>
                    <a:pt x="139137" y="541848"/>
                  </a:lnTo>
                  <a:lnTo>
                    <a:pt x="138003" y="541075"/>
                  </a:lnTo>
                  <a:lnTo>
                    <a:pt x="136963" y="540495"/>
                  </a:lnTo>
                  <a:lnTo>
                    <a:pt x="136018" y="540301"/>
                  </a:lnTo>
                  <a:lnTo>
                    <a:pt x="135356" y="539818"/>
                  </a:lnTo>
                  <a:lnTo>
                    <a:pt x="134789" y="539528"/>
                  </a:lnTo>
                  <a:lnTo>
                    <a:pt x="133844" y="539238"/>
                  </a:lnTo>
                  <a:lnTo>
                    <a:pt x="132048" y="538658"/>
                  </a:lnTo>
                  <a:lnTo>
                    <a:pt x="130536" y="538175"/>
                  </a:lnTo>
                  <a:lnTo>
                    <a:pt x="128929" y="537498"/>
                  </a:lnTo>
                  <a:lnTo>
                    <a:pt x="127227" y="536919"/>
                  </a:lnTo>
                  <a:lnTo>
                    <a:pt x="125810" y="536242"/>
                  </a:lnTo>
                  <a:lnTo>
                    <a:pt x="124297" y="535759"/>
                  </a:lnTo>
                  <a:lnTo>
                    <a:pt x="122407" y="535082"/>
                  </a:lnTo>
                  <a:lnTo>
                    <a:pt x="121178" y="534792"/>
                  </a:lnTo>
                  <a:lnTo>
                    <a:pt x="119949" y="534019"/>
                  </a:lnTo>
                  <a:lnTo>
                    <a:pt x="118626" y="533826"/>
                  </a:lnTo>
                  <a:lnTo>
                    <a:pt x="117586" y="533536"/>
                  </a:lnTo>
                  <a:lnTo>
                    <a:pt x="116830" y="533149"/>
                  </a:lnTo>
                  <a:lnTo>
                    <a:pt x="115223" y="532762"/>
                  </a:lnTo>
                  <a:lnTo>
                    <a:pt x="113900" y="532279"/>
                  </a:lnTo>
                  <a:lnTo>
                    <a:pt x="112387" y="531796"/>
                  </a:lnTo>
                  <a:lnTo>
                    <a:pt x="111159" y="531409"/>
                  </a:lnTo>
                  <a:lnTo>
                    <a:pt x="110213" y="530636"/>
                  </a:lnTo>
                  <a:lnTo>
                    <a:pt x="109079" y="530636"/>
                  </a:lnTo>
                  <a:lnTo>
                    <a:pt x="107661" y="529863"/>
                  </a:lnTo>
                  <a:lnTo>
                    <a:pt x="106905" y="529573"/>
                  </a:lnTo>
                  <a:lnTo>
                    <a:pt x="106149" y="528993"/>
                  </a:lnTo>
                  <a:lnTo>
                    <a:pt x="105298" y="528800"/>
                  </a:lnTo>
                  <a:lnTo>
                    <a:pt x="103880" y="528316"/>
                  </a:lnTo>
                  <a:lnTo>
                    <a:pt x="102841" y="527833"/>
                  </a:lnTo>
                  <a:lnTo>
                    <a:pt x="101895" y="527640"/>
                  </a:lnTo>
                  <a:lnTo>
                    <a:pt x="100572" y="527543"/>
                  </a:lnTo>
                  <a:lnTo>
                    <a:pt x="99343" y="527446"/>
                  </a:lnTo>
                  <a:lnTo>
                    <a:pt x="98398" y="527156"/>
                  </a:lnTo>
                  <a:lnTo>
                    <a:pt x="97264" y="526963"/>
                  </a:lnTo>
                  <a:lnTo>
                    <a:pt x="96507" y="527156"/>
                  </a:lnTo>
                  <a:lnTo>
                    <a:pt x="95184" y="526576"/>
                  </a:lnTo>
                  <a:lnTo>
                    <a:pt x="94428" y="526576"/>
                  </a:lnTo>
                  <a:lnTo>
                    <a:pt x="93483" y="526383"/>
                  </a:lnTo>
                  <a:lnTo>
                    <a:pt x="92348" y="526287"/>
                  </a:lnTo>
                  <a:lnTo>
                    <a:pt x="90553" y="526190"/>
                  </a:lnTo>
                  <a:lnTo>
                    <a:pt x="88378" y="526383"/>
                  </a:lnTo>
                  <a:lnTo>
                    <a:pt x="86772" y="526770"/>
                  </a:lnTo>
                  <a:lnTo>
                    <a:pt x="85070" y="527446"/>
                  </a:lnTo>
                  <a:lnTo>
                    <a:pt x="83841" y="527446"/>
                  </a:lnTo>
                  <a:lnTo>
                    <a:pt x="82896" y="526770"/>
                  </a:lnTo>
                  <a:lnTo>
                    <a:pt x="81762" y="525030"/>
                  </a:lnTo>
                  <a:lnTo>
                    <a:pt x="81006" y="523580"/>
                  </a:lnTo>
                  <a:lnTo>
                    <a:pt x="80722" y="522227"/>
                  </a:lnTo>
                  <a:lnTo>
                    <a:pt x="80060" y="520874"/>
                  </a:lnTo>
                  <a:lnTo>
                    <a:pt x="79399" y="519134"/>
                  </a:lnTo>
                  <a:lnTo>
                    <a:pt x="78454" y="517394"/>
                  </a:lnTo>
                  <a:lnTo>
                    <a:pt x="77225" y="516331"/>
                  </a:lnTo>
                  <a:lnTo>
                    <a:pt x="75618" y="515171"/>
                  </a:lnTo>
                  <a:lnTo>
                    <a:pt x="74200" y="514301"/>
                  </a:lnTo>
                  <a:lnTo>
                    <a:pt x="73349" y="513721"/>
                  </a:lnTo>
                  <a:lnTo>
                    <a:pt x="72215" y="512561"/>
                  </a:lnTo>
                  <a:lnTo>
                    <a:pt x="71081" y="511692"/>
                  </a:lnTo>
                  <a:lnTo>
                    <a:pt x="69379" y="510822"/>
                  </a:lnTo>
                  <a:lnTo>
                    <a:pt x="68056" y="510338"/>
                  </a:lnTo>
                  <a:lnTo>
                    <a:pt x="66355" y="509565"/>
                  </a:lnTo>
                  <a:lnTo>
                    <a:pt x="65126" y="509082"/>
                  </a:lnTo>
                  <a:lnTo>
                    <a:pt x="64086" y="508889"/>
                  </a:lnTo>
                  <a:lnTo>
                    <a:pt x="62952" y="508792"/>
                  </a:lnTo>
                  <a:lnTo>
                    <a:pt x="61628" y="508599"/>
                  </a:lnTo>
                  <a:lnTo>
                    <a:pt x="60683" y="508695"/>
                  </a:lnTo>
                  <a:lnTo>
                    <a:pt x="60022" y="508502"/>
                  </a:lnTo>
                  <a:lnTo>
                    <a:pt x="58604" y="508309"/>
                  </a:lnTo>
                  <a:lnTo>
                    <a:pt x="57753" y="508405"/>
                  </a:lnTo>
                  <a:lnTo>
                    <a:pt x="57091" y="509275"/>
                  </a:lnTo>
                  <a:lnTo>
                    <a:pt x="56713" y="510048"/>
                  </a:lnTo>
                  <a:lnTo>
                    <a:pt x="56335" y="511305"/>
                  </a:lnTo>
                  <a:lnTo>
                    <a:pt x="55674" y="512272"/>
                  </a:lnTo>
                  <a:lnTo>
                    <a:pt x="55484" y="513141"/>
                  </a:lnTo>
                  <a:lnTo>
                    <a:pt x="55390" y="513818"/>
                  </a:lnTo>
                  <a:lnTo>
                    <a:pt x="54539" y="514398"/>
                  </a:lnTo>
                  <a:lnTo>
                    <a:pt x="53972" y="514301"/>
                  </a:lnTo>
                  <a:lnTo>
                    <a:pt x="54161" y="513335"/>
                  </a:lnTo>
                  <a:lnTo>
                    <a:pt x="54539" y="512272"/>
                  </a:lnTo>
                  <a:lnTo>
                    <a:pt x="54917" y="511692"/>
                  </a:lnTo>
                  <a:lnTo>
                    <a:pt x="55295" y="510918"/>
                  </a:lnTo>
                  <a:lnTo>
                    <a:pt x="55106" y="510628"/>
                  </a:lnTo>
                  <a:lnTo>
                    <a:pt x="54445" y="511015"/>
                  </a:lnTo>
                  <a:lnTo>
                    <a:pt x="53972" y="512078"/>
                  </a:lnTo>
                  <a:lnTo>
                    <a:pt x="53216" y="513141"/>
                  </a:lnTo>
                  <a:lnTo>
                    <a:pt x="52460" y="513818"/>
                  </a:lnTo>
                  <a:lnTo>
                    <a:pt x="52271" y="514301"/>
                  </a:lnTo>
                  <a:lnTo>
                    <a:pt x="52271" y="514881"/>
                  </a:lnTo>
                  <a:lnTo>
                    <a:pt x="51893" y="515364"/>
                  </a:lnTo>
                  <a:lnTo>
                    <a:pt x="51325" y="515944"/>
                  </a:lnTo>
                  <a:lnTo>
                    <a:pt x="51136" y="516331"/>
                  </a:lnTo>
                  <a:lnTo>
                    <a:pt x="51231" y="516911"/>
                  </a:lnTo>
                  <a:lnTo>
                    <a:pt x="50569" y="517491"/>
                  </a:lnTo>
                  <a:lnTo>
                    <a:pt x="49530" y="517491"/>
                  </a:lnTo>
                  <a:lnTo>
                    <a:pt x="48584" y="517298"/>
                  </a:lnTo>
                  <a:lnTo>
                    <a:pt x="48584" y="516718"/>
                  </a:lnTo>
                  <a:lnTo>
                    <a:pt x="49341" y="515654"/>
                  </a:lnTo>
                  <a:lnTo>
                    <a:pt x="49530" y="514881"/>
                  </a:lnTo>
                  <a:lnTo>
                    <a:pt x="50097" y="513915"/>
                  </a:lnTo>
                  <a:lnTo>
                    <a:pt x="50097" y="513141"/>
                  </a:lnTo>
                  <a:lnTo>
                    <a:pt x="49435" y="512465"/>
                  </a:lnTo>
                  <a:lnTo>
                    <a:pt x="48962" y="512658"/>
                  </a:lnTo>
                  <a:lnTo>
                    <a:pt x="48679" y="513528"/>
                  </a:lnTo>
                  <a:lnTo>
                    <a:pt x="48112" y="514301"/>
                  </a:lnTo>
                  <a:lnTo>
                    <a:pt x="47450" y="514978"/>
                  </a:lnTo>
                  <a:lnTo>
                    <a:pt x="46599" y="515944"/>
                  </a:lnTo>
                  <a:lnTo>
                    <a:pt x="45843" y="516428"/>
                  </a:lnTo>
                  <a:lnTo>
                    <a:pt x="44992" y="516331"/>
                  </a:lnTo>
                  <a:lnTo>
                    <a:pt x="45087" y="515268"/>
                  </a:lnTo>
                  <a:lnTo>
                    <a:pt x="45276" y="513915"/>
                  </a:lnTo>
                  <a:lnTo>
                    <a:pt x="46032" y="512755"/>
                  </a:lnTo>
                  <a:lnTo>
                    <a:pt x="46599" y="511498"/>
                  </a:lnTo>
                  <a:lnTo>
                    <a:pt x="47639" y="510338"/>
                  </a:lnTo>
                  <a:lnTo>
                    <a:pt x="48679" y="509662"/>
                  </a:lnTo>
                  <a:lnTo>
                    <a:pt x="49435" y="508985"/>
                  </a:lnTo>
                  <a:lnTo>
                    <a:pt x="48868" y="507439"/>
                  </a:lnTo>
                  <a:lnTo>
                    <a:pt x="47072" y="506666"/>
                  </a:lnTo>
                  <a:lnTo>
                    <a:pt x="46221" y="506182"/>
                  </a:lnTo>
                  <a:lnTo>
                    <a:pt x="45560" y="505409"/>
                  </a:lnTo>
                  <a:lnTo>
                    <a:pt x="44614" y="506569"/>
                  </a:lnTo>
                  <a:lnTo>
                    <a:pt x="43386" y="508019"/>
                  </a:lnTo>
                  <a:lnTo>
                    <a:pt x="42346" y="509565"/>
                  </a:lnTo>
                  <a:lnTo>
                    <a:pt x="41779" y="511305"/>
                  </a:lnTo>
                  <a:lnTo>
                    <a:pt x="40739" y="511015"/>
                  </a:lnTo>
                  <a:lnTo>
                    <a:pt x="40361" y="510145"/>
                  </a:lnTo>
                  <a:lnTo>
                    <a:pt x="41306" y="508792"/>
                  </a:lnTo>
                  <a:lnTo>
                    <a:pt x="41590" y="507439"/>
                  </a:lnTo>
                  <a:lnTo>
                    <a:pt x="40928" y="507245"/>
                  </a:lnTo>
                  <a:lnTo>
                    <a:pt x="40928" y="505796"/>
                  </a:lnTo>
                  <a:lnTo>
                    <a:pt x="41684" y="504346"/>
                  </a:lnTo>
                  <a:lnTo>
                    <a:pt x="42724" y="503379"/>
                  </a:lnTo>
                  <a:lnTo>
                    <a:pt x="42440" y="502026"/>
                  </a:lnTo>
                  <a:lnTo>
                    <a:pt x="41495" y="501349"/>
                  </a:lnTo>
                  <a:lnTo>
                    <a:pt x="40644" y="502219"/>
                  </a:lnTo>
                  <a:lnTo>
                    <a:pt x="39416" y="504056"/>
                  </a:lnTo>
                  <a:lnTo>
                    <a:pt x="38848" y="505409"/>
                  </a:lnTo>
                  <a:lnTo>
                    <a:pt x="38281" y="506569"/>
                  </a:lnTo>
                  <a:lnTo>
                    <a:pt x="37053" y="507245"/>
                  </a:lnTo>
                  <a:lnTo>
                    <a:pt x="35824" y="506762"/>
                  </a:lnTo>
                  <a:lnTo>
                    <a:pt x="33650" y="505796"/>
                  </a:lnTo>
                  <a:lnTo>
                    <a:pt x="32515" y="506376"/>
                  </a:lnTo>
                  <a:lnTo>
                    <a:pt x="30247" y="507245"/>
                  </a:lnTo>
                  <a:lnTo>
                    <a:pt x="28640" y="506955"/>
                  </a:lnTo>
                  <a:lnTo>
                    <a:pt x="27128" y="505699"/>
                  </a:lnTo>
                  <a:lnTo>
                    <a:pt x="26277" y="504346"/>
                  </a:lnTo>
                  <a:lnTo>
                    <a:pt x="26277" y="502896"/>
                  </a:lnTo>
                  <a:lnTo>
                    <a:pt x="25993" y="502026"/>
                  </a:lnTo>
                  <a:lnTo>
                    <a:pt x="25426" y="500480"/>
                  </a:lnTo>
                  <a:lnTo>
                    <a:pt x="24859" y="498740"/>
                  </a:lnTo>
                  <a:lnTo>
                    <a:pt x="23252" y="497580"/>
                  </a:lnTo>
                  <a:lnTo>
                    <a:pt x="22780" y="497773"/>
                  </a:lnTo>
                  <a:lnTo>
                    <a:pt x="21740" y="498740"/>
                  </a:lnTo>
                  <a:lnTo>
                    <a:pt x="20133" y="499706"/>
                  </a:lnTo>
                  <a:lnTo>
                    <a:pt x="18810" y="500480"/>
                  </a:lnTo>
                  <a:lnTo>
                    <a:pt x="18148" y="500190"/>
                  </a:lnTo>
                  <a:lnTo>
                    <a:pt x="18242" y="498546"/>
                  </a:lnTo>
                  <a:lnTo>
                    <a:pt x="18810" y="496517"/>
                  </a:lnTo>
                  <a:lnTo>
                    <a:pt x="18715" y="495357"/>
                  </a:lnTo>
                  <a:lnTo>
                    <a:pt x="19377" y="493617"/>
                  </a:lnTo>
                  <a:lnTo>
                    <a:pt x="20133" y="491587"/>
                  </a:lnTo>
                  <a:lnTo>
                    <a:pt x="21645" y="489944"/>
                  </a:lnTo>
                  <a:lnTo>
                    <a:pt x="22212" y="488591"/>
                  </a:lnTo>
                  <a:lnTo>
                    <a:pt x="23252" y="488301"/>
                  </a:lnTo>
                  <a:lnTo>
                    <a:pt x="23441" y="487624"/>
                  </a:lnTo>
                  <a:lnTo>
                    <a:pt x="22780" y="486755"/>
                  </a:lnTo>
                  <a:lnTo>
                    <a:pt x="22496" y="487334"/>
                  </a:lnTo>
                  <a:lnTo>
                    <a:pt x="20795" y="487721"/>
                  </a:lnTo>
                  <a:lnTo>
                    <a:pt x="20133" y="487045"/>
                  </a:lnTo>
                  <a:lnTo>
                    <a:pt x="19660" y="488301"/>
                  </a:lnTo>
                  <a:lnTo>
                    <a:pt x="18810" y="489848"/>
                  </a:lnTo>
                  <a:lnTo>
                    <a:pt x="18053" y="491877"/>
                  </a:lnTo>
                  <a:lnTo>
                    <a:pt x="17297" y="492844"/>
                  </a:lnTo>
                  <a:lnTo>
                    <a:pt x="16541" y="492651"/>
                  </a:lnTo>
                  <a:lnTo>
                    <a:pt x="16825" y="490911"/>
                  </a:lnTo>
                  <a:lnTo>
                    <a:pt x="17203" y="488494"/>
                  </a:lnTo>
                  <a:lnTo>
                    <a:pt x="18431" y="487528"/>
                  </a:lnTo>
                  <a:lnTo>
                    <a:pt x="18715" y="486465"/>
                  </a:lnTo>
                  <a:lnTo>
                    <a:pt x="18715" y="485595"/>
                  </a:lnTo>
                  <a:lnTo>
                    <a:pt x="19849" y="485111"/>
                  </a:lnTo>
                  <a:lnTo>
                    <a:pt x="20606" y="483662"/>
                  </a:lnTo>
                  <a:lnTo>
                    <a:pt x="21929" y="482695"/>
                  </a:lnTo>
                  <a:lnTo>
                    <a:pt x="23252" y="481632"/>
                  </a:lnTo>
                  <a:lnTo>
                    <a:pt x="24008" y="480569"/>
                  </a:lnTo>
                  <a:lnTo>
                    <a:pt x="26088" y="480182"/>
                  </a:lnTo>
                  <a:lnTo>
                    <a:pt x="27033" y="480665"/>
                  </a:lnTo>
                  <a:lnTo>
                    <a:pt x="27506" y="481342"/>
                  </a:lnTo>
                  <a:lnTo>
                    <a:pt x="28545" y="481439"/>
                  </a:lnTo>
                  <a:lnTo>
                    <a:pt x="28829" y="480859"/>
                  </a:lnTo>
                  <a:lnTo>
                    <a:pt x="29113" y="479215"/>
                  </a:lnTo>
                  <a:lnTo>
                    <a:pt x="29585" y="478346"/>
                  </a:lnTo>
                  <a:lnTo>
                    <a:pt x="29869" y="477282"/>
                  </a:lnTo>
                  <a:lnTo>
                    <a:pt x="30247" y="476316"/>
                  </a:lnTo>
                  <a:lnTo>
                    <a:pt x="31287" y="475639"/>
                  </a:lnTo>
                  <a:lnTo>
                    <a:pt x="32421" y="476026"/>
                  </a:lnTo>
                  <a:lnTo>
                    <a:pt x="33461" y="476896"/>
                  </a:lnTo>
                  <a:lnTo>
                    <a:pt x="34122" y="475929"/>
                  </a:lnTo>
                  <a:lnTo>
                    <a:pt x="33744" y="474479"/>
                  </a:lnTo>
                  <a:lnTo>
                    <a:pt x="32894" y="474286"/>
                  </a:lnTo>
                  <a:lnTo>
                    <a:pt x="32137" y="472933"/>
                  </a:lnTo>
                  <a:lnTo>
                    <a:pt x="32137" y="471676"/>
                  </a:lnTo>
                  <a:lnTo>
                    <a:pt x="32894" y="469937"/>
                  </a:lnTo>
                  <a:lnTo>
                    <a:pt x="34406" y="469357"/>
                  </a:lnTo>
                  <a:lnTo>
                    <a:pt x="35635" y="469067"/>
                  </a:lnTo>
                  <a:lnTo>
                    <a:pt x="37809" y="468293"/>
                  </a:lnTo>
                  <a:lnTo>
                    <a:pt x="39321" y="468197"/>
                  </a:lnTo>
                  <a:lnTo>
                    <a:pt x="40928" y="468003"/>
                  </a:lnTo>
                  <a:lnTo>
                    <a:pt x="42062" y="467230"/>
                  </a:lnTo>
                  <a:lnTo>
                    <a:pt x="43953" y="465490"/>
                  </a:lnTo>
                  <a:lnTo>
                    <a:pt x="45465" y="464814"/>
                  </a:lnTo>
                  <a:lnTo>
                    <a:pt x="47261" y="464331"/>
                  </a:lnTo>
                  <a:lnTo>
                    <a:pt x="48962" y="464234"/>
                  </a:lnTo>
                  <a:lnTo>
                    <a:pt x="49624" y="463171"/>
                  </a:lnTo>
                  <a:lnTo>
                    <a:pt x="49341" y="462011"/>
                  </a:lnTo>
                  <a:lnTo>
                    <a:pt x="49813" y="460464"/>
                  </a:lnTo>
                  <a:lnTo>
                    <a:pt x="50097" y="458918"/>
                  </a:lnTo>
                  <a:lnTo>
                    <a:pt x="50853" y="457371"/>
                  </a:lnTo>
                  <a:lnTo>
                    <a:pt x="51609" y="455728"/>
                  </a:lnTo>
                  <a:lnTo>
                    <a:pt x="51987" y="453795"/>
                  </a:lnTo>
                  <a:lnTo>
                    <a:pt x="52176" y="451379"/>
                  </a:lnTo>
                  <a:lnTo>
                    <a:pt x="52271" y="448286"/>
                  </a:lnTo>
                  <a:lnTo>
                    <a:pt x="52176" y="444806"/>
                  </a:lnTo>
                  <a:lnTo>
                    <a:pt x="51325" y="441810"/>
                  </a:lnTo>
                  <a:lnTo>
                    <a:pt x="50569" y="438330"/>
                  </a:lnTo>
                  <a:lnTo>
                    <a:pt x="49908" y="435914"/>
                  </a:lnTo>
                  <a:lnTo>
                    <a:pt x="49246" y="433304"/>
                  </a:lnTo>
                  <a:lnTo>
                    <a:pt x="47923" y="428568"/>
                  </a:lnTo>
                  <a:lnTo>
                    <a:pt x="46505" y="426248"/>
                  </a:lnTo>
                  <a:lnTo>
                    <a:pt x="45654" y="424509"/>
                  </a:lnTo>
                  <a:lnTo>
                    <a:pt x="45276" y="422189"/>
                  </a:lnTo>
                  <a:lnTo>
                    <a:pt x="44142" y="420739"/>
                  </a:lnTo>
                  <a:lnTo>
                    <a:pt x="43858" y="419289"/>
                  </a:lnTo>
                  <a:lnTo>
                    <a:pt x="42913" y="418226"/>
                  </a:lnTo>
                  <a:lnTo>
                    <a:pt x="42535" y="417260"/>
                  </a:lnTo>
                  <a:lnTo>
                    <a:pt x="41117" y="415810"/>
                  </a:lnTo>
                  <a:lnTo>
                    <a:pt x="39227" y="413297"/>
                  </a:lnTo>
                  <a:lnTo>
                    <a:pt x="37336" y="411364"/>
                  </a:lnTo>
                  <a:lnTo>
                    <a:pt x="35540" y="409817"/>
                  </a:lnTo>
                  <a:lnTo>
                    <a:pt x="33461" y="407981"/>
                  </a:lnTo>
                  <a:lnTo>
                    <a:pt x="31570" y="405854"/>
                  </a:lnTo>
                  <a:lnTo>
                    <a:pt x="28640" y="403535"/>
                  </a:lnTo>
                  <a:lnTo>
                    <a:pt x="24103" y="399765"/>
                  </a:lnTo>
                  <a:lnTo>
                    <a:pt x="21078" y="396769"/>
                  </a:lnTo>
                  <a:lnTo>
                    <a:pt x="18053" y="393192"/>
                  </a:lnTo>
                  <a:lnTo>
                    <a:pt x="12666" y="390003"/>
                  </a:lnTo>
                  <a:lnTo>
                    <a:pt x="10019" y="388070"/>
                  </a:lnTo>
                  <a:lnTo>
                    <a:pt x="8507" y="386233"/>
                  </a:lnTo>
                  <a:lnTo>
                    <a:pt x="7183" y="383817"/>
                  </a:lnTo>
                  <a:lnTo>
                    <a:pt x="6805" y="383334"/>
                  </a:lnTo>
                  <a:lnTo>
                    <a:pt x="6711" y="382754"/>
                  </a:lnTo>
                  <a:lnTo>
                    <a:pt x="5954" y="382464"/>
                  </a:lnTo>
                  <a:lnTo>
                    <a:pt x="5293" y="382754"/>
                  </a:lnTo>
                  <a:lnTo>
                    <a:pt x="4820" y="383720"/>
                  </a:lnTo>
                  <a:lnTo>
                    <a:pt x="4442" y="384397"/>
                  </a:lnTo>
                  <a:lnTo>
                    <a:pt x="3497" y="384590"/>
                  </a:lnTo>
                  <a:lnTo>
                    <a:pt x="2741" y="384493"/>
                  </a:lnTo>
                  <a:lnTo>
                    <a:pt x="1984" y="384204"/>
                  </a:lnTo>
                  <a:lnTo>
                    <a:pt x="1228" y="383720"/>
                  </a:lnTo>
                  <a:lnTo>
                    <a:pt x="1134" y="383140"/>
                  </a:lnTo>
                  <a:lnTo>
                    <a:pt x="1228" y="382464"/>
                  </a:lnTo>
                  <a:lnTo>
                    <a:pt x="1701" y="381980"/>
                  </a:lnTo>
                  <a:lnTo>
                    <a:pt x="2174" y="381497"/>
                  </a:lnTo>
                  <a:lnTo>
                    <a:pt x="1228" y="381207"/>
                  </a:lnTo>
                  <a:lnTo>
                    <a:pt x="472" y="380337"/>
                  </a:lnTo>
                  <a:lnTo>
                    <a:pt x="0" y="379564"/>
                  </a:lnTo>
                  <a:lnTo>
                    <a:pt x="94" y="378887"/>
                  </a:lnTo>
                  <a:lnTo>
                    <a:pt x="378" y="377824"/>
                  </a:lnTo>
                  <a:lnTo>
                    <a:pt x="378" y="376858"/>
                  </a:lnTo>
                  <a:lnTo>
                    <a:pt x="283" y="375795"/>
                  </a:lnTo>
                  <a:lnTo>
                    <a:pt x="661" y="375021"/>
                  </a:lnTo>
                  <a:lnTo>
                    <a:pt x="1512" y="374151"/>
                  </a:lnTo>
                  <a:lnTo>
                    <a:pt x="2079" y="373185"/>
                  </a:lnTo>
                  <a:lnTo>
                    <a:pt x="3024" y="372605"/>
                  </a:lnTo>
                  <a:lnTo>
                    <a:pt x="3780" y="372605"/>
                  </a:lnTo>
                  <a:lnTo>
                    <a:pt x="4348" y="372025"/>
                  </a:lnTo>
                  <a:lnTo>
                    <a:pt x="4159" y="371058"/>
                  </a:lnTo>
                  <a:lnTo>
                    <a:pt x="4159" y="369995"/>
                  </a:lnTo>
                  <a:lnTo>
                    <a:pt x="4348" y="369029"/>
                  </a:lnTo>
                  <a:lnTo>
                    <a:pt x="4820" y="367869"/>
                  </a:lnTo>
                  <a:lnTo>
                    <a:pt x="5198" y="366129"/>
                  </a:lnTo>
                  <a:lnTo>
                    <a:pt x="5671" y="365452"/>
                  </a:lnTo>
                  <a:lnTo>
                    <a:pt x="6238" y="365162"/>
                  </a:lnTo>
                  <a:lnTo>
                    <a:pt x="6427" y="364389"/>
                  </a:lnTo>
                  <a:lnTo>
                    <a:pt x="6616" y="362939"/>
                  </a:lnTo>
                  <a:lnTo>
                    <a:pt x="7278" y="361876"/>
                  </a:lnTo>
                  <a:lnTo>
                    <a:pt x="7750" y="360620"/>
                  </a:lnTo>
                  <a:lnTo>
                    <a:pt x="8412" y="359846"/>
                  </a:lnTo>
                  <a:lnTo>
                    <a:pt x="9452" y="359266"/>
                  </a:lnTo>
                  <a:lnTo>
                    <a:pt x="10397" y="358783"/>
                  </a:lnTo>
                  <a:lnTo>
                    <a:pt x="10681" y="358397"/>
                  </a:lnTo>
                  <a:lnTo>
                    <a:pt x="11153" y="357430"/>
                  </a:lnTo>
                  <a:lnTo>
                    <a:pt x="11437" y="355110"/>
                  </a:lnTo>
                  <a:lnTo>
                    <a:pt x="11437" y="353757"/>
                  </a:lnTo>
                  <a:lnTo>
                    <a:pt x="11720" y="352791"/>
                  </a:lnTo>
                  <a:lnTo>
                    <a:pt x="12666" y="351824"/>
                  </a:lnTo>
                  <a:lnTo>
                    <a:pt x="13044" y="349988"/>
                  </a:lnTo>
                  <a:lnTo>
                    <a:pt x="13044" y="347958"/>
                  </a:lnTo>
                  <a:lnTo>
                    <a:pt x="12855" y="346701"/>
                  </a:lnTo>
                  <a:lnTo>
                    <a:pt x="12571" y="345445"/>
                  </a:lnTo>
                  <a:lnTo>
                    <a:pt x="12004" y="344285"/>
                  </a:lnTo>
                  <a:lnTo>
                    <a:pt x="11437" y="343512"/>
                  </a:lnTo>
                  <a:lnTo>
                    <a:pt x="10492" y="342449"/>
                  </a:lnTo>
                  <a:lnTo>
                    <a:pt x="10113" y="341869"/>
                  </a:lnTo>
                  <a:lnTo>
                    <a:pt x="10019" y="341289"/>
                  </a:lnTo>
                  <a:lnTo>
                    <a:pt x="9924" y="339742"/>
                  </a:lnTo>
                  <a:lnTo>
                    <a:pt x="9641" y="338872"/>
                  </a:lnTo>
                  <a:lnTo>
                    <a:pt x="8696" y="336069"/>
                  </a:lnTo>
                  <a:lnTo>
                    <a:pt x="8507" y="335489"/>
                  </a:lnTo>
                  <a:lnTo>
                    <a:pt x="7845" y="334523"/>
                  </a:lnTo>
                  <a:lnTo>
                    <a:pt x="6805" y="333750"/>
                  </a:lnTo>
                  <a:lnTo>
                    <a:pt x="5198" y="332976"/>
                  </a:lnTo>
                  <a:lnTo>
                    <a:pt x="4253" y="332493"/>
                  </a:lnTo>
                  <a:lnTo>
                    <a:pt x="3875" y="331913"/>
                  </a:lnTo>
                  <a:lnTo>
                    <a:pt x="3591" y="331237"/>
                  </a:lnTo>
                  <a:lnTo>
                    <a:pt x="3591" y="329787"/>
                  </a:lnTo>
                  <a:lnTo>
                    <a:pt x="3497" y="328530"/>
                  </a:lnTo>
                  <a:lnTo>
                    <a:pt x="3213" y="326790"/>
                  </a:lnTo>
                  <a:lnTo>
                    <a:pt x="3024" y="325727"/>
                  </a:lnTo>
                  <a:lnTo>
                    <a:pt x="3024" y="324181"/>
                  </a:lnTo>
                  <a:lnTo>
                    <a:pt x="3213" y="323407"/>
                  </a:lnTo>
                  <a:lnTo>
                    <a:pt x="3969" y="322344"/>
                  </a:lnTo>
                  <a:lnTo>
                    <a:pt x="4537" y="321764"/>
                  </a:lnTo>
                  <a:lnTo>
                    <a:pt x="5009" y="321088"/>
                  </a:lnTo>
                  <a:lnTo>
                    <a:pt x="5198" y="320121"/>
                  </a:lnTo>
                  <a:lnTo>
                    <a:pt x="5482" y="319445"/>
                  </a:lnTo>
                  <a:lnTo>
                    <a:pt x="6143" y="318575"/>
                  </a:lnTo>
                  <a:lnTo>
                    <a:pt x="6994" y="317898"/>
                  </a:lnTo>
                  <a:lnTo>
                    <a:pt x="7939" y="317415"/>
                  </a:lnTo>
                  <a:lnTo>
                    <a:pt x="8412" y="316932"/>
                  </a:lnTo>
                  <a:lnTo>
                    <a:pt x="9074" y="316352"/>
                  </a:lnTo>
                  <a:lnTo>
                    <a:pt x="9641" y="315675"/>
                  </a:lnTo>
                  <a:lnTo>
                    <a:pt x="10019" y="314708"/>
                  </a:lnTo>
                  <a:lnTo>
                    <a:pt x="10208" y="313742"/>
                  </a:lnTo>
                  <a:lnTo>
                    <a:pt x="10019" y="312195"/>
                  </a:lnTo>
                  <a:lnTo>
                    <a:pt x="9924" y="311519"/>
                  </a:lnTo>
                  <a:lnTo>
                    <a:pt x="9546" y="310552"/>
                  </a:lnTo>
                  <a:lnTo>
                    <a:pt x="9074" y="309682"/>
                  </a:lnTo>
                  <a:lnTo>
                    <a:pt x="8696" y="308813"/>
                  </a:lnTo>
                  <a:lnTo>
                    <a:pt x="8696" y="308136"/>
                  </a:lnTo>
                  <a:lnTo>
                    <a:pt x="9074" y="307363"/>
                  </a:lnTo>
                  <a:lnTo>
                    <a:pt x="9924" y="306589"/>
                  </a:lnTo>
                  <a:lnTo>
                    <a:pt x="10113" y="305913"/>
                  </a:lnTo>
                  <a:lnTo>
                    <a:pt x="9924" y="304270"/>
                  </a:lnTo>
                  <a:lnTo>
                    <a:pt x="9641" y="302530"/>
                  </a:lnTo>
                  <a:lnTo>
                    <a:pt x="8979" y="300404"/>
                  </a:lnTo>
                  <a:lnTo>
                    <a:pt x="8318" y="298277"/>
                  </a:lnTo>
                  <a:lnTo>
                    <a:pt x="8223" y="297407"/>
                  </a:lnTo>
                  <a:lnTo>
                    <a:pt x="8034" y="295957"/>
                  </a:lnTo>
                  <a:lnTo>
                    <a:pt x="7845" y="294894"/>
                  </a:lnTo>
                  <a:lnTo>
                    <a:pt x="6711" y="293251"/>
                  </a:lnTo>
                  <a:lnTo>
                    <a:pt x="6616" y="291511"/>
                  </a:lnTo>
                  <a:lnTo>
                    <a:pt x="6238" y="289385"/>
                  </a:lnTo>
                  <a:lnTo>
                    <a:pt x="6143" y="288515"/>
                  </a:lnTo>
                  <a:lnTo>
                    <a:pt x="6238" y="287162"/>
                  </a:lnTo>
                  <a:lnTo>
                    <a:pt x="6238" y="285519"/>
                  </a:lnTo>
                  <a:lnTo>
                    <a:pt x="5765" y="283392"/>
                  </a:lnTo>
                  <a:lnTo>
                    <a:pt x="4915" y="280976"/>
                  </a:lnTo>
                  <a:lnTo>
                    <a:pt x="4348" y="279429"/>
                  </a:lnTo>
                  <a:lnTo>
                    <a:pt x="4159" y="278270"/>
                  </a:lnTo>
                  <a:lnTo>
                    <a:pt x="3497" y="276046"/>
                  </a:lnTo>
                  <a:lnTo>
                    <a:pt x="2835" y="274403"/>
                  </a:lnTo>
                  <a:lnTo>
                    <a:pt x="2741" y="273630"/>
                  </a:lnTo>
                  <a:lnTo>
                    <a:pt x="3213" y="272953"/>
                  </a:lnTo>
                  <a:lnTo>
                    <a:pt x="3497" y="272084"/>
                  </a:lnTo>
                  <a:lnTo>
                    <a:pt x="3780" y="271407"/>
                  </a:lnTo>
                  <a:lnTo>
                    <a:pt x="4159" y="270730"/>
                  </a:lnTo>
                  <a:lnTo>
                    <a:pt x="4631" y="269087"/>
                  </a:lnTo>
                  <a:lnTo>
                    <a:pt x="5198" y="267831"/>
                  </a:lnTo>
                  <a:lnTo>
                    <a:pt x="5387" y="266671"/>
                  </a:lnTo>
                  <a:lnTo>
                    <a:pt x="5860" y="266188"/>
                  </a:lnTo>
                  <a:lnTo>
                    <a:pt x="6333" y="265704"/>
                  </a:lnTo>
                  <a:lnTo>
                    <a:pt x="6994" y="264834"/>
                  </a:lnTo>
                  <a:lnTo>
                    <a:pt x="7750" y="264351"/>
                  </a:lnTo>
                  <a:lnTo>
                    <a:pt x="9735" y="264255"/>
                  </a:lnTo>
                  <a:lnTo>
                    <a:pt x="11626" y="263095"/>
                  </a:lnTo>
                  <a:lnTo>
                    <a:pt x="12855" y="262225"/>
                  </a:lnTo>
                  <a:lnTo>
                    <a:pt x="14651" y="261452"/>
                  </a:lnTo>
                  <a:lnTo>
                    <a:pt x="16257" y="260872"/>
                  </a:lnTo>
                  <a:lnTo>
                    <a:pt x="17770" y="260195"/>
                  </a:lnTo>
                  <a:lnTo>
                    <a:pt x="19093" y="259228"/>
                  </a:lnTo>
                  <a:lnTo>
                    <a:pt x="20889" y="258262"/>
                  </a:lnTo>
                  <a:lnTo>
                    <a:pt x="22780" y="258069"/>
                  </a:lnTo>
                  <a:lnTo>
                    <a:pt x="24575" y="257682"/>
                  </a:lnTo>
                  <a:lnTo>
                    <a:pt x="27033" y="256619"/>
                  </a:lnTo>
                  <a:lnTo>
                    <a:pt x="28734" y="256232"/>
                  </a:lnTo>
                  <a:lnTo>
                    <a:pt x="29774" y="255652"/>
                  </a:lnTo>
                  <a:lnTo>
                    <a:pt x="32232" y="254396"/>
                  </a:lnTo>
                  <a:lnTo>
                    <a:pt x="33083" y="254202"/>
                  </a:lnTo>
                  <a:lnTo>
                    <a:pt x="33933" y="253622"/>
                  </a:lnTo>
                  <a:lnTo>
                    <a:pt x="34311" y="253139"/>
                  </a:lnTo>
                  <a:lnTo>
                    <a:pt x="35918" y="251689"/>
                  </a:lnTo>
                  <a:lnTo>
                    <a:pt x="38281" y="251206"/>
                  </a:lnTo>
                  <a:lnTo>
                    <a:pt x="39132" y="250723"/>
                  </a:lnTo>
                  <a:lnTo>
                    <a:pt x="40266" y="250046"/>
                  </a:lnTo>
                  <a:lnTo>
                    <a:pt x="41873" y="248596"/>
                  </a:lnTo>
                  <a:lnTo>
                    <a:pt x="42724" y="248016"/>
                  </a:lnTo>
                  <a:lnTo>
                    <a:pt x="43480" y="247243"/>
                  </a:lnTo>
                  <a:lnTo>
                    <a:pt x="44992" y="245117"/>
                  </a:lnTo>
                  <a:lnTo>
                    <a:pt x="45276" y="244440"/>
                  </a:lnTo>
                  <a:lnTo>
                    <a:pt x="46221" y="243087"/>
                  </a:lnTo>
                  <a:lnTo>
                    <a:pt x="46694" y="242700"/>
                  </a:lnTo>
                  <a:lnTo>
                    <a:pt x="47734" y="242507"/>
                  </a:lnTo>
                  <a:lnTo>
                    <a:pt x="48112" y="242217"/>
                  </a:lnTo>
                  <a:lnTo>
                    <a:pt x="48679" y="241927"/>
                  </a:lnTo>
                  <a:lnTo>
                    <a:pt x="48868" y="241831"/>
                  </a:lnTo>
                  <a:lnTo>
                    <a:pt x="49151" y="241541"/>
                  </a:lnTo>
                  <a:lnTo>
                    <a:pt x="49435" y="241347"/>
                  </a:lnTo>
                  <a:lnTo>
                    <a:pt x="49813" y="241251"/>
                  </a:lnTo>
                  <a:lnTo>
                    <a:pt x="50191" y="240961"/>
                  </a:lnTo>
                  <a:lnTo>
                    <a:pt x="50758" y="240381"/>
                  </a:lnTo>
                  <a:lnTo>
                    <a:pt x="51136" y="239801"/>
                  </a:lnTo>
                  <a:lnTo>
                    <a:pt x="51609" y="239318"/>
                  </a:lnTo>
                  <a:lnTo>
                    <a:pt x="51987" y="238738"/>
                  </a:lnTo>
                  <a:lnTo>
                    <a:pt x="52460" y="238158"/>
                  </a:lnTo>
                  <a:lnTo>
                    <a:pt x="53027" y="237578"/>
                  </a:lnTo>
                  <a:lnTo>
                    <a:pt x="53594" y="237191"/>
                  </a:lnTo>
                  <a:lnTo>
                    <a:pt x="54350" y="236708"/>
                  </a:lnTo>
                  <a:lnTo>
                    <a:pt x="54728" y="236225"/>
                  </a:lnTo>
                  <a:lnTo>
                    <a:pt x="55201" y="235451"/>
                  </a:lnTo>
                  <a:lnTo>
                    <a:pt x="55484" y="235065"/>
                  </a:lnTo>
                  <a:lnTo>
                    <a:pt x="55863" y="234581"/>
                  </a:lnTo>
                  <a:lnTo>
                    <a:pt x="56241" y="234098"/>
                  </a:lnTo>
                  <a:lnTo>
                    <a:pt x="56335" y="233518"/>
                  </a:lnTo>
                  <a:lnTo>
                    <a:pt x="56430" y="233035"/>
                  </a:lnTo>
                  <a:lnTo>
                    <a:pt x="56713" y="232358"/>
                  </a:lnTo>
                  <a:lnTo>
                    <a:pt x="56997" y="231778"/>
                  </a:lnTo>
                  <a:lnTo>
                    <a:pt x="56997" y="231488"/>
                  </a:lnTo>
                  <a:lnTo>
                    <a:pt x="57186" y="231198"/>
                  </a:lnTo>
                  <a:lnTo>
                    <a:pt x="57280" y="230812"/>
                  </a:lnTo>
                  <a:lnTo>
                    <a:pt x="57753" y="230135"/>
                  </a:lnTo>
                  <a:lnTo>
                    <a:pt x="57942" y="229555"/>
                  </a:lnTo>
                  <a:lnTo>
                    <a:pt x="58226" y="228879"/>
                  </a:lnTo>
                  <a:lnTo>
                    <a:pt x="58320" y="228202"/>
                  </a:lnTo>
                  <a:lnTo>
                    <a:pt x="58604" y="227816"/>
                  </a:lnTo>
                  <a:lnTo>
                    <a:pt x="58604" y="225689"/>
                  </a:lnTo>
                  <a:lnTo>
                    <a:pt x="58793" y="224529"/>
                  </a:lnTo>
                  <a:lnTo>
                    <a:pt x="58887" y="223853"/>
                  </a:lnTo>
                  <a:lnTo>
                    <a:pt x="59171" y="223079"/>
                  </a:lnTo>
                  <a:lnTo>
                    <a:pt x="59549" y="222113"/>
                  </a:lnTo>
                  <a:lnTo>
                    <a:pt x="59833" y="221146"/>
                  </a:lnTo>
                  <a:lnTo>
                    <a:pt x="60022" y="220663"/>
                  </a:lnTo>
                  <a:lnTo>
                    <a:pt x="60211" y="219600"/>
                  </a:lnTo>
                  <a:lnTo>
                    <a:pt x="60211" y="219020"/>
                  </a:lnTo>
                  <a:lnTo>
                    <a:pt x="60116" y="218343"/>
                  </a:lnTo>
                  <a:lnTo>
                    <a:pt x="60116" y="217667"/>
                  </a:lnTo>
                  <a:lnTo>
                    <a:pt x="60211" y="216990"/>
                  </a:lnTo>
                  <a:lnTo>
                    <a:pt x="60211" y="216120"/>
                  </a:lnTo>
                  <a:lnTo>
                    <a:pt x="60211" y="214670"/>
                  </a:lnTo>
                  <a:lnTo>
                    <a:pt x="60211" y="213994"/>
                  </a:lnTo>
                  <a:lnTo>
                    <a:pt x="60305" y="213221"/>
                  </a:lnTo>
                  <a:lnTo>
                    <a:pt x="60400" y="212544"/>
                  </a:lnTo>
                  <a:lnTo>
                    <a:pt x="60589" y="211867"/>
                  </a:lnTo>
                  <a:lnTo>
                    <a:pt x="60683" y="211288"/>
                  </a:lnTo>
                  <a:lnTo>
                    <a:pt x="60494" y="210804"/>
                  </a:lnTo>
                  <a:lnTo>
                    <a:pt x="60305" y="209934"/>
                  </a:lnTo>
                  <a:lnTo>
                    <a:pt x="60116" y="208871"/>
                  </a:lnTo>
                  <a:lnTo>
                    <a:pt x="59833" y="207905"/>
                  </a:lnTo>
                  <a:lnTo>
                    <a:pt x="59644" y="206648"/>
                  </a:lnTo>
                  <a:lnTo>
                    <a:pt x="59360" y="205392"/>
                  </a:lnTo>
                  <a:lnTo>
                    <a:pt x="59171" y="204328"/>
                  </a:lnTo>
                  <a:lnTo>
                    <a:pt x="58698" y="203072"/>
                  </a:lnTo>
                  <a:lnTo>
                    <a:pt x="58226" y="201719"/>
                  </a:lnTo>
                  <a:lnTo>
                    <a:pt x="57848" y="200269"/>
                  </a:lnTo>
                  <a:lnTo>
                    <a:pt x="57469" y="199496"/>
                  </a:lnTo>
                  <a:lnTo>
                    <a:pt x="57091" y="198432"/>
                  </a:lnTo>
                  <a:lnTo>
                    <a:pt x="56713" y="196983"/>
                  </a:lnTo>
                  <a:lnTo>
                    <a:pt x="56430" y="196016"/>
                  </a:lnTo>
                  <a:lnTo>
                    <a:pt x="55957" y="194856"/>
                  </a:lnTo>
                  <a:lnTo>
                    <a:pt x="55579" y="193890"/>
                  </a:lnTo>
                  <a:lnTo>
                    <a:pt x="55201" y="193020"/>
                  </a:lnTo>
                  <a:lnTo>
                    <a:pt x="54823" y="192246"/>
                  </a:lnTo>
                  <a:lnTo>
                    <a:pt x="54539" y="191473"/>
                  </a:lnTo>
                  <a:lnTo>
                    <a:pt x="54067" y="190507"/>
                  </a:lnTo>
                  <a:lnTo>
                    <a:pt x="53689" y="189347"/>
                  </a:lnTo>
                  <a:lnTo>
                    <a:pt x="53027" y="188090"/>
                  </a:lnTo>
                  <a:lnTo>
                    <a:pt x="52649" y="186834"/>
                  </a:lnTo>
                  <a:lnTo>
                    <a:pt x="51704" y="184997"/>
                  </a:lnTo>
                  <a:lnTo>
                    <a:pt x="51136" y="184417"/>
                  </a:lnTo>
                  <a:lnTo>
                    <a:pt x="50286" y="183934"/>
                  </a:lnTo>
                  <a:lnTo>
                    <a:pt x="49341" y="183837"/>
                  </a:lnTo>
                  <a:lnTo>
                    <a:pt x="48773" y="183837"/>
                  </a:lnTo>
                  <a:lnTo>
                    <a:pt x="48206" y="183934"/>
                  </a:lnTo>
                  <a:lnTo>
                    <a:pt x="47450" y="183934"/>
                  </a:lnTo>
                  <a:lnTo>
                    <a:pt x="46977" y="183451"/>
                  </a:lnTo>
                  <a:lnTo>
                    <a:pt x="46599" y="182581"/>
                  </a:lnTo>
                  <a:lnTo>
                    <a:pt x="46127" y="181808"/>
                  </a:lnTo>
                  <a:lnTo>
                    <a:pt x="45749" y="181131"/>
                  </a:lnTo>
                  <a:lnTo>
                    <a:pt x="44992" y="179875"/>
                  </a:lnTo>
                  <a:lnTo>
                    <a:pt x="44992" y="179295"/>
                  </a:lnTo>
                  <a:lnTo>
                    <a:pt x="44992" y="178811"/>
                  </a:lnTo>
                  <a:lnTo>
                    <a:pt x="45087" y="178521"/>
                  </a:lnTo>
                  <a:lnTo>
                    <a:pt x="45181" y="178231"/>
                  </a:lnTo>
                  <a:lnTo>
                    <a:pt x="45371" y="177942"/>
                  </a:lnTo>
                  <a:lnTo>
                    <a:pt x="45371" y="177652"/>
                  </a:lnTo>
                  <a:lnTo>
                    <a:pt x="45371" y="177362"/>
                  </a:lnTo>
                  <a:lnTo>
                    <a:pt x="45276" y="177168"/>
                  </a:lnTo>
                  <a:lnTo>
                    <a:pt x="44803" y="177072"/>
                  </a:lnTo>
                  <a:lnTo>
                    <a:pt x="44236" y="177072"/>
                  </a:lnTo>
                  <a:lnTo>
                    <a:pt x="43764" y="177072"/>
                  </a:lnTo>
                  <a:lnTo>
                    <a:pt x="43386" y="177072"/>
                  </a:lnTo>
                  <a:lnTo>
                    <a:pt x="43007" y="176878"/>
                  </a:lnTo>
                  <a:lnTo>
                    <a:pt x="42818" y="176298"/>
                  </a:lnTo>
                  <a:lnTo>
                    <a:pt x="42535" y="176008"/>
                  </a:lnTo>
                  <a:lnTo>
                    <a:pt x="42062" y="175622"/>
                  </a:lnTo>
                  <a:lnTo>
                    <a:pt x="41968" y="175429"/>
                  </a:lnTo>
                  <a:lnTo>
                    <a:pt x="42251" y="175042"/>
                  </a:lnTo>
                  <a:lnTo>
                    <a:pt x="42724" y="174945"/>
                  </a:lnTo>
                  <a:lnTo>
                    <a:pt x="43102" y="174849"/>
                  </a:lnTo>
                  <a:lnTo>
                    <a:pt x="43575" y="174462"/>
                  </a:lnTo>
                  <a:lnTo>
                    <a:pt x="43858" y="174172"/>
                  </a:lnTo>
                  <a:lnTo>
                    <a:pt x="43858" y="173785"/>
                  </a:lnTo>
                  <a:lnTo>
                    <a:pt x="43858" y="173399"/>
                  </a:lnTo>
                  <a:lnTo>
                    <a:pt x="43575" y="172626"/>
                  </a:lnTo>
                  <a:lnTo>
                    <a:pt x="43291" y="171949"/>
                  </a:lnTo>
                  <a:lnTo>
                    <a:pt x="43102" y="171466"/>
                  </a:lnTo>
                  <a:lnTo>
                    <a:pt x="42724" y="170886"/>
                  </a:lnTo>
                  <a:lnTo>
                    <a:pt x="42346" y="170499"/>
                  </a:lnTo>
                  <a:lnTo>
                    <a:pt x="41873" y="169823"/>
                  </a:lnTo>
                  <a:lnTo>
                    <a:pt x="41212" y="168953"/>
                  </a:lnTo>
                  <a:lnTo>
                    <a:pt x="40644" y="168179"/>
                  </a:lnTo>
                  <a:lnTo>
                    <a:pt x="40361" y="167696"/>
                  </a:lnTo>
                  <a:lnTo>
                    <a:pt x="39983" y="167406"/>
                  </a:lnTo>
                  <a:lnTo>
                    <a:pt x="39794" y="167503"/>
                  </a:lnTo>
                  <a:lnTo>
                    <a:pt x="39605" y="167599"/>
                  </a:lnTo>
                  <a:lnTo>
                    <a:pt x="39321" y="167406"/>
                  </a:lnTo>
                  <a:lnTo>
                    <a:pt x="39132" y="167116"/>
                  </a:lnTo>
                  <a:lnTo>
                    <a:pt x="38754" y="167020"/>
                  </a:lnTo>
                  <a:lnTo>
                    <a:pt x="38470" y="166730"/>
                  </a:lnTo>
                  <a:lnTo>
                    <a:pt x="38187" y="166343"/>
                  </a:lnTo>
                  <a:lnTo>
                    <a:pt x="38376" y="166053"/>
                  </a:lnTo>
                  <a:lnTo>
                    <a:pt x="38470" y="165666"/>
                  </a:lnTo>
                  <a:lnTo>
                    <a:pt x="38092" y="165376"/>
                  </a:lnTo>
                  <a:lnTo>
                    <a:pt x="37903" y="165473"/>
                  </a:lnTo>
                  <a:lnTo>
                    <a:pt x="37714" y="165763"/>
                  </a:lnTo>
                  <a:lnTo>
                    <a:pt x="37431" y="165956"/>
                  </a:lnTo>
                  <a:lnTo>
                    <a:pt x="37053" y="165860"/>
                  </a:lnTo>
                  <a:lnTo>
                    <a:pt x="36391" y="165473"/>
                  </a:lnTo>
                  <a:lnTo>
                    <a:pt x="35918" y="165473"/>
                  </a:lnTo>
                  <a:lnTo>
                    <a:pt x="35729" y="165763"/>
                  </a:lnTo>
                  <a:lnTo>
                    <a:pt x="35729" y="166246"/>
                  </a:lnTo>
                  <a:lnTo>
                    <a:pt x="35540" y="166536"/>
                  </a:lnTo>
                  <a:lnTo>
                    <a:pt x="35351" y="166730"/>
                  </a:lnTo>
                  <a:lnTo>
                    <a:pt x="34973" y="166826"/>
                  </a:lnTo>
                  <a:lnTo>
                    <a:pt x="34784" y="167309"/>
                  </a:lnTo>
                  <a:lnTo>
                    <a:pt x="34784" y="167793"/>
                  </a:lnTo>
                  <a:lnTo>
                    <a:pt x="34595" y="167889"/>
                  </a:lnTo>
                  <a:lnTo>
                    <a:pt x="34217" y="167793"/>
                  </a:lnTo>
                  <a:lnTo>
                    <a:pt x="34028" y="167213"/>
                  </a:lnTo>
                  <a:lnTo>
                    <a:pt x="33839" y="166826"/>
                  </a:lnTo>
                  <a:lnTo>
                    <a:pt x="33555" y="166633"/>
                  </a:lnTo>
                  <a:lnTo>
                    <a:pt x="32988" y="166536"/>
                  </a:lnTo>
                  <a:lnTo>
                    <a:pt x="32704" y="166826"/>
                  </a:lnTo>
                  <a:lnTo>
                    <a:pt x="32610" y="167213"/>
                  </a:lnTo>
                  <a:lnTo>
                    <a:pt x="32421" y="167696"/>
                  </a:lnTo>
                  <a:lnTo>
                    <a:pt x="32137" y="167503"/>
                  </a:lnTo>
                  <a:lnTo>
                    <a:pt x="31476" y="167309"/>
                  </a:lnTo>
                  <a:lnTo>
                    <a:pt x="31192" y="166826"/>
                  </a:lnTo>
                  <a:lnTo>
                    <a:pt x="30909" y="166536"/>
                  </a:lnTo>
                  <a:lnTo>
                    <a:pt x="30530" y="166150"/>
                  </a:lnTo>
                  <a:lnTo>
                    <a:pt x="30152" y="165763"/>
                  </a:lnTo>
                  <a:lnTo>
                    <a:pt x="29680" y="165376"/>
                  </a:lnTo>
                  <a:lnTo>
                    <a:pt x="29680" y="165086"/>
                  </a:lnTo>
                  <a:lnTo>
                    <a:pt x="29774" y="164893"/>
                  </a:lnTo>
                  <a:lnTo>
                    <a:pt x="29491" y="164700"/>
                  </a:lnTo>
                  <a:lnTo>
                    <a:pt x="29302" y="164796"/>
                  </a:lnTo>
                  <a:lnTo>
                    <a:pt x="29018" y="164603"/>
                  </a:lnTo>
                  <a:lnTo>
                    <a:pt x="29018" y="164410"/>
                  </a:lnTo>
                  <a:lnTo>
                    <a:pt x="29207" y="164217"/>
                  </a:lnTo>
                  <a:lnTo>
                    <a:pt x="29207" y="163927"/>
                  </a:lnTo>
                  <a:lnTo>
                    <a:pt x="29018" y="163733"/>
                  </a:lnTo>
                  <a:lnTo>
                    <a:pt x="29018" y="163443"/>
                  </a:lnTo>
                  <a:lnTo>
                    <a:pt x="28924" y="163250"/>
                  </a:lnTo>
                  <a:lnTo>
                    <a:pt x="28734" y="163057"/>
                  </a:lnTo>
                  <a:lnTo>
                    <a:pt x="28451" y="163153"/>
                  </a:lnTo>
                  <a:lnTo>
                    <a:pt x="28167" y="163347"/>
                  </a:lnTo>
                  <a:lnTo>
                    <a:pt x="28262" y="163057"/>
                  </a:lnTo>
                  <a:lnTo>
                    <a:pt x="28073" y="162670"/>
                  </a:lnTo>
                  <a:lnTo>
                    <a:pt x="27789" y="162477"/>
                  </a:lnTo>
                  <a:lnTo>
                    <a:pt x="27600" y="162187"/>
                  </a:lnTo>
                  <a:lnTo>
                    <a:pt x="27506" y="161703"/>
                  </a:lnTo>
                  <a:lnTo>
                    <a:pt x="27695" y="161317"/>
                  </a:lnTo>
                  <a:lnTo>
                    <a:pt x="28262" y="161027"/>
                  </a:lnTo>
                  <a:lnTo>
                    <a:pt x="28924" y="160834"/>
                  </a:lnTo>
                  <a:lnTo>
                    <a:pt x="29491" y="160544"/>
                  </a:lnTo>
                  <a:lnTo>
                    <a:pt x="30152" y="160544"/>
                  </a:lnTo>
                  <a:lnTo>
                    <a:pt x="31003" y="160544"/>
                  </a:lnTo>
                  <a:lnTo>
                    <a:pt x="31476" y="160447"/>
                  </a:lnTo>
                  <a:lnTo>
                    <a:pt x="32043" y="160157"/>
                  </a:lnTo>
                  <a:lnTo>
                    <a:pt x="32799" y="159964"/>
                  </a:lnTo>
                  <a:lnTo>
                    <a:pt x="33461" y="159867"/>
                  </a:lnTo>
                  <a:lnTo>
                    <a:pt x="34217" y="159480"/>
                  </a:lnTo>
                  <a:lnTo>
                    <a:pt x="34595" y="159094"/>
                  </a:lnTo>
                  <a:lnTo>
                    <a:pt x="34595" y="158514"/>
                  </a:lnTo>
                  <a:lnTo>
                    <a:pt x="34217" y="157354"/>
                  </a:lnTo>
                  <a:lnTo>
                    <a:pt x="33839" y="156967"/>
                  </a:lnTo>
                  <a:lnTo>
                    <a:pt x="33272" y="156871"/>
                  </a:lnTo>
                  <a:lnTo>
                    <a:pt x="32704" y="156484"/>
                  </a:lnTo>
                  <a:lnTo>
                    <a:pt x="32232" y="156097"/>
                  </a:lnTo>
                  <a:lnTo>
                    <a:pt x="31948" y="155228"/>
                  </a:lnTo>
                  <a:lnTo>
                    <a:pt x="31476" y="154454"/>
                  </a:lnTo>
                  <a:lnTo>
                    <a:pt x="31003" y="153488"/>
                  </a:lnTo>
                  <a:lnTo>
                    <a:pt x="30436" y="152715"/>
                  </a:lnTo>
                  <a:lnTo>
                    <a:pt x="29774" y="153198"/>
                  </a:lnTo>
                  <a:lnTo>
                    <a:pt x="29207" y="153391"/>
                  </a:lnTo>
                  <a:lnTo>
                    <a:pt x="28640" y="153101"/>
                  </a:lnTo>
                  <a:lnTo>
                    <a:pt x="27789" y="152231"/>
                  </a:lnTo>
                  <a:lnTo>
                    <a:pt x="28356" y="151748"/>
                  </a:lnTo>
                  <a:lnTo>
                    <a:pt x="28924" y="151555"/>
                  </a:lnTo>
                  <a:lnTo>
                    <a:pt x="29302" y="151265"/>
                  </a:lnTo>
                  <a:lnTo>
                    <a:pt x="28829" y="150975"/>
                  </a:lnTo>
                  <a:lnTo>
                    <a:pt x="28262" y="150975"/>
                  </a:lnTo>
                  <a:lnTo>
                    <a:pt x="27317" y="151265"/>
                  </a:lnTo>
                  <a:lnTo>
                    <a:pt x="26844" y="151555"/>
                  </a:lnTo>
                  <a:lnTo>
                    <a:pt x="26277" y="151651"/>
                  </a:lnTo>
                  <a:lnTo>
                    <a:pt x="25899" y="151168"/>
                  </a:lnTo>
                  <a:lnTo>
                    <a:pt x="26182" y="150491"/>
                  </a:lnTo>
                  <a:lnTo>
                    <a:pt x="25615" y="150491"/>
                  </a:lnTo>
                  <a:lnTo>
                    <a:pt x="24954" y="150781"/>
                  </a:lnTo>
                  <a:lnTo>
                    <a:pt x="24292" y="150781"/>
                  </a:lnTo>
                  <a:lnTo>
                    <a:pt x="23725" y="150685"/>
                  </a:lnTo>
                  <a:lnTo>
                    <a:pt x="23158" y="150781"/>
                  </a:lnTo>
                  <a:lnTo>
                    <a:pt x="22685" y="150395"/>
                  </a:lnTo>
                  <a:lnTo>
                    <a:pt x="22874" y="149622"/>
                  </a:lnTo>
                  <a:lnTo>
                    <a:pt x="23063" y="148848"/>
                  </a:lnTo>
                  <a:lnTo>
                    <a:pt x="23441" y="148268"/>
                  </a:lnTo>
                  <a:lnTo>
                    <a:pt x="23063" y="147882"/>
                  </a:lnTo>
                  <a:lnTo>
                    <a:pt x="22496" y="147882"/>
                  </a:lnTo>
                  <a:lnTo>
                    <a:pt x="21740" y="147592"/>
                  </a:lnTo>
                  <a:lnTo>
                    <a:pt x="20984" y="147205"/>
                  </a:lnTo>
                  <a:lnTo>
                    <a:pt x="20416" y="146529"/>
                  </a:lnTo>
                  <a:lnTo>
                    <a:pt x="20322" y="145949"/>
                  </a:lnTo>
                  <a:lnTo>
                    <a:pt x="20227" y="144885"/>
                  </a:lnTo>
                  <a:lnTo>
                    <a:pt x="20038" y="144209"/>
                  </a:lnTo>
                  <a:lnTo>
                    <a:pt x="19471" y="144016"/>
                  </a:lnTo>
                  <a:lnTo>
                    <a:pt x="18999" y="144402"/>
                  </a:lnTo>
                  <a:lnTo>
                    <a:pt x="18431" y="144982"/>
                  </a:lnTo>
                  <a:lnTo>
                    <a:pt x="16447" y="144982"/>
                  </a:lnTo>
                  <a:lnTo>
                    <a:pt x="16068" y="144596"/>
                  </a:lnTo>
                  <a:lnTo>
                    <a:pt x="16541" y="143919"/>
                  </a:lnTo>
                  <a:lnTo>
                    <a:pt x="15974" y="143822"/>
                  </a:lnTo>
                  <a:lnTo>
                    <a:pt x="15123" y="144596"/>
                  </a:lnTo>
                  <a:lnTo>
                    <a:pt x="14178" y="143822"/>
                  </a:lnTo>
                  <a:lnTo>
                    <a:pt x="14272" y="143242"/>
                  </a:lnTo>
                  <a:lnTo>
                    <a:pt x="14934" y="142856"/>
                  </a:lnTo>
                  <a:lnTo>
                    <a:pt x="15596" y="142566"/>
                  </a:lnTo>
                  <a:lnTo>
                    <a:pt x="17108" y="141793"/>
                  </a:lnTo>
                  <a:lnTo>
                    <a:pt x="17297" y="141213"/>
                  </a:lnTo>
                  <a:lnTo>
                    <a:pt x="16163" y="141309"/>
                  </a:lnTo>
                  <a:lnTo>
                    <a:pt x="15690" y="141599"/>
                  </a:lnTo>
                  <a:lnTo>
                    <a:pt x="14934" y="141889"/>
                  </a:lnTo>
                  <a:lnTo>
                    <a:pt x="14272" y="141986"/>
                  </a:lnTo>
                  <a:lnTo>
                    <a:pt x="13800" y="141793"/>
                  </a:lnTo>
                  <a:lnTo>
                    <a:pt x="13611" y="141019"/>
                  </a:lnTo>
                  <a:lnTo>
                    <a:pt x="14083" y="140343"/>
                  </a:lnTo>
                  <a:lnTo>
                    <a:pt x="14556" y="139763"/>
                  </a:lnTo>
                  <a:lnTo>
                    <a:pt x="15312" y="138796"/>
                  </a:lnTo>
                  <a:lnTo>
                    <a:pt x="16919" y="138216"/>
                  </a:lnTo>
                  <a:lnTo>
                    <a:pt x="17297" y="137636"/>
                  </a:lnTo>
                  <a:lnTo>
                    <a:pt x="16919" y="136766"/>
                  </a:lnTo>
                  <a:lnTo>
                    <a:pt x="16825" y="136187"/>
                  </a:lnTo>
                  <a:lnTo>
                    <a:pt x="17108" y="135027"/>
                  </a:lnTo>
                  <a:lnTo>
                    <a:pt x="16541" y="134060"/>
                  </a:lnTo>
                  <a:lnTo>
                    <a:pt x="16541" y="133384"/>
                  </a:lnTo>
                  <a:lnTo>
                    <a:pt x="16919" y="133094"/>
                  </a:lnTo>
                  <a:lnTo>
                    <a:pt x="17486" y="132900"/>
                  </a:lnTo>
                  <a:lnTo>
                    <a:pt x="18621" y="133094"/>
                  </a:lnTo>
                  <a:lnTo>
                    <a:pt x="19377" y="132900"/>
                  </a:lnTo>
                  <a:lnTo>
                    <a:pt x="20133" y="132610"/>
                  </a:lnTo>
                  <a:lnTo>
                    <a:pt x="20984" y="132127"/>
                  </a:lnTo>
                  <a:lnTo>
                    <a:pt x="21834" y="131934"/>
                  </a:lnTo>
                  <a:lnTo>
                    <a:pt x="22874" y="132030"/>
                  </a:lnTo>
                  <a:lnTo>
                    <a:pt x="23914" y="131740"/>
                  </a:lnTo>
                  <a:lnTo>
                    <a:pt x="24859" y="131837"/>
                  </a:lnTo>
                  <a:lnTo>
                    <a:pt x="25710" y="132030"/>
                  </a:lnTo>
                  <a:lnTo>
                    <a:pt x="27317" y="131837"/>
                  </a:lnTo>
                  <a:lnTo>
                    <a:pt x="28262" y="131644"/>
                  </a:lnTo>
                  <a:lnTo>
                    <a:pt x="29207" y="131547"/>
                  </a:lnTo>
                  <a:lnTo>
                    <a:pt x="30530" y="131257"/>
                  </a:lnTo>
                  <a:lnTo>
                    <a:pt x="31570" y="130871"/>
                  </a:lnTo>
                  <a:lnTo>
                    <a:pt x="32326" y="130194"/>
                  </a:lnTo>
                  <a:lnTo>
                    <a:pt x="32988" y="129421"/>
                  </a:lnTo>
                  <a:lnTo>
                    <a:pt x="33366" y="128744"/>
                  </a:lnTo>
                  <a:lnTo>
                    <a:pt x="33272" y="128068"/>
                  </a:lnTo>
                  <a:lnTo>
                    <a:pt x="32610" y="127681"/>
                  </a:lnTo>
                  <a:lnTo>
                    <a:pt x="31948" y="127198"/>
                  </a:lnTo>
                  <a:lnTo>
                    <a:pt x="32326" y="126714"/>
                  </a:lnTo>
                  <a:lnTo>
                    <a:pt x="33744" y="127391"/>
                  </a:lnTo>
                  <a:lnTo>
                    <a:pt x="34311" y="127488"/>
                  </a:lnTo>
                  <a:lnTo>
                    <a:pt x="35446" y="127004"/>
                  </a:lnTo>
                  <a:lnTo>
                    <a:pt x="36674" y="126521"/>
                  </a:lnTo>
                  <a:lnTo>
                    <a:pt x="37809" y="125651"/>
                  </a:lnTo>
                  <a:lnTo>
                    <a:pt x="38848" y="125071"/>
                  </a:lnTo>
                  <a:lnTo>
                    <a:pt x="39510" y="124685"/>
                  </a:lnTo>
                  <a:lnTo>
                    <a:pt x="40077" y="123718"/>
                  </a:lnTo>
                  <a:lnTo>
                    <a:pt x="40172" y="122751"/>
                  </a:lnTo>
                  <a:lnTo>
                    <a:pt x="40172" y="122172"/>
                  </a:lnTo>
                  <a:lnTo>
                    <a:pt x="38565" y="121785"/>
                  </a:lnTo>
                  <a:lnTo>
                    <a:pt x="38848" y="121108"/>
                  </a:lnTo>
                  <a:lnTo>
                    <a:pt x="40361" y="121398"/>
                  </a:lnTo>
                  <a:lnTo>
                    <a:pt x="41779" y="121302"/>
                  </a:lnTo>
                  <a:lnTo>
                    <a:pt x="42913" y="121302"/>
                  </a:lnTo>
                  <a:lnTo>
                    <a:pt x="43669" y="121302"/>
                  </a:lnTo>
                  <a:lnTo>
                    <a:pt x="43858" y="120528"/>
                  </a:lnTo>
                  <a:lnTo>
                    <a:pt x="44236" y="119852"/>
                  </a:lnTo>
                  <a:lnTo>
                    <a:pt x="44520" y="119562"/>
                  </a:lnTo>
                  <a:lnTo>
                    <a:pt x="44520" y="118789"/>
                  </a:lnTo>
                  <a:lnTo>
                    <a:pt x="44709" y="118015"/>
                  </a:lnTo>
                  <a:lnTo>
                    <a:pt x="44898" y="117339"/>
                  </a:lnTo>
                  <a:lnTo>
                    <a:pt x="44709" y="116662"/>
                  </a:lnTo>
                  <a:lnTo>
                    <a:pt x="44992" y="115406"/>
                  </a:lnTo>
                  <a:lnTo>
                    <a:pt x="44709" y="114729"/>
                  </a:lnTo>
                  <a:lnTo>
                    <a:pt x="44520" y="113859"/>
                  </a:lnTo>
                  <a:lnTo>
                    <a:pt x="44709" y="112893"/>
                  </a:lnTo>
                  <a:lnTo>
                    <a:pt x="44898" y="112119"/>
                  </a:lnTo>
                  <a:lnTo>
                    <a:pt x="44803" y="111443"/>
                  </a:lnTo>
                  <a:lnTo>
                    <a:pt x="43480" y="111443"/>
                  </a:lnTo>
                  <a:lnTo>
                    <a:pt x="31570" y="111636"/>
                  </a:lnTo>
                  <a:lnTo>
                    <a:pt x="31003" y="111829"/>
                  </a:lnTo>
                  <a:lnTo>
                    <a:pt x="30530" y="111443"/>
                  </a:lnTo>
                  <a:lnTo>
                    <a:pt x="30436" y="111250"/>
                  </a:lnTo>
                  <a:lnTo>
                    <a:pt x="30530" y="110960"/>
                  </a:lnTo>
                  <a:lnTo>
                    <a:pt x="31098" y="110863"/>
                  </a:lnTo>
                  <a:lnTo>
                    <a:pt x="32137" y="110960"/>
                  </a:lnTo>
                  <a:lnTo>
                    <a:pt x="34217" y="110960"/>
                  </a:lnTo>
                  <a:lnTo>
                    <a:pt x="35257" y="110960"/>
                  </a:lnTo>
                  <a:lnTo>
                    <a:pt x="39888" y="110863"/>
                  </a:lnTo>
                  <a:lnTo>
                    <a:pt x="41117" y="110863"/>
                  </a:lnTo>
                  <a:lnTo>
                    <a:pt x="43480" y="110766"/>
                  </a:lnTo>
                  <a:lnTo>
                    <a:pt x="44614" y="110766"/>
                  </a:lnTo>
                  <a:lnTo>
                    <a:pt x="45938" y="110670"/>
                  </a:lnTo>
                  <a:lnTo>
                    <a:pt x="46788" y="110670"/>
                  </a:lnTo>
                  <a:lnTo>
                    <a:pt x="49057" y="110573"/>
                  </a:lnTo>
                  <a:lnTo>
                    <a:pt x="50097" y="110573"/>
                  </a:lnTo>
                  <a:lnTo>
                    <a:pt x="50475" y="110766"/>
                  </a:lnTo>
                  <a:lnTo>
                    <a:pt x="50853" y="110863"/>
                  </a:lnTo>
                  <a:lnTo>
                    <a:pt x="51609" y="111250"/>
                  </a:lnTo>
                  <a:lnTo>
                    <a:pt x="52649" y="111539"/>
                  </a:lnTo>
                  <a:lnTo>
                    <a:pt x="55390" y="112409"/>
                  </a:lnTo>
                  <a:lnTo>
                    <a:pt x="55579" y="112506"/>
                  </a:lnTo>
                  <a:lnTo>
                    <a:pt x="57091" y="112989"/>
                  </a:lnTo>
                  <a:lnTo>
                    <a:pt x="57942" y="113473"/>
                  </a:lnTo>
                  <a:lnTo>
                    <a:pt x="59549" y="115019"/>
                  </a:lnTo>
                  <a:lnTo>
                    <a:pt x="60400" y="114729"/>
                  </a:lnTo>
                  <a:lnTo>
                    <a:pt x="61156" y="114246"/>
                  </a:lnTo>
                  <a:lnTo>
                    <a:pt x="61628" y="113859"/>
                  </a:lnTo>
                  <a:lnTo>
                    <a:pt x="62101" y="113279"/>
                  </a:lnTo>
                  <a:lnTo>
                    <a:pt x="62763" y="112409"/>
                  </a:lnTo>
                  <a:lnTo>
                    <a:pt x="62857" y="111926"/>
                  </a:lnTo>
                  <a:lnTo>
                    <a:pt x="63046" y="111153"/>
                  </a:lnTo>
                  <a:lnTo>
                    <a:pt x="63330" y="110766"/>
                  </a:lnTo>
                  <a:lnTo>
                    <a:pt x="63519" y="110573"/>
                  </a:lnTo>
                  <a:lnTo>
                    <a:pt x="64181" y="110283"/>
                  </a:lnTo>
                  <a:lnTo>
                    <a:pt x="64559" y="109510"/>
                  </a:lnTo>
                  <a:lnTo>
                    <a:pt x="63613" y="108640"/>
                  </a:lnTo>
                  <a:lnTo>
                    <a:pt x="62385" y="107770"/>
                  </a:lnTo>
                  <a:lnTo>
                    <a:pt x="62196" y="107770"/>
                  </a:lnTo>
                  <a:lnTo>
                    <a:pt x="61061" y="107383"/>
                  </a:lnTo>
                  <a:lnTo>
                    <a:pt x="61156" y="106997"/>
                  </a:lnTo>
                  <a:lnTo>
                    <a:pt x="62668" y="107287"/>
                  </a:lnTo>
                  <a:lnTo>
                    <a:pt x="62857" y="107287"/>
                  </a:lnTo>
                  <a:lnTo>
                    <a:pt x="63141" y="107383"/>
                  </a:lnTo>
                  <a:lnTo>
                    <a:pt x="63708" y="107770"/>
                  </a:lnTo>
                  <a:lnTo>
                    <a:pt x="64464" y="108157"/>
                  </a:lnTo>
                  <a:lnTo>
                    <a:pt x="64559" y="108447"/>
                  </a:lnTo>
                  <a:lnTo>
                    <a:pt x="64748" y="108736"/>
                  </a:lnTo>
                  <a:lnTo>
                    <a:pt x="65693" y="109316"/>
                  </a:lnTo>
                  <a:lnTo>
                    <a:pt x="68151" y="111056"/>
                  </a:lnTo>
                  <a:lnTo>
                    <a:pt x="68907" y="111443"/>
                  </a:lnTo>
                  <a:lnTo>
                    <a:pt x="69190" y="111443"/>
                  </a:lnTo>
                  <a:lnTo>
                    <a:pt x="69568" y="111346"/>
                  </a:lnTo>
                  <a:lnTo>
                    <a:pt x="69852" y="111829"/>
                  </a:lnTo>
                  <a:lnTo>
                    <a:pt x="70608" y="113376"/>
                  </a:lnTo>
                  <a:lnTo>
                    <a:pt x="71553" y="115212"/>
                  </a:lnTo>
                  <a:lnTo>
                    <a:pt x="71742" y="115502"/>
                  </a:lnTo>
                  <a:lnTo>
                    <a:pt x="72215" y="115696"/>
                  </a:lnTo>
                  <a:lnTo>
                    <a:pt x="72593" y="115599"/>
                  </a:lnTo>
                  <a:lnTo>
                    <a:pt x="73822" y="114632"/>
                  </a:lnTo>
                  <a:lnTo>
                    <a:pt x="75051" y="113473"/>
                  </a:lnTo>
                  <a:lnTo>
                    <a:pt x="75807" y="112506"/>
                  </a:lnTo>
                  <a:lnTo>
                    <a:pt x="76091" y="112216"/>
                  </a:lnTo>
                  <a:lnTo>
                    <a:pt x="76280" y="111926"/>
                  </a:lnTo>
                  <a:lnTo>
                    <a:pt x="76658" y="111926"/>
                  </a:lnTo>
                  <a:lnTo>
                    <a:pt x="76941" y="111926"/>
                  </a:lnTo>
                  <a:lnTo>
                    <a:pt x="77225" y="111926"/>
                  </a:lnTo>
                  <a:lnTo>
                    <a:pt x="77603" y="111829"/>
                  </a:lnTo>
                  <a:lnTo>
                    <a:pt x="78265" y="111346"/>
                  </a:lnTo>
                  <a:lnTo>
                    <a:pt x="78737" y="110573"/>
                  </a:lnTo>
                  <a:lnTo>
                    <a:pt x="79777" y="109896"/>
                  </a:lnTo>
                  <a:lnTo>
                    <a:pt x="78454" y="107577"/>
                  </a:lnTo>
                  <a:lnTo>
                    <a:pt x="77886" y="106610"/>
                  </a:lnTo>
                  <a:lnTo>
                    <a:pt x="77319" y="105740"/>
                  </a:lnTo>
                  <a:lnTo>
                    <a:pt x="77130" y="105450"/>
                  </a:lnTo>
                  <a:lnTo>
                    <a:pt x="75807" y="105644"/>
                  </a:lnTo>
                  <a:lnTo>
                    <a:pt x="75618" y="105257"/>
                  </a:lnTo>
                  <a:lnTo>
                    <a:pt x="70703" y="102841"/>
                  </a:lnTo>
                  <a:lnTo>
                    <a:pt x="70419" y="101874"/>
                  </a:lnTo>
                  <a:lnTo>
                    <a:pt x="69285" y="101004"/>
                  </a:lnTo>
                  <a:lnTo>
                    <a:pt x="70419" y="99071"/>
                  </a:lnTo>
                  <a:lnTo>
                    <a:pt x="72404" y="100521"/>
                  </a:lnTo>
                  <a:lnTo>
                    <a:pt x="72026" y="101197"/>
                  </a:lnTo>
                  <a:lnTo>
                    <a:pt x="73444" y="101971"/>
                  </a:lnTo>
                  <a:lnTo>
                    <a:pt x="73633" y="101777"/>
                  </a:lnTo>
                  <a:lnTo>
                    <a:pt x="74484" y="102357"/>
                  </a:lnTo>
                  <a:lnTo>
                    <a:pt x="74389" y="102551"/>
                  </a:lnTo>
                  <a:lnTo>
                    <a:pt x="74862" y="102744"/>
                  </a:lnTo>
                  <a:lnTo>
                    <a:pt x="75429" y="103034"/>
                  </a:lnTo>
                  <a:lnTo>
                    <a:pt x="76185" y="103420"/>
                  </a:lnTo>
                  <a:lnTo>
                    <a:pt x="76941" y="103807"/>
                  </a:lnTo>
                  <a:lnTo>
                    <a:pt x="77603" y="104967"/>
                  </a:lnTo>
                  <a:lnTo>
                    <a:pt x="78170" y="105837"/>
                  </a:lnTo>
                  <a:lnTo>
                    <a:pt x="78359" y="106223"/>
                  </a:lnTo>
                  <a:lnTo>
                    <a:pt x="79115" y="107383"/>
                  </a:lnTo>
                  <a:lnTo>
                    <a:pt x="79210" y="107673"/>
                  </a:lnTo>
                  <a:lnTo>
                    <a:pt x="79871" y="108736"/>
                  </a:lnTo>
                  <a:lnTo>
                    <a:pt x="80344" y="109413"/>
                  </a:lnTo>
                  <a:lnTo>
                    <a:pt x="81195" y="110960"/>
                  </a:lnTo>
                  <a:lnTo>
                    <a:pt x="81667" y="111636"/>
                  </a:lnTo>
                  <a:lnTo>
                    <a:pt x="81951" y="112119"/>
                  </a:lnTo>
                  <a:lnTo>
                    <a:pt x="84219" y="111829"/>
                  </a:lnTo>
                  <a:lnTo>
                    <a:pt x="85448" y="112313"/>
                  </a:lnTo>
                  <a:lnTo>
                    <a:pt x="86015" y="113569"/>
                  </a:lnTo>
                  <a:lnTo>
                    <a:pt x="87622" y="113569"/>
                  </a:lnTo>
                  <a:lnTo>
                    <a:pt x="88946" y="112796"/>
                  </a:lnTo>
                  <a:lnTo>
                    <a:pt x="90269" y="112409"/>
                  </a:lnTo>
                  <a:lnTo>
                    <a:pt x="91214" y="111829"/>
                  </a:lnTo>
                  <a:lnTo>
                    <a:pt x="91876" y="111056"/>
                  </a:lnTo>
                  <a:lnTo>
                    <a:pt x="92348" y="110380"/>
                  </a:lnTo>
                  <a:lnTo>
                    <a:pt x="93294" y="110476"/>
                  </a:lnTo>
                  <a:lnTo>
                    <a:pt x="94144" y="110476"/>
                  </a:lnTo>
                  <a:lnTo>
                    <a:pt x="94050" y="108157"/>
                  </a:lnTo>
                  <a:lnTo>
                    <a:pt x="90363" y="101874"/>
                  </a:lnTo>
                  <a:lnTo>
                    <a:pt x="88378" y="101294"/>
                  </a:lnTo>
                  <a:lnTo>
                    <a:pt x="88757" y="100134"/>
                  </a:lnTo>
                  <a:lnTo>
                    <a:pt x="91309" y="101197"/>
                  </a:lnTo>
                  <a:lnTo>
                    <a:pt x="94806" y="107577"/>
                  </a:lnTo>
                  <a:lnTo>
                    <a:pt x="95373" y="108930"/>
                  </a:lnTo>
                  <a:lnTo>
                    <a:pt x="95846" y="111346"/>
                  </a:lnTo>
                  <a:lnTo>
                    <a:pt x="95468" y="111539"/>
                  </a:lnTo>
                  <a:lnTo>
                    <a:pt x="95468" y="112603"/>
                  </a:lnTo>
                  <a:lnTo>
                    <a:pt x="95846" y="114536"/>
                  </a:lnTo>
                  <a:lnTo>
                    <a:pt x="96129" y="115406"/>
                  </a:lnTo>
                  <a:lnTo>
                    <a:pt x="96602" y="116179"/>
                  </a:lnTo>
                  <a:lnTo>
                    <a:pt x="97169" y="116372"/>
                  </a:lnTo>
                  <a:lnTo>
                    <a:pt x="97925" y="116372"/>
                  </a:lnTo>
                  <a:lnTo>
                    <a:pt x="98398" y="116276"/>
                  </a:lnTo>
                  <a:lnTo>
                    <a:pt x="99060" y="115986"/>
                  </a:lnTo>
                  <a:lnTo>
                    <a:pt x="99627" y="115599"/>
                  </a:lnTo>
                  <a:lnTo>
                    <a:pt x="100383" y="115406"/>
                  </a:lnTo>
                  <a:lnTo>
                    <a:pt x="101045" y="116372"/>
                  </a:lnTo>
                  <a:lnTo>
                    <a:pt x="102273" y="116179"/>
                  </a:lnTo>
                  <a:lnTo>
                    <a:pt x="103313" y="115599"/>
                  </a:lnTo>
                  <a:lnTo>
                    <a:pt x="104447" y="115212"/>
                  </a:lnTo>
                  <a:lnTo>
                    <a:pt x="105393" y="114826"/>
                  </a:lnTo>
                  <a:lnTo>
                    <a:pt x="105960" y="114342"/>
                  </a:lnTo>
                  <a:lnTo>
                    <a:pt x="107000" y="113956"/>
                  </a:lnTo>
                  <a:lnTo>
                    <a:pt x="107661" y="113473"/>
                  </a:lnTo>
                  <a:lnTo>
                    <a:pt x="108701" y="112699"/>
                  </a:lnTo>
                  <a:lnTo>
                    <a:pt x="109552" y="112023"/>
                  </a:lnTo>
                  <a:lnTo>
                    <a:pt x="110213" y="111346"/>
                  </a:lnTo>
                  <a:lnTo>
                    <a:pt x="110591" y="110766"/>
                  </a:lnTo>
                  <a:lnTo>
                    <a:pt x="111159" y="110090"/>
                  </a:lnTo>
                  <a:lnTo>
                    <a:pt x="111820" y="109123"/>
                  </a:lnTo>
                  <a:lnTo>
                    <a:pt x="112765" y="107963"/>
                  </a:lnTo>
                  <a:lnTo>
                    <a:pt x="113805" y="106707"/>
                  </a:lnTo>
                  <a:lnTo>
                    <a:pt x="114372" y="105450"/>
                  </a:lnTo>
                  <a:lnTo>
                    <a:pt x="114750" y="104870"/>
                  </a:lnTo>
                  <a:lnTo>
                    <a:pt x="115223" y="104000"/>
                  </a:lnTo>
                  <a:lnTo>
                    <a:pt x="115318" y="103227"/>
                  </a:lnTo>
                  <a:lnTo>
                    <a:pt x="115601" y="102261"/>
                  </a:lnTo>
                  <a:lnTo>
                    <a:pt x="115979" y="101294"/>
                  </a:lnTo>
                  <a:lnTo>
                    <a:pt x="116168" y="100327"/>
                  </a:lnTo>
                  <a:lnTo>
                    <a:pt x="116263" y="99554"/>
                  </a:lnTo>
                  <a:lnTo>
                    <a:pt x="116830" y="98781"/>
                  </a:lnTo>
                  <a:lnTo>
                    <a:pt x="117019" y="97814"/>
                  </a:lnTo>
                  <a:lnTo>
                    <a:pt x="117113" y="97041"/>
                  </a:lnTo>
                  <a:lnTo>
                    <a:pt x="117303" y="96075"/>
                  </a:lnTo>
                  <a:lnTo>
                    <a:pt x="117397" y="95495"/>
                  </a:lnTo>
                  <a:lnTo>
                    <a:pt x="117964" y="94721"/>
                  </a:lnTo>
                  <a:lnTo>
                    <a:pt x="118059" y="94238"/>
                  </a:lnTo>
                  <a:lnTo>
                    <a:pt x="118059" y="93658"/>
                  </a:lnTo>
                  <a:lnTo>
                    <a:pt x="118437" y="92885"/>
                  </a:lnTo>
                  <a:lnTo>
                    <a:pt x="118437" y="91822"/>
                  </a:lnTo>
                  <a:lnTo>
                    <a:pt x="118437" y="91145"/>
                  </a:lnTo>
                  <a:lnTo>
                    <a:pt x="118909" y="90469"/>
                  </a:lnTo>
                  <a:lnTo>
                    <a:pt x="119004" y="89405"/>
                  </a:lnTo>
                  <a:lnTo>
                    <a:pt x="118909" y="88439"/>
                  </a:lnTo>
                  <a:lnTo>
                    <a:pt x="119004" y="87762"/>
                  </a:lnTo>
                  <a:lnTo>
                    <a:pt x="119288" y="87086"/>
                  </a:lnTo>
                  <a:lnTo>
                    <a:pt x="119288" y="86409"/>
                  </a:lnTo>
                  <a:lnTo>
                    <a:pt x="119193" y="85539"/>
                  </a:lnTo>
                  <a:lnTo>
                    <a:pt x="119288" y="85153"/>
                  </a:lnTo>
                  <a:lnTo>
                    <a:pt x="119571" y="84669"/>
                  </a:lnTo>
                  <a:lnTo>
                    <a:pt x="119477" y="84283"/>
                  </a:lnTo>
                  <a:lnTo>
                    <a:pt x="119382" y="83993"/>
                  </a:lnTo>
                  <a:lnTo>
                    <a:pt x="119382" y="83606"/>
                  </a:lnTo>
                  <a:lnTo>
                    <a:pt x="119571" y="83316"/>
                  </a:lnTo>
                  <a:lnTo>
                    <a:pt x="119666" y="82833"/>
                  </a:lnTo>
                  <a:lnTo>
                    <a:pt x="119855" y="82253"/>
                  </a:lnTo>
                  <a:lnTo>
                    <a:pt x="119855" y="81866"/>
                  </a:lnTo>
                  <a:lnTo>
                    <a:pt x="119571" y="81480"/>
                  </a:lnTo>
                  <a:lnTo>
                    <a:pt x="119193" y="81286"/>
                  </a:lnTo>
                  <a:lnTo>
                    <a:pt x="119004" y="81093"/>
                  </a:lnTo>
                  <a:lnTo>
                    <a:pt x="118909" y="80803"/>
                  </a:lnTo>
                  <a:lnTo>
                    <a:pt x="118909" y="80610"/>
                  </a:lnTo>
                  <a:lnTo>
                    <a:pt x="119098" y="80417"/>
                  </a:lnTo>
                  <a:lnTo>
                    <a:pt x="119288" y="80127"/>
                  </a:lnTo>
                  <a:lnTo>
                    <a:pt x="119477" y="79837"/>
                  </a:lnTo>
                  <a:lnTo>
                    <a:pt x="119477" y="79547"/>
                  </a:lnTo>
                  <a:lnTo>
                    <a:pt x="119477" y="79257"/>
                  </a:lnTo>
                  <a:lnTo>
                    <a:pt x="119382" y="79063"/>
                  </a:lnTo>
                  <a:lnTo>
                    <a:pt x="119193" y="78870"/>
                  </a:lnTo>
                  <a:lnTo>
                    <a:pt x="119004" y="78580"/>
                  </a:lnTo>
                  <a:lnTo>
                    <a:pt x="119098" y="78387"/>
                  </a:lnTo>
                  <a:lnTo>
                    <a:pt x="119288" y="78000"/>
                  </a:lnTo>
                  <a:lnTo>
                    <a:pt x="119382" y="77807"/>
                  </a:lnTo>
                  <a:lnTo>
                    <a:pt x="119571" y="77420"/>
                  </a:lnTo>
                  <a:lnTo>
                    <a:pt x="119666" y="77227"/>
                  </a:lnTo>
                  <a:lnTo>
                    <a:pt x="119666" y="76840"/>
                  </a:lnTo>
                  <a:lnTo>
                    <a:pt x="119571" y="76647"/>
                  </a:lnTo>
                  <a:lnTo>
                    <a:pt x="119382" y="76550"/>
                  </a:lnTo>
                  <a:lnTo>
                    <a:pt x="119193" y="76357"/>
                  </a:lnTo>
                  <a:lnTo>
                    <a:pt x="119004" y="76164"/>
                  </a:lnTo>
                  <a:lnTo>
                    <a:pt x="119193" y="75970"/>
                  </a:lnTo>
                  <a:lnTo>
                    <a:pt x="119382" y="75970"/>
                  </a:lnTo>
                  <a:lnTo>
                    <a:pt x="119571" y="75777"/>
                  </a:lnTo>
                  <a:lnTo>
                    <a:pt x="119666" y="75584"/>
                  </a:lnTo>
                  <a:lnTo>
                    <a:pt x="119571" y="75294"/>
                  </a:lnTo>
                  <a:lnTo>
                    <a:pt x="119477" y="74907"/>
                  </a:lnTo>
                  <a:lnTo>
                    <a:pt x="119382" y="74521"/>
                  </a:lnTo>
                  <a:lnTo>
                    <a:pt x="119288" y="74231"/>
                  </a:lnTo>
                  <a:lnTo>
                    <a:pt x="119288" y="73844"/>
                  </a:lnTo>
                  <a:lnTo>
                    <a:pt x="119288" y="73554"/>
                  </a:lnTo>
                  <a:lnTo>
                    <a:pt x="119477" y="73264"/>
                  </a:lnTo>
                  <a:lnTo>
                    <a:pt x="119477" y="72974"/>
                  </a:lnTo>
                  <a:lnTo>
                    <a:pt x="119477" y="72587"/>
                  </a:lnTo>
                  <a:lnTo>
                    <a:pt x="119193" y="72201"/>
                  </a:lnTo>
                  <a:lnTo>
                    <a:pt x="119004" y="72008"/>
                  </a:lnTo>
                  <a:lnTo>
                    <a:pt x="118815" y="71428"/>
                  </a:lnTo>
                  <a:lnTo>
                    <a:pt x="118909" y="71041"/>
                  </a:lnTo>
                  <a:lnTo>
                    <a:pt x="119098" y="70461"/>
                  </a:lnTo>
                  <a:lnTo>
                    <a:pt x="119288" y="70074"/>
                  </a:lnTo>
                  <a:lnTo>
                    <a:pt x="119098" y="69591"/>
                  </a:lnTo>
                  <a:lnTo>
                    <a:pt x="119004" y="69301"/>
                  </a:lnTo>
                  <a:lnTo>
                    <a:pt x="118815" y="69205"/>
                  </a:lnTo>
                  <a:lnTo>
                    <a:pt x="118626" y="69011"/>
                  </a:lnTo>
                  <a:lnTo>
                    <a:pt x="118531" y="68721"/>
                  </a:lnTo>
                  <a:lnTo>
                    <a:pt x="118342" y="68528"/>
                  </a:lnTo>
                  <a:lnTo>
                    <a:pt x="118342" y="68238"/>
                  </a:lnTo>
                  <a:lnTo>
                    <a:pt x="118437" y="67851"/>
                  </a:lnTo>
                  <a:lnTo>
                    <a:pt x="118531" y="67368"/>
                  </a:lnTo>
                  <a:lnTo>
                    <a:pt x="118342" y="67078"/>
                  </a:lnTo>
                  <a:lnTo>
                    <a:pt x="118153" y="66981"/>
                  </a:lnTo>
                  <a:lnTo>
                    <a:pt x="117964" y="66692"/>
                  </a:lnTo>
                  <a:lnTo>
                    <a:pt x="117775" y="66402"/>
                  </a:lnTo>
                  <a:lnTo>
                    <a:pt x="117775" y="66208"/>
                  </a:lnTo>
                  <a:lnTo>
                    <a:pt x="117775" y="65918"/>
                  </a:lnTo>
                  <a:lnTo>
                    <a:pt x="117870" y="65435"/>
                  </a:lnTo>
                  <a:lnTo>
                    <a:pt x="117681" y="65242"/>
                  </a:lnTo>
                  <a:lnTo>
                    <a:pt x="117492" y="65048"/>
                  </a:lnTo>
                  <a:lnTo>
                    <a:pt x="117303" y="64952"/>
                  </a:lnTo>
                  <a:lnTo>
                    <a:pt x="117303" y="64758"/>
                  </a:lnTo>
                  <a:lnTo>
                    <a:pt x="117303" y="64372"/>
                  </a:lnTo>
                  <a:lnTo>
                    <a:pt x="117208" y="63985"/>
                  </a:lnTo>
                  <a:lnTo>
                    <a:pt x="117019" y="63792"/>
                  </a:lnTo>
                  <a:lnTo>
                    <a:pt x="116924" y="63502"/>
                  </a:lnTo>
                  <a:lnTo>
                    <a:pt x="116735" y="63212"/>
                  </a:lnTo>
                  <a:lnTo>
                    <a:pt x="116735" y="62922"/>
                  </a:lnTo>
                  <a:lnTo>
                    <a:pt x="116830" y="62729"/>
                  </a:lnTo>
                  <a:lnTo>
                    <a:pt x="116924" y="62439"/>
                  </a:lnTo>
                  <a:lnTo>
                    <a:pt x="116924" y="62052"/>
                  </a:lnTo>
                  <a:lnTo>
                    <a:pt x="116830" y="61665"/>
                  </a:lnTo>
                  <a:lnTo>
                    <a:pt x="116830" y="61472"/>
                  </a:lnTo>
                  <a:lnTo>
                    <a:pt x="117019" y="61182"/>
                  </a:lnTo>
                  <a:lnTo>
                    <a:pt x="117019" y="60892"/>
                  </a:lnTo>
                  <a:lnTo>
                    <a:pt x="117019" y="60602"/>
                  </a:lnTo>
                  <a:lnTo>
                    <a:pt x="116830" y="60216"/>
                  </a:lnTo>
                  <a:lnTo>
                    <a:pt x="116830" y="60022"/>
                  </a:lnTo>
                  <a:lnTo>
                    <a:pt x="116924" y="59732"/>
                  </a:lnTo>
                  <a:lnTo>
                    <a:pt x="116830" y="59249"/>
                  </a:lnTo>
                  <a:lnTo>
                    <a:pt x="116924" y="58572"/>
                  </a:lnTo>
                  <a:lnTo>
                    <a:pt x="116924" y="58089"/>
                  </a:lnTo>
                  <a:lnTo>
                    <a:pt x="117208" y="57799"/>
                  </a:lnTo>
                  <a:lnTo>
                    <a:pt x="117303" y="57606"/>
                  </a:lnTo>
                  <a:lnTo>
                    <a:pt x="117303" y="57219"/>
                  </a:lnTo>
                  <a:lnTo>
                    <a:pt x="117113" y="56929"/>
                  </a:lnTo>
                  <a:lnTo>
                    <a:pt x="116924" y="56736"/>
                  </a:lnTo>
                  <a:lnTo>
                    <a:pt x="116830" y="56446"/>
                  </a:lnTo>
                  <a:lnTo>
                    <a:pt x="116924" y="56059"/>
                  </a:lnTo>
                  <a:lnTo>
                    <a:pt x="117019" y="55576"/>
                  </a:lnTo>
                  <a:lnTo>
                    <a:pt x="116924" y="55190"/>
                  </a:lnTo>
                  <a:lnTo>
                    <a:pt x="116735" y="54900"/>
                  </a:lnTo>
                  <a:lnTo>
                    <a:pt x="116735" y="54513"/>
                  </a:lnTo>
                  <a:lnTo>
                    <a:pt x="116830" y="54223"/>
                  </a:lnTo>
                  <a:lnTo>
                    <a:pt x="116830" y="53643"/>
                  </a:lnTo>
                  <a:lnTo>
                    <a:pt x="116546" y="53160"/>
                  </a:lnTo>
                  <a:lnTo>
                    <a:pt x="116168" y="52773"/>
                  </a:lnTo>
                  <a:lnTo>
                    <a:pt x="115790" y="52483"/>
                  </a:lnTo>
                  <a:lnTo>
                    <a:pt x="114939" y="52097"/>
                  </a:lnTo>
                  <a:lnTo>
                    <a:pt x="114656" y="51613"/>
                  </a:lnTo>
                  <a:lnTo>
                    <a:pt x="114656" y="51033"/>
                  </a:lnTo>
                  <a:lnTo>
                    <a:pt x="114939" y="50743"/>
                  </a:lnTo>
                  <a:lnTo>
                    <a:pt x="115412" y="50550"/>
                  </a:lnTo>
                  <a:lnTo>
                    <a:pt x="116263" y="50550"/>
                  </a:lnTo>
                  <a:lnTo>
                    <a:pt x="117113" y="50647"/>
                  </a:lnTo>
                  <a:lnTo>
                    <a:pt x="117964" y="50647"/>
                  </a:lnTo>
                  <a:lnTo>
                    <a:pt x="118815" y="50743"/>
                  </a:lnTo>
                  <a:lnTo>
                    <a:pt x="119855" y="50743"/>
                  </a:lnTo>
                  <a:lnTo>
                    <a:pt x="120516" y="50743"/>
                  </a:lnTo>
                  <a:lnTo>
                    <a:pt x="121083" y="50647"/>
                  </a:lnTo>
                  <a:lnTo>
                    <a:pt x="121840" y="50260"/>
                  </a:lnTo>
                  <a:lnTo>
                    <a:pt x="122596" y="49970"/>
                  </a:lnTo>
                  <a:lnTo>
                    <a:pt x="123636" y="49487"/>
                  </a:lnTo>
                  <a:lnTo>
                    <a:pt x="124392" y="49100"/>
                  </a:lnTo>
                  <a:lnTo>
                    <a:pt x="124581" y="48617"/>
                  </a:lnTo>
                  <a:lnTo>
                    <a:pt x="124770" y="48327"/>
                  </a:lnTo>
                  <a:lnTo>
                    <a:pt x="125148" y="47940"/>
                  </a:lnTo>
                  <a:lnTo>
                    <a:pt x="125526" y="47650"/>
                  </a:lnTo>
                  <a:lnTo>
                    <a:pt x="125621" y="47264"/>
                  </a:lnTo>
                  <a:lnTo>
                    <a:pt x="125242" y="46877"/>
                  </a:lnTo>
                  <a:lnTo>
                    <a:pt x="125337" y="46394"/>
                  </a:lnTo>
                  <a:lnTo>
                    <a:pt x="125432" y="46104"/>
                  </a:lnTo>
                  <a:lnTo>
                    <a:pt x="125810" y="45911"/>
                  </a:lnTo>
                  <a:lnTo>
                    <a:pt x="126093" y="45814"/>
                  </a:lnTo>
                  <a:lnTo>
                    <a:pt x="126282" y="45331"/>
                  </a:lnTo>
                  <a:lnTo>
                    <a:pt x="125999" y="45137"/>
                  </a:lnTo>
                  <a:lnTo>
                    <a:pt x="125526" y="44751"/>
                  </a:lnTo>
                  <a:lnTo>
                    <a:pt x="125432" y="44557"/>
                  </a:lnTo>
                  <a:lnTo>
                    <a:pt x="125526" y="44074"/>
                  </a:lnTo>
                  <a:lnTo>
                    <a:pt x="126093" y="43784"/>
                  </a:lnTo>
                  <a:lnTo>
                    <a:pt x="126282" y="43398"/>
                  </a:lnTo>
                  <a:lnTo>
                    <a:pt x="125999" y="43011"/>
                  </a:lnTo>
                  <a:lnTo>
                    <a:pt x="125432" y="42528"/>
                  </a:lnTo>
                  <a:lnTo>
                    <a:pt x="125337" y="42141"/>
                  </a:lnTo>
                  <a:lnTo>
                    <a:pt x="125526" y="41948"/>
                  </a:lnTo>
                  <a:lnTo>
                    <a:pt x="125715" y="41658"/>
                  </a:lnTo>
                  <a:lnTo>
                    <a:pt x="125904" y="41078"/>
                  </a:lnTo>
                  <a:lnTo>
                    <a:pt x="125715" y="40788"/>
                  </a:lnTo>
                  <a:lnTo>
                    <a:pt x="125432" y="40305"/>
                  </a:lnTo>
                  <a:lnTo>
                    <a:pt x="125432" y="39918"/>
                  </a:lnTo>
                  <a:lnTo>
                    <a:pt x="125526" y="39531"/>
                  </a:lnTo>
                  <a:lnTo>
                    <a:pt x="125715" y="39145"/>
                  </a:lnTo>
                  <a:lnTo>
                    <a:pt x="125715" y="38855"/>
                  </a:lnTo>
                  <a:lnTo>
                    <a:pt x="125432" y="38468"/>
                  </a:lnTo>
                  <a:lnTo>
                    <a:pt x="125242" y="38275"/>
                  </a:lnTo>
                  <a:lnTo>
                    <a:pt x="125242" y="37792"/>
                  </a:lnTo>
                  <a:lnTo>
                    <a:pt x="125337" y="37405"/>
                  </a:lnTo>
                  <a:lnTo>
                    <a:pt x="125242" y="36825"/>
                  </a:lnTo>
                  <a:lnTo>
                    <a:pt x="124959" y="36438"/>
                  </a:lnTo>
                  <a:lnTo>
                    <a:pt x="124864" y="36052"/>
                  </a:lnTo>
                  <a:lnTo>
                    <a:pt x="124959" y="35569"/>
                  </a:lnTo>
                  <a:lnTo>
                    <a:pt x="124959" y="35182"/>
                  </a:lnTo>
                  <a:lnTo>
                    <a:pt x="124864" y="34795"/>
                  </a:lnTo>
                  <a:lnTo>
                    <a:pt x="127889" y="33635"/>
                  </a:lnTo>
                  <a:lnTo>
                    <a:pt x="133371" y="31606"/>
                  </a:lnTo>
                  <a:lnTo>
                    <a:pt x="133182" y="29769"/>
                  </a:lnTo>
                  <a:lnTo>
                    <a:pt x="133182" y="29383"/>
                  </a:lnTo>
                  <a:lnTo>
                    <a:pt x="139232" y="28319"/>
                  </a:lnTo>
                  <a:lnTo>
                    <a:pt x="139326" y="29189"/>
                  </a:lnTo>
                  <a:lnTo>
                    <a:pt x="139326" y="29479"/>
                  </a:lnTo>
                  <a:lnTo>
                    <a:pt x="145187" y="29093"/>
                  </a:lnTo>
                  <a:lnTo>
                    <a:pt x="149629" y="27353"/>
                  </a:lnTo>
                  <a:lnTo>
                    <a:pt x="157191" y="24163"/>
                  </a:lnTo>
                  <a:lnTo>
                    <a:pt x="159649" y="23100"/>
                  </a:lnTo>
                  <a:lnTo>
                    <a:pt x="159838" y="23003"/>
                  </a:lnTo>
                  <a:lnTo>
                    <a:pt x="160500" y="22810"/>
                  </a:lnTo>
                  <a:lnTo>
                    <a:pt x="169007" y="18847"/>
                  </a:lnTo>
                  <a:lnTo>
                    <a:pt x="177136" y="15078"/>
                  </a:lnTo>
                  <a:lnTo>
                    <a:pt x="179971" y="13821"/>
                  </a:lnTo>
                  <a:lnTo>
                    <a:pt x="184225" y="11791"/>
                  </a:lnTo>
                  <a:lnTo>
                    <a:pt x="186399" y="10825"/>
                  </a:lnTo>
                  <a:lnTo>
                    <a:pt x="192070" y="8215"/>
                  </a:lnTo>
                  <a:lnTo>
                    <a:pt x="192543" y="8022"/>
                  </a:lnTo>
                  <a:lnTo>
                    <a:pt x="192259" y="6379"/>
                  </a:lnTo>
                  <a:lnTo>
                    <a:pt x="191503" y="2609"/>
                  </a:lnTo>
                  <a:lnTo>
                    <a:pt x="191409" y="1643"/>
                  </a:lnTo>
                  <a:lnTo>
                    <a:pt x="192448" y="869"/>
                  </a:lnTo>
                  <a:lnTo>
                    <a:pt x="193772" y="96"/>
                  </a:lnTo>
                  <a:lnTo>
                    <a:pt x="1939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332706" y="3401565"/>
              <a:ext cx="1247400" cy="1240965"/>
            </a:xfrm>
            <a:custGeom>
              <a:avLst/>
              <a:pathLst>
                <a:path w="1247400" h="1240965">
                  <a:moveTo>
                    <a:pt x="1247325" y="1147693"/>
                  </a:moveTo>
                  <a:lnTo>
                    <a:pt x="1245340" y="1147983"/>
                  </a:lnTo>
                  <a:lnTo>
                    <a:pt x="1244111" y="1147693"/>
                  </a:lnTo>
                  <a:lnTo>
                    <a:pt x="1242693" y="1147306"/>
                  </a:lnTo>
                  <a:lnTo>
                    <a:pt x="1241559" y="1146630"/>
                  </a:lnTo>
                  <a:lnTo>
                    <a:pt x="1240425" y="1146630"/>
                  </a:lnTo>
                  <a:lnTo>
                    <a:pt x="1239007" y="1147016"/>
                  </a:lnTo>
                  <a:lnTo>
                    <a:pt x="1238345" y="1146920"/>
                  </a:lnTo>
                  <a:lnTo>
                    <a:pt x="1236833" y="1145953"/>
                  </a:lnTo>
                  <a:lnTo>
                    <a:pt x="1236266" y="1144890"/>
                  </a:lnTo>
                  <a:lnTo>
                    <a:pt x="1235320" y="1143633"/>
                  </a:lnTo>
                  <a:lnTo>
                    <a:pt x="1234281" y="1142860"/>
                  </a:lnTo>
                  <a:lnTo>
                    <a:pt x="1234092" y="1142860"/>
                  </a:lnTo>
                  <a:lnTo>
                    <a:pt x="1232296" y="1143150"/>
                  </a:lnTo>
                  <a:lnTo>
                    <a:pt x="1230878" y="1143923"/>
                  </a:lnTo>
                  <a:lnTo>
                    <a:pt x="1229838" y="1144696"/>
                  </a:lnTo>
                  <a:lnTo>
                    <a:pt x="1228137" y="1145180"/>
                  </a:lnTo>
                  <a:lnTo>
                    <a:pt x="1226246" y="1145470"/>
                  </a:lnTo>
                  <a:lnTo>
                    <a:pt x="1223316" y="1145663"/>
                  </a:lnTo>
                  <a:lnTo>
                    <a:pt x="1221331" y="1145663"/>
                  </a:lnTo>
                  <a:lnTo>
                    <a:pt x="1220102" y="1145663"/>
                  </a:lnTo>
                  <a:lnTo>
                    <a:pt x="1218212" y="1145470"/>
                  </a:lnTo>
                  <a:lnTo>
                    <a:pt x="1216699" y="1145566"/>
                  </a:lnTo>
                  <a:lnTo>
                    <a:pt x="1215471" y="1146050"/>
                  </a:lnTo>
                  <a:lnTo>
                    <a:pt x="1214242" y="1146920"/>
                  </a:lnTo>
                  <a:lnTo>
                    <a:pt x="1211501" y="1148369"/>
                  </a:lnTo>
                  <a:lnTo>
                    <a:pt x="1208287" y="1148369"/>
                  </a:lnTo>
                  <a:lnTo>
                    <a:pt x="1206491" y="1147693"/>
                  </a:lnTo>
                  <a:lnTo>
                    <a:pt x="1204317" y="1147403"/>
                  </a:lnTo>
                  <a:lnTo>
                    <a:pt x="1202332" y="1146920"/>
                  </a:lnTo>
                  <a:lnTo>
                    <a:pt x="1199591" y="1146340"/>
                  </a:lnTo>
                  <a:lnTo>
                    <a:pt x="1197795" y="1145566"/>
                  </a:lnTo>
                  <a:lnTo>
                    <a:pt x="1196472" y="1144986"/>
                  </a:lnTo>
                  <a:lnTo>
                    <a:pt x="1195526" y="1144407"/>
                  </a:lnTo>
                  <a:lnTo>
                    <a:pt x="1194108" y="1143730"/>
                  </a:lnTo>
                  <a:lnTo>
                    <a:pt x="1192974" y="1143730"/>
                  </a:lnTo>
                  <a:lnTo>
                    <a:pt x="1190989" y="1143730"/>
                  </a:lnTo>
                  <a:lnTo>
                    <a:pt x="1189099" y="1143537"/>
                  </a:lnTo>
                  <a:lnTo>
                    <a:pt x="1187397" y="1143343"/>
                  </a:lnTo>
                  <a:lnTo>
                    <a:pt x="1185601" y="1142473"/>
                  </a:lnTo>
                  <a:lnTo>
                    <a:pt x="1183805" y="1141314"/>
                  </a:lnTo>
                  <a:lnTo>
                    <a:pt x="1181820" y="1139767"/>
                  </a:lnTo>
                  <a:lnTo>
                    <a:pt x="1180025" y="1138897"/>
                  </a:lnTo>
                  <a:lnTo>
                    <a:pt x="1177756" y="1137834"/>
                  </a:lnTo>
                  <a:lnTo>
                    <a:pt x="1177189" y="1137641"/>
                  </a:lnTo>
                  <a:lnTo>
                    <a:pt x="1176338" y="1137351"/>
                  </a:lnTo>
                  <a:lnTo>
                    <a:pt x="1175015" y="1137447"/>
                  </a:lnTo>
                  <a:lnTo>
                    <a:pt x="1174448" y="1137544"/>
                  </a:lnTo>
                  <a:lnTo>
                    <a:pt x="1172746" y="1138124"/>
                  </a:lnTo>
                  <a:lnTo>
                    <a:pt x="1171517" y="1139090"/>
                  </a:lnTo>
                  <a:lnTo>
                    <a:pt x="1170289" y="1140637"/>
                  </a:lnTo>
                  <a:lnTo>
                    <a:pt x="1169343" y="1141893"/>
                  </a:lnTo>
                  <a:lnTo>
                    <a:pt x="1168304" y="1143343"/>
                  </a:lnTo>
                  <a:lnTo>
                    <a:pt x="1167642" y="1144407"/>
                  </a:lnTo>
                  <a:lnTo>
                    <a:pt x="1166413" y="1145566"/>
                  </a:lnTo>
                  <a:lnTo>
                    <a:pt x="1165562" y="1145470"/>
                  </a:lnTo>
                  <a:lnTo>
                    <a:pt x="1164334" y="1144986"/>
                  </a:lnTo>
                  <a:lnTo>
                    <a:pt x="1162160" y="1143633"/>
                  </a:lnTo>
                  <a:lnTo>
                    <a:pt x="1161498" y="1143053"/>
                  </a:lnTo>
                  <a:lnTo>
                    <a:pt x="1160364" y="1142183"/>
                  </a:lnTo>
                  <a:lnTo>
                    <a:pt x="1159324" y="1141410"/>
                  </a:lnTo>
                  <a:lnTo>
                    <a:pt x="1158379" y="1140830"/>
                  </a:lnTo>
                  <a:lnTo>
                    <a:pt x="1156677" y="1140734"/>
                  </a:lnTo>
                  <a:lnTo>
                    <a:pt x="1155354" y="1141217"/>
                  </a:lnTo>
                  <a:lnTo>
                    <a:pt x="1154220" y="1141797"/>
                  </a:lnTo>
                  <a:lnTo>
                    <a:pt x="1152802" y="1142570"/>
                  </a:lnTo>
                  <a:lnTo>
                    <a:pt x="1151290" y="1142957"/>
                  </a:lnTo>
                  <a:lnTo>
                    <a:pt x="1149305" y="1142280"/>
                  </a:lnTo>
                  <a:lnTo>
                    <a:pt x="1148454" y="1141314"/>
                  </a:lnTo>
                  <a:lnTo>
                    <a:pt x="1147698" y="1140830"/>
                  </a:lnTo>
                  <a:lnTo>
                    <a:pt x="1146374" y="1139960"/>
                  </a:lnTo>
                  <a:lnTo>
                    <a:pt x="1145807" y="1139187"/>
                  </a:lnTo>
                  <a:lnTo>
                    <a:pt x="1144956" y="1138027"/>
                  </a:lnTo>
                  <a:lnTo>
                    <a:pt x="1144011" y="1137254"/>
                  </a:lnTo>
                  <a:lnTo>
                    <a:pt x="1142499" y="1135998"/>
                  </a:lnTo>
                  <a:lnTo>
                    <a:pt x="1141081" y="1135128"/>
                  </a:lnTo>
                  <a:lnTo>
                    <a:pt x="1139380" y="1134354"/>
                  </a:lnTo>
                  <a:lnTo>
                    <a:pt x="1137395" y="1134064"/>
                  </a:lnTo>
                  <a:lnTo>
                    <a:pt x="1136260" y="1133774"/>
                  </a:lnTo>
                  <a:lnTo>
                    <a:pt x="1133708" y="1133581"/>
                  </a:lnTo>
                  <a:lnTo>
                    <a:pt x="1131629" y="1133291"/>
                  </a:lnTo>
                  <a:lnTo>
                    <a:pt x="1129927" y="1133001"/>
                  </a:lnTo>
                  <a:lnTo>
                    <a:pt x="1127942" y="1133195"/>
                  </a:lnTo>
                  <a:lnTo>
                    <a:pt x="1126808" y="1133581"/>
                  </a:lnTo>
                  <a:lnTo>
                    <a:pt x="1125579" y="1134064"/>
                  </a:lnTo>
                  <a:lnTo>
                    <a:pt x="1124540" y="1134161"/>
                  </a:lnTo>
                  <a:lnTo>
                    <a:pt x="1123216" y="1134258"/>
                  </a:lnTo>
                  <a:lnTo>
                    <a:pt x="1121231" y="1134161"/>
                  </a:lnTo>
                  <a:lnTo>
                    <a:pt x="1119530" y="1134161"/>
                  </a:lnTo>
                  <a:lnTo>
                    <a:pt x="1118112" y="1134161"/>
                  </a:lnTo>
                  <a:lnTo>
                    <a:pt x="1116694" y="1134644"/>
                  </a:lnTo>
                  <a:lnTo>
                    <a:pt x="1115371" y="1135128"/>
                  </a:lnTo>
                  <a:lnTo>
                    <a:pt x="1113197" y="1135901"/>
                  </a:lnTo>
                  <a:lnTo>
                    <a:pt x="1111306" y="1136867"/>
                  </a:lnTo>
                  <a:lnTo>
                    <a:pt x="1107525" y="1137834"/>
                  </a:lnTo>
                  <a:lnTo>
                    <a:pt x="1106297" y="1138414"/>
                  </a:lnTo>
                  <a:lnTo>
                    <a:pt x="1105351" y="1138897"/>
                  </a:lnTo>
                  <a:lnTo>
                    <a:pt x="1104501" y="1139864"/>
                  </a:lnTo>
                  <a:lnTo>
                    <a:pt x="1103555" y="1141217"/>
                  </a:lnTo>
                  <a:lnTo>
                    <a:pt x="1101854" y="1141797"/>
                  </a:lnTo>
                  <a:lnTo>
                    <a:pt x="1100625" y="1141990"/>
                  </a:lnTo>
                  <a:lnTo>
                    <a:pt x="1099396" y="1142473"/>
                  </a:lnTo>
                  <a:lnTo>
                    <a:pt x="1098451" y="1143053"/>
                  </a:lnTo>
                  <a:lnTo>
                    <a:pt x="1097600" y="1143827"/>
                  </a:lnTo>
                  <a:lnTo>
                    <a:pt x="1096088" y="1144310"/>
                  </a:lnTo>
                  <a:lnTo>
                    <a:pt x="1094954" y="1144793"/>
                  </a:lnTo>
                  <a:lnTo>
                    <a:pt x="1093725" y="1145373"/>
                  </a:lnTo>
                  <a:lnTo>
                    <a:pt x="1091929" y="1145373"/>
                  </a:lnTo>
                  <a:lnTo>
                    <a:pt x="1090511" y="1145760"/>
                  </a:lnTo>
                  <a:lnTo>
                    <a:pt x="1088621" y="1146436"/>
                  </a:lnTo>
                  <a:lnTo>
                    <a:pt x="1086258" y="1146630"/>
                  </a:lnTo>
                  <a:lnTo>
                    <a:pt x="1083895" y="1146436"/>
                  </a:lnTo>
                  <a:lnTo>
                    <a:pt x="1080208" y="1146243"/>
                  </a:lnTo>
                  <a:lnTo>
                    <a:pt x="1077373" y="1146146"/>
                  </a:lnTo>
                  <a:lnTo>
                    <a:pt x="1075860" y="1146920"/>
                  </a:lnTo>
                  <a:lnTo>
                    <a:pt x="1073308" y="1148176"/>
                  </a:lnTo>
                  <a:lnTo>
                    <a:pt x="1070567" y="1149723"/>
                  </a:lnTo>
                  <a:lnTo>
                    <a:pt x="1068960" y="1150786"/>
                  </a:lnTo>
                  <a:lnTo>
                    <a:pt x="1064990" y="1153105"/>
                  </a:lnTo>
                  <a:lnTo>
                    <a:pt x="1063005" y="1154459"/>
                  </a:lnTo>
                  <a:lnTo>
                    <a:pt x="1062532" y="1155618"/>
                  </a:lnTo>
                  <a:lnTo>
                    <a:pt x="1060547" y="1157165"/>
                  </a:lnTo>
                  <a:lnTo>
                    <a:pt x="1058846" y="1158035"/>
                  </a:lnTo>
                  <a:lnTo>
                    <a:pt x="1056861" y="1158905"/>
                  </a:lnTo>
                  <a:lnTo>
                    <a:pt x="1053269" y="1159291"/>
                  </a:lnTo>
                  <a:lnTo>
                    <a:pt x="1050339" y="1159388"/>
                  </a:lnTo>
                  <a:lnTo>
                    <a:pt x="1048259" y="1160065"/>
                  </a:lnTo>
                  <a:lnTo>
                    <a:pt x="1046274" y="1161321"/>
                  </a:lnTo>
                  <a:lnTo>
                    <a:pt x="1045140" y="1162481"/>
                  </a:lnTo>
                  <a:lnTo>
                    <a:pt x="1044384" y="1163061"/>
                  </a:lnTo>
                  <a:lnTo>
                    <a:pt x="1043344" y="1163448"/>
                  </a:lnTo>
                  <a:lnTo>
                    <a:pt x="1041548" y="1163544"/>
                  </a:lnTo>
                  <a:lnTo>
                    <a:pt x="1039752" y="1163448"/>
                  </a:lnTo>
                  <a:lnTo>
                    <a:pt x="1035971" y="1163931"/>
                  </a:lnTo>
                  <a:lnTo>
                    <a:pt x="1030678" y="1163641"/>
                  </a:lnTo>
                  <a:lnTo>
                    <a:pt x="1027653" y="1163641"/>
                  </a:lnTo>
                  <a:lnTo>
                    <a:pt x="1025385" y="1163834"/>
                  </a:lnTo>
                  <a:lnTo>
                    <a:pt x="1021888" y="1164511"/>
                  </a:lnTo>
                  <a:lnTo>
                    <a:pt x="1019430" y="1165574"/>
                  </a:lnTo>
                  <a:lnTo>
                    <a:pt x="1017729" y="1166541"/>
                  </a:lnTo>
                  <a:lnTo>
                    <a:pt x="1016405" y="1167990"/>
                  </a:lnTo>
                  <a:lnTo>
                    <a:pt x="1015555" y="1169247"/>
                  </a:lnTo>
                  <a:lnTo>
                    <a:pt x="1014420" y="1169633"/>
                  </a:lnTo>
                  <a:lnTo>
                    <a:pt x="1013286" y="1170310"/>
                  </a:lnTo>
                  <a:lnTo>
                    <a:pt x="1011301" y="1170407"/>
                  </a:lnTo>
                  <a:lnTo>
                    <a:pt x="1010261" y="1170407"/>
                  </a:lnTo>
                  <a:lnTo>
                    <a:pt x="1009694" y="1170407"/>
                  </a:lnTo>
                  <a:lnTo>
                    <a:pt x="1008938" y="1170407"/>
                  </a:lnTo>
                  <a:lnTo>
                    <a:pt x="1008371" y="1170600"/>
                  </a:lnTo>
                  <a:lnTo>
                    <a:pt x="1007142" y="1171277"/>
                  </a:lnTo>
                  <a:lnTo>
                    <a:pt x="1005441" y="1171373"/>
                  </a:lnTo>
                  <a:lnTo>
                    <a:pt x="1004212" y="1171567"/>
                  </a:lnTo>
                  <a:lnTo>
                    <a:pt x="1002132" y="1171470"/>
                  </a:lnTo>
                  <a:lnTo>
                    <a:pt x="1000809" y="1171470"/>
                  </a:lnTo>
                  <a:lnTo>
                    <a:pt x="999958" y="1171470"/>
                  </a:lnTo>
                  <a:lnTo>
                    <a:pt x="997973" y="1172340"/>
                  </a:lnTo>
                  <a:lnTo>
                    <a:pt x="995988" y="1173113"/>
                  </a:lnTo>
                  <a:lnTo>
                    <a:pt x="994665" y="1173500"/>
                  </a:lnTo>
                  <a:lnTo>
                    <a:pt x="992774" y="1173790"/>
                  </a:lnTo>
                  <a:lnTo>
                    <a:pt x="991451" y="1173596"/>
                  </a:lnTo>
                  <a:lnTo>
                    <a:pt x="990128" y="1173403"/>
                  </a:lnTo>
                  <a:lnTo>
                    <a:pt x="987954" y="1173983"/>
                  </a:lnTo>
                  <a:lnTo>
                    <a:pt x="986441" y="1174950"/>
                  </a:lnTo>
                  <a:lnTo>
                    <a:pt x="985969" y="1175626"/>
                  </a:lnTo>
                  <a:lnTo>
                    <a:pt x="985591" y="1176689"/>
                  </a:lnTo>
                  <a:lnTo>
                    <a:pt x="985213" y="1178042"/>
                  </a:lnTo>
                  <a:lnTo>
                    <a:pt x="983984" y="1179106"/>
                  </a:lnTo>
                  <a:lnTo>
                    <a:pt x="983322" y="1179976"/>
                  </a:lnTo>
                  <a:lnTo>
                    <a:pt x="982377" y="1180652"/>
                  </a:lnTo>
                  <a:lnTo>
                    <a:pt x="980392" y="1181812"/>
                  </a:lnTo>
                  <a:lnTo>
                    <a:pt x="978596" y="1182779"/>
                  </a:lnTo>
                  <a:lnTo>
                    <a:pt x="977462" y="1183165"/>
                  </a:lnTo>
                  <a:lnTo>
                    <a:pt x="975382" y="1183938"/>
                  </a:lnTo>
                  <a:lnTo>
                    <a:pt x="974342" y="1184132"/>
                  </a:lnTo>
                  <a:lnTo>
                    <a:pt x="972452" y="1184228"/>
                  </a:lnTo>
                  <a:lnTo>
                    <a:pt x="971507" y="1184228"/>
                  </a:lnTo>
                  <a:lnTo>
                    <a:pt x="969994" y="1185292"/>
                  </a:lnTo>
                  <a:lnTo>
                    <a:pt x="969238" y="1185678"/>
                  </a:lnTo>
                  <a:lnTo>
                    <a:pt x="968293" y="1186065"/>
                  </a:lnTo>
                  <a:lnTo>
                    <a:pt x="966497" y="1186258"/>
                  </a:lnTo>
                  <a:lnTo>
                    <a:pt x="965363" y="1186258"/>
                  </a:lnTo>
                  <a:lnTo>
                    <a:pt x="963283" y="1186065"/>
                  </a:lnTo>
                  <a:lnTo>
                    <a:pt x="961298" y="1186645"/>
                  </a:lnTo>
                  <a:lnTo>
                    <a:pt x="959502" y="1187321"/>
                  </a:lnTo>
                  <a:lnTo>
                    <a:pt x="957706" y="1188095"/>
                  </a:lnTo>
                  <a:lnTo>
                    <a:pt x="954871" y="1189544"/>
                  </a:lnTo>
                  <a:lnTo>
                    <a:pt x="951657" y="1191671"/>
                  </a:lnTo>
                  <a:lnTo>
                    <a:pt x="950145" y="1192831"/>
                  </a:lnTo>
                  <a:lnTo>
                    <a:pt x="948254" y="1194184"/>
                  </a:lnTo>
                  <a:lnTo>
                    <a:pt x="947309" y="1195924"/>
                  </a:lnTo>
                  <a:lnTo>
                    <a:pt x="945797" y="1198050"/>
                  </a:lnTo>
                  <a:lnTo>
                    <a:pt x="944379" y="1198533"/>
                  </a:lnTo>
                  <a:lnTo>
                    <a:pt x="942583" y="1198727"/>
                  </a:lnTo>
                  <a:lnTo>
                    <a:pt x="940125" y="1199307"/>
                  </a:lnTo>
                  <a:lnTo>
                    <a:pt x="937951" y="1199307"/>
                  </a:lnTo>
                  <a:lnTo>
                    <a:pt x="935872" y="1199017"/>
                  </a:lnTo>
                  <a:lnTo>
                    <a:pt x="934359" y="1198243"/>
                  </a:lnTo>
                  <a:lnTo>
                    <a:pt x="933130" y="1197277"/>
                  </a:lnTo>
                  <a:lnTo>
                    <a:pt x="931902" y="1197373"/>
                  </a:lnTo>
                  <a:lnTo>
                    <a:pt x="930767" y="1197760"/>
                  </a:lnTo>
                  <a:lnTo>
                    <a:pt x="929160" y="1199113"/>
                  </a:lnTo>
                  <a:lnTo>
                    <a:pt x="928404" y="1199887"/>
                  </a:lnTo>
                  <a:lnTo>
                    <a:pt x="927270" y="1200756"/>
                  </a:lnTo>
                  <a:lnTo>
                    <a:pt x="926892" y="1201046"/>
                  </a:lnTo>
                  <a:lnTo>
                    <a:pt x="926514" y="1201240"/>
                  </a:lnTo>
                  <a:lnTo>
                    <a:pt x="926136" y="1201530"/>
                  </a:lnTo>
                  <a:lnTo>
                    <a:pt x="925852" y="1201820"/>
                  </a:lnTo>
                  <a:lnTo>
                    <a:pt x="925569" y="1202110"/>
                  </a:lnTo>
                  <a:lnTo>
                    <a:pt x="925285" y="1202496"/>
                  </a:lnTo>
                  <a:lnTo>
                    <a:pt x="925001" y="1202786"/>
                  </a:lnTo>
                  <a:lnTo>
                    <a:pt x="924718" y="1203173"/>
                  </a:lnTo>
                  <a:lnTo>
                    <a:pt x="924434" y="1203656"/>
                  </a:lnTo>
                  <a:lnTo>
                    <a:pt x="924340" y="1203946"/>
                  </a:lnTo>
                  <a:lnTo>
                    <a:pt x="924056" y="1204429"/>
                  </a:lnTo>
                  <a:lnTo>
                    <a:pt x="923773" y="1204719"/>
                  </a:lnTo>
                  <a:lnTo>
                    <a:pt x="923300" y="1205009"/>
                  </a:lnTo>
                  <a:lnTo>
                    <a:pt x="922260" y="1205589"/>
                  </a:lnTo>
                  <a:lnTo>
                    <a:pt x="921882" y="1206072"/>
                  </a:lnTo>
                  <a:lnTo>
                    <a:pt x="921599" y="1206362"/>
                  </a:lnTo>
                  <a:lnTo>
                    <a:pt x="921315" y="1206749"/>
                  </a:lnTo>
                  <a:lnTo>
                    <a:pt x="921126" y="1207039"/>
                  </a:lnTo>
                  <a:lnTo>
                    <a:pt x="920842" y="1207522"/>
                  </a:lnTo>
                  <a:lnTo>
                    <a:pt x="920653" y="1207909"/>
                  </a:lnTo>
                  <a:lnTo>
                    <a:pt x="920275" y="1208102"/>
                  </a:lnTo>
                  <a:lnTo>
                    <a:pt x="919803" y="1208199"/>
                  </a:lnTo>
                  <a:lnTo>
                    <a:pt x="919425" y="1208296"/>
                  </a:lnTo>
                  <a:lnTo>
                    <a:pt x="918857" y="1208199"/>
                  </a:lnTo>
                  <a:lnTo>
                    <a:pt x="918479" y="1208102"/>
                  </a:lnTo>
                  <a:lnTo>
                    <a:pt x="918007" y="1208006"/>
                  </a:lnTo>
                  <a:lnTo>
                    <a:pt x="917534" y="1207909"/>
                  </a:lnTo>
                  <a:lnTo>
                    <a:pt x="917062" y="1207812"/>
                  </a:lnTo>
                  <a:lnTo>
                    <a:pt x="916589" y="1207812"/>
                  </a:lnTo>
                  <a:lnTo>
                    <a:pt x="916116" y="1207812"/>
                  </a:lnTo>
                  <a:lnTo>
                    <a:pt x="915644" y="1207716"/>
                  </a:lnTo>
                  <a:lnTo>
                    <a:pt x="915171" y="1207812"/>
                  </a:lnTo>
                  <a:lnTo>
                    <a:pt x="914793" y="1207812"/>
                  </a:lnTo>
                  <a:lnTo>
                    <a:pt x="914320" y="1207909"/>
                  </a:lnTo>
                  <a:lnTo>
                    <a:pt x="913848" y="1207909"/>
                  </a:lnTo>
                  <a:lnTo>
                    <a:pt x="913470" y="1208006"/>
                  </a:lnTo>
                  <a:lnTo>
                    <a:pt x="913092" y="1208102"/>
                  </a:lnTo>
                  <a:lnTo>
                    <a:pt x="912619" y="1208199"/>
                  </a:lnTo>
                  <a:lnTo>
                    <a:pt x="912146" y="1208199"/>
                  </a:lnTo>
                  <a:lnTo>
                    <a:pt x="911674" y="1208199"/>
                  </a:lnTo>
                  <a:lnTo>
                    <a:pt x="911296" y="1208296"/>
                  </a:lnTo>
                  <a:lnTo>
                    <a:pt x="910729" y="1208296"/>
                  </a:lnTo>
                  <a:lnTo>
                    <a:pt x="910350" y="1208296"/>
                  </a:lnTo>
                  <a:lnTo>
                    <a:pt x="909972" y="1208199"/>
                  </a:lnTo>
                  <a:lnTo>
                    <a:pt x="909122" y="1207909"/>
                  </a:lnTo>
                  <a:lnTo>
                    <a:pt x="908554" y="1207522"/>
                  </a:lnTo>
                  <a:lnTo>
                    <a:pt x="908460" y="1207232"/>
                  </a:lnTo>
                  <a:lnTo>
                    <a:pt x="907987" y="1207136"/>
                  </a:lnTo>
                  <a:lnTo>
                    <a:pt x="907609" y="1207039"/>
                  </a:lnTo>
                  <a:lnTo>
                    <a:pt x="907137" y="1206942"/>
                  </a:lnTo>
                  <a:lnTo>
                    <a:pt x="906664" y="1206749"/>
                  </a:lnTo>
                  <a:lnTo>
                    <a:pt x="906286" y="1206556"/>
                  </a:lnTo>
                  <a:lnTo>
                    <a:pt x="905908" y="1206266"/>
                  </a:lnTo>
                  <a:lnTo>
                    <a:pt x="905530" y="1206072"/>
                  </a:lnTo>
                  <a:lnTo>
                    <a:pt x="905152" y="1205879"/>
                  </a:lnTo>
                  <a:lnTo>
                    <a:pt x="904774" y="1205686"/>
                  </a:lnTo>
                  <a:lnTo>
                    <a:pt x="904301" y="1205396"/>
                  </a:lnTo>
                  <a:lnTo>
                    <a:pt x="903923" y="1205203"/>
                  </a:lnTo>
                  <a:lnTo>
                    <a:pt x="903639" y="1205203"/>
                  </a:lnTo>
                  <a:lnTo>
                    <a:pt x="903450" y="1205106"/>
                  </a:lnTo>
                  <a:lnTo>
                    <a:pt x="903072" y="1205009"/>
                  </a:lnTo>
                  <a:lnTo>
                    <a:pt x="902600" y="1205009"/>
                  </a:lnTo>
                  <a:lnTo>
                    <a:pt x="902127" y="1205009"/>
                  </a:lnTo>
                  <a:lnTo>
                    <a:pt x="901749" y="1205106"/>
                  </a:lnTo>
                  <a:lnTo>
                    <a:pt x="901276" y="1205106"/>
                  </a:lnTo>
                  <a:lnTo>
                    <a:pt x="900993" y="1205299"/>
                  </a:lnTo>
                  <a:lnTo>
                    <a:pt x="900804" y="1205299"/>
                  </a:lnTo>
                  <a:lnTo>
                    <a:pt x="900331" y="1205493"/>
                  </a:lnTo>
                  <a:lnTo>
                    <a:pt x="900142" y="1205589"/>
                  </a:lnTo>
                  <a:lnTo>
                    <a:pt x="899953" y="1205589"/>
                  </a:lnTo>
                  <a:lnTo>
                    <a:pt x="899575" y="1205976"/>
                  </a:lnTo>
                  <a:lnTo>
                    <a:pt x="899102" y="1206169"/>
                  </a:lnTo>
                  <a:lnTo>
                    <a:pt x="898157" y="1206652"/>
                  </a:lnTo>
                  <a:lnTo>
                    <a:pt x="896456" y="1207039"/>
                  </a:lnTo>
                  <a:lnTo>
                    <a:pt x="894660" y="1207136"/>
                  </a:lnTo>
                  <a:lnTo>
                    <a:pt x="893053" y="1207812"/>
                  </a:lnTo>
                  <a:lnTo>
                    <a:pt x="891446" y="1208585"/>
                  </a:lnTo>
                  <a:lnTo>
                    <a:pt x="890501" y="1208972"/>
                  </a:lnTo>
                  <a:lnTo>
                    <a:pt x="889839" y="1209262"/>
                  </a:lnTo>
                  <a:lnTo>
                    <a:pt x="888705" y="1209455"/>
                  </a:lnTo>
                  <a:lnTo>
                    <a:pt x="888138" y="1209552"/>
                  </a:lnTo>
                  <a:lnTo>
                    <a:pt x="887759" y="1209649"/>
                  </a:lnTo>
                  <a:lnTo>
                    <a:pt x="887287" y="1209649"/>
                  </a:lnTo>
                  <a:lnTo>
                    <a:pt x="887003" y="1209649"/>
                  </a:lnTo>
                  <a:lnTo>
                    <a:pt x="886342" y="1209359"/>
                  </a:lnTo>
                  <a:lnTo>
                    <a:pt x="885680" y="1209359"/>
                  </a:lnTo>
                  <a:lnTo>
                    <a:pt x="885491" y="1209359"/>
                  </a:lnTo>
                  <a:lnTo>
                    <a:pt x="884546" y="1209359"/>
                  </a:lnTo>
                  <a:lnTo>
                    <a:pt x="884262" y="1209359"/>
                  </a:lnTo>
                  <a:lnTo>
                    <a:pt x="883222" y="1209455"/>
                  </a:lnTo>
                  <a:lnTo>
                    <a:pt x="882655" y="1209455"/>
                  </a:lnTo>
                  <a:lnTo>
                    <a:pt x="882088" y="1209455"/>
                  </a:lnTo>
                  <a:lnTo>
                    <a:pt x="881332" y="1209649"/>
                  </a:lnTo>
                  <a:lnTo>
                    <a:pt x="880859" y="1209745"/>
                  </a:lnTo>
                  <a:lnTo>
                    <a:pt x="880576" y="1209842"/>
                  </a:lnTo>
                  <a:lnTo>
                    <a:pt x="880387" y="1210035"/>
                  </a:lnTo>
                  <a:lnTo>
                    <a:pt x="879914" y="1210325"/>
                  </a:lnTo>
                  <a:lnTo>
                    <a:pt x="879347" y="1210519"/>
                  </a:lnTo>
                  <a:lnTo>
                    <a:pt x="878402" y="1210615"/>
                  </a:lnTo>
                  <a:lnTo>
                    <a:pt x="877456" y="1210615"/>
                  </a:lnTo>
                  <a:lnTo>
                    <a:pt x="876511" y="1210519"/>
                  </a:lnTo>
                  <a:lnTo>
                    <a:pt x="875377" y="1210422"/>
                  </a:lnTo>
                  <a:lnTo>
                    <a:pt x="874904" y="1210325"/>
                  </a:lnTo>
                  <a:lnTo>
                    <a:pt x="874715" y="1210229"/>
                  </a:lnTo>
                  <a:lnTo>
                    <a:pt x="873014" y="1210422"/>
                  </a:lnTo>
                  <a:lnTo>
                    <a:pt x="871218" y="1210325"/>
                  </a:lnTo>
                  <a:lnTo>
                    <a:pt x="870745" y="1210325"/>
                  </a:lnTo>
                  <a:lnTo>
                    <a:pt x="869706" y="1210132"/>
                  </a:lnTo>
                  <a:lnTo>
                    <a:pt x="868760" y="1210325"/>
                  </a:lnTo>
                  <a:lnTo>
                    <a:pt x="868004" y="1210422"/>
                  </a:lnTo>
                  <a:lnTo>
                    <a:pt x="867721" y="1210519"/>
                  </a:lnTo>
                  <a:lnTo>
                    <a:pt x="866019" y="1209939"/>
                  </a:lnTo>
                  <a:lnTo>
                    <a:pt x="864318" y="1209939"/>
                  </a:lnTo>
                  <a:lnTo>
                    <a:pt x="861955" y="1210809"/>
                  </a:lnTo>
                  <a:lnTo>
                    <a:pt x="861671" y="1210809"/>
                  </a:lnTo>
                  <a:lnTo>
                    <a:pt x="861104" y="1210809"/>
                  </a:lnTo>
                  <a:lnTo>
                    <a:pt x="860726" y="1210905"/>
                  </a:lnTo>
                  <a:lnTo>
                    <a:pt x="859970" y="1211002"/>
                  </a:lnTo>
                  <a:lnTo>
                    <a:pt x="858930" y="1211195"/>
                  </a:lnTo>
                  <a:lnTo>
                    <a:pt x="858268" y="1211678"/>
                  </a:lnTo>
                  <a:lnTo>
                    <a:pt x="857418" y="1211872"/>
                  </a:lnTo>
                  <a:lnTo>
                    <a:pt x="856000" y="1212742"/>
                  </a:lnTo>
                  <a:lnTo>
                    <a:pt x="854771" y="1213032"/>
                  </a:lnTo>
                  <a:lnTo>
                    <a:pt x="854298" y="1213225"/>
                  </a:lnTo>
                  <a:lnTo>
                    <a:pt x="852691" y="1213998"/>
                  </a:lnTo>
                  <a:lnTo>
                    <a:pt x="850990" y="1214578"/>
                  </a:lnTo>
                  <a:lnTo>
                    <a:pt x="850517" y="1214771"/>
                  </a:lnTo>
                  <a:lnTo>
                    <a:pt x="849383" y="1215158"/>
                  </a:lnTo>
                  <a:lnTo>
                    <a:pt x="848154" y="1215255"/>
                  </a:lnTo>
                  <a:lnTo>
                    <a:pt x="847682" y="1215255"/>
                  </a:lnTo>
                  <a:lnTo>
                    <a:pt x="846547" y="1215641"/>
                  </a:lnTo>
                  <a:lnTo>
                    <a:pt x="845413" y="1216125"/>
                  </a:lnTo>
                  <a:lnTo>
                    <a:pt x="845413" y="1216415"/>
                  </a:lnTo>
                  <a:lnTo>
                    <a:pt x="845130" y="1216318"/>
                  </a:lnTo>
                  <a:lnTo>
                    <a:pt x="844468" y="1216705"/>
                  </a:lnTo>
                  <a:lnTo>
                    <a:pt x="843901" y="1217091"/>
                  </a:lnTo>
                  <a:lnTo>
                    <a:pt x="843334" y="1217381"/>
                  </a:lnTo>
                  <a:lnTo>
                    <a:pt x="842956" y="1217864"/>
                  </a:lnTo>
                  <a:lnTo>
                    <a:pt x="842105" y="1218928"/>
                  </a:lnTo>
                  <a:lnTo>
                    <a:pt x="841727" y="1219508"/>
                  </a:lnTo>
                  <a:lnTo>
                    <a:pt x="840025" y="1219894"/>
                  </a:lnTo>
                  <a:lnTo>
                    <a:pt x="839742" y="1219604"/>
                  </a:lnTo>
                  <a:lnTo>
                    <a:pt x="839458" y="1219411"/>
                  </a:lnTo>
                  <a:lnTo>
                    <a:pt x="839364" y="1219218"/>
                  </a:lnTo>
                  <a:lnTo>
                    <a:pt x="839175" y="1218928"/>
                  </a:lnTo>
                  <a:lnTo>
                    <a:pt x="838891" y="1218541"/>
                  </a:lnTo>
                  <a:lnTo>
                    <a:pt x="837946" y="1216994"/>
                  </a:lnTo>
                  <a:lnTo>
                    <a:pt x="837379" y="1215641"/>
                  </a:lnTo>
                  <a:lnTo>
                    <a:pt x="836339" y="1214288"/>
                  </a:lnTo>
                  <a:lnTo>
                    <a:pt x="836433" y="1214095"/>
                  </a:lnTo>
                  <a:lnTo>
                    <a:pt x="836150" y="1214095"/>
                  </a:lnTo>
                  <a:lnTo>
                    <a:pt x="835394" y="1212355"/>
                  </a:lnTo>
                  <a:lnTo>
                    <a:pt x="834827" y="1210809"/>
                  </a:lnTo>
                  <a:lnTo>
                    <a:pt x="832180" y="1206266"/>
                  </a:lnTo>
                  <a:lnTo>
                    <a:pt x="830762" y="1205396"/>
                  </a:lnTo>
                  <a:lnTo>
                    <a:pt x="828872" y="1204623"/>
                  </a:lnTo>
                  <a:lnTo>
                    <a:pt x="825941" y="1202979"/>
                  </a:lnTo>
                  <a:lnTo>
                    <a:pt x="822728" y="1202013"/>
                  </a:lnTo>
                  <a:lnTo>
                    <a:pt x="820932" y="1201046"/>
                  </a:lnTo>
                  <a:lnTo>
                    <a:pt x="819797" y="1199887"/>
                  </a:lnTo>
                  <a:lnTo>
                    <a:pt x="818001" y="1199210"/>
                  </a:lnTo>
                  <a:lnTo>
                    <a:pt x="816206" y="1198920"/>
                  </a:lnTo>
                  <a:lnTo>
                    <a:pt x="814504" y="1199500"/>
                  </a:lnTo>
                  <a:lnTo>
                    <a:pt x="813559" y="1199210"/>
                  </a:lnTo>
                  <a:lnTo>
                    <a:pt x="812803" y="1198823"/>
                  </a:lnTo>
                  <a:lnTo>
                    <a:pt x="811857" y="1197953"/>
                  </a:lnTo>
                  <a:lnTo>
                    <a:pt x="811101" y="1197567"/>
                  </a:lnTo>
                  <a:lnTo>
                    <a:pt x="809683" y="1197084"/>
                  </a:lnTo>
                  <a:lnTo>
                    <a:pt x="808455" y="1197084"/>
                  </a:lnTo>
                  <a:lnTo>
                    <a:pt x="806942" y="1198050"/>
                  </a:lnTo>
                  <a:lnTo>
                    <a:pt x="805619" y="1198920"/>
                  </a:lnTo>
                  <a:lnTo>
                    <a:pt x="803918" y="1199500"/>
                  </a:lnTo>
                  <a:lnTo>
                    <a:pt x="802783" y="1199790"/>
                  </a:lnTo>
                  <a:lnTo>
                    <a:pt x="801554" y="1199790"/>
                  </a:lnTo>
                  <a:lnTo>
                    <a:pt x="799759" y="1199500"/>
                  </a:lnTo>
                  <a:lnTo>
                    <a:pt x="797774" y="1199693"/>
                  </a:lnTo>
                  <a:lnTo>
                    <a:pt x="794749" y="1200370"/>
                  </a:lnTo>
                  <a:lnTo>
                    <a:pt x="792858" y="1200853"/>
                  </a:lnTo>
                  <a:lnTo>
                    <a:pt x="789645" y="1200853"/>
                  </a:lnTo>
                  <a:lnTo>
                    <a:pt x="786714" y="1201143"/>
                  </a:lnTo>
                  <a:lnTo>
                    <a:pt x="785958" y="1200950"/>
                  </a:lnTo>
                  <a:lnTo>
                    <a:pt x="785296" y="1201240"/>
                  </a:lnTo>
                  <a:lnTo>
                    <a:pt x="784540" y="1201046"/>
                  </a:lnTo>
                  <a:lnTo>
                    <a:pt x="783690" y="1201240"/>
                  </a:lnTo>
                  <a:lnTo>
                    <a:pt x="783217" y="1201240"/>
                  </a:lnTo>
                  <a:lnTo>
                    <a:pt x="782650" y="1200950"/>
                  </a:lnTo>
                  <a:lnTo>
                    <a:pt x="782461" y="1200853"/>
                  </a:lnTo>
                  <a:lnTo>
                    <a:pt x="781232" y="1200756"/>
                  </a:lnTo>
                  <a:lnTo>
                    <a:pt x="779814" y="1200273"/>
                  </a:lnTo>
                  <a:lnTo>
                    <a:pt x="779531" y="1200273"/>
                  </a:lnTo>
                  <a:lnTo>
                    <a:pt x="779153" y="1200273"/>
                  </a:lnTo>
                  <a:lnTo>
                    <a:pt x="778963" y="1200176"/>
                  </a:lnTo>
                  <a:lnTo>
                    <a:pt x="778585" y="1199983"/>
                  </a:lnTo>
                  <a:lnTo>
                    <a:pt x="778302" y="1199983"/>
                  </a:lnTo>
                  <a:lnTo>
                    <a:pt x="778018" y="1200080"/>
                  </a:lnTo>
                  <a:lnTo>
                    <a:pt x="777735" y="1200176"/>
                  </a:lnTo>
                  <a:lnTo>
                    <a:pt x="777451" y="1200273"/>
                  </a:lnTo>
                  <a:lnTo>
                    <a:pt x="776884" y="1200080"/>
                  </a:lnTo>
                  <a:lnTo>
                    <a:pt x="776506" y="1200080"/>
                  </a:lnTo>
                  <a:lnTo>
                    <a:pt x="775844" y="1199790"/>
                  </a:lnTo>
                  <a:lnTo>
                    <a:pt x="774993" y="1199887"/>
                  </a:lnTo>
                  <a:lnTo>
                    <a:pt x="774521" y="1199983"/>
                  </a:lnTo>
                  <a:lnTo>
                    <a:pt x="774048" y="1199790"/>
                  </a:lnTo>
                  <a:lnTo>
                    <a:pt x="773481" y="1199597"/>
                  </a:lnTo>
                  <a:lnTo>
                    <a:pt x="772914" y="1199307"/>
                  </a:lnTo>
                  <a:lnTo>
                    <a:pt x="772441" y="1199210"/>
                  </a:lnTo>
                  <a:lnTo>
                    <a:pt x="772158" y="1199017"/>
                  </a:lnTo>
                  <a:lnTo>
                    <a:pt x="771591" y="1198727"/>
                  </a:lnTo>
                  <a:lnTo>
                    <a:pt x="771307" y="1198630"/>
                  </a:lnTo>
                  <a:lnTo>
                    <a:pt x="771024" y="1198437"/>
                  </a:lnTo>
                  <a:lnTo>
                    <a:pt x="770551" y="1198243"/>
                  </a:lnTo>
                  <a:lnTo>
                    <a:pt x="770173" y="1198147"/>
                  </a:lnTo>
                  <a:lnTo>
                    <a:pt x="769700" y="1197953"/>
                  </a:lnTo>
                  <a:lnTo>
                    <a:pt x="769228" y="1197953"/>
                  </a:lnTo>
                  <a:lnTo>
                    <a:pt x="768849" y="1197953"/>
                  </a:lnTo>
                  <a:lnTo>
                    <a:pt x="768377" y="1197953"/>
                  </a:lnTo>
                  <a:lnTo>
                    <a:pt x="767999" y="1197857"/>
                  </a:lnTo>
                  <a:lnTo>
                    <a:pt x="767432" y="1197953"/>
                  </a:lnTo>
                  <a:lnTo>
                    <a:pt x="767054" y="1197953"/>
                  </a:lnTo>
                  <a:lnTo>
                    <a:pt x="766675" y="1197857"/>
                  </a:lnTo>
                  <a:lnTo>
                    <a:pt x="766203" y="1197760"/>
                  </a:lnTo>
                  <a:lnTo>
                    <a:pt x="765730" y="1197567"/>
                  </a:lnTo>
                  <a:lnTo>
                    <a:pt x="765258" y="1197567"/>
                  </a:lnTo>
                  <a:lnTo>
                    <a:pt x="764880" y="1197567"/>
                  </a:lnTo>
                  <a:lnTo>
                    <a:pt x="764407" y="1197373"/>
                  </a:lnTo>
                  <a:lnTo>
                    <a:pt x="764029" y="1197277"/>
                  </a:lnTo>
                  <a:lnTo>
                    <a:pt x="763556" y="1197277"/>
                  </a:lnTo>
                  <a:lnTo>
                    <a:pt x="763084" y="1197180"/>
                  </a:lnTo>
                  <a:lnTo>
                    <a:pt x="762706" y="1196987"/>
                  </a:lnTo>
                  <a:lnTo>
                    <a:pt x="762233" y="1196890"/>
                  </a:lnTo>
                  <a:lnTo>
                    <a:pt x="761855" y="1196987"/>
                  </a:lnTo>
                  <a:lnTo>
                    <a:pt x="761382" y="1196697"/>
                  </a:lnTo>
                  <a:lnTo>
                    <a:pt x="761004" y="1196600"/>
                  </a:lnTo>
                  <a:lnTo>
                    <a:pt x="760531" y="1196407"/>
                  </a:lnTo>
                  <a:lnTo>
                    <a:pt x="760059" y="1196214"/>
                  </a:lnTo>
                  <a:lnTo>
                    <a:pt x="759681" y="1196117"/>
                  </a:lnTo>
                  <a:lnTo>
                    <a:pt x="759208" y="1196020"/>
                  </a:lnTo>
                  <a:lnTo>
                    <a:pt x="758830" y="1195924"/>
                  </a:lnTo>
                  <a:lnTo>
                    <a:pt x="758357" y="1195827"/>
                  </a:lnTo>
                  <a:lnTo>
                    <a:pt x="757979" y="1195730"/>
                  </a:lnTo>
                  <a:lnTo>
                    <a:pt x="757507" y="1195634"/>
                  </a:lnTo>
                  <a:lnTo>
                    <a:pt x="757034" y="1195730"/>
                  </a:lnTo>
                  <a:lnTo>
                    <a:pt x="756656" y="1195730"/>
                  </a:lnTo>
                  <a:lnTo>
                    <a:pt x="756183" y="1195827"/>
                  </a:lnTo>
                  <a:lnTo>
                    <a:pt x="755805" y="1195827"/>
                  </a:lnTo>
                  <a:lnTo>
                    <a:pt x="755333" y="1195827"/>
                  </a:lnTo>
                  <a:lnTo>
                    <a:pt x="754860" y="1195924"/>
                  </a:lnTo>
                  <a:lnTo>
                    <a:pt x="754387" y="1196117"/>
                  </a:lnTo>
                  <a:lnTo>
                    <a:pt x="753915" y="1196117"/>
                  </a:lnTo>
                  <a:lnTo>
                    <a:pt x="753631" y="1196310"/>
                  </a:lnTo>
                  <a:lnTo>
                    <a:pt x="753159" y="1196310"/>
                  </a:lnTo>
                  <a:lnTo>
                    <a:pt x="752781" y="1196407"/>
                  </a:lnTo>
                  <a:lnTo>
                    <a:pt x="752308" y="1196504"/>
                  </a:lnTo>
                  <a:lnTo>
                    <a:pt x="751835" y="1196697"/>
                  </a:lnTo>
                  <a:lnTo>
                    <a:pt x="751552" y="1196890"/>
                  </a:lnTo>
                  <a:lnTo>
                    <a:pt x="751079" y="1197084"/>
                  </a:lnTo>
                  <a:lnTo>
                    <a:pt x="750607" y="1197277"/>
                  </a:lnTo>
                  <a:lnTo>
                    <a:pt x="750228" y="1197373"/>
                  </a:lnTo>
                  <a:lnTo>
                    <a:pt x="749756" y="1197470"/>
                  </a:lnTo>
                  <a:lnTo>
                    <a:pt x="749378" y="1197470"/>
                  </a:lnTo>
                  <a:lnTo>
                    <a:pt x="748716" y="1197373"/>
                  </a:lnTo>
                  <a:lnTo>
                    <a:pt x="748338" y="1197277"/>
                  </a:lnTo>
                  <a:lnTo>
                    <a:pt x="747865" y="1197180"/>
                  </a:lnTo>
                  <a:lnTo>
                    <a:pt x="747393" y="1197277"/>
                  </a:lnTo>
                  <a:lnTo>
                    <a:pt x="747015" y="1197277"/>
                  </a:lnTo>
                  <a:lnTo>
                    <a:pt x="746448" y="1197277"/>
                  </a:lnTo>
                  <a:lnTo>
                    <a:pt x="746069" y="1197084"/>
                  </a:lnTo>
                  <a:lnTo>
                    <a:pt x="745597" y="1196987"/>
                  </a:lnTo>
                  <a:lnTo>
                    <a:pt x="745124" y="1196987"/>
                  </a:lnTo>
                  <a:lnTo>
                    <a:pt x="744746" y="1196987"/>
                  </a:lnTo>
                  <a:lnTo>
                    <a:pt x="744274" y="1196890"/>
                  </a:lnTo>
                  <a:lnTo>
                    <a:pt x="743895" y="1196794"/>
                  </a:lnTo>
                  <a:lnTo>
                    <a:pt x="743423" y="1196600"/>
                  </a:lnTo>
                  <a:lnTo>
                    <a:pt x="742761" y="1196504"/>
                  </a:lnTo>
                  <a:lnTo>
                    <a:pt x="741249" y="1196504"/>
                  </a:lnTo>
                  <a:lnTo>
                    <a:pt x="740776" y="1196600"/>
                  </a:lnTo>
                  <a:lnTo>
                    <a:pt x="740304" y="1196697"/>
                  </a:lnTo>
                  <a:lnTo>
                    <a:pt x="739925" y="1196794"/>
                  </a:lnTo>
                  <a:lnTo>
                    <a:pt x="739453" y="1196890"/>
                  </a:lnTo>
                  <a:lnTo>
                    <a:pt x="739264" y="1196890"/>
                  </a:lnTo>
                  <a:lnTo>
                    <a:pt x="739075" y="1196890"/>
                  </a:lnTo>
                  <a:lnTo>
                    <a:pt x="738602" y="1197084"/>
                  </a:lnTo>
                  <a:lnTo>
                    <a:pt x="738130" y="1197180"/>
                  </a:lnTo>
                  <a:lnTo>
                    <a:pt x="737751" y="1197277"/>
                  </a:lnTo>
                  <a:lnTo>
                    <a:pt x="737279" y="1197277"/>
                  </a:lnTo>
                  <a:lnTo>
                    <a:pt x="736806" y="1197470"/>
                  </a:lnTo>
                  <a:lnTo>
                    <a:pt x="736428" y="1197663"/>
                  </a:lnTo>
                  <a:lnTo>
                    <a:pt x="735955" y="1197953"/>
                  </a:lnTo>
                  <a:lnTo>
                    <a:pt x="735577" y="1198050"/>
                  </a:lnTo>
                  <a:lnTo>
                    <a:pt x="735105" y="1198340"/>
                  </a:lnTo>
                  <a:lnTo>
                    <a:pt x="734821" y="1198437"/>
                  </a:lnTo>
                  <a:lnTo>
                    <a:pt x="734254" y="1198533"/>
                  </a:lnTo>
                  <a:lnTo>
                    <a:pt x="733876" y="1198630"/>
                  </a:lnTo>
                  <a:lnTo>
                    <a:pt x="733309" y="1198727"/>
                  </a:lnTo>
                  <a:lnTo>
                    <a:pt x="733025" y="1198727"/>
                  </a:lnTo>
                  <a:lnTo>
                    <a:pt x="732553" y="1198823"/>
                  </a:lnTo>
                  <a:lnTo>
                    <a:pt x="732175" y="1199017"/>
                  </a:lnTo>
                  <a:lnTo>
                    <a:pt x="731796" y="1199113"/>
                  </a:lnTo>
                  <a:lnTo>
                    <a:pt x="731324" y="1199017"/>
                  </a:lnTo>
                  <a:lnTo>
                    <a:pt x="730851" y="1198920"/>
                  </a:lnTo>
                  <a:lnTo>
                    <a:pt x="730379" y="1199017"/>
                  </a:lnTo>
                  <a:lnTo>
                    <a:pt x="730001" y="1199017"/>
                  </a:lnTo>
                  <a:lnTo>
                    <a:pt x="729528" y="1199210"/>
                  </a:lnTo>
                  <a:lnTo>
                    <a:pt x="729055" y="1199307"/>
                  </a:lnTo>
                  <a:lnTo>
                    <a:pt x="728677" y="1199403"/>
                  </a:lnTo>
                  <a:lnTo>
                    <a:pt x="728205" y="1199403"/>
                  </a:lnTo>
                  <a:lnTo>
                    <a:pt x="727827" y="1199307"/>
                  </a:lnTo>
                  <a:lnTo>
                    <a:pt x="727354" y="1199307"/>
                  </a:lnTo>
                  <a:lnTo>
                    <a:pt x="727070" y="1199307"/>
                  </a:lnTo>
                  <a:lnTo>
                    <a:pt x="726787" y="1199210"/>
                  </a:lnTo>
                  <a:lnTo>
                    <a:pt x="726598" y="1199307"/>
                  </a:lnTo>
                  <a:lnTo>
                    <a:pt x="726125" y="1199403"/>
                  </a:lnTo>
                  <a:lnTo>
                    <a:pt x="725842" y="1199500"/>
                  </a:lnTo>
                  <a:lnTo>
                    <a:pt x="724046" y="1199597"/>
                  </a:lnTo>
                  <a:lnTo>
                    <a:pt x="722344" y="1199790"/>
                  </a:lnTo>
                  <a:lnTo>
                    <a:pt x="722061" y="1199790"/>
                  </a:lnTo>
                  <a:lnTo>
                    <a:pt x="721588" y="1199790"/>
                  </a:lnTo>
                  <a:lnTo>
                    <a:pt x="721304" y="1199790"/>
                  </a:lnTo>
                  <a:lnTo>
                    <a:pt x="721021" y="1199693"/>
                  </a:lnTo>
                  <a:lnTo>
                    <a:pt x="720359" y="1199500"/>
                  </a:lnTo>
                  <a:lnTo>
                    <a:pt x="719981" y="1199403"/>
                  </a:lnTo>
                  <a:lnTo>
                    <a:pt x="719698" y="1199403"/>
                  </a:lnTo>
                  <a:lnTo>
                    <a:pt x="719319" y="1199500"/>
                  </a:lnTo>
                  <a:lnTo>
                    <a:pt x="718658" y="1199500"/>
                  </a:lnTo>
                  <a:lnTo>
                    <a:pt x="717334" y="1199500"/>
                  </a:lnTo>
                  <a:lnTo>
                    <a:pt x="715349" y="1199597"/>
                  </a:lnTo>
                  <a:lnTo>
                    <a:pt x="714688" y="1199500"/>
                  </a:lnTo>
                  <a:lnTo>
                    <a:pt x="714310" y="1199597"/>
                  </a:lnTo>
                  <a:lnTo>
                    <a:pt x="713837" y="1199693"/>
                  </a:lnTo>
                  <a:lnTo>
                    <a:pt x="713365" y="1199790"/>
                  </a:lnTo>
                  <a:lnTo>
                    <a:pt x="712608" y="1200080"/>
                  </a:lnTo>
                  <a:lnTo>
                    <a:pt x="712136" y="1200080"/>
                  </a:lnTo>
                  <a:lnTo>
                    <a:pt x="711758" y="1200176"/>
                  </a:lnTo>
                  <a:lnTo>
                    <a:pt x="710340" y="1200370"/>
                  </a:lnTo>
                  <a:lnTo>
                    <a:pt x="709962" y="1200466"/>
                  </a:lnTo>
                  <a:lnTo>
                    <a:pt x="709395" y="1200563"/>
                  </a:lnTo>
                  <a:lnTo>
                    <a:pt x="708638" y="1200853"/>
                  </a:lnTo>
                  <a:lnTo>
                    <a:pt x="708260" y="1200950"/>
                  </a:lnTo>
                  <a:lnTo>
                    <a:pt x="707126" y="1201143"/>
                  </a:lnTo>
                  <a:lnTo>
                    <a:pt x="706464" y="1201336"/>
                  </a:lnTo>
                  <a:lnTo>
                    <a:pt x="705141" y="1201433"/>
                  </a:lnTo>
                  <a:lnTo>
                    <a:pt x="704007" y="1201626"/>
                  </a:lnTo>
                  <a:lnTo>
                    <a:pt x="703440" y="1201723"/>
                  </a:lnTo>
                  <a:lnTo>
                    <a:pt x="702683" y="1201820"/>
                  </a:lnTo>
                  <a:lnTo>
                    <a:pt x="702400" y="1201820"/>
                  </a:lnTo>
                  <a:lnTo>
                    <a:pt x="701833" y="1201723"/>
                  </a:lnTo>
                  <a:lnTo>
                    <a:pt x="700887" y="1201530"/>
                  </a:lnTo>
                  <a:lnTo>
                    <a:pt x="700604" y="1201530"/>
                  </a:lnTo>
                  <a:lnTo>
                    <a:pt x="700415" y="1201530"/>
                  </a:lnTo>
                  <a:lnTo>
                    <a:pt x="700131" y="1201530"/>
                  </a:lnTo>
                  <a:lnTo>
                    <a:pt x="699848" y="1201626"/>
                  </a:lnTo>
                  <a:lnTo>
                    <a:pt x="699470" y="1201723"/>
                  </a:lnTo>
                  <a:lnTo>
                    <a:pt x="699186" y="1201820"/>
                  </a:lnTo>
                  <a:lnTo>
                    <a:pt x="698808" y="1202013"/>
                  </a:lnTo>
                  <a:lnTo>
                    <a:pt x="698524" y="1202206"/>
                  </a:lnTo>
                  <a:lnTo>
                    <a:pt x="698146" y="1202496"/>
                  </a:lnTo>
                  <a:lnTo>
                    <a:pt x="697012" y="1203173"/>
                  </a:lnTo>
                  <a:lnTo>
                    <a:pt x="696634" y="1203366"/>
                  </a:lnTo>
                  <a:lnTo>
                    <a:pt x="695878" y="1203946"/>
                  </a:lnTo>
                  <a:lnTo>
                    <a:pt x="695594" y="1204139"/>
                  </a:lnTo>
                  <a:lnTo>
                    <a:pt x="695311" y="1204236"/>
                  </a:lnTo>
                  <a:lnTo>
                    <a:pt x="694933" y="1204236"/>
                  </a:lnTo>
                  <a:lnTo>
                    <a:pt x="694460" y="1204236"/>
                  </a:lnTo>
                  <a:lnTo>
                    <a:pt x="693893" y="1204429"/>
                  </a:lnTo>
                  <a:lnTo>
                    <a:pt x="693515" y="1204429"/>
                  </a:lnTo>
                  <a:lnTo>
                    <a:pt x="692002" y="1204526"/>
                  </a:lnTo>
                  <a:lnTo>
                    <a:pt x="691719" y="1204429"/>
                  </a:lnTo>
                  <a:lnTo>
                    <a:pt x="691057" y="1204333"/>
                  </a:lnTo>
                  <a:lnTo>
                    <a:pt x="690679" y="1204333"/>
                  </a:lnTo>
                  <a:lnTo>
                    <a:pt x="690206" y="1204429"/>
                  </a:lnTo>
                  <a:lnTo>
                    <a:pt x="689828" y="1204526"/>
                  </a:lnTo>
                  <a:lnTo>
                    <a:pt x="689450" y="1204623"/>
                  </a:lnTo>
                  <a:lnTo>
                    <a:pt x="689167" y="1204719"/>
                  </a:lnTo>
                  <a:lnTo>
                    <a:pt x="688883" y="1204816"/>
                  </a:lnTo>
                  <a:lnTo>
                    <a:pt x="688316" y="1205106"/>
                  </a:lnTo>
                  <a:lnTo>
                    <a:pt x="687654" y="1205493"/>
                  </a:lnTo>
                  <a:lnTo>
                    <a:pt x="687182" y="1205686"/>
                  </a:lnTo>
                  <a:lnTo>
                    <a:pt x="686614" y="1206072"/>
                  </a:lnTo>
                  <a:lnTo>
                    <a:pt x="686142" y="1206362"/>
                  </a:lnTo>
                  <a:lnTo>
                    <a:pt x="685764" y="1206362"/>
                  </a:lnTo>
                  <a:lnTo>
                    <a:pt x="684630" y="1206942"/>
                  </a:lnTo>
                  <a:lnTo>
                    <a:pt x="683968" y="1207136"/>
                  </a:lnTo>
                  <a:lnTo>
                    <a:pt x="682739" y="1207426"/>
                  </a:lnTo>
                  <a:lnTo>
                    <a:pt x="682455" y="1207522"/>
                  </a:lnTo>
                  <a:lnTo>
                    <a:pt x="682172" y="1207522"/>
                  </a:lnTo>
                  <a:lnTo>
                    <a:pt x="680943" y="1207619"/>
                  </a:lnTo>
                  <a:lnTo>
                    <a:pt x="679620" y="1207716"/>
                  </a:lnTo>
                  <a:lnTo>
                    <a:pt x="679431" y="1207812"/>
                  </a:lnTo>
                  <a:lnTo>
                    <a:pt x="679242" y="1207812"/>
                  </a:lnTo>
                  <a:lnTo>
                    <a:pt x="679147" y="1208006"/>
                  </a:lnTo>
                  <a:lnTo>
                    <a:pt x="678675" y="1208296"/>
                  </a:lnTo>
                  <a:lnTo>
                    <a:pt x="678391" y="1208489"/>
                  </a:lnTo>
                  <a:lnTo>
                    <a:pt x="678107" y="1208585"/>
                  </a:lnTo>
                  <a:lnTo>
                    <a:pt x="677540" y="1208682"/>
                  </a:lnTo>
                  <a:lnTo>
                    <a:pt x="677257" y="1208779"/>
                  </a:lnTo>
                  <a:lnTo>
                    <a:pt x="676595" y="1208875"/>
                  </a:lnTo>
                  <a:lnTo>
                    <a:pt x="675839" y="1208972"/>
                  </a:lnTo>
                  <a:lnTo>
                    <a:pt x="675461" y="1209069"/>
                  </a:lnTo>
                  <a:lnTo>
                    <a:pt x="674988" y="1209165"/>
                  </a:lnTo>
                  <a:lnTo>
                    <a:pt x="674421" y="1209262"/>
                  </a:lnTo>
                  <a:lnTo>
                    <a:pt x="674137" y="1209455"/>
                  </a:lnTo>
                  <a:lnTo>
                    <a:pt x="673570" y="1209745"/>
                  </a:lnTo>
                  <a:lnTo>
                    <a:pt x="672436" y="1210229"/>
                  </a:lnTo>
                  <a:lnTo>
                    <a:pt x="672152" y="1210422"/>
                  </a:lnTo>
                  <a:lnTo>
                    <a:pt x="671963" y="1210615"/>
                  </a:lnTo>
                  <a:lnTo>
                    <a:pt x="671491" y="1211002"/>
                  </a:lnTo>
                  <a:lnTo>
                    <a:pt x="671302" y="1211195"/>
                  </a:lnTo>
                  <a:lnTo>
                    <a:pt x="671113" y="1211292"/>
                  </a:lnTo>
                  <a:lnTo>
                    <a:pt x="670829" y="1211388"/>
                  </a:lnTo>
                  <a:lnTo>
                    <a:pt x="670451" y="1211582"/>
                  </a:lnTo>
                  <a:lnTo>
                    <a:pt x="670167" y="1211582"/>
                  </a:lnTo>
                  <a:lnTo>
                    <a:pt x="669411" y="1211582"/>
                  </a:lnTo>
                  <a:lnTo>
                    <a:pt x="667804" y="1212162"/>
                  </a:lnTo>
                  <a:lnTo>
                    <a:pt x="666103" y="1212452"/>
                  </a:lnTo>
                  <a:lnTo>
                    <a:pt x="664213" y="1213032"/>
                  </a:lnTo>
                  <a:lnTo>
                    <a:pt x="663078" y="1213418"/>
                  </a:lnTo>
                  <a:lnTo>
                    <a:pt x="661188" y="1213805"/>
                  </a:lnTo>
                  <a:lnTo>
                    <a:pt x="659581" y="1214771"/>
                  </a:lnTo>
                  <a:lnTo>
                    <a:pt x="657029" y="1215835"/>
                  </a:lnTo>
                  <a:lnTo>
                    <a:pt x="655705" y="1216318"/>
                  </a:lnTo>
                  <a:lnTo>
                    <a:pt x="655044" y="1216705"/>
                  </a:lnTo>
                  <a:lnTo>
                    <a:pt x="653815" y="1217091"/>
                  </a:lnTo>
                  <a:lnTo>
                    <a:pt x="652114" y="1217768"/>
                  </a:lnTo>
                  <a:lnTo>
                    <a:pt x="651168" y="1217864"/>
                  </a:lnTo>
                  <a:lnTo>
                    <a:pt x="649751" y="1218058"/>
                  </a:lnTo>
                  <a:lnTo>
                    <a:pt x="648522" y="1218154"/>
                  </a:lnTo>
                  <a:lnTo>
                    <a:pt x="646631" y="1218348"/>
                  </a:lnTo>
                  <a:lnTo>
                    <a:pt x="644930" y="1218734"/>
                  </a:lnTo>
                  <a:lnTo>
                    <a:pt x="642189" y="1219411"/>
                  </a:lnTo>
                  <a:lnTo>
                    <a:pt x="641622" y="1219701"/>
                  </a:lnTo>
                  <a:lnTo>
                    <a:pt x="639069" y="1220474"/>
                  </a:lnTo>
                  <a:lnTo>
                    <a:pt x="636990" y="1221151"/>
                  </a:lnTo>
                  <a:lnTo>
                    <a:pt x="636045" y="1221924"/>
                  </a:lnTo>
                  <a:lnTo>
                    <a:pt x="635761" y="1222117"/>
                  </a:lnTo>
                  <a:lnTo>
                    <a:pt x="635383" y="1222600"/>
                  </a:lnTo>
                  <a:lnTo>
                    <a:pt x="635005" y="1222794"/>
                  </a:lnTo>
                  <a:lnTo>
                    <a:pt x="634627" y="1223084"/>
                  </a:lnTo>
                  <a:lnTo>
                    <a:pt x="634249" y="1223277"/>
                  </a:lnTo>
                  <a:lnTo>
                    <a:pt x="633493" y="1223470"/>
                  </a:lnTo>
                  <a:lnTo>
                    <a:pt x="632453" y="1223664"/>
                  </a:lnTo>
                  <a:lnTo>
                    <a:pt x="631508" y="1223857"/>
                  </a:lnTo>
                  <a:lnTo>
                    <a:pt x="631035" y="1224050"/>
                  </a:lnTo>
                  <a:lnTo>
                    <a:pt x="630562" y="1224244"/>
                  </a:lnTo>
                  <a:lnTo>
                    <a:pt x="630090" y="1224437"/>
                  </a:lnTo>
                  <a:lnTo>
                    <a:pt x="629334" y="1224727"/>
                  </a:lnTo>
                  <a:lnTo>
                    <a:pt x="628577" y="1225210"/>
                  </a:lnTo>
                  <a:lnTo>
                    <a:pt x="627727" y="1225500"/>
                  </a:lnTo>
                  <a:lnTo>
                    <a:pt x="627349" y="1225597"/>
                  </a:lnTo>
                  <a:lnTo>
                    <a:pt x="626687" y="1225500"/>
                  </a:lnTo>
                  <a:lnTo>
                    <a:pt x="626309" y="1225597"/>
                  </a:lnTo>
                  <a:lnTo>
                    <a:pt x="624796" y="1225790"/>
                  </a:lnTo>
                  <a:lnTo>
                    <a:pt x="624135" y="1225790"/>
                  </a:lnTo>
                  <a:lnTo>
                    <a:pt x="623190" y="1226080"/>
                  </a:lnTo>
                  <a:lnTo>
                    <a:pt x="621677" y="1226853"/>
                  </a:lnTo>
                  <a:lnTo>
                    <a:pt x="620354" y="1227337"/>
                  </a:lnTo>
                  <a:lnTo>
                    <a:pt x="619409" y="1227530"/>
                  </a:lnTo>
                  <a:lnTo>
                    <a:pt x="618369" y="1227723"/>
                  </a:lnTo>
                  <a:lnTo>
                    <a:pt x="616667" y="1227723"/>
                  </a:lnTo>
                  <a:lnTo>
                    <a:pt x="615533" y="1227917"/>
                  </a:lnTo>
                  <a:lnTo>
                    <a:pt x="613832" y="1228206"/>
                  </a:lnTo>
                  <a:lnTo>
                    <a:pt x="612130" y="1228303"/>
                  </a:lnTo>
                  <a:lnTo>
                    <a:pt x="609578" y="1228303"/>
                  </a:lnTo>
                  <a:lnTo>
                    <a:pt x="607877" y="1228303"/>
                  </a:lnTo>
                  <a:lnTo>
                    <a:pt x="606459" y="1228400"/>
                  </a:lnTo>
                  <a:lnTo>
                    <a:pt x="606081" y="1228400"/>
                  </a:lnTo>
                  <a:lnTo>
                    <a:pt x="605041" y="1228496"/>
                  </a:lnTo>
                  <a:lnTo>
                    <a:pt x="603056" y="1228400"/>
                  </a:lnTo>
                  <a:lnTo>
                    <a:pt x="602205" y="1228593"/>
                  </a:lnTo>
                  <a:lnTo>
                    <a:pt x="600788" y="1228690"/>
                  </a:lnTo>
                  <a:lnTo>
                    <a:pt x="599370" y="1228786"/>
                  </a:lnTo>
                  <a:lnTo>
                    <a:pt x="598708" y="1228786"/>
                  </a:lnTo>
                  <a:lnTo>
                    <a:pt x="597668" y="1228980"/>
                  </a:lnTo>
                  <a:lnTo>
                    <a:pt x="597007" y="1229173"/>
                  </a:lnTo>
                  <a:lnTo>
                    <a:pt x="595967" y="1229656"/>
                  </a:lnTo>
                  <a:lnTo>
                    <a:pt x="593037" y="1230043"/>
                  </a:lnTo>
                  <a:lnTo>
                    <a:pt x="591335" y="1230140"/>
                  </a:lnTo>
                  <a:lnTo>
                    <a:pt x="590296" y="1230430"/>
                  </a:lnTo>
                  <a:lnTo>
                    <a:pt x="589728" y="1230526"/>
                  </a:lnTo>
                  <a:lnTo>
                    <a:pt x="588594" y="1230526"/>
                  </a:lnTo>
                  <a:lnTo>
                    <a:pt x="587932" y="1230430"/>
                  </a:lnTo>
                  <a:lnTo>
                    <a:pt x="587271" y="1230623"/>
                  </a:lnTo>
                  <a:lnTo>
                    <a:pt x="586515" y="1231203"/>
                  </a:lnTo>
                  <a:lnTo>
                    <a:pt x="585475" y="1231493"/>
                  </a:lnTo>
                  <a:lnTo>
                    <a:pt x="584530" y="1231493"/>
                  </a:lnTo>
                  <a:lnTo>
                    <a:pt x="583963" y="1231106"/>
                  </a:lnTo>
                  <a:lnTo>
                    <a:pt x="583584" y="1230913"/>
                  </a:lnTo>
                  <a:lnTo>
                    <a:pt x="582734" y="1230526"/>
                  </a:lnTo>
                  <a:lnTo>
                    <a:pt x="581694" y="1230236"/>
                  </a:lnTo>
                  <a:lnTo>
                    <a:pt x="580560" y="1229946"/>
                  </a:lnTo>
                  <a:lnTo>
                    <a:pt x="579993" y="1230043"/>
                  </a:lnTo>
                  <a:lnTo>
                    <a:pt x="579331" y="1230236"/>
                  </a:lnTo>
                  <a:lnTo>
                    <a:pt x="578764" y="1230430"/>
                  </a:lnTo>
                  <a:lnTo>
                    <a:pt x="577819" y="1230623"/>
                  </a:lnTo>
                  <a:lnTo>
                    <a:pt x="577251" y="1230720"/>
                  </a:lnTo>
                  <a:lnTo>
                    <a:pt x="576495" y="1230913"/>
                  </a:lnTo>
                  <a:lnTo>
                    <a:pt x="575077" y="1230913"/>
                  </a:lnTo>
                  <a:lnTo>
                    <a:pt x="574416" y="1231203"/>
                  </a:lnTo>
                  <a:lnTo>
                    <a:pt x="573849" y="1231299"/>
                  </a:lnTo>
                  <a:lnTo>
                    <a:pt x="572998" y="1231589"/>
                  </a:lnTo>
                  <a:lnTo>
                    <a:pt x="571864" y="1231493"/>
                  </a:lnTo>
                  <a:lnTo>
                    <a:pt x="571107" y="1231396"/>
                  </a:lnTo>
                  <a:lnTo>
                    <a:pt x="570540" y="1231203"/>
                  </a:lnTo>
                  <a:lnTo>
                    <a:pt x="569973" y="1231396"/>
                  </a:lnTo>
                  <a:lnTo>
                    <a:pt x="569122" y="1231879"/>
                  </a:lnTo>
                  <a:lnTo>
                    <a:pt x="568083" y="1232556"/>
                  </a:lnTo>
                  <a:lnTo>
                    <a:pt x="567516" y="1232846"/>
                  </a:lnTo>
                  <a:lnTo>
                    <a:pt x="566948" y="1233329"/>
                  </a:lnTo>
                  <a:lnTo>
                    <a:pt x="566287" y="1233329"/>
                  </a:lnTo>
                  <a:lnTo>
                    <a:pt x="565720" y="1233039"/>
                  </a:lnTo>
                  <a:lnTo>
                    <a:pt x="565058" y="1232943"/>
                  </a:lnTo>
                  <a:lnTo>
                    <a:pt x="564491" y="1232749"/>
                  </a:lnTo>
                  <a:lnTo>
                    <a:pt x="563735" y="1232749"/>
                  </a:lnTo>
                  <a:lnTo>
                    <a:pt x="563357" y="1232653"/>
                  </a:lnTo>
                  <a:lnTo>
                    <a:pt x="562789" y="1233136"/>
                  </a:lnTo>
                  <a:lnTo>
                    <a:pt x="562128" y="1233136"/>
                  </a:lnTo>
                  <a:lnTo>
                    <a:pt x="561277" y="1233233"/>
                  </a:lnTo>
                  <a:lnTo>
                    <a:pt x="560521" y="1233523"/>
                  </a:lnTo>
                  <a:lnTo>
                    <a:pt x="559765" y="1233716"/>
                  </a:lnTo>
                  <a:lnTo>
                    <a:pt x="559008" y="1234006"/>
                  </a:lnTo>
                  <a:lnTo>
                    <a:pt x="558536" y="1234006"/>
                  </a:lnTo>
                  <a:lnTo>
                    <a:pt x="557780" y="1234586"/>
                  </a:lnTo>
                  <a:lnTo>
                    <a:pt x="557118" y="1235069"/>
                  </a:lnTo>
                  <a:lnTo>
                    <a:pt x="556740" y="1235842"/>
                  </a:lnTo>
                  <a:lnTo>
                    <a:pt x="556456" y="1236132"/>
                  </a:lnTo>
                  <a:lnTo>
                    <a:pt x="556078" y="1235939"/>
                  </a:lnTo>
                  <a:lnTo>
                    <a:pt x="555417" y="1235746"/>
                  </a:lnTo>
                  <a:lnTo>
                    <a:pt x="554849" y="1235842"/>
                  </a:lnTo>
                  <a:lnTo>
                    <a:pt x="554188" y="1235746"/>
                  </a:lnTo>
                  <a:lnTo>
                    <a:pt x="553526" y="1235552"/>
                  </a:lnTo>
                  <a:lnTo>
                    <a:pt x="552770" y="1235552"/>
                  </a:lnTo>
                  <a:lnTo>
                    <a:pt x="552014" y="1235649"/>
                  </a:lnTo>
                  <a:lnTo>
                    <a:pt x="551069" y="1235939"/>
                  </a:lnTo>
                  <a:lnTo>
                    <a:pt x="550218" y="1236132"/>
                  </a:lnTo>
                  <a:lnTo>
                    <a:pt x="549556" y="1236422"/>
                  </a:lnTo>
                  <a:lnTo>
                    <a:pt x="548989" y="1236712"/>
                  </a:lnTo>
                  <a:lnTo>
                    <a:pt x="548044" y="1236905"/>
                  </a:lnTo>
                  <a:lnTo>
                    <a:pt x="547382" y="1237292"/>
                  </a:lnTo>
                  <a:lnTo>
                    <a:pt x="547004" y="1237679"/>
                  </a:lnTo>
                  <a:lnTo>
                    <a:pt x="546626" y="1238065"/>
                  </a:lnTo>
                  <a:lnTo>
                    <a:pt x="546153" y="1238549"/>
                  </a:lnTo>
                  <a:lnTo>
                    <a:pt x="545492" y="1239032"/>
                  </a:lnTo>
                  <a:lnTo>
                    <a:pt x="544735" y="1239418"/>
                  </a:lnTo>
                  <a:lnTo>
                    <a:pt x="543318" y="1239998"/>
                  </a:lnTo>
                  <a:lnTo>
                    <a:pt x="541805" y="1240578"/>
                  </a:lnTo>
                  <a:lnTo>
                    <a:pt x="540576" y="1240675"/>
                  </a:lnTo>
                  <a:lnTo>
                    <a:pt x="539159" y="1240772"/>
                  </a:lnTo>
                  <a:lnTo>
                    <a:pt x="537363" y="1240965"/>
                  </a:lnTo>
                  <a:lnTo>
                    <a:pt x="535661" y="1237195"/>
                  </a:lnTo>
                  <a:lnTo>
                    <a:pt x="530841" y="1232846"/>
                  </a:lnTo>
                  <a:lnTo>
                    <a:pt x="262395" y="816262"/>
                  </a:lnTo>
                  <a:lnTo>
                    <a:pt x="73633" y="528520"/>
                  </a:lnTo>
                  <a:lnTo>
                    <a:pt x="10870" y="427902"/>
                  </a:lnTo>
                  <a:lnTo>
                    <a:pt x="0" y="404415"/>
                  </a:lnTo>
                  <a:lnTo>
                    <a:pt x="169668" y="296838"/>
                  </a:lnTo>
                  <a:lnTo>
                    <a:pt x="351814" y="194867"/>
                  </a:lnTo>
                  <a:lnTo>
                    <a:pt x="383196" y="201246"/>
                  </a:lnTo>
                  <a:lnTo>
                    <a:pt x="416373" y="206175"/>
                  </a:lnTo>
                  <a:lnTo>
                    <a:pt x="427716" y="207239"/>
                  </a:lnTo>
                  <a:lnTo>
                    <a:pt x="445014" y="212845"/>
                  </a:lnTo>
                  <a:lnTo>
                    <a:pt x="463351" y="213618"/>
                  </a:lnTo>
                  <a:lnTo>
                    <a:pt x="503051" y="218547"/>
                  </a:lnTo>
                  <a:lnTo>
                    <a:pt x="525169" y="226666"/>
                  </a:lnTo>
                  <a:lnTo>
                    <a:pt x="540387" y="240778"/>
                  </a:lnTo>
                  <a:lnTo>
                    <a:pt x="555511" y="260882"/>
                  </a:lnTo>
                  <a:lnTo>
                    <a:pt x="575928" y="276830"/>
                  </a:lnTo>
                  <a:lnTo>
                    <a:pt x="592848" y="283886"/>
                  </a:lnTo>
                  <a:lnTo>
                    <a:pt x="609389" y="289879"/>
                  </a:lnTo>
                  <a:lnTo>
                    <a:pt x="626687" y="283113"/>
                  </a:lnTo>
                  <a:lnTo>
                    <a:pt x="643607" y="269001"/>
                  </a:lnTo>
                  <a:lnTo>
                    <a:pt x="659864" y="265135"/>
                  </a:lnTo>
                  <a:lnTo>
                    <a:pt x="678486" y="265135"/>
                  </a:lnTo>
                  <a:lnTo>
                    <a:pt x="692002" y="257403"/>
                  </a:lnTo>
                  <a:lnTo>
                    <a:pt x="703345" y="245031"/>
                  </a:lnTo>
                  <a:lnTo>
                    <a:pt x="718185" y="236912"/>
                  </a:lnTo>
                  <a:lnTo>
                    <a:pt x="730946" y="233142"/>
                  </a:lnTo>
                  <a:lnTo>
                    <a:pt x="749283" y="222414"/>
                  </a:lnTo>
                  <a:lnTo>
                    <a:pt x="773103" y="208302"/>
                  </a:lnTo>
                  <a:lnTo>
                    <a:pt x="792480" y="198733"/>
                  </a:lnTo>
                  <a:lnTo>
                    <a:pt x="811763" y="182108"/>
                  </a:lnTo>
                  <a:lnTo>
                    <a:pt x="825941" y="170510"/>
                  </a:lnTo>
                  <a:lnTo>
                    <a:pt x="851841" y="151469"/>
                  </a:lnTo>
                  <a:lnTo>
                    <a:pt x="871218" y="136584"/>
                  </a:lnTo>
                  <a:lnTo>
                    <a:pt x="888232" y="122955"/>
                  </a:lnTo>
                  <a:lnTo>
                    <a:pt x="895038" y="117543"/>
                  </a:lnTo>
                  <a:lnTo>
                    <a:pt x="914415" y="100918"/>
                  </a:lnTo>
                  <a:lnTo>
                    <a:pt x="934076" y="93476"/>
                  </a:lnTo>
                  <a:lnTo>
                    <a:pt x="951657" y="88256"/>
                  </a:lnTo>
                  <a:lnTo>
                    <a:pt x="969238" y="82940"/>
                  </a:lnTo>
                  <a:lnTo>
                    <a:pt x="986158" y="71922"/>
                  </a:lnTo>
                  <a:lnTo>
                    <a:pt x="1004495" y="55394"/>
                  </a:lnTo>
                  <a:lnTo>
                    <a:pt x="1033041" y="46308"/>
                  </a:lnTo>
                  <a:lnTo>
                    <a:pt x="1056010" y="40992"/>
                  </a:lnTo>
                  <a:lnTo>
                    <a:pt x="1057995" y="40509"/>
                  </a:lnTo>
                  <a:lnTo>
                    <a:pt x="1071039" y="38092"/>
                  </a:lnTo>
                  <a:lnTo>
                    <a:pt x="1080681" y="36256"/>
                  </a:lnTo>
                  <a:lnTo>
                    <a:pt x="1135504" y="30167"/>
                  </a:lnTo>
                  <a:lnTo>
                    <a:pt x="1165562" y="24077"/>
                  </a:lnTo>
                  <a:lnTo>
                    <a:pt x="1199780" y="11899"/>
                  </a:lnTo>
                  <a:lnTo>
                    <a:pt x="1213202" y="9676"/>
                  </a:lnTo>
                  <a:lnTo>
                    <a:pt x="1215943" y="9192"/>
                  </a:lnTo>
                  <a:lnTo>
                    <a:pt x="1243166" y="493"/>
                  </a:lnTo>
                  <a:lnTo>
                    <a:pt x="12474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665244" y="2147572"/>
              <a:ext cx="733384" cy="862646"/>
            </a:xfrm>
            <a:custGeom>
              <a:avLst/>
              <a:pathLst>
                <a:path w="733384" h="862646">
                  <a:moveTo>
                    <a:pt x="139024" y="5992"/>
                  </a:moveTo>
                  <a:lnTo>
                    <a:pt x="142427" y="8602"/>
                  </a:lnTo>
                  <a:lnTo>
                    <a:pt x="145073" y="11405"/>
                  </a:lnTo>
                  <a:lnTo>
                    <a:pt x="146397" y="12758"/>
                  </a:lnTo>
                  <a:lnTo>
                    <a:pt x="146302" y="12951"/>
                  </a:lnTo>
                  <a:lnTo>
                    <a:pt x="146869" y="13531"/>
                  </a:lnTo>
                  <a:lnTo>
                    <a:pt x="147815" y="14981"/>
                  </a:lnTo>
                  <a:lnTo>
                    <a:pt x="148004" y="16044"/>
                  </a:lnTo>
                  <a:lnTo>
                    <a:pt x="148571" y="17204"/>
                  </a:lnTo>
                  <a:lnTo>
                    <a:pt x="148665" y="17397"/>
                  </a:lnTo>
                  <a:lnTo>
                    <a:pt x="149421" y="18557"/>
                  </a:lnTo>
                  <a:lnTo>
                    <a:pt x="150367" y="19717"/>
                  </a:lnTo>
                  <a:lnTo>
                    <a:pt x="151312" y="20780"/>
                  </a:lnTo>
                  <a:lnTo>
                    <a:pt x="155849" y="26483"/>
                  </a:lnTo>
                  <a:lnTo>
                    <a:pt x="156322" y="27063"/>
                  </a:lnTo>
                  <a:lnTo>
                    <a:pt x="156983" y="27836"/>
                  </a:lnTo>
                  <a:lnTo>
                    <a:pt x="157645" y="28513"/>
                  </a:lnTo>
                  <a:lnTo>
                    <a:pt x="159724" y="31316"/>
                  </a:lnTo>
                  <a:lnTo>
                    <a:pt x="163978" y="36728"/>
                  </a:lnTo>
                  <a:lnTo>
                    <a:pt x="164545" y="37598"/>
                  </a:lnTo>
                  <a:lnTo>
                    <a:pt x="174754" y="52580"/>
                  </a:lnTo>
                  <a:lnTo>
                    <a:pt x="177778" y="56929"/>
                  </a:lnTo>
                  <a:lnTo>
                    <a:pt x="172958" y="65822"/>
                  </a:lnTo>
                  <a:lnTo>
                    <a:pt x="163127" y="83510"/>
                  </a:lnTo>
                  <a:lnTo>
                    <a:pt x="164262" y="84186"/>
                  </a:lnTo>
                  <a:lnTo>
                    <a:pt x="180614" y="93272"/>
                  </a:lnTo>
                  <a:lnTo>
                    <a:pt x="188459" y="97428"/>
                  </a:lnTo>
                  <a:lnTo>
                    <a:pt x="191012" y="92982"/>
                  </a:lnTo>
                  <a:lnTo>
                    <a:pt x="193564" y="88536"/>
                  </a:lnTo>
                  <a:lnTo>
                    <a:pt x="197345" y="90275"/>
                  </a:lnTo>
                  <a:lnTo>
                    <a:pt x="198101" y="89309"/>
                  </a:lnTo>
                  <a:lnTo>
                    <a:pt x="199613" y="86506"/>
                  </a:lnTo>
                  <a:lnTo>
                    <a:pt x="208215" y="90855"/>
                  </a:lnTo>
                  <a:lnTo>
                    <a:pt x="209538" y="83703"/>
                  </a:lnTo>
                  <a:lnTo>
                    <a:pt x="210956" y="77807"/>
                  </a:lnTo>
                  <a:lnTo>
                    <a:pt x="212468" y="75197"/>
                  </a:lnTo>
                  <a:lnTo>
                    <a:pt x="213319" y="73844"/>
                  </a:lnTo>
                  <a:lnTo>
                    <a:pt x="214548" y="71911"/>
                  </a:lnTo>
                  <a:lnTo>
                    <a:pt x="216438" y="69108"/>
                  </a:lnTo>
                  <a:lnTo>
                    <a:pt x="219747" y="65822"/>
                  </a:lnTo>
                  <a:lnTo>
                    <a:pt x="220786" y="64758"/>
                  </a:lnTo>
                  <a:lnTo>
                    <a:pt x="222393" y="65822"/>
                  </a:lnTo>
                  <a:lnTo>
                    <a:pt x="234965" y="73264"/>
                  </a:lnTo>
                  <a:lnTo>
                    <a:pt x="248009" y="98008"/>
                  </a:lnTo>
                  <a:lnTo>
                    <a:pt x="252357" y="100907"/>
                  </a:lnTo>
                  <a:lnTo>
                    <a:pt x="254058" y="101874"/>
                  </a:lnTo>
                  <a:lnTo>
                    <a:pt x="255004" y="102357"/>
                  </a:lnTo>
                  <a:lnTo>
                    <a:pt x="251223" y="110476"/>
                  </a:lnTo>
                  <a:lnTo>
                    <a:pt x="253208" y="111636"/>
                  </a:lnTo>
                  <a:lnTo>
                    <a:pt x="255949" y="113086"/>
                  </a:lnTo>
                  <a:lnTo>
                    <a:pt x="256611" y="113569"/>
                  </a:lnTo>
                  <a:lnTo>
                    <a:pt x="256232" y="114632"/>
                  </a:lnTo>
                  <a:lnTo>
                    <a:pt x="256516" y="115502"/>
                  </a:lnTo>
                  <a:lnTo>
                    <a:pt x="257745" y="117919"/>
                  </a:lnTo>
                  <a:lnTo>
                    <a:pt x="303777" y="189154"/>
                  </a:lnTo>
                  <a:lnTo>
                    <a:pt x="301698" y="190313"/>
                  </a:lnTo>
                  <a:lnTo>
                    <a:pt x="304250" y="195629"/>
                  </a:lnTo>
                  <a:lnTo>
                    <a:pt x="307369" y="193890"/>
                  </a:lnTo>
                  <a:lnTo>
                    <a:pt x="310489" y="191473"/>
                  </a:lnTo>
                  <a:lnTo>
                    <a:pt x="312285" y="189637"/>
                  </a:lnTo>
                  <a:lnTo>
                    <a:pt x="313324" y="188284"/>
                  </a:lnTo>
                  <a:lnTo>
                    <a:pt x="316349" y="191183"/>
                  </a:lnTo>
                  <a:lnTo>
                    <a:pt x="318050" y="190120"/>
                  </a:lnTo>
                  <a:lnTo>
                    <a:pt x="319941" y="191860"/>
                  </a:lnTo>
                  <a:lnTo>
                    <a:pt x="319846" y="192633"/>
                  </a:lnTo>
                  <a:lnTo>
                    <a:pt x="320508" y="193406"/>
                  </a:lnTo>
                  <a:lnTo>
                    <a:pt x="320508" y="193986"/>
                  </a:lnTo>
                  <a:lnTo>
                    <a:pt x="319657" y="194470"/>
                  </a:lnTo>
                  <a:lnTo>
                    <a:pt x="318334" y="195146"/>
                  </a:lnTo>
                  <a:lnTo>
                    <a:pt x="317389" y="195823"/>
                  </a:lnTo>
                  <a:lnTo>
                    <a:pt x="316916" y="196886"/>
                  </a:lnTo>
                  <a:lnTo>
                    <a:pt x="316727" y="197949"/>
                  </a:lnTo>
                  <a:lnTo>
                    <a:pt x="316727" y="199206"/>
                  </a:lnTo>
                  <a:lnTo>
                    <a:pt x="317011" y="200269"/>
                  </a:lnTo>
                  <a:lnTo>
                    <a:pt x="316916" y="201139"/>
                  </a:lnTo>
                  <a:lnTo>
                    <a:pt x="317672" y="201429"/>
                  </a:lnTo>
                  <a:lnTo>
                    <a:pt x="318334" y="201719"/>
                  </a:lnTo>
                  <a:lnTo>
                    <a:pt x="318996" y="202395"/>
                  </a:lnTo>
                  <a:lnTo>
                    <a:pt x="319846" y="203458"/>
                  </a:lnTo>
                  <a:lnTo>
                    <a:pt x="320319" y="204522"/>
                  </a:lnTo>
                  <a:lnTo>
                    <a:pt x="322209" y="204135"/>
                  </a:lnTo>
                  <a:lnTo>
                    <a:pt x="322777" y="204522"/>
                  </a:lnTo>
                  <a:lnTo>
                    <a:pt x="324383" y="204908"/>
                  </a:lnTo>
                  <a:lnTo>
                    <a:pt x="325329" y="205682"/>
                  </a:lnTo>
                  <a:lnTo>
                    <a:pt x="326274" y="207615"/>
                  </a:lnTo>
                  <a:lnTo>
                    <a:pt x="326368" y="208195"/>
                  </a:lnTo>
                  <a:lnTo>
                    <a:pt x="327125" y="209451"/>
                  </a:lnTo>
                  <a:lnTo>
                    <a:pt x="328543" y="211964"/>
                  </a:lnTo>
                  <a:lnTo>
                    <a:pt x="330149" y="214477"/>
                  </a:lnTo>
                  <a:lnTo>
                    <a:pt x="330622" y="214670"/>
                  </a:lnTo>
                  <a:lnTo>
                    <a:pt x="338940" y="215540"/>
                  </a:lnTo>
                  <a:lnTo>
                    <a:pt x="339791" y="215347"/>
                  </a:lnTo>
                  <a:lnTo>
                    <a:pt x="345179" y="214381"/>
                  </a:lnTo>
                  <a:lnTo>
                    <a:pt x="350661" y="211867"/>
                  </a:lnTo>
                  <a:lnTo>
                    <a:pt x="355293" y="209934"/>
                  </a:lnTo>
                  <a:lnTo>
                    <a:pt x="361720" y="209064"/>
                  </a:lnTo>
                  <a:lnTo>
                    <a:pt x="370227" y="209258"/>
                  </a:lnTo>
                  <a:lnTo>
                    <a:pt x="378640" y="207808"/>
                  </a:lnTo>
                  <a:lnTo>
                    <a:pt x="389037" y="203169"/>
                  </a:lnTo>
                  <a:lnTo>
                    <a:pt x="396032" y="197852"/>
                  </a:lnTo>
                  <a:lnTo>
                    <a:pt x="404066" y="192246"/>
                  </a:lnTo>
                  <a:lnTo>
                    <a:pt x="409360" y="186737"/>
                  </a:lnTo>
                  <a:lnTo>
                    <a:pt x="412573" y="183451"/>
                  </a:lnTo>
                  <a:lnTo>
                    <a:pt x="418717" y="176492"/>
                  </a:lnTo>
                  <a:lnTo>
                    <a:pt x="433747" y="167406"/>
                  </a:lnTo>
                  <a:lnTo>
                    <a:pt x="443104" y="164506"/>
                  </a:lnTo>
                  <a:lnTo>
                    <a:pt x="457944" y="161703"/>
                  </a:lnTo>
                  <a:lnTo>
                    <a:pt x="467586" y="158031"/>
                  </a:lnTo>
                  <a:lnTo>
                    <a:pt x="479968" y="151458"/>
                  </a:lnTo>
                  <a:lnTo>
                    <a:pt x="484694" y="149332"/>
                  </a:lnTo>
                  <a:lnTo>
                    <a:pt x="494241" y="150878"/>
                  </a:lnTo>
                  <a:lnTo>
                    <a:pt x="505111" y="154454"/>
                  </a:lnTo>
                  <a:lnTo>
                    <a:pt x="516454" y="155421"/>
                  </a:lnTo>
                  <a:lnTo>
                    <a:pt x="534130" y="156001"/>
                  </a:lnTo>
                  <a:lnTo>
                    <a:pt x="552467" y="155614"/>
                  </a:lnTo>
                  <a:lnTo>
                    <a:pt x="563243" y="155518"/>
                  </a:lnTo>
                  <a:lnTo>
                    <a:pt x="574775" y="151555"/>
                  </a:lnTo>
                  <a:lnTo>
                    <a:pt x="591411" y="138216"/>
                  </a:lnTo>
                  <a:lnTo>
                    <a:pt x="601619" y="128744"/>
                  </a:lnTo>
                  <a:lnTo>
                    <a:pt x="606629" y="125071"/>
                  </a:lnTo>
                  <a:lnTo>
                    <a:pt x="616460" y="117049"/>
                  </a:lnTo>
                  <a:lnTo>
                    <a:pt x="622320" y="116179"/>
                  </a:lnTo>
                  <a:lnTo>
                    <a:pt x="635459" y="115599"/>
                  </a:lnTo>
                  <a:lnTo>
                    <a:pt x="640752" y="114826"/>
                  </a:lnTo>
                  <a:lnTo>
                    <a:pt x="647841" y="113763"/>
                  </a:lnTo>
                  <a:lnTo>
                    <a:pt x="656443" y="113376"/>
                  </a:lnTo>
                  <a:lnTo>
                    <a:pt x="663910" y="116372"/>
                  </a:lnTo>
                  <a:lnTo>
                    <a:pt x="664761" y="116759"/>
                  </a:lnTo>
                  <a:lnTo>
                    <a:pt x="674686" y="121302"/>
                  </a:lnTo>
                  <a:lnTo>
                    <a:pt x="686690" y="124878"/>
                  </a:lnTo>
                  <a:lnTo>
                    <a:pt x="693496" y="124975"/>
                  </a:lnTo>
                  <a:lnTo>
                    <a:pt x="709092" y="119369"/>
                  </a:lnTo>
                  <a:lnTo>
                    <a:pt x="715047" y="111926"/>
                  </a:lnTo>
                  <a:lnTo>
                    <a:pt x="733384" y="90565"/>
                  </a:lnTo>
                  <a:lnTo>
                    <a:pt x="727240" y="112313"/>
                  </a:lnTo>
                  <a:lnTo>
                    <a:pt x="727524" y="130484"/>
                  </a:lnTo>
                  <a:lnTo>
                    <a:pt x="722231" y="155711"/>
                  </a:lnTo>
                  <a:lnTo>
                    <a:pt x="721664" y="157257"/>
                  </a:lnTo>
                  <a:lnTo>
                    <a:pt x="714574" y="174655"/>
                  </a:lnTo>
                  <a:lnTo>
                    <a:pt x="708903" y="188670"/>
                  </a:lnTo>
                  <a:lnTo>
                    <a:pt x="708336" y="199979"/>
                  </a:lnTo>
                  <a:lnTo>
                    <a:pt x="712684" y="229652"/>
                  </a:lnTo>
                  <a:lnTo>
                    <a:pt x="712211" y="244537"/>
                  </a:lnTo>
                  <a:lnTo>
                    <a:pt x="712117" y="248693"/>
                  </a:lnTo>
                  <a:lnTo>
                    <a:pt x="719868" y="257585"/>
                  </a:lnTo>
                  <a:lnTo>
                    <a:pt x="725161" y="263578"/>
                  </a:lnTo>
                  <a:lnTo>
                    <a:pt x="725728" y="265221"/>
                  </a:lnTo>
                  <a:lnTo>
                    <a:pt x="729225" y="275756"/>
                  </a:lnTo>
                  <a:lnTo>
                    <a:pt x="723743" y="280493"/>
                  </a:lnTo>
                  <a:lnTo>
                    <a:pt x="710037" y="282232"/>
                  </a:lnTo>
                  <a:lnTo>
                    <a:pt x="688013" y="281073"/>
                  </a:lnTo>
                  <a:lnTo>
                    <a:pt x="660413" y="285519"/>
                  </a:lnTo>
                  <a:lnTo>
                    <a:pt x="648503" y="296827"/>
                  </a:lnTo>
                  <a:lnTo>
                    <a:pt x="635931" y="308716"/>
                  </a:lnTo>
                  <a:lnTo>
                    <a:pt x="626479" y="321474"/>
                  </a:lnTo>
                  <a:lnTo>
                    <a:pt x="623643" y="345928"/>
                  </a:lnTo>
                  <a:lnTo>
                    <a:pt x="619390" y="354820"/>
                  </a:lnTo>
                  <a:lnTo>
                    <a:pt x="612017" y="358687"/>
                  </a:lnTo>
                  <a:lnTo>
                    <a:pt x="591316" y="366226"/>
                  </a:lnTo>
                  <a:lnTo>
                    <a:pt x="588764" y="382270"/>
                  </a:lnTo>
                  <a:lnTo>
                    <a:pt x="586118" y="384783"/>
                  </a:lnTo>
                  <a:lnTo>
                    <a:pt x="580163" y="388263"/>
                  </a:lnTo>
                  <a:lnTo>
                    <a:pt x="577327" y="388843"/>
                  </a:lnTo>
                  <a:lnTo>
                    <a:pt x="571845" y="390099"/>
                  </a:lnTo>
                  <a:lnTo>
                    <a:pt x="569765" y="392226"/>
                  </a:lnTo>
                  <a:lnTo>
                    <a:pt x="568631" y="396479"/>
                  </a:lnTo>
                  <a:lnTo>
                    <a:pt x="568725" y="404791"/>
                  </a:lnTo>
                  <a:lnTo>
                    <a:pt x="567119" y="408464"/>
                  </a:lnTo>
                  <a:lnTo>
                    <a:pt x="556248" y="419579"/>
                  </a:lnTo>
                  <a:lnTo>
                    <a:pt x="547647" y="425765"/>
                  </a:lnTo>
                  <a:lnTo>
                    <a:pt x="539896" y="428278"/>
                  </a:lnTo>
                  <a:lnTo>
                    <a:pt x="526096" y="434271"/>
                  </a:lnTo>
                  <a:lnTo>
                    <a:pt x="518723" y="441713"/>
                  </a:lnTo>
                  <a:lnTo>
                    <a:pt x="514942" y="442776"/>
                  </a:lnTo>
                  <a:lnTo>
                    <a:pt x="510688" y="446063"/>
                  </a:lnTo>
                  <a:lnTo>
                    <a:pt x="504544" y="452539"/>
                  </a:lnTo>
                  <a:lnTo>
                    <a:pt x="498495" y="457275"/>
                  </a:lnTo>
                  <a:lnTo>
                    <a:pt x="489704" y="461431"/>
                  </a:lnTo>
                  <a:lnTo>
                    <a:pt x="486112" y="462881"/>
                  </a:lnTo>
                  <a:lnTo>
                    <a:pt x="479401" y="465684"/>
                  </a:lnTo>
                  <a:lnTo>
                    <a:pt x="474675" y="471773"/>
                  </a:lnTo>
                  <a:lnTo>
                    <a:pt x="457283" y="478442"/>
                  </a:lnTo>
                  <a:lnTo>
                    <a:pt x="457566" y="485208"/>
                  </a:lnTo>
                  <a:lnTo>
                    <a:pt x="470705" y="505989"/>
                  </a:lnTo>
                  <a:lnTo>
                    <a:pt x="474297" y="516041"/>
                  </a:lnTo>
                  <a:lnTo>
                    <a:pt x="473635" y="521067"/>
                  </a:lnTo>
                  <a:lnTo>
                    <a:pt x="465601" y="526576"/>
                  </a:lnTo>
                  <a:lnTo>
                    <a:pt x="458701" y="541945"/>
                  </a:lnTo>
                  <a:lnTo>
                    <a:pt x="456338" y="558956"/>
                  </a:lnTo>
                  <a:lnTo>
                    <a:pt x="456621" y="571038"/>
                  </a:lnTo>
                  <a:lnTo>
                    <a:pt x="450099" y="582733"/>
                  </a:lnTo>
                  <a:lnTo>
                    <a:pt x="450288" y="599841"/>
                  </a:lnTo>
                  <a:lnTo>
                    <a:pt x="439796" y="615886"/>
                  </a:lnTo>
                  <a:lnTo>
                    <a:pt x="429209" y="625938"/>
                  </a:lnTo>
                  <a:lnTo>
                    <a:pt x="425334" y="629611"/>
                  </a:lnTo>
                  <a:lnTo>
                    <a:pt x="410494" y="641209"/>
                  </a:lnTo>
                  <a:lnTo>
                    <a:pt x="392440" y="654838"/>
                  </a:lnTo>
                  <a:lnTo>
                    <a:pt x="380247" y="668273"/>
                  </a:lnTo>
                  <a:lnTo>
                    <a:pt x="372685" y="678035"/>
                  </a:lnTo>
                  <a:lnTo>
                    <a:pt x="363138" y="687217"/>
                  </a:lnTo>
                  <a:lnTo>
                    <a:pt x="352173" y="704615"/>
                  </a:lnTo>
                  <a:lnTo>
                    <a:pt x="341020" y="706548"/>
                  </a:lnTo>
                  <a:lnTo>
                    <a:pt x="332418" y="718340"/>
                  </a:lnTo>
                  <a:lnTo>
                    <a:pt x="327692" y="718727"/>
                  </a:lnTo>
                  <a:lnTo>
                    <a:pt x="317767" y="718437"/>
                  </a:lnTo>
                  <a:lnTo>
                    <a:pt x="305195" y="717857"/>
                  </a:lnTo>
                  <a:lnTo>
                    <a:pt x="298673" y="719017"/>
                  </a:lnTo>
                  <a:lnTo>
                    <a:pt x="294136" y="723173"/>
                  </a:lnTo>
                  <a:lnTo>
                    <a:pt x="291395" y="724623"/>
                  </a:lnTo>
                  <a:lnTo>
                    <a:pt x="288559" y="727039"/>
                  </a:lnTo>
                  <a:lnTo>
                    <a:pt x="279863" y="732548"/>
                  </a:lnTo>
                  <a:lnTo>
                    <a:pt x="273814" y="736608"/>
                  </a:lnTo>
                  <a:lnTo>
                    <a:pt x="267386" y="738058"/>
                  </a:lnTo>
                  <a:lnTo>
                    <a:pt x="263700" y="739411"/>
                  </a:lnTo>
                  <a:lnTo>
                    <a:pt x="261337" y="741151"/>
                  </a:lnTo>
                  <a:lnTo>
                    <a:pt x="250467" y="742891"/>
                  </a:lnTo>
                  <a:lnTo>
                    <a:pt x="245362" y="744340"/>
                  </a:lnTo>
                  <a:lnTo>
                    <a:pt x="240164" y="746757"/>
                  </a:lnTo>
                  <a:lnTo>
                    <a:pt x="235910" y="750430"/>
                  </a:lnTo>
                  <a:lnTo>
                    <a:pt x="225985" y="748883"/>
                  </a:lnTo>
                  <a:lnTo>
                    <a:pt x="218896" y="748400"/>
                  </a:lnTo>
                  <a:lnTo>
                    <a:pt x="214453" y="748883"/>
                  </a:lnTo>
                  <a:lnTo>
                    <a:pt x="207931" y="750913"/>
                  </a:lnTo>
                  <a:lnTo>
                    <a:pt x="204812" y="750720"/>
                  </a:lnTo>
                  <a:lnTo>
                    <a:pt x="199424" y="751783"/>
                  </a:lnTo>
                  <a:lnTo>
                    <a:pt x="191390" y="752846"/>
                  </a:lnTo>
                  <a:lnTo>
                    <a:pt x="184206" y="753716"/>
                  </a:lnTo>
                  <a:lnTo>
                    <a:pt x="182410" y="754682"/>
                  </a:lnTo>
                  <a:lnTo>
                    <a:pt x="171540" y="759902"/>
                  </a:lnTo>
                  <a:lnTo>
                    <a:pt x="167570" y="766571"/>
                  </a:lnTo>
                  <a:lnTo>
                    <a:pt x="164829" y="770824"/>
                  </a:lnTo>
                  <a:lnTo>
                    <a:pt x="159157" y="775753"/>
                  </a:lnTo>
                  <a:lnTo>
                    <a:pt x="151217" y="781166"/>
                  </a:lnTo>
                  <a:lnTo>
                    <a:pt x="143656" y="785226"/>
                  </a:lnTo>
                  <a:lnTo>
                    <a:pt x="139780" y="786385"/>
                  </a:lnTo>
                  <a:lnTo>
                    <a:pt x="136850" y="788415"/>
                  </a:lnTo>
                  <a:lnTo>
                    <a:pt x="134581" y="789285"/>
                  </a:lnTo>
                  <a:lnTo>
                    <a:pt x="129761" y="790542"/>
                  </a:lnTo>
                  <a:lnTo>
                    <a:pt x="128154" y="792088"/>
                  </a:lnTo>
                  <a:lnTo>
                    <a:pt x="127209" y="799144"/>
                  </a:lnTo>
                  <a:lnTo>
                    <a:pt x="125791" y="804363"/>
                  </a:lnTo>
                  <a:lnTo>
                    <a:pt x="123806" y="807070"/>
                  </a:lnTo>
                  <a:lnTo>
                    <a:pt x="121726" y="808519"/>
                  </a:lnTo>
                  <a:lnTo>
                    <a:pt x="120592" y="810936"/>
                  </a:lnTo>
                  <a:lnTo>
                    <a:pt x="118418" y="814802"/>
                  </a:lnTo>
                  <a:lnTo>
                    <a:pt x="115677" y="817992"/>
                  </a:lnTo>
                  <a:lnTo>
                    <a:pt x="113786" y="819828"/>
                  </a:lnTo>
                  <a:lnTo>
                    <a:pt x="113408" y="820215"/>
                  </a:lnTo>
                  <a:lnTo>
                    <a:pt x="113125" y="820505"/>
                  </a:lnTo>
                  <a:lnTo>
                    <a:pt x="108871" y="823114"/>
                  </a:lnTo>
                  <a:lnTo>
                    <a:pt x="107737" y="823598"/>
                  </a:lnTo>
                  <a:lnTo>
                    <a:pt x="107075" y="823888"/>
                  </a:lnTo>
                  <a:lnTo>
                    <a:pt x="106603" y="824178"/>
                  </a:lnTo>
                  <a:lnTo>
                    <a:pt x="104712" y="825144"/>
                  </a:lnTo>
                  <a:lnTo>
                    <a:pt x="102633" y="826207"/>
                  </a:lnTo>
                  <a:lnTo>
                    <a:pt x="101120" y="826594"/>
                  </a:lnTo>
                  <a:lnTo>
                    <a:pt x="100648" y="826787"/>
                  </a:lnTo>
                  <a:lnTo>
                    <a:pt x="99041" y="827464"/>
                  </a:lnTo>
                  <a:lnTo>
                    <a:pt x="98474" y="827754"/>
                  </a:lnTo>
                  <a:lnTo>
                    <a:pt x="96489" y="829010"/>
                  </a:lnTo>
                  <a:lnTo>
                    <a:pt x="95921" y="830460"/>
                  </a:lnTo>
                  <a:lnTo>
                    <a:pt x="95071" y="831137"/>
                  </a:lnTo>
                  <a:lnTo>
                    <a:pt x="94031" y="831813"/>
                  </a:lnTo>
                  <a:lnTo>
                    <a:pt x="92235" y="833553"/>
                  </a:lnTo>
                  <a:lnTo>
                    <a:pt x="90534" y="834906"/>
                  </a:lnTo>
                  <a:lnTo>
                    <a:pt x="89588" y="835679"/>
                  </a:lnTo>
                  <a:lnTo>
                    <a:pt x="89210" y="836066"/>
                  </a:lnTo>
                  <a:lnTo>
                    <a:pt x="89021" y="836453"/>
                  </a:lnTo>
                  <a:lnTo>
                    <a:pt x="88454" y="837226"/>
                  </a:lnTo>
                  <a:lnTo>
                    <a:pt x="88171" y="837709"/>
                  </a:lnTo>
                  <a:lnTo>
                    <a:pt x="88076" y="838482"/>
                  </a:lnTo>
                  <a:lnTo>
                    <a:pt x="88076" y="838772"/>
                  </a:lnTo>
                  <a:lnTo>
                    <a:pt x="88171" y="839159"/>
                  </a:lnTo>
                  <a:lnTo>
                    <a:pt x="88171" y="839642"/>
                  </a:lnTo>
                  <a:lnTo>
                    <a:pt x="88171" y="839836"/>
                  </a:lnTo>
                  <a:lnTo>
                    <a:pt x="87981" y="840222"/>
                  </a:lnTo>
                  <a:lnTo>
                    <a:pt x="87225" y="840126"/>
                  </a:lnTo>
                  <a:lnTo>
                    <a:pt x="86186" y="842832"/>
                  </a:lnTo>
                  <a:lnTo>
                    <a:pt x="85807" y="843219"/>
                  </a:lnTo>
                  <a:lnTo>
                    <a:pt x="85524" y="843412"/>
                  </a:lnTo>
                  <a:lnTo>
                    <a:pt x="82121" y="843509"/>
                  </a:lnTo>
                  <a:lnTo>
                    <a:pt x="81081" y="843025"/>
                  </a:lnTo>
                  <a:lnTo>
                    <a:pt x="80703" y="843025"/>
                  </a:lnTo>
                  <a:lnTo>
                    <a:pt x="80420" y="842929"/>
                  </a:lnTo>
                  <a:lnTo>
                    <a:pt x="80231" y="842929"/>
                  </a:lnTo>
                  <a:lnTo>
                    <a:pt x="80420" y="842639"/>
                  </a:lnTo>
                  <a:lnTo>
                    <a:pt x="80325" y="842445"/>
                  </a:lnTo>
                  <a:lnTo>
                    <a:pt x="80231" y="842155"/>
                  </a:lnTo>
                  <a:lnTo>
                    <a:pt x="80042" y="841962"/>
                  </a:lnTo>
                  <a:lnTo>
                    <a:pt x="79758" y="841672"/>
                  </a:lnTo>
                  <a:lnTo>
                    <a:pt x="79191" y="842155"/>
                  </a:lnTo>
                  <a:lnTo>
                    <a:pt x="79002" y="842349"/>
                  </a:lnTo>
                  <a:lnTo>
                    <a:pt x="77773" y="843509"/>
                  </a:lnTo>
                  <a:lnTo>
                    <a:pt x="77206" y="843992"/>
                  </a:lnTo>
                  <a:lnTo>
                    <a:pt x="77111" y="844475"/>
                  </a:lnTo>
                  <a:lnTo>
                    <a:pt x="75504" y="849115"/>
                  </a:lnTo>
                  <a:lnTo>
                    <a:pt x="74370" y="852497"/>
                  </a:lnTo>
                  <a:lnTo>
                    <a:pt x="73519" y="855107"/>
                  </a:lnTo>
                  <a:lnTo>
                    <a:pt x="73141" y="856074"/>
                  </a:lnTo>
                  <a:lnTo>
                    <a:pt x="73047" y="856654"/>
                  </a:lnTo>
                  <a:lnTo>
                    <a:pt x="73141" y="857330"/>
                  </a:lnTo>
                  <a:lnTo>
                    <a:pt x="73519" y="858683"/>
                  </a:lnTo>
                  <a:lnTo>
                    <a:pt x="73047" y="858683"/>
                  </a:lnTo>
                  <a:lnTo>
                    <a:pt x="70873" y="859263"/>
                  </a:lnTo>
                  <a:lnTo>
                    <a:pt x="70117" y="859457"/>
                  </a:lnTo>
                  <a:lnTo>
                    <a:pt x="67565" y="860133"/>
                  </a:lnTo>
                  <a:lnTo>
                    <a:pt x="58679" y="862646"/>
                  </a:lnTo>
                  <a:lnTo>
                    <a:pt x="58490" y="862646"/>
                  </a:lnTo>
                  <a:lnTo>
                    <a:pt x="58207" y="862550"/>
                  </a:lnTo>
                  <a:lnTo>
                    <a:pt x="55655" y="861776"/>
                  </a:lnTo>
                  <a:lnTo>
                    <a:pt x="51874" y="860520"/>
                  </a:lnTo>
                  <a:lnTo>
                    <a:pt x="50928" y="860230"/>
                  </a:lnTo>
                  <a:lnTo>
                    <a:pt x="50739" y="860133"/>
                  </a:lnTo>
                  <a:lnTo>
                    <a:pt x="50456" y="858683"/>
                  </a:lnTo>
                  <a:lnTo>
                    <a:pt x="50456" y="858490"/>
                  </a:lnTo>
                  <a:lnTo>
                    <a:pt x="50172" y="856847"/>
                  </a:lnTo>
                  <a:lnTo>
                    <a:pt x="49416" y="852981"/>
                  </a:lnTo>
                  <a:lnTo>
                    <a:pt x="48944" y="851048"/>
                  </a:lnTo>
                  <a:lnTo>
                    <a:pt x="47053" y="841575"/>
                  </a:lnTo>
                  <a:lnTo>
                    <a:pt x="46486" y="839159"/>
                  </a:lnTo>
                  <a:lnTo>
                    <a:pt x="44879" y="831910"/>
                  </a:lnTo>
                  <a:lnTo>
                    <a:pt x="44028" y="828237"/>
                  </a:lnTo>
                  <a:lnTo>
                    <a:pt x="43839" y="827270"/>
                  </a:lnTo>
                  <a:lnTo>
                    <a:pt x="42989" y="823308"/>
                  </a:lnTo>
                  <a:lnTo>
                    <a:pt x="39869" y="809196"/>
                  </a:lnTo>
                  <a:lnTo>
                    <a:pt x="35521" y="789188"/>
                  </a:lnTo>
                  <a:lnTo>
                    <a:pt x="28905" y="760675"/>
                  </a:lnTo>
                  <a:lnTo>
                    <a:pt x="25596" y="746467"/>
                  </a:lnTo>
                  <a:lnTo>
                    <a:pt x="25596" y="746177"/>
                  </a:lnTo>
                  <a:lnTo>
                    <a:pt x="25502" y="745887"/>
                  </a:lnTo>
                  <a:lnTo>
                    <a:pt x="25218" y="744920"/>
                  </a:lnTo>
                  <a:lnTo>
                    <a:pt x="19830" y="718147"/>
                  </a:lnTo>
                  <a:lnTo>
                    <a:pt x="19452" y="715537"/>
                  </a:lnTo>
                  <a:lnTo>
                    <a:pt x="19358" y="714861"/>
                  </a:lnTo>
                  <a:lnTo>
                    <a:pt x="19452" y="711768"/>
                  </a:lnTo>
                  <a:lnTo>
                    <a:pt x="17562" y="702682"/>
                  </a:lnTo>
                  <a:lnTo>
                    <a:pt x="9527" y="662957"/>
                  </a:lnTo>
                  <a:lnTo>
                    <a:pt x="9433" y="660154"/>
                  </a:lnTo>
                  <a:lnTo>
                    <a:pt x="9338" y="658897"/>
                  </a:lnTo>
                  <a:lnTo>
                    <a:pt x="9338" y="658221"/>
                  </a:lnTo>
                  <a:lnTo>
                    <a:pt x="9338" y="657834"/>
                  </a:lnTo>
                  <a:lnTo>
                    <a:pt x="9244" y="656964"/>
                  </a:lnTo>
                  <a:lnTo>
                    <a:pt x="5085" y="635410"/>
                  </a:lnTo>
                  <a:lnTo>
                    <a:pt x="3289" y="624971"/>
                  </a:lnTo>
                  <a:lnTo>
                    <a:pt x="0" y="625487"/>
                  </a:lnTo>
                  <a:lnTo>
                    <a:pt x="0" y="156760"/>
                  </a:lnTo>
                  <a:lnTo>
                    <a:pt x="2155" y="152811"/>
                  </a:lnTo>
                  <a:lnTo>
                    <a:pt x="3383" y="150395"/>
                  </a:lnTo>
                  <a:lnTo>
                    <a:pt x="4801" y="146239"/>
                  </a:lnTo>
                  <a:lnTo>
                    <a:pt x="6786" y="142566"/>
                  </a:lnTo>
                  <a:lnTo>
                    <a:pt x="7731" y="139279"/>
                  </a:lnTo>
                  <a:lnTo>
                    <a:pt x="9527" y="135607"/>
                  </a:lnTo>
                  <a:lnTo>
                    <a:pt x="11796" y="131450"/>
                  </a:lnTo>
                  <a:lnTo>
                    <a:pt x="15104" y="126811"/>
                  </a:lnTo>
                  <a:lnTo>
                    <a:pt x="17845" y="124781"/>
                  </a:lnTo>
                  <a:lnTo>
                    <a:pt x="21721" y="122462"/>
                  </a:lnTo>
                  <a:lnTo>
                    <a:pt x="24557" y="120915"/>
                  </a:lnTo>
                  <a:lnTo>
                    <a:pt x="27203" y="117145"/>
                  </a:lnTo>
                  <a:lnTo>
                    <a:pt x="30417" y="113183"/>
                  </a:lnTo>
                  <a:lnTo>
                    <a:pt x="32213" y="110186"/>
                  </a:lnTo>
                  <a:lnTo>
                    <a:pt x="33064" y="109413"/>
                  </a:lnTo>
                  <a:lnTo>
                    <a:pt x="34292" y="108447"/>
                  </a:lnTo>
                  <a:lnTo>
                    <a:pt x="37884" y="104677"/>
                  </a:lnTo>
                  <a:lnTo>
                    <a:pt x="41287" y="100617"/>
                  </a:lnTo>
                  <a:lnTo>
                    <a:pt x="44406" y="96751"/>
                  </a:lnTo>
                  <a:lnTo>
                    <a:pt x="47431" y="91918"/>
                  </a:lnTo>
                  <a:lnTo>
                    <a:pt x="50834" y="86506"/>
                  </a:lnTo>
                  <a:lnTo>
                    <a:pt x="54709" y="83896"/>
                  </a:lnTo>
                  <a:lnTo>
                    <a:pt x="57640" y="80127"/>
                  </a:lnTo>
                  <a:lnTo>
                    <a:pt x="61799" y="75294"/>
                  </a:lnTo>
                  <a:lnTo>
                    <a:pt x="68132" y="69784"/>
                  </a:lnTo>
                  <a:lnTo>
                    <a:pt x="73519" y="64565"/>
                  </a:lnTo>
                  <a:lnTo>
                    <a:pt x="76733" y="61086"/>
                  </a:lnTo>
                  <a:lnTo>
                    <a:pt x="81554" y="54900"/>
                  </a:lnTo>
                  <a:lnTo>
                    <a:pt x="85335" y="50067"/>
                  </a:lnTo>
                  <a:lnTo>
                    <a:pt x="89966" y="45814"/>
                  </a:lnTo>
                  <a:lnTo>
                    <a:pt x="92708" y="44364"/>
                  </a:lnTo>
                  <a:lnTo>
                    <a:pt x="96678" y="41561"/>
                  </a:lnTo>
                  <a:lnTo>
                    <a:pt x="97528" y="39918"/>
                  </a:lnTo>
                  <a:lnTo>
                    <a:pt x="97812" y="39145"/>
                  </a:lnTo>
                  <a:lnTo>
                    <a:pt x="98474" y="37985"/>
                  </a:lnTo>
                  <a:lnTo>
                    <a:pt x="99513" y="35762"/>
                  </a:lnTo>
                  <a:lnTo>
                    <a:pt x="100459" y="33346"/>
                  </a:lnTo>
                  <a:lnTo>
                    <a:pt x="100931" y="31412"/>
                  </a:lnTo>
                  <a:lnTo>
                    <a:pt x="102065" y="28996"/>
                  </a:lnTo>
                  <a:lnTo>
                    <a:pt x="103578" y="26676"/>
                  </a:lnTo>
                  <a:lnTo>
                    <a:pt x="105468" y="23970"/>
                  </a:lnTo>
                  <a:lnTo>
                    <a:pt x="105752" y="23487"/>
                  </a:lnTo>
                  <a:lnTo>
                    <a:pt x="108493" y="19910"/>
                  </a:lnTo>
                  <a:lnTo>
                    <a:pt x="108588" y="19717"/>
                  </a:lnTo>
                  <a:lnTo>
                    <a:pt x="113030" y="13531"/>
                  </a:lnTo>
                  <a:lnTo>
                    <a:pt x="118134" y="8119"/>
                  </a:lnTo>
                  <a:lnTo>
                    <a:pt x="122955" y="1256"/>
                  </a:lnTo>
                  <a:lnTo>
                    <a:pt x="126169" y="0"/>
                  </a:lnTo>
                  <a:lnTo>
                    <a:pt x="134203" y="4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168277" y="3436275"/>
              <a:ext cx="731324" cy="404888"/>
            </a:xfrm>
            <a:custGeom>
              <a:avLst/>
              <a:pathLst>
                <a:path w="731324" h="404888">
                  <a:moveTo>
                    <a:pt x="632264" y="1063"/>
                  </a:moveTo>
                  <a:lnTo>
                    <a:pt x="642283" y="1546"/>
                  </a:lnTo>
                  <a:lnTo>
                    <a:pt x="647577" y="1933"/>
                  </a:lnTo>
                  <a:lnTo>
                    <a:pt x="653815" y="3382"/>
                  </a:lnTo>
                  <a:lnTo>
                    <a:pt x="657880" y="3962"/>
                  </a:lnTo>
                  <a:lnTo>
                    <a:pt x="662417" y="4252"/>
                  </a:lnTo>
                  <a:lnTo>
                    <a:pt x="670546" y="3962"/>
                  </a:lnTo>
                  <a:lnTo>
                    <a:pt x="671018" y="3962"/>
                  </a:lnTo>
                  <a:lnTo>
                    <a:pt x="673570" y="3479"/>
                  </a:lnTo>
                  <a:lnTo>
                    <a:pt x="677729" y="3382"/>
                  </a:lnTo>
                  <a:lnTo>
                    <a:pt x="680660" y="3189"/>
                  </a:lnTo>
                  <a:lnTo>
                    <a:pt x="685575" y="3479"/>
                  </a:lnTo>
                  <a:lnTo>
                    <a:pt x="686236" y="3479"/>
                  </a:lnTo>
                  <a:lnTo>
                    <a:pt x="687843" y="3866"/>
                  </a:lnTo>
                  <a:lnTo>
                    <a:pt x="688032" y="3866"/>
                  </a:lnTo>
                  <a:lnTo>
                    <a:pt x="692758" y="3866"/>
                  </a:lnTo>
                  <a:lnTo>
                    <a:pt x="700226" y="6185"/>
                  </a:lnTo>
                  <a:lnTo>
                    <a:pt x="706937" y="8022"/>
                  </a:lnTo>
                  <a:lnTo>
                    <a:pt x="708827" y="8312"/>
                  </a:lnTo>
                  <a:lnTo>
                    <a:pt x="712230" y="8892"/>
                  </a:lnTo>
                  <a:lnTo>
                    <a:pt x="713554" y="8892"/>
                  </a:lnTo>
                  <a:lnTo>
                    <a:pt x="727732" y="11308"/>
                  </a:lnTo>
                  <a:lnTo>
                    <a:pt x="731324" y="11985"/>
                  </a:lnTo>
                  <a:lnTo>
                    <a:pt x="727543" y="12758"/>
                  </a:lnTo>
                  <a:lnTo>
                    <a:pt x="724991" y="14208"/>
                  </a:lnTo>
                  <a:lnTo>
                    <a:pt x="724424" y="14401"/>
                  </a:lnTo>
                  <a:lnTo>
                    <a:pt x="723762" y="14981"/>
                  </a:lnTo>
                  <a:lnTo>
                    <a:pt x="722250" y="15851"/>
                  </a:lnTo>
                  <a:lnTo>
                    <a:pt x="721115" y="16141"/>
                  </a:lnTo>
                  <a:lnTo>
                    <a:pt x="719887" y="16141"/>
                  </a:lnTo>
                  <a:lnTo>
                    <a:pt x="717996" y="16141"/>
                  </a:lnTo>
                  <a:lnTo>
                    <a:pt x="717240" y="16044"/>
                  </a:lnTo>
                  <a:lnTo>
                    <a:pt x="716767" y="15754"/>
                  </a:lnTo>
                  <a:lnTo>
                    <a:pt x="716295" y="15464"/>
                  </a:lnTo>
                  <a:lnTo>
                    <a:pt x="715728" y="15174"/>
                  </a:lnTo>
                  <a:lnTo>
                    <a:pt x="714971" y="15078"/>
                  </a:lnTo>
                  <a:lnTo>
                    <a:pt x="713932" y="15078"/>
                  </a:lnTo>
                  <a:lnTo>
                    <a:pt x="711001" y="14981"/>
                  </a:lnTo>
                  <a:lnTo>
                    <a:pt x="709962" y="15078"/>
                  </a:lnTo>
                  <a:lnTo>
                    <a:pt x="709395" y="15174"/>
                  </a:lnTo>
                  <a:lnTo>
                    <a:pt x="708827" y="15174"/>
                  </a:lnTo>
                  <a:lnTo>
                    <a:pt x="707788" y="15078"/>
                  </a:lnTo>
                  <a:lnTo>
                    <a:pt x="707031" y="14981"/>
                  </a:lnTo>
                  <a:lnTo>
                    <a:pt x="705236" y="14981"/>
                  </a:lnTo>
                  <a:lnTo>
                    <a:pt x="703723" y="15078"/>
                  </a:lnTo>
                  <a:lnTo>
                    <a:pt x="702305" y="14884"/>
                  </a:lnTo>
                  <a:lnTo>
                    <a:pt x="701360" y="14594"/>
                  </a:lnTo>
                  <a:lnTo>
                    <a:pt x="699564" y="14304"/>
                  </a:lnTo>
                  <a:lnTo>
                    <a:pt x="698430" y="14014"/>
                  </a:lnTo>
                  <a:lnTo>
                    <a:pt x="697107" y="14014"/>
                  </a:lnTo>
                  <a:lnTo>
                    <a:pt x="695405" y="14304"/>
                  </a:lnTo>
                  <a:lnTo>
                    <a:pt x="693987" y="14594"/>
                  </a:lnTo>
                  <a:lnTo>
                    <a:pt x="690963" y="14111"/>
                  </a:lnTo>
                  <a:lnTo>
                    <a:pt x="688505" y="14401"/>
                  </a:lnTo>
                  <a:lnTo>
                    <a:pt x="687276" y="15271"/>
                  </a:lnTo>
                  <a:lnTo>
                    <a:pt x="686804" y="15561"/>
                  </a:lnTo>
                  <a:lnTo>
                    <a:pt x="685480" y="16141"/>
                  </a:lnTo>
                  <a:lnTo>
                    <a:pt x="684630" y="16141"/>
                  </a:lnTo>
                  <a:lnTo>
                    <a:pt x="683590" y="16044"/>
                  </a:lnTo>
                  <a:lnTo>
                    <a:pt x="682834" y="15561"/>
                  </a:lnTo>
                  <a:lnTo>
                    <a:pt x="681794" y="14981"/>
                  </a:lnTo>
                  <a:lnTo>
                    <a:pt x="680943" y="14594"/>
                  </a:lnTo>
                  <a:lnTo>
                    <a:pt x="680754" y="14594"/>
                  </a:lnTo>
                  <a:lnTo>
                    <a:pt x="680187" y="14691"/>
                  </a:lnTo>
                  <a:lnTo>
                    <a:pt x="678391" y="15368"/>
                  </a:lnTo>
                  <a:lnTo>
                    <a:pt x="677257" y="15948"/>
                  </a:lnTo>
                  <a:lnTo>
                    <a:pt x="675555" y="16238"/>
                  </a:lnTo>
                  <a:lnTo>
                    <a:pt x="674705" y="16238"/>
                  </a:lnTo>
                  <a:lnTo>
                    <a:pt x="674137" y="16141"/>
                  </a:lnTo>
                  <a:lnTo>
                    <a:pt x="673098" y="15851"/>
                  </a:lnTo>
                  <a:lnTo>
                    <a:pt x="671113" y="15078"/>
                  </a:lnTo>
                  <a:lnTo>
                    <a:pt x="670073" y="14884"/>
                  </a:lnTo>
                  <a:lnTo>
                    <a:pt x="664213" y="15174"/>
                  </a:lnTo>
                  <a:lnTo>
                    <a:pt x="662700" y="15464"/>
                  </a:lnTo>
                  <a:lnTo>
                    <a:pt x="661755" y="15948"/>
                  </a:lnTo>
                  <a:lnTo>
                    <a:pt x="661188" y="16334"/>
                  </a:lnTo>
                  <a:lnTo>
                    <a:pt x="660054" y="16817"/>
                  </a:lnTo>
                  <a:lnTo>
                    <a:pt x="658825" y="17301"/>
                  </a:lnTo>
                  <a:lnTo>
                    <a:pt x="657596" y="17397"/>
                  </a:lnTo>
                  <a:lnTo>
                    <a:pt x="656840" y="17397"/>
                  </a:lnTo>
                  <a:lnTo>
                    <a:pt x="655044" y="17107"/>
                  </a:lnTo>
                  <a:lnTo>
                    <a:pt x="653626" y="16721"/>
                  </a:lnTo>
                  <a:lnTo>
                    <a:pt x="651830" y="16817"/>
                  </a:lnTo>
                  <a:lnTo>
                    <a:pt x="649940" y="17204"/>
                  </a:lnTo>
                  <a:lnTo>
                    <a:pt x="648994" y="17301"/>
                  </a:lnTo>
                  <a:lnTo>
                    <a:pt x="648427" y="17301"/>
                  </a:lnTo>
                  <a:lnTo>
                    <a:pt x="646631" y="17881"/>
                  </a:lnTo>
                  <a:lnTo>
                    <a:pt x="644930" y="18654"/>
                  </a:lnTo>
                  <a:lnTo>
                    <a:pt x="639542" y="20200"/>
                  </a:lnTo>
                  <a:lnTo>
                    <a:pt x="637179" y="20297"/>
                  </a:lnTo>
                  <a:lnTo>
                    <a:pt x="635572" y="20297"/>
                  </a:lnTo>
                  <a:lnTo>
                    <a:pt x="634249" y="20490"/>
                  </a:lnTo>
                  <a:lnTo>
                    <a:pt x="633020" y="20587"/>
                  </a:lnTo>
                  <a:lnTo>
                    <a:pt x="632453" y="20780"/>
                  </a:lnTo>
                  <a:lnTo>
                    <a:pt x="631602" y="20877"/>
                  </a:lnTo>
                  <a:lnTo>
                    <a:pt x="630562" y="21070"/>
                  </a:lnTo>
                  <a:lnTo>
                    <a:pt x="628955" y="21457"/>
                  </a:lnTo>
                  <a:lnTo>
                    <a:pt x="628294" y="21554"/>
                  </a:lnTo>
                  <a:lnTo>
                    <a:pt x="628010" y="21650"/>
                  </a:lnTo>
                  <a:lnTo>
                    <a:pt x="627538" y="21844"/>
                  </a:lnTo>
                  <a:lnTo>
                    <a:pt x="626970" y="22037"/>
                  </a:lnTo>
                  <a:lnTo>
                    <a:pt x="626025" y="22230"/>
                  </a:lnTo>
                  <a:lnTo>
                    <a:pt x="625364" y="22230"/>
                  </a:lnTo>
                  <a:lnTo>
                    <a:pt x="624513" y="22617"/>
                  </a:lnTo>
                  <a:lnTo>
                    <a:pt x="623568" y="23100"/>
                  </a:lnTo>
                  <a:lnTo>
                    <a:pt x="623190" y="23293"/>
                  </a:lnTo>
                  <a:lnTo>
                    <a:pt x="622717" y="23680"/>
                  </a:lnTo>
                  <a:lnTo>
                    <a:pt x="621299" y="24840"/>
                  </a:lnTo>
                  <a:lnTo>
                    <a:pt x="620921" y="25033"/>
                  </a:lnTo>
                  <a:lnTo>
                    <a:pt x="620070" y="25420"/>
                  </a:lnTo>
                  <a:lnTo>
                    <a:pt x="619409" y="25710"/>
                  </a:lnTo>
                  <a:lnTo>
                    <a:pt x="618463" y="26290"/>
                  </a:lnTo>
                  <a:lnTo>
                    <a:pt x="616289" y="28029"/>
                  </a:lnTo>
                  <a:lnTo>
                    <a:pt x="614399" y="28609"/>
                  </a:lnTo>
                  <a:lnTo>
                    <a:pt x="610996" y="28319"/>
                  </a:lnTo>
                  <a:lnTo>
                    <a:pt x="608539" y="28319"/>
                  </a:lnTo>
                  <a:lnTo>
                    <a:pt x="605703" y="29093"/>
                  </a:lnTo>
                  <a:lnTo>
                    <a:pt x="603529" y="30736"/>
                  </a:lnTo>
                  <a:lnTo>
                    <a:pt x="601260" y="31026"/>
                  </a:lnTo>
                  <a:lnTo>
                    <a:pt x="599559" y="31606"/>
                  </a:lnTo>
                  <a:lnTo>
                    <a:pt x="597763" y="31702"/>
                  </a:lnTo>
                  <a:lnTo>
                    <a:pt x="596251" y="31799"/>
                  </a:lnTo>
                  <a:lnTo>
                    <a:pt x="595589" y="31122"/>
                  </a:lnTo>
                  <a:lnTo>
                    <a:pt x="594076" y="30349"/>
                  </a:lnTo>
                  <a:lnTo>
                    <a:pt x="591902" y="31316"/>
                  </a:lnTo>
                  <a:lnTo>
                    <a:pt x="589917" y="32379"/>
                  </a:lnTo>
                  <a:lnTo>
                    <a:pt x="587649" y="31992"/>
                  </a:lnTo>
                  <a:lnTo>
                    <a:pt x="586326" y="31122"/>
                  </a:lnTo>
                  <a:lnTo>
                    <a:pt x="585191" y="30543"/>
                  </a:lnTo>
                  <a:lnTo>
                    <a:pt x="582356" y="30639"/>
                  </a:lnTo>
                  <a:lnTo>
                    <a:pt x="578858" y="31606"/>
                  </a:lnTo>
                  <a:lnTo>
                    <a:pt x="577346" y="31992"/>
                  </a:lnTo>
                  <a:lnTo>
                    <a:pt x="573849" y="32572"/>
                  </a:lnTo>
                  <a:lnTo>
                    <a:pt x="573187" y="34312"/>
                  </a:lnTo>
                  <a:lnTo>
                    <a:pt x="572147" y="34699"/>
                  </a:lnTo>
                  <a:lnTo>
                    <a:pt x="571485" y="34795"/>
                  </a:lnTo>
                  <a:lnTo>
                    <a:pt x="570446" y="34795"/>
                  </a:lnTo>
                  <a:lnTo>
                    <a:pt x="569690" y="34795"/>
                  </a:lnTo>
                  <a:lnTo>
                    <a:pt x="569122" y="34699"/>
                  </a:lnTo>
                  <a:lnTo>
                    <a:pt x="567705" y="34989"/>
                  </a:lnTo>
                  <a:lnTo>
                    <a:pt x="566854" y="35279"/>
                  </a:lnTo>
                  <a:lnTo>
                    <a:pt x="566192" y="35569"/>
                  </a:lnTo>
                  <a:lnTo>
                    <a:pt x="565436" y="35859"/>
                  </a:lnTo>
                  <a:lnTo>
                    <a:pt x="564963" y="36535"/>
                  </a:lnTo>
                  <a:lnTo>
                    <a:pt x="564113" y="37212"/>
                  </a:lnTo>
                  <a:lnTo>
                    <a:pt x="563357" y="37888"/>
                  </a:lnTo>
                  <a:lnTo>
                    <a:pt x="562222" y="38855"/>
                  </a:lnTo>
                  <a:lnTo>
                    <a:pt x="562600" y="40305"/>
                  </a:lnTo>
                  <a:lnTo>
                    <a:pt x="563073" y="41175"/>
                  </a:lnTo>
                  <a:lnTo>
                    <a:pt x="563167" y="41851"/>
                  </a:lnTo>
                  <a:lnTo>
                    <a:pt x="563073" y="42528"/>
                  </a:lnTo>
                  <a:lnTo>
                    <a:pt x="562789" y="43591"/>
                  </a:lnTo>
                  <a:lnTo>
                    <a:pt x="561844" y="44268"/>
                  </a:lnTo>
                  <a:lnTo>
                    <a:pt x="560993" y="44944"/>
                  </a:lnTo>
                  <a:lnTo>
                    <a:pt x="560143" y="46877"/>
                  </a:lnTo>
                  <a:lnTo>
                    <a:pt x="559765" y="47747"/>
                  </a:lnTo>
                  <a:lnTo>
                    <a:pt x="558819" y="51613"/>
                  </a:lnTo>
                  <a:lnTo>
                    <a:pt x="557591" y="52966"/>
                  </a:lnTo>
                  <a:lnTo>
                    <a:pt x="555795" y="55286"/>
                  </a:lnTo>
                  <a:lnTo>
                    <a:pt x="554755" y="55769"/>
                  </a:lnTo>
                  <a:lnTo>
                    <a:pt x="553243" y="56543"/>
                  </a:lnTo>
                  <a:lnTo>
                    <a:pt x="551258" y="60312"/>
                  </a:lnTo>
                  <a:lnTo>
                    <a:pt x="550785" y="61182"/>
                  </a:lnTo>
                  <a:lnTo>
                    <a:pt x="550312" y="61762"/>
                  </a:lnTo>
                  <a:lnTo>
                    <a:pt x="549556" y="62632"/>
                  </a:lnTo>
                  <a:lnTo>
                    <a:pt x="548895" y="63405"/>
                  </a:lnTo>
                  <a:lnTo>
                    <a:pt x="548233" y="63889"/>
                  </a:lnTo>
                  <a:lnTo>
                    <a:pt x="545870" y="66788"/>
                  </a:lnTo>
                  <a:lnTo>
                    <a:pt x="545303" y="67465"/>
                  </a:lnTo>
                  <a:lnTo>
                    <a:pt x="543223" y="70461"/>
                  </a:lnTo>
                  <a:lnTo>
                    <a:pt x="542372" y="72298"/>
                  </a:lnTo>
                  <a:lnTo>
                    <a:pt x="541805" y="73167"/>
                  </a:lnTo>
                  <a:lnTo>
                    <a:pt x="540955" y="74714"/>
                  </a:lnTo>
                  <a:lnTo>
                    <a:pt x="540198" y="76067"/>
                  </a:lnTo>
                  <a:lnTo>
                    <a:pt x="539537" y="77420"/>
                  </a:lnTo>
                  <a:lnTo>
                    <a:pt x="538875" y="79063"/>
                  </a:lnTo>
                  <a:lnTo>
                    <a:pt x="538591" y="79740"/>
                  </a:lnTo>
                  <a:lnTo>
                    <a:pt x="538119" y="80610"/>
                  </a:lnTo>
                  <a:lnTo>
                    <a:pt x="531691" y="81673"/>
                  </a:lnTo>
                  <a:lnTo>
                    <a:pt x="502956" y="86313"/>
                  </a:lnTo>
                  <a:lnTo>
                    <a:pt x="497285" y="87182"/>
                  </a:lnTo>
                  <a:lnTo>
                    <a:pt x="483674" y="90759"/>
                  </a:lnTo>
                  <a:lnTo>
                    <a:pt x="483107" y="90952"/>
                  </a:lnTo>
                  <a:lnTo>
                    <a:pt x="475261" y="94142"/>
                  </a:lnTo>
                  <a:lnTo>
                    <a:pt x="467416" y="99071"/>
                  </a:lnTo>
                  <a:lnTo>
                    <a:pt x="465525" y="100231"/>
                  </a:lnTo>
                  <a:lnTo>
                    <a:pt x="463446" y="101681"/>
                  </a:lnTo>
                  <a:lnTo>
                    <a:pt x="461177" y="103227"/>
                  </a:lnTo>
                  <a:lnTo>
                    <a:pt x="460799" y="103517"/>
                  </a:lnTo>
                  <a:lnTo>
                    <a:pt x="459948" y="104097"/>
                  </a:lnTo>
                  <a:lnTo>
                    <a:pt x="459570" y="104387"/>
                  </a:lnTo>
                  <a:lnTo>
                    <a:pt x="458152" y="105450"/>
                  </a:lnTo>
                  <a:lnTo>
                    <a:pt x="455411" y="107480"/>
                  </a:lnTo>
                  <a:lnTo>
                    <a:pt x="452576" y="109510"/>
                  </a:lnTo>
                  <a:lnTo>
                    <a:pt x="449173" y="112119"/>
                  </a:lnTo>
                  <a:lnTo>
                    <a:pt x="448606" y="112603"/>
                  </a:lnTo>
                  <a:lnTo>
                    <a:pt x="447282" y="113763"/>
                  </a:lnTo>
                  <a:lnTo>
                    <a:pt x="442178" y="118209"/>
                  </a:lnTo>
                  <a:lnTo>
                    <a:pt x="438681" y="121012"/>
                  </a:lnTo>
                  <a:lnTo>
                    <a:pt x="423368" y="132997"/>
                  </a:lnTo>
                  <a:lnTo>
                    <a:pt x="417697" y="137540"/>
                  </a:lnTo>
                  <a:lnTo>
                    <a:pt x="416373" y="138506"/>
                  </a:lnTo>
                  <a:lnTo>
                    <a:pt x="412687" y="141406"/>
                  </a:lnTo>
                  <a:lnTo>
                    <a:pt x="412498" y="141503"/>
                  </a:lnTo>
                  <a:lnTo>
                    <a:pt x="395767" y="154648"/>
                  </a:lnTo>
                  <a:lnTo>
                    <a:pt x="389151" y="159867"/>
                  </a:lnTo>
                  <a:lnTo>
                    <a:pt x="383479" y="164313"/>
                  </a:lnTo>
                  <a:lnTo>
                    <a:pt x="377808" y="168759"/>
                  </a:lnTo>
                  <a:lnTo>
                    <a:pt x="377524" y="168953"/>
                  </a:lnTo>
                  <a:lnTo>
                    <a:pt x="372137" y="173205"/>
                  </a:lnTo>
                  <a:lnTo>
                    <a:pt x="370246" y="174655"/>
                  </a:lnTo>
                  <a:lnTo>
                    <a:pt x="364953" y="178038"/>
                  </a:lnTo>
                  <a:lnTo>
                    <a:pt x="363062" y="179295"/>
                  </a:lnTo>
                  <a:lnTo>
                    <a:pt x="360605" y="180745"/>
                  </a:lnTo>
                  <a:lnTo>
                    <a:pt x="358336" y="181904"/>
                  </a:lnTo>
                  <a:lnTo>
                    <a:pt x="353988" y="183644"/>
                  </a:lnTo>
                  <a:lnTo>
                    <a:pt x="351625" y="184514"/>
                  </a:lnTo>
                  <a:lnTo>
                    <a:pt x="348600" y="185287"/>
                  </a:lnTo>
                  <a:lnTo>
                    <a:pt x="344630" y="186061"/>
                  </a:lnTo>
                  <a:lnTo>
                    <a:pt x="340188" y="186447"/>
                  </a:lnTo>
                  <a:lnTo>
                    <a:pt x="336407" y="186447"/>
                  </a:lnTo>
                  <a:lnTo>
                    <a:pt x="333004" y="186544"/>
                  </a:lnTo>
                  <a:lnTo>
                    <a:pt x="328372" y="186447"/>
                  </a:lnTo>
                  <a:lnTo>
                    <a:pt x="315139" y="186544"/>
                  </a:lnTo>
                  <a:lnTo>
                    <a:pt x="314761" y="186544"/>
                  </a:lnTo>
                  <a:lnTo>
                    <a:pt x="294155" y="186061"/>
                  </a:lnTo>
                  <a:lnTo>
                    <a:pt x="291036" y="185867"/>
                  </a:lnTo>
                  <a:lnTo>
                    <a:pt x="288200" y="185481"/>
                  </a:lnTo>
                  <a:lnTo>
                    <a:pt x="287633" y="185384"/>
                  </a:lnTo>
                  <a:lnTo>
                    <a:pt x="285837" y="185094"/>
                  </a:lnTo>
                  <a:lnTo>
                    <a:pt x="281016" y="184321"/>
                  </a:lnTo>
                  <a:lnTo>
                    <a:pt x="276763" y="183258"/>
                  </a:lnTo>
                  <a:lnTo>
                    <a:pt x="272793" y="181904"/>
                  </a:lnTo>
                  <a:lnTo>
                    <a:pt x="269485" y="180551"/>
                  </a:lnTo>
                  <a:lnTo>
                    <a:pt x="268539" y="180165"/>
                  </a:lnTo>
                  <a:lnTo>
                    <a:pt x="262773" y="176878"/>
                  </a:lnTo>
                  <a:lnTo>
                    <a:pt x="257197" y="180938"/>
                  </a:lnTo>
                  <a:lnTo>
                    <a:pt x="255873" y="181904"/>
                  </a:lnTo>
                  <a:lnTo>
                    <a:pt x="249635" y="180745"/>
                  </a:lnTo>
                  <a:lnTo>
                    <a:pt x="245854" y="180068"/>
                  </a:lnTo>
                  <a:lnTo>
                    <a:pt x="242073" y="179585"/>
                  </a:lnTo>
                  <a:lnTo>
                    <a:pt x="236307" y="179005"/>
                  </a:lnTo>
                  <a:lnTo>
                    <a:pt x="232337" y="178521"/>
                  </a:lnTo>
                  <a:lnTo>
                    <a:pt x="231770" y="178425"/>
                  </a:lnTo>
                  <a:lnTo>
                    <a:pt x="228462" y="178231"/>
                  </a:lnTo>
                  <a:lnTo>
                    <a:pt x="230352" y="183548"/>
                  </a:lnTo>
                  <a:lnTo>
                    <a:pt x="231864" y="186737"/>
                  </a:lnTo>
                  <a:lnTo>
                    <a:pt x="232337" y="187897"/>
                  </a:lnTo>
                  <a:lnTo>
                    <a:pt x="233755" y="190410"/>
                  </a:lnTo>
                  <a:lnTo>
                    <a:pt x="236969" y="196403"/>
                  </a:lnTo>
                  <a:lnTo>
                    <a:pt x="241317" y="202492"/>
                  </a:lnTo>
                  <a:lnTo>
                    <a:pt x="244530" y="206841"/>
                  </a:lnTo>
                  <a:lnTo>
                    <a:pt x="245098" y="207615"/>
                  </a:lnTo>
                  <a:lnTo>
                    <a:pt x="248595" y="210998"/>
                  </a:lnTo>
                  <a:lnTo>
                    <a:pt x="251242" y="213704"/>
                  </a:lnTo>
                  <a:lnTo>
                    <a:pt x="251525" y="213897"/>
                  </a:lnTo>
                  <a:lnTo>
                    <a:pt x="251809" y="214187"/>
                  </a:lnTo>
                  <a:lnTo>
                    <a:pt x="254644" y="216990"/>
                  </a:lnTo>
                  <a:lnTo>
                    <a:pt x="257575" y="219793"/>
                  </a:lnTo>
                  <a:lnTo>
                    <a:pt x="259087" y="221243"/>
                  </a:lnTo>
                  <a:lnTo>
                    <a:pt x="259654" y="221726"/>
                  </a:lnTo>
                  <a:lnTo>
                    <a:pt x="260221" y="222210"/>
                  </a:lnTo>
                  <a:lnTo>
                    <a:pt x="261923" y="223853"/>
                  </a:lnTo>
                  <a:lnTo>
                    <a:pt x="260977" y="225786"/>
                  </a:lnTo>
                  <a:lnTo>
                    <a:pt x="259371" y="228975"/>
                  </a:lnTo>
                  <a:lnTo>
                    <a:pt x="259182" y="229459"/>
                  </a:lnTo>
                  <a:lnTo>
                    <a:pt x="256346" y="236901"/>
                  </a:lnTo>
                  <a:lnTo>
                    <a:pt x="255873" y="237964"/>
                  </a:lnTo>
                  <a:lnTo>
                    <a:pt x="255684" y="238641"/>
                  </a:lnTo>
                  <a:lnTo>
                    <a:pt x="254739" y="240961"/>
                  </a:lnTo>
                  <a:lnTo>
                    <a:pt x="254739" y="241154"/>
                  </a:lnTo>
                  <a:lnTo>
                    <a:pt x="253983" y="242990"/>
                  </a:lnTo>
                  <a:lnTo>
                    <a:pt x="251998" y="247920"/>
                  </a:lnTo>
                  <a:lnTo>
                    <a:pt x="250296" y="251689"/>
                  </a:lnTo>
                  <a:lnTo>
                    <a:pt x="249824" y="252753"/>
                  </a:lnTo>
                  <a:lnTo>
                    <a:pt x="249257" y="253912"/>
                  </a:lnTo>
                  <a:lnTo>
                    <a:pt x="246894" y="254299"/>
                  </a:lnTo>
                  <a:lnTo>
                    <a:pt x="245854" y="254299"/>
                  </a:lnTo>
                  <a:lnTo>
                    <a:pt x="244341" y="254686"/>
                  </a:lnTo>
                  <a:lnTo>
                    <a:pt x="243963" y="254589"/>
                  </a:lnTo>
                  <a:lnTo>
                    <a:pt x="243680" y="254589"/>
                  </a:lnTo>
                  <a:lnTo>
                    <a:pt x="243207" y="254879"/>
                  </a:lnTo>
                  <a:lnTo>
                    <a:pt x="242356" y="254976"/>
                  </a:lnTo>
                  <a:lnTo>
                    <a:pt x="240182" y="254299"/>
                  </a:lnTo>
                  <a:lnTo>
                    <a:pt x="239993" y="254299"/>
                  </a:lnTo>
                  <a:lnTo>
                    <a:pt x="239993" y="254686"/>
                  </a:lnTo>
                  <a:lnTo>
                    <a:pt x="239804" y="255362"/>
                  </a:lnTo>
                  <a:lnTo>
                    <a:pt x="239615" y="255652"/>
                  </a:lnTo>
                  <a:lnTo>
                    <a:pt x="239426" y="255846"/>
                  </a:lnTo>
                  <a:lnTo>
                    <a:pt x="238859" y="256232"/>
                  </a:lnTo>
                  <a:lnTo>
                    <a:pt x="238670" y="256522"/>
                  </a:lnTo>
                  <a:lnTo>
                    <a:pt x="238386" y="256909"/>
                  </a:lnTo>
                  <a:lnTo>
                    <a:pt x="238103" y="257199"/>
                  </a:lnTo>
                  <a:lnTo>
                    <a:pt x="236874" y="258745"/>
                  </a:lnTo>
                  <a:lnTo>
                    <a:pt x="236023" y="258745"/>
                  </a:lnTo>
                  <a:lnTo>
                    <a:pt x="235267" y="258745"/>
                  </a:lnTo>
                  <a:lnTo>
                    <a:pt x="230352" y="260195"/>
                  </a:lnTo>
                  <a:lnTo>
                    <a:pt x="222790" y="262515"/>
                  </a:lnTo>
                  <a:lnTo>
                    <a:pt x="220049" y="266961"/>
                  </a:lnTo>
                  <a:lnTo>
                    <a:pt x="214000" y="275756"/>
                  </a:lnTo>
                  <a:lnTo>
                    <a:pt x="212771" y="277303"/>
                  </a:lnTo>
                  <a:lnTo>
                    <a:pt x="210691" y="282619"/>
                  </a:lnTo>
                  <a:lnTo>
                    <a:pt x="208234" y="287548"/>
                  </a:lnTo>
                  <a:lnTo>
                    <a:pt x="206532" y="289965"/>
                  </a:lnTo>
                  <a:lnTo>
                    <a:pt x="204264" y="294411"/>
                  </a:lnTo>
                  <a:lnTo>
                    <a:pt x="203318" y="297311"/>
                  </a:lnTo>
                  <a:lnTo>
                    <a:pt x="203980" y="300500"/>
                  </a:lnTo>
                  <a:lnTo>
                    <a:pt x="206343" y="303400"/>
                  </a:lnTo>
                  <a:lnTo>
                    <a:pt x="210124" y="305623"/>
                  </a:lnTo>
                  <a:lnTo>
                    <a:pt x="211731" y="307266"/>
                  </a:lnTo>
                  <a:lnTo>
                    <a:pt x="213338" y="309779"/>
                  </a:lnTo>
                  <a:lnTo>
                    <a:pt x="217875" y="312775"/>
                  </a:lnTo>
                  <a:lnTo>
                    <a:pt x="220049" y="315482"/>
                  </a:lnTo>
                  <a:lnTo>
                    <a:pt x="221183" y="318091"/>
                  </a:lnTo>
                  <a:lnTo>
                    <a:pt x="222885" y="320894"/>
                  </a:lnTo>
                  <a:lnTo>
                    <a:pt x="227894" y="323987"/>
                  </a:lnTo>
                  <a:lnTo>
                    <a:pt x="231486" y="326017"/>
                  </a:lnTo>
                  <a:lnTo>
                    <a:pt x="232999" y="327950"/>
                  </a:lnTo>
                  <a:lnTo>
                    <a:pt x="234038" y="331140"/>
                  </a:lnTo>
                  <a:lnTo>
                    <a:pt x="236969" y="332976"/>
                  </a:lnTo>
                  <a:lnTo>
                    <a:pt x="239710" y="334619"/>
                  </a:lnTo>
                  <a:lnTo>
                    <a:pt x="241506" y="337229"/>
                  </a:lnTo>
                  <a:lnTo>
                    <a:pt x="243963" y="338872"/>
                  </a:lnTo>
                  <a:lnTo>
                    <a:pt x="247461" y="339935"/>
                  </a:lnTo>
                  <a:lnTo>
                    <a:pt x="256535" y="337809"/>
                  </a:lnTo>
                  <a:lnTo>
                    <a:pt x="267972" y="338002"/>
                  </a:lnTo>
                  <a:lnTo>
                    <a:pt x="275061" y="335393"/>
                  </a:lnTo>
                  <a:lnTo>
                    <a:pt x="280071" y="332880"/>
                  </a:lnTo>
                  <a:lnTo>
                    <a:pt x="281867" y="330657"/>
                  </a:lnTo>
                  <a:lnTo>
                    <a:pt x="297369" y="329690"/>
                  </a:lnTo>
                  <a:lnTo>
                    <a:pt x="324402" y="328047"/>
                  </a:lnTo>
                  <a:lnTo>
                    <a:pt x="344347" y="319155"/>
                  </a:lnTo>
                  <a:lnTo>
                    <a:pt x="349829" y="316738"/>
                  </a:lnTo>
                  <a:lnTo>
                    <a:pt x="356068" y="331623"/>
                  </a:lnTo>
                  <a:lnTo>
                    <a:pt x="363913" y="349891"/>
                  </a:lnTo>
                  <a:lnTo>
                    <a:pt x="367032" y="357237"/>
                  </a:lnTo>
                  <a:lnTo>
                    <a:pt x="368167" y="360040"/>
                  </a:lnTo>
                  <a:lnTo>
                    <a:pt x="368545" y="360813"/>
                  </a:lnTo>
                  <a:lnTo>
                    <a:pt x="344914" y="371928"/>
                  </a:lnTo>
                  <a:lnTo>
                    <a:pt x="321000" y="382560"/>
                  </a:lnTo>
                  <a:lnTo>
                    <a:pt x="305025" y="393482"/>
                  </a:lnTo>
                  <a:lnTo>
                    <a:pt x="292359" y="402471"/>
                  </a:lnTo>
                  <a:lnTo>
                    <a:pt x="291414" y="403051"/>
                  </a:lnTo>
                  <a:lnTo>
                    <a:pt x="289240" y="404404"/>
                  </a:lnTo>
                  <a:lnTo>
                    <a:pt x="288862" y="404598"/>
                  </a:lnTo>
                  <a:lnTo>
                    <a:pt x="288200" y="404888"/>
                  </a:lnTo>
                  <a:lnTo>
                    <a:pt x="288011" y="404404"/>
                  </a:lnTo>
                  <a:lnTo>
                    <a:pt x="287727" y="404114"/>
                  </a:lnTo>
                  <a:lnTo>
                    <a:pt x="287444" y="403631"/>
                  </a:lnTo>
                  <a:lnTo>
                    <a:pt x="286877" y="403148"/>
                  </a:lnTo>
                  <a:lnTo>
                    <a:pt x="286688" y="402955"/>
                  </a:lnTo>
                  <a:lnTo>
                    <a:pt x="286404" y="402665"/>
                  </a:lnTo>
                  <a:lnTo>
                    <a:pt x="286215" y="402665"/>
                  </a:lnTo>
                  <a:lnTo>
                    <a:pt x="286026" y="402568"/>
                  </a:lnTo>
                  <a:lnTo>
                    <a:pt x="285364" y="402085"/>
                  </a:lnTo>
                  <a:lnTo>
                    <a:pt x="285081" y="401698"/>
                  </a:lnTo>
                  <a:lnTo>
                    <a:pt x="284514" y="401215"/>
                  </a:lnTo>
                  <a:lnTo>
                    <a:pt x="283852" y="400635"/>
                  </a:lnTo>
                  <a:lnTo>
                    <a:pt x="282907" y="399765"/>
                  </a:lnTo>
                  <a:lnTo>
                    <a:pt x="282623" y="399282"/>
                  </a:lnTo>
                  <a:lnTo>
                    <a:pt x="282434" y="399088"/>
                  </a:lnTo>
                  <a:lnTo>
                    <a:pt x="281962" y="398798"/>
                  </a:lnTo>
                  <a:lnTo>
                    <a:pt x="281678" y="398605"/>
                  </a:lnTo>
                  <a:lnTo>
                    <a:pt x="281394" y="398315"/>
                  </a:lnTo>
                  <a:lnTo>
                    <a:pt x="281111" y="398218"/>
                  </a:lnTo>
                  <a:lnTo>
                    <a:pt x="281205" y="397735"/>
                  </a:lnTo>
                  <a:lnTo>
                    <a:pt x="281300" y="397252"/>
                  </a:lnTo>
                  <a:lnTo>
                    <a:pt x="281300" y="396962"/>
                  </a:lnTo>
                  <a:lnTo>
                    <a:pt x="281394" y="396479"/>
                  </a:lnTo>
                  <a:lnTo>
                    <a:pt x="281394" y="396092"/>
                  </a:lnTo>
                  <a:lnTo>
                    <a:pt x="281300" y="395512"/>
                  </a:lnTo>
                  <a:lnTo>
                    <a:pt x="281205" y="394836"/>
                  </a:lnTo>
                  <a:lnTo>
                    <a:pt x="281300" y="393869"/>
                  </a:lnTo>
                  <a:lnTo>
                    <a:pt x="281489" y="393096"/>
                  </a:lnTo>
                  <a:lnTo>
                    <a:pt x="281678" y="392419"/>
                  </a:lnTo>
                  <a:lnTo>
                    <a:pt x="281773" y="392033"/>
                  </a:lnTo>
                  <a:lnTo>
                    <a:pt x="281773" y="391259"/>
                  </a:lnTo>
                  <a:lnTo>
                    <a:pt x="281867" y="390873"/>
                  </a:lnTo>
                  <a:lnTo>
                    <a:pt x="282434" y="390099"/>
                  </a:lnTo>
                  <a:lnTo>
                    <a:pt x="282718" y="389520"/>
                  </a:lnTo>
                  <a:lnTo>
                    <a:pt x="282812" y="389230"/>
                  </a:lnTo>
                  <a:lnTo>
                    <a:pt x="282812" y="387780"/>
                  </a:lnTo>
                  <a:lnTo>
                    <a:pt x="282718" y="386620"/>
                  </a:lnTo>
                  <a:lnTo>
                    <a:pt x="282623" y="385847"/>
                  </a:lnTo>
                  <a:lnTo>
                    <a:pt x="282718" y="385073"/>
                  </a:lnTo>
                  <a:lnTo>
                    <a:pt x="282907" y="384493"/>
                  </a:lnTo>
                  <a:lnTo>
                    <a:pt x="282529" y="383237"/>
                  </a:lnTo>
                  <a:lnTo>
                    <a:pt x="281962" y="381014"/>
                  </a:lnTo>
                  <a:lnTo>
                    <a:pt x="282907" y="380627"/>
                  </a:lnTo>
                  <a:lnTo>
                    <a:pt x="283663" y="380241"/>
                  </a:lnTo>
                  <a:lnTo>
                    <a:pt x="283663" y="380047"/>
                  </a:lnTo>
                  <a:lnTo>
                    <a:pt x="283568" y="379854"/>
                  </a:lnTo>
                  <a:lnTo>
                    <a:pt x="283285" y="378018"/>
                  </a:lnTo>
                  <a:lnTo>
                    <a:pt x="283096" y="377728"/>
                  </a:lnTo>
                  <a:lnTo>
                    <a:pt x="282812" y="377244"/>
                  </a:lnTo>
                  <a:lnTo>
                    <a:pt x="281489" y="376858"/>
                  </a:lnTo>
                  <a:lnTo>
                    <a:pt x="280922" y="376278"/>
                  </a:lnTo>
                  <a:lnTo>
                    <a:pt x="278559" y="374925"/>
                  </a:lnTo>
                  <a:lnTo>
                    <a:pt x="273360" y="373765"/>
                  </a:lnTo>
                  <a:lnTo>
                    <a:pt x="260883" y="373088"/>
                  </a:lnTo>
                  <a:lnTo>
                    <a:pt x="248311" y="373088"/>
                  </a:lnTo>
                  <a:lnTo>
                    <a:pt x="238576" y="371832"/>
                  </a:lnTo>
                  <a:lnTo>
                    <a:pt x="231392" y="369029"/>
                  </a:lnTo>
                  <a:lnTo>
                    <a:pt x="221750" y="363713"/>
                  </a:lnTo>
                  <a:lnTo>
                    <a:pt x="208328" y="350761"/>
                  </a:lnTo>
                  <a:lnTo>
                    <a:pt x="197742" y="343898"/>
                  </a:lnTo>
                  <a:lnTo>
                    <a:pt x="186493" y="342159"/>
                  </a:lnTo>
                  <a:lnTo>
                    <a:pt x="177892" y="343415"/>
                  </a:lnTo>
                  <a:lnTo>
                    <a:pt x="173260" y="346701"/>
                  </a:lnTo>
                  <a:lnTo>
                    <a:pt x="172598" y="347088"/>
                  </a:lnTo>
                  <a:lnTo>
                    <a:pt x="169763" y="351824"/>
                  </a:lnTo>
                  <a:lnTo>
                    <a:pt x="168912" y="352597"/>
                  </a:lnTo>
                  <a:lnTo>
                    <a:pt x="167683" y="352887"/>
                  </a:lnTo>
                  <a:lnTo>
                    <a:pt x="166644" y="353274"/>
                  </a:lnTo>
                  <a:lnTo>
                    <a:pt x="165982" y="353854"/>
                  </a:lnTo>
                  <a:lnTo>
                    <a:pt x="165793" y="354047"/>
                  </a:lnTo>
                  <a:lnTo>
                    <a:pt x="165509" y="354530"/>
                  </a:lnTo>
                  <a:lnTo>
                    <a:pt x="165320" y="354724"/>
                  </a:lnTo>
                  <a:lnTo>
                    <a:pt x="165131" y="355497"/>
                  </a:lnTo>
                  <a:lnTo>
                    <a:pt x="165037" y="355690"/>
                  </a:lnTo>
                  <a:lnTo>
                    <a:pt x="164942" y="355884"/>
                  </a:lnTo>
                  <a:lnTo>
                    <a:pt x="164753" y="356850"/>
                  </a:lnTo>
                  <a:lnTo>
                    <a:pt x="164659" y="357140"/>
                  </a:lnTo>
                  <a:lnTo>
                    <a:pt x="164280" y="357817"/>
                  </a:lnTo>
                  <a:lnTo>
                    <a:pt x="163902" y="358397"/>
                  </a:lnTo>
                  <a:lnTo>
                    <a:pt x="163808" y="358783"/>
                  </a:lnTo>
                  <a:lnTo>
                    <a:pt x="163430" y="359653"/>
                  </a:lnTo>
                  <a:lnTo>
                    <a:pt x="163241" y="360233"/>
                  </a:lnTo>
                  <a:lnTo>
                    <a:pt x="163052" y="360716"/>
                  </a:lnTo>
                  <a:lnTo>
                    <a:pt x="162957" y="361103"/>
                  </a:lnTo>
                  <a:lnTo>
                    <a:pt x="162768" y="362166"/>
                  </a:lnTo>
                  <a:lnTo>
                    <a:pt x="162390" y="363519"/>
                  </a:lnTo>
                  <a:lnTo>
                    <a:pt x="162295" y="363809"/>
                  </a:lnTo>
                  <a:lnTo>
                    <a:pt x="162201" y="364003"/>
                  </a:lnTo>
                  <a:lnTo>
                    <a:pt x="161823" y="364293"/>
                  </a:lnTo>
                  <a:lnTo>
                    <a:pt x="161539" y="364679"/>
                  </a:lnTo>
                  <a:lnTo>
                    <a:pt x="159838" y="365356"/>
                  </a:lnTo>
                  <a:lnTo>
                    <a:pt x="159554" y="365452"/>
                  </a:lnTo>
                  <a:lnTo>
                    <a:pt x="156908" y="366129"/>
                  </a:lnTo>
                  <a:lnTo>
                    <a:pt x="155773" y="366322"/>
                  </a:lnTo>
                  <a:lnTo>
                    <a:pt x="153977" y="366516"/>
                  </a:lnTo>
                  <a:lnTo>
                    <a:pt x="153788" y="366709"/>
                  </a:lnTo>
                  <a:lnTo>
                    <a:pt x="151803" y="367869"/>
                  </a:lnTo>
                  <a:lnTo>
                    <a:pt x="149818" y="369705"/>
                  </a:lnTo>
                  <a:lnTo>
                    <a:pt x="149440" y="370092"/>
                  </a:lnTo>
                  <a:lnTo>
                    <a:pt x="148968" y="370575"/>
                  </a:lnTo>
                  <a:lnTo>
                    <a:pt x="146794" y="372798"/>
                  </a:lnTo>
                  <a:lnTo>
                    <a:pt x="145470" y="374441"/>
                  </a:lnTo>
                  <a:lnTo>
                    <a:pt x="144620" y="376084"/>
                  </a:lnTo>
                  <a:lnTo>
                    <a:pt x="144242" y="376664"/>
                  </a:lnTo>
                  <a:lnTo>
                    <a:pt x="143391" y="378404"/>
                  </a:lnTo>
                  <a:lnTo>
                    <a:pt x="142918" y="379467"/>
                  </a:lnTo>
                  <a:lnTo>
                    <a:pt x="142635" y="380337"/>
                  </a:lnTo>
                  <a:lnTo>
                    <a:pt x="142540" y="381207"/>
                  </a:lnTo>
                  <a:lnTo>
                    <a:pt x="142540" y="381594"/>
                  </a:lnTo>
                  <a:lnTo>
                    <a:pt x="142540" y="381787"/>
                  </a:lnTo>
                  <a:lnTo>
                    <a:pt x="142540" y="382077"/>
                  </a:lnTo>
                  <a:lnTo>
                    <a:pt x="142540" y="382657"/>
                  </a:lnTo>
                  <a:lnTo>
                    <a:pt x="142446" y="382850"/>
                  </a:lnTo>
                  <a:lnTo>
                    <a:pt x="142351" y="383237"/>
                  </a:lnTo>
                  <a:lnTo>
                    <a:pt x="141973" y="383720"/>
                  </a:lnTo>
                  <a:lnTo>
                    <a:pt x="141784" y="383914"/>
                  </a:lnTo>
                  <a:lnTo>
                    <a:pt x="141595" y="384107"/>
                  </a:lnTo>
                  <a:lnTo>
                    <a:pt x="139894" y="384397"/>
                  </a:lnTo>
                  <a:lnTo>
                    <a:pt x="138476" y="384204"/>
                  </a:lnTo>
                  <a:lnTo>
                    <a:pt x="138098" y="384107"/>
                  </a:lnTo>
                  <a:lnTo>
                    <a:pt x="137247" y="384010"/>
                  </a:lnTo>
                  <a:lnTo>
                    <a:pt x="135451" y="383044"/>
                  </a:lnTo>
                  <a:lnTo>
                    <a:pt x="132426" y="381304"/>
                  </a:lnTo>
                  <a:lnTo>
                    <a:pt x="132048" y="381304"/>
                  </a:lnTo>
                  <a:lnTo>
                    <a:pt x="131197" y="381014"/>
                  </a:lnTo>
                  <a:lnTo>
                    <a:pt x="130630" y="380917"/>
                  </a:lnTo>
                  <a:lnTo>
                    <a:pt x="128173" y="380821"/>
                  </a:lnTo>
                  <a:lnTo>
                    <a:pt x="126282" y="380724"/>
                  </a:lnTo>
                  <a:lnTo>
                    <a:pt x="125148" y="380821"/>
                  </a:lnTo>
                  <a:lnTo>
                    <a:pt x="122407" y="381111"/>
                  </a:lnTo>
                  <a:lnTo>
                    <a:pt x="119288" y="381401"/>
                  </a:lnTo>
                  <a:lnTo>
                    <a:pt x="118153" y="381497"/>
                  </a:lnTo>
                  <a:lnTo>
                    <a:pt x="117586" y="381401"/>
                  </a:lnTo>
                  <a:lnTo>
                    <a:pt x="117397" y="381787"/>
                  </a:lnTo>
                  <a:lnTo>
                    <a:pt x="116830" y="385847"/>
                  </a:lnTo>
                  <a:lnTo>
                    <a:pt x="116263" y="390196"/>
                  </a:lnTo>
                  <a:lnTo>
                    <a:pt x="109835" y="391743"/>
                  </a:lnTo>
                  <a:lnTo>
                    <a:pt x="105771" y="392709"/>
                  </a:lnTo>
                  <a:lnTo>
                    <a:pt x="104542" y="392709"/>
                  </a:lnTo>
                  <a:lnTo>
                    <a:pt x="101801" y="392516"/>
                  </a:lnTo>
                  <a:lnTo>
                    <a:pt x="100383" y="392226"/>
                  </a:lnTo>
                  <a:lnTo>
                    <a:pt x="99721" y="392129"/>
                  </a:lnTo>
                  <a:lnTo>
                    <a:pt x="99343" y="392033"/>
                  </a:lnTo>
                  <a:lnTo>
                    <a:pt x="98682" y="391936"/>
                  </a:lnTo>
                  <a:lnTo>
                    <a:pt x="97831" y="391549"/>
                  </a:lnTo>
                  <a:lnTo>
                    <a:pt x="97169" y="390873"/>
                  </a:lnTo>
                  <a:lnTo>
                    <a:pt x="96507" y="390293"/>
                  </a:lnTo>
                  <a:lnTo>
                    <a:pt x="95940" y="389616"/>
                  </a:lnTo>
                  <a:lnTo>
                    <a:pt x="95562" y="389230"/>
                  </a:lnTo>
                  <a:lnTo>
                    <a:pt x="94712" y="388263"/>
                  </a:lnTo>
                  <a:lnTo>
                    <a:pt x="91687" y="386620"/>
                  </a:lnTo>
                  <a:lnTo>
                    <a:pt x="91498" y="386523"/>
                  </a:lnTo>
                  <a:lnTo>
                    <a:pt x="91025" y="386233"/>
                  </a:lnTo>
                  <a:lnTo>
                    <a:pt x="89796" y="385557"/>
                  </a:lnTo>
                  <a:lnTo>
                    <a:pt x="87055" y="384204"/>
                  </a:lnTo>
                  <a:lnTo>
                    <a:pt x="86299" y="383817"/>
                  </a:lnTo>
                  <a:lnTo>
                    <a:pt x="85165" y="383237"/>
                  </a:lnTo>
                  <a:lnTo>
                    <a:pt x="84314" y="382947"/>
                  </a:lnTo>
                  <a:lnTo>
                    <a:pt x="83463" y="382560"/>
                  </a:lnTo>
                  <a:lnTo>
                    <a:pt x="82424" y="382077"/>
                  </a:lnTo>
                  <a:lnTo>
                    <a:pt x="79871" y="381401"/>
                  </a:lnTo>
                  <a:lnTo>
                    <a:pt x="79588" y="381401"/>
                  </a:lnTo>
                  <a:lnTo>
                    <a:pt x="79399" y="381401"/>
                  </a:lnTo>
                  <a:lnTo>
                    <a:pt x="78926" y="381401"/>
                  </a:lnTo>
                  <a:lnTo>
                    <a:pt x="77981" y="381401"/>
                  </a:lnTo>
                  <a:lnTo>
                    <a:pt x="77508" y="381401"/>
                  </a:lnTo>
                  <a:lnTo>
                    <a:pt x="76941" y="381497"/>
                  </a:lnTo>
                  <a:lnTo>
                    <a:pt x="75618" y="381594"/>
                  </a:lnTo>
                  <a:lnTo>
                    <a:pt x="74578" y="381690"/>
                  </a:lnTo>
                  <a:lnTo>
                    <a:pt x="72499" y="381594"/>
                  </a:lnTo>
                  <a:lnTo>
                    <a:pt x="70986" y="381304"/>
                  </a:lnTo>
                  <a:lnTo>
                    <a:pt x="70325" y="381207"/>
                  </a:lnTo>
                  <a:lnTo>
                    <a:pt x="69663" y="381207"/>
                  </a:lnTo>
                  <a:lnTo>
                    <a:pt x="68812" y="381207"/>
                  </a:lnTo>
                  <a:lnTo>
                    <a:pt x="68529" y="381207"/>
                  </a:lnTo>
                  <a:lnTo>
                    <a:pt x="67772" y="381207"/>
                  </a:lnTo>
                  <a:lnTo>
                    <a:pt x="67489" y="381207"/>
                  </a:lnTo>
                  <a:lnTo>
                    <a:pt x="66355" y="381304"/>
                  </a:lnTo>
                  <a:lnTo>
                    <a:pt x="65788" y="381497"/>
                  </a:lnTo>
                  <a:lnTo>
                    <a:pt x="63235" y="381980"/>
                  </a:lnTo>
                  <a:lnTo>
                    <a:pt x="61912" y="382270"/>
                  </a:lnTo>
                  <a:lnTo>
                    <a:pt x="61723" y="382367"/>
                  </a:lnTo>
                  <a:lnTo>
                    <a:pt x="61061" y="382367"/>
                  </a:lnTo>
                  <a:lnTo>
                    <a:pt x="59360" y="382270"/>
                  </a:lnTo>
                  <a:lnTo>
                    <a:pt x="58604" y="381787"/>
                  </a:lnTo>
                  <a:lnTo>
                    <a:pt x="57564" y="381014"/>
                  </a:lnTo>
                  <a:lnTo>
                    <a:pt x="56335" y="380144"/>
                  </a:lnTo>
                  <a:lnTo>
                    <a:pt x="54917" y="378984"/>
                  </a:lnTo>
                  <a:lnTo>
                    <a:pt x="53689" y="377824"/>
                  </a:lnTo>
                  <a:lnTo>
                    <a:pt x="51704" y="375891"/>
                  </a:lnTo>
                  <a:lnTo>
                    <a:pt x="50191" y="371832"/>
                  </a:lnTo>
                  <a:lnTo>
                    <a:pt x="47923" y="366032"/>
                  </a:lnTo>
                  <a:lnTo>
                    <a:pt x="47356" y="364486"/>
                  </a:lnTo>
                  <a:lnTo>
                    <a:pt x="47072" y="363713"/>
                  </a:lnTo>
                  <a:lnTo>
                    <a:pt x="46221" y="362359"/>
                  </a:lnTo>
                  <a:lnTo>
                    <a:pt x="44236" y="360233"/>
                  </a:lnTo>
                  <a:lnTo>
                    <a:pt x="39321" y="355787"/>
                  </a:lnTo>
                  <a:lnTo>
                    <a:pt x="38187" y="355014"/>
                  </a:lnTo>
                  <a:lnTo>
                    <a:pt x="36958" y="354240"/>
                  </a:lnTo>
                  <a:lnTo>
                    <a:pt x="36013" y="353660"/>
                  </a:lnTo>
                  <a:lnTo>
                    <a:pt x="34406" y="352597"/>
                  </a:lnTo>
                  <a:lnTo>
                    <a:pt x="34122" y="352404"/>
                  </a:lnTo>
                  <a:lnTo>
                    <a:pt x="26655" y="346218"/>
                  </a:lnTo>
                  <a:lnTo>
                    <a:pt x="26371" y="345928"/>
                  </a:lnTo>
                  <a:lnTo>
                    <a:pt x="25143" y="344672"/>
                  </a:lnTo>
                  <a:lnTo>
                    <a:pt x="18999" y="338486"/>
                  </a:lnTo>
                  <a:lnTo>
                    <a:pt x="16730" y="335393"/>
                  </a:lnTo>
                  <a:lnTo>
                    <a:pt x="11626" y="328240"/>
                  </a:lnTo>
                  <a:lnTo>
                    <a:pt x="8128" y="323407"/>
                  </a:lnTo>
                  <a:lnTo>
                    <a:pt x="6805" y="321474"/>
                  </a:lnTo>
                  <a:lnTo>
                    <a:pt x="3875" y="318188"/>
                  </a:lnTo>
                  <a:lnTo>
                    <a:pt x="2930" y="317125"/>
                  </a:lnTo>
                  <a:lnTo>
                    <a:pt x="0" y="314419"/>
                  </a:lnTo>
                  <a:lnTo>
                    <a:pt x="850" y="310262"/>
                  </a:lnTo>
                  <a:lnTo>
                    <a:pt x="1323" y="308523"/>
                  </a:lnTo>
                  <a:lnTo>
                    <a:pt x="2930" y="303497"/>
                  </a:lnTo>
                  <a:lnTo>
                    <a:pt x="3308" y="302337"/>
                  </a:lnTo>
                  <a:lnTo>
                    <a:pt x="3780" y="301177"/>
                  </a:lnTo>
                  <a:lnTo>
                    <a:pt x="5009" y="297891"/>
                  </a:lnTo>
                  <a:lnTo>
                    <a:pt x="5387" y="296924"/>
                  </a:lnTo>
                  <a:lnTo>
                    <a:pt x="5765" y="295764"/>
                  </a:lnTo>
                  <a:lnTo>
                    <a:pt x="6049" y="294798"/>
                  </a:lnTo>
                  <a:lnTo>
                    <a:pt x="6143" y="294508"/>
                  </a:lnTo>
                  <a:lnTo>
                    <a:pt x="6333" y="294121"/>
                  </a:lnTo>
                  <a:lnTo>
                    <a:pt x="8034" y="288708"/>
                  </a:lnTo>
                  <a:lnTo>
                    <a:pt x="8318" y="287838"/>
                  </a:lnTo>
                  <a:lnTo>
                    <a:pt x="9641" y="281749"/>
                  </a:lnTo>
                  <a:lnTo>
                    <a:pt x="9735" y="281362"/>
                  </a:lnTo>
                  <a:lnTo>
                    <a:pt x="10681" y="277206"/>
                  </a:lnTo>
                  <a:lnTo>
                    <a:pt x="10775" y="276626"/>
                  </a:lnTo>
                  <a:lnTo>
                    <a:pt x="10964" y="276143"/>
                  </a:lnTo>
                  <a:lnTo>
                    <a:pt x="11248" y="274597"/>
                  </a:lnTo>
                  <a:lnTo>
                    <a:pt x="11342" y="273727"/>
                  </a:lnTo>
                  <a:lnTo>
                    <a:pt x="11815" y="267831"/>
                  </a:lnTo>
                  <a:lnTo>
                    <a:pt x="11815" y="267444"/>
                  </a:lnTo>
                  <a:lnTo>
                    <a:pt x="12004" y="265318"/>
                  </a:lnTo>
                  <a:lnTo>
                    <a:pt x="12571" y="257682"/>
                  </a:lnTo>
                  <a:lnTo>
                    <a:pt x="12760" y="254299"/>
                  </a:lnTo>
                  <a:lnTo>
                    <a:pt x="12760" y="254106"/>
                  </a:lnTo>
                  <a:lnTo>
                    <a:pt x="12666" y="253139"/>
                  </a:lnTo>
                  <a:lnTo>
                    <a:pt x="12287" y="249466"/>
                  </a:lnTo>
                  <a:lnTo>
                    <a:pt x="12193" y="248403"/>
                  </a:lnTo>
                  <a:lnTo>
                    <a:pt x="12004" y="246857"/>
                  </a:lnTo>
                  <a:lnTo>
                    <a:pt x="11909" y="244827"/>
                  </a:lnTo>
                  <a:lnTo>
                    <a:pt x="11909" y="243570"/>
                  </a:lnTo>
                  <a:lnTo>
                    <a:pt x="11909" y="242700"/>
                  </a:lnTo>
                  <a:lnTo>
                    <a:pt x="12004" y="239511"/>
                  </a:lnTo>
                  <a:lnTo>
                    <a:pt x="12004" y="239028"/>
                  </a:lnTo>
                  <a:lnTo>
                    <a:pt x="12949" y="239028"/>
                  </a:lnTo>
                  <a:lnTo>
                    <a:pt x="13422" y="235741"/>
                  </a:lnTo>
                  <a:lnTo>
                    <a:pt x="13989" y="231585"/>
                  </a:lnTo>
                  <a:lnTo>
                    <a:pt x="13989" y="231005"/>
                  </a:lnTo>
                  <a:lnTo>
                    <a:pt x="14272" y="228975"/>
                  </a:lnTo>
                  <a:lnTo>
                    <a:pt x="14367" y="227912"/>
                  </a:lnTo>
                  <a:lnTo>
                    <a:pt x="14462" y="227236"/>
                  </a:lnTo>
                  <a:lnTo>
                    <a:pt x="14178" y="225303"/>
                  </a:lnTo>
                  <a:lnTo>
                    <a:pt x="13705" y="222210"/>
                  </a:lnTo>
                  <a:lnTo>
                    <a:pt x="13611" y="221630"/>
                  </a:lnTo>
                  <a:lnTo>
                    <a:pt x="12949" y="218730"/>
                  </a:lnTo>
                  <a:lnTo>
                    <a:pt x="13233" y="218633"/>
                  </a:lnTo>
                  <a:lnTo>
                    <a:pt x="20511" y="216024"/>
                  </a:lnTo>
                  <a:lnTo>
                    <a:pt x="21834" y="215540"/>
                  </a:lnTo>
                  <a:lnTo>
                    <a:pt x="23252" y="215057"/>
                  </a:lnTo>
                  <a:lnTo>
                    <a:pt x="26371" y="213994"/>
                  </a:lnTo>
                  <a:lnTo>
                    <a:pt x="35162" y="210998"/>
                  </a:lnTo>
                  <a:lnTo>
                    <a:pt x="47356" y="206841"/>
                  </a:lnTo>
                  <a:lnTo>
                    <a:pt x="48395" y="208195"/>
                  </a:lnTo>
                  <a:lnTo>
                    <a:pt x="50853" y="209741"/>
                  </a:lnTo>
                  <a:lnTo>
                    <a:pt x="47639" y="218923"/>
                  </a:lnTo>
                  <a:lnTo>
                    <a:pt x="46883" y="221050"/>
                  </a:lnTo>
                  <a:lnTo>
                    <a:pt x="39983" y="239318"/>
                  </a:lnTo>
                  <a:lnTo>
                    <a:pt x="35918" y="245213"/>
                  </a:lnTo>
                  <a:lnTo>
                    <a:pt x="36202" y="245793"/>
                  </a:lnTo>
                  <a:lnTo>
                    <a:pt x="35824" y="246277"/>
                  </a:lnTo>
                  <a:lnTo>
                    <a:pt x="36391" y="247050"/>
                  </a:lnTo>
                  <a:lnTo>
                    <a:pt x="36958" y="247727"/>
                  </a:lnTo>
                  <a:lnTo>
                    <a:pt x="37336" y="248306"/>
                  </a:lnTo>
                  <a:lnTo>
                    <a:pt x="37714" y="248886"/>
                  </a:lnTo>
                  <a:lnTo>
                    <a:pt x="38092" y="249563"/>
                  </a:lnTo>
                  <a:lnTo>
                    <a:pt x="38659" y="250626"/>
                  </a:lnTo>
                  <a:lnTo>
                    <a:pt x="39037" y="251206"/>
                  </a:lnTo>
                  <a:lnTo>
                    <a:pt x="39132" y="251399"/>
                  </a:lnTo>
                  <a:lnTo>
                    <a:pt x="39416" y="252076"/>
                  </a:lnTo>
                  <a:lnTo>
                    <a:pt x="39794" y="252656"/>
                  </a:lnTo>
                  <a:lnTo>
                    <a:pt x="38754" y="253719"/>
                  </a:lnTo>
                  <a:lnTo>
                    <a:pt x="38470" y="254106"/>
                  </a:lnTo>
                  <a:lnTo>
                    <a:pt x="37998" y="254976"/>
                  </a:lnTo>
                  <a:lnTo>
                    <a:pt x="37242" y="256136"/>
                  </a:lnTo>
                  <a:lnTo>
                    <a:pt x="37431" y="256329"/>
                  </a:lnTo>
                  <a:lnTo>
                    <a:pt x="38187" y="257585"/>
                  </a:lnTo>
                  <a:lnTo>
                    <a:pt x="39321" y="259615"/>
                  </a:lnTo>
                  <a:lnTo>
                    <a:pt x="39794" y="260582"/>
                  </a:lnTo>
                  <a:lnTo>
                    <a:pt x="40172" y="261258"/>
                  </a:lnTo>
                  <a:lnTo>
                    <a:pt x="40833" y="262321"/>
                  </a:lnTo>
                  <a:lnTo>
                    <a:pt x="42251" y="264738"/>
                  </a:lnTo>
                  <a:lnTo>
                    <a:pt x="42440" y="264931"/>
                  </a:lnTo>
                  <a:lnTo>
                    <a:pt x="43007" y="265898"/>
                  </a:lnTo>
                  <a:lnTo>
                    <a:pt x="43386" y="266284"/>
                  </a:lnTo>
                  <a:lnTo>
                    <a:pt x="43575" y="266574"/>
                  </a:lnTo>
                  <a:lnTo>
                    <a:pt x="44047" y="267154"/>
                  </a:lnTo>
                  <a:lnTo>
                    <a:pt x="44709" y="267831"/>
                  </a:lnTo>
                  <a:lnTo>
                    <a:pt x="45276" y="268507"/>
                  </a:lnTo>
                  <a:lnTo>
                    <a:pt x="45465" y="268701"/>
                  </a:lnTo>
                  <a:lnTo>
                    <a:pt x="45654" y="268797"/>
                  </a:lnTo>
                  <a:lnTo>
                    <a:pt x="46505" y="269377"/>
                  </a:lnTo>
                  <a:lnTo>
                    <a:pt x="47072" y="269667"/>
                  </a:lnTo>
                  <a:lnTo>
                    <a:pt x="47450" y="269957"/>
                  </a:lnTo>
                  <a:lnTo>
                    <a:pt x="48206" y="270827"/>
                  </a:lnTo>
                  <a:lnTo>
                    <a:pt x="48395" y="271020"/>
                  </a:lnTo>
                  <a:lnTo>
                    <a:pt x="49057" y="271600"/>
                  </a:lnTo>
                  <a:lnTo>
                    <a:pt x="50569" y="273437"/>
                  </a:lnTo>
                  <a:lnTo>
                    <a:pt x="50853" y="273727"/>
                  </a:lnTo>
                  <a:lnTo>
                    <a:pt x="51704" y="274790"/>
                  </a:lnTo>
                  <a:lnTo>
                    <a:pt x="51893" y="274983"/>
                  </a:lnTo>
                  <a:lnTo>
                    <a:pt x="52082" y="274887"/>
                  </a:lnTo>
                  <a:lnTo>
                    <a:pt x="52460" y="275080"/>
                  </a:lnTo>
                  <a:lnTo>
                    <a:pt x="55674" y="272567"/>
                  </a:lnTo>
                  <a:lnTo>
                    <a:pt x="56619" y="271890"/>
                  </a:lnTo>
                  <a:lnTo>
                    <a:pt x="57469" y="271310"/>
                  </a:lnTo>
                  <a:lnTo>
                    <a:pt x="58415" y="270537"/>
                  </a:lnTo>
                  <a:lnTo>
                    <a:pt x="58982" y="270247"/>
                  </a:lnTo>
                  <a:lnTo>
                    <a:pt x="59265" y="269957"/>
                  </a:lnTo>
                  <a:lnTo>
                    <a:pt x="60305" y="269184"/>
                  </a:lnTo>
                  <a:lnTo>
                    <a:pt x="61156" y="268507"/>
                  </a:lnTo>
                  <a:lnTo>
                    <a:pt x="62007" y="267831"/>
                  </a:lnTo>
                  <a:lnTo>
                    <a:pt x="63424" y="266671"/>
                  </a:lnTo>
                  <a:lnTo>
                    <a:pt x="64370" y="265898"/>
                  </a:lnTo>
                  <a:lnTo>
                    <a:pt x="64842" y="265318"/>
                  </a:lnTo>
                  <a:lnTo>
                    <a:pt x="65409" y="264834"/>
                  </a:lnTo>
                  <a:lnTo>
                    <a:pt x="67016" y="263288"/>
                  </a:lnTo>
                  <a:lnTo>
                    <a:pt x="68623" y="261742"/>
                  </a:lnTo>
                  <a:lnTo>
                    <a:pt x="69285" y="261065"/>
                  </a:lnTo>
                  <a:lnTo>
                    <a:pt x="69379" y="260872"/>
                  </a:lnTo>
                  <a:lnTo>
                    <a:pt x="69285" y="260292"/>
                  </a:lnTo>
                  <a:lnTo>
                    <a:pt x="69474" y="259808"/>
                  </a:lnTo>
                  <a:lnTo>
                    <a:pt x="69852" y="259422"/>
                  </a:lnTo>
                  <a:lnTo>
                    <a:pt x="70136" y="259132"/>
                  </a:lnTo>
                  <a:lnTo>
                    <a:pt x="71648" y="258165"/>
                  </a:lnTo>
                  <a:lnTo>
                    <a:pt x="73916" y="257199"/>
                  </a:lnTo>
                  <a:lnTo>
                    <a:pt x="74578" y="256715"/>
                  </a:lnTo>
                  <a:lnTo>
                    <a:pt x="75051" y="256425"/>
                  </a:lnTo>
                  <a:lnTo>
                    <a:pt x="76469" y="255556"/>
                  </a:lnTo>
                  <a:lnTo>
                    <a:pt x="76941" y="255169"/>
                  </a:lnTo>
                  <a:lnTo>
                    <a:pt x="77981" y="254396"/>
                  </a:lnTo>
                  <a:lnTo>
                    <a:pt x="79021" y="253912"/>
                  </a:lnTo>
                  <a:lnTo>
                    <a:pt x="80344" y="253236"/>
                  </a:lnTo>
                  <a:lnTo>
                    <a:pt x="80628" y="253139"/>
                  </a:lnTo>
                  <a:lnTo>
                    <a:pt x="82235" y="252753"/>
                  </a:lnTo>
                  <a:lnTo>
                    <a:pt x="83747" y="252173"/>
                  </a:lnTo>
                  <a:lnTo>
                    <a:pt x="85732" y="251013"/>
                  </a:lnTo>
                  <a:lnTo>
                    <a:pt x="86299" y="250530"/>
                  </a:lnTo>
                  <a:lnTo>
                    <a:pt x="86583" y="250336"/>
                  </a:lnTo>
                  <a:lnTo>
                    <a:pt x="87717" y="249370"/>
                  </a:lnTo>
                  <a:lnTo>
                    <a:pt x="88189" y="248983"/>
                  </a:lnTo>
                  <a:lnTo>
                    <a:pt x="88473" y="248693"/>
                  </a:lnTo>
                  <a:lnTo>
                    <a:pt x="87528" y="245987"/>
                  </a:lnTo>
                  <a:lnTo>
                    <a:pt x="85543" y="240284"/>
                  </a:lnTo>
                  <a:lnTo>
                    <a:pt x="83369" y="233905"/>
                  </a:lnTo>
                  <a:lnTo>
                    <a:pt x="83180" y="233422"/>
                  </a:lnTo>
                  <a:lnTo>
                    <a:pt x="82424" y="231198"/>
                  </a:lnTo>
                  <a:lnTo>
                    <a:pt x="82045" y="230232"/>
                  </a:lnTo>
                  <a:lnTo>
                    <a:pt x="71742" y="198916"/>
                  </a:lnTo>
                  <a:lnTo>
                    <a:pt x="71270" y="199012"/>
                  </a:lnTo>
                  <a:lnTo>
                    <a:pt x="70514" y="196499"/>
                  </a:lnTo>
                  <a:lnTo>
                    <a:pt x="67962" y="187124"/>
                  </a:lnTo>
                  <a:lnTo>
                    <a:pt x="65504" y="177942"/>
                  </a:lnTo>
                  <a:lnTo>
                    <a:pt x="64937" y="176008"/>
                  </a:lnTo>
                  <a:lnTo>
                    <a:pt x="64464" y="174075"/>
                  </a:lnTo>
                  <a:lnTo>
                    <a:pt x="63708" y="170789"/>
                  </a:lnTo>
                  <a:lnTo>
                    <a:pt x="63708" y="170596"/>
                  </a:lnTo>
                  <a:lnTo>
                    <a:pt x="63519" y="169629"/>
                  </a:lnTo>
                  <a:lnTo>
                    <a:pt x="62763" y="165473"/>
                  </a:lnTo>
                  <a:lnTo>
                    <a:pt x="62479" y="163830"/>
                  </a:lnTo>
                  <a:lnTo>
                    <a:pt x="62290" y="163443"/>
                  </a:lnTo>
                  <a:lnTo>
                    <a:pt x="61818" y="162090"/>
                  </a:lnTo>
                  <a:lnTo>
                    <a:pt x="61628" y="161607"/>
                  </a:lnTo>
                  <a:lnTo>
                    <a:pt x="60116" y="159190"/>
                  </a:lnTo>
                  <a:lnTo>
                    <a:pt x="60022" y="158997"/>
                  </a:lnTo>
                  <a:lnTo>
                    <a:pt x="54728" y="152715"/>
                  </a:lnTo>
                  <a:lnTo>
                    <a:pt x="50380" y="147592"/>
                  </a:lnTo>
                  <a:lnTo>
                    <a:pt x="49908" y="148075"/>
                  </a:lnTo>
                  <a:lnTo>
                    <a:pt x="38943" y="134350"/>
                  </a:lnTo>
                  <a:lnTo>
                    <a:pt x="36202" y="131160"/>
                  </a:lnTo>
                  <a:lnTo>
                    <a:pt x="33744" y="127874"/>
                  </a:lnTo>
                  <a:lnTo>
                    <a:pt x="33461" y="127294"/>
                  </a:lnTo>
                  <a:lnTo>
                    <a:pt x="32421" y="125265"/>
                  </a:lnTo>
                  <a:lnTo>
                    <a:pt x="40928" y="119465"/>
                  </a:lnTo>
                  <a:lnTo>
                    <a:pt x="32515" y="106610"/>
                  </a:lnTo>
                  <a:lnTo>
                    <a:pt x="30909" y="104000"/>
                  </a:lnTo>
                  <a:lnTo>
                    <a:pt x="29396" y="101584"/>
                  </a:lnTo>
                  <a:lnTo>
                    <a:pt x="24575" y="93948"/>
                  </a:lnTo>
                  <a:lnTo>
                    <a:pt x="23347" y="92112"/>
                  </a:lnTo>
                  <a:lnTo>
                    <a:pt x="24765" y="91435"/>
                  </a:lnTo>
                  <a:lnTo>
                    <a:pt x="32421" y="89309"/>
                  </a:lnTo>
                  <a:lnTo>
                    <a:pt x="42157" y="87376"/>
                  </a:lnTo>
                  <a:lnTo>
                    <a:pt x="46127" y="85926"/>
                  </a:lnTo>
                  <a:lnTo>
                    <a:pt x="55579" y="84283"/>
                  </a:lnTo>
                  <a:lnTo>
                    <a:pt x="58037" y="84186"/>
                  </a:lnTo>
                  <a:lnTo>
                    <a:pt x="59738" y="83896"/>
                  </a:lnTo>
                  <a:lnTo>
                    <a:pt x="68056" y="82543"/>
                  </a:lnTo>
                  <a:lnTo>
                    <a:pt x="77225" y="81190"/>
                  </a:lnTo>
                  <a:lnTo>
                    <a:pt x="81762" y="79063"/>
                  </a:lnTo>
                  <a:lnTo>
                    <a:pt x="87811" y="76357"/>
                  </a:lnTo>
                  <a:lnTo>
                    <a:pt x="94712" y="72587"/>
                  </a:lnTo>
                  <a:lnTo>
                    <a:pt x="96791" y="71234"/>
                  </a:lnTo>
                  <a:lnTo>
                    <a:pt x="106243" y="68238"/>
                  </a:lnTo>
                  <a:lnTo>
                    <a:pt x="117964" y="64468"/>
                  </a:lnTo>
                  <a:lnTo>
                    <a:pt x="120894" y="64275"/>
                  </a:lnTo>
                  <a:lnTo>
                    <a:pt x="125810" y="63985"/>
                  </a:lnTo>
                  <a:lnTo>
                    <a:pt x="129969" y="63115"/>
                  </a:lnTo>
                  <a:lnTo>
                    <a:pt x="137530" y="60506"/>
                  </a:lnTo>
                  <a:lnTo>
                    <a:pt x="140744" y="59926"/>
                  </a:lnTo>
                  <a:lnTo>
                    <a:pt x="144431" y="59346"/>
                  </a:lnTo>
                  <a:lnTo>
                    <a:pt x="147455" y="58766"/>
                  </a:lnTo>
                  <a:lnTo>
                    <a:pt x="154356" y="56833"/>
                  </a:lnTo>
                  <a:lnTo>
                    <a:pt x="154639" y="56833"/>
                  </a:lnTo>
                  <a:lnTo>
                    <a:pt x="159743" y="57413"/>
                  </a:lnTo>
                  <a:lnTo>
                    <a:pt x="161823" y="57316"/>
                  </a:lnTo>
                  <a:lnTo>
                    <a:pt x="162863" y="57316"/>
                  </a:lnTo>
                  <a:lnTo>
                    <a:pt x="168345" y="57799"/>
                  </a:lnTo>
                  <a:lnTo>
                    <a:pt x="172693" y="57703"/>
                  </a:lnTo>
                  <a:lnTo>
                    <a:pt x="179688" y="56929"/>
                  </a:lnTo>
                  <a:lnTo>
                    <a:pt x="188573" y="55093"/>
                  </a:lnTo>
                  <a:lnTo>
                    <a:pt x="192165" y="54996"/>
                  </a:lnTo>
                  <a:lnTo>
                    <a:pt x="196324" y="55673"/>
                  </a:lnTo>
                  <a:lnTo>
                    <a:pt x="198498" y="55769"/>
                  </a:lnTo>
                  <a:lnTo>
                    <a:pt x="220427" y="55673"/>
                  </a:lnTo>
                  <a:lnTo>
                    <a:pt x="229596" y="53836"/>
                  </a:lnTo>
                  <a:lnTo>
                    <a:pt x="243396" y="51807"/>
                  </a:lnTo>
                  <a:lnTo>
                    <a:pt x="245192" y="50937"/>
                  </a:lnTo>
                  <a:lnTo>
                    <a:pt x="254644" y="49100"/>
                  </a:lnTo>
                  <a:lnTo>
                    <a:pt x="267972" y="47940"/>
                  </a:lnTo>
                  <a:lnTo>
                    <a:pt x="274589" y="46394"/>
                  </a:lnTo>
                  <a:lnTo>
                    <a:pt x="278842" y="45911"/>
                  </a:lnTo>
                  <a:lnTo>
                    <a:pt x="286121" y="43688"/>
                  </a:lnTo>
                  <a:lnTo>
                    <a:pt x="294439" y="42238"/>
                  </a:lnTo>
                  <a:lnTo>
                    <a:pt x="299070" y="42238"/>
                  </a:lnTo>
                  <a:lnTo>
                    <a:pt x="301244" y="42431"/>
                  </a:lnTo>
                  <a:lnTo>
                    <a:pt x="303135" y="42721"/>
                  </a:lnTo>
                  <a:lnTo>
                    <a:pt x="304080" y="43011"/>
                  </a:lnTo>
                  <a:lnTo>
                    <a:pt x="308239" y="44557"/>
                  </a:lnTo>
                  <a:lnTo>
                    <a:pt x="311075" y="44944"/>
                  </a:lnTo>
                  <a:lnTo>
                    <a:pt x="318164" y="45717"/>
                  </a:lnTo>
                  <a:lnTo>
                    <a:pt x="320149" y="46007"/>
                  </a:lnTo>
                  <a:lnTo>
                    <a:pt x="328467" y="47554"/>
                  </a:lnTo>
                  <a:lnTo>
                    <a:pt x="331586" y="48134"/>
                  </a:lnTo>
                  <a:lnTo>
                    <a:pt x="337068" y="49004"/>
                  </a:lnTo>
                  <a:lnTo>
                    <a:pt x="347939" y="50937"/>
                  </a:lnTo>
                  <a:lnTo>
                    <a:pt x="349640" y="50743"/>
                  </a:lnTo>
                  <a:lnTo>
                    <a:pt x="353232" y="48714"/>
                  </a:lnTo>
                  <a:lnTo>
                    <a:pt x="354555" y="48617"/>
                  </a:lnTo>
                  <a:lnTo>
                    <a:pt x="358525" y="48520"/>
                  </a:lnTo>
                  <a:lnTo>
                    <a:pt x="361834" y="48134"/>
                  </a:lnTo>
                  <a:lnTo>
                    <a:pt x="367221" y="48230"/>
                  </a:lnTo>
                  <a:lnTo>
                    <a:pt x="370719" y="49004"/>
                  </a:lnTo>
                  <a:lnTo>
                    <a:pt x="374878" y="51130"/>
                  </a:lnTo>
                  <a:lnTo>
                    <a:pt x="380833" y="50937"/>
                  </a:lnTo>
                  <a:lnTo>
                    <a:pt x="384519" y="49874"/>
                  </a:lnTo>
                  <a:lnTo>
                    <a:pt x="390190" y="49680"/>
                  </a:lnTo>
                  <a:lnTo>
                    <a:pt x="398981" y="51903"/>
                  </a:lnTo>
                  <a:lnTo>
                    <a:pt x="412120" y="52677"/>
                  </a:lnTo>
                  <a:lnTo>
                    <a:pt x="416090" y="53353"/>
                  </a:lnTo>
                  <a:lnTo>
                    <a:pt x="437925" y="49100"/>
                  </a:lnTo>
                  <a:lnTo>
                    <a:pt x="440288" y="48617"/>
                  </a:lnTo>
                  <a:lnTo>
                    <a:pt x="460799" y="40981"/>
                  </a:lnTo>
                  <a:lnTo>
                    <a:pt x="503902" y="27450"/>
                  </a:lnTo>
                  <a:lnTo>
                    <a:pt x="512031" y="24840"/>
                  </a:lnTo>
                  <a:lnTo>
                    <a:pt x="548516" y="10245"/>
                  </a:lnTo>
                  <a:lnTo>
                    <a:pt x="555228" y="7442"/>
                  </a:lnTo>
                  <a:lnTo>
                    <a:pt x="566381" y="2996"/>
                  </a:lnTo>
                  <a:lnTo>
                    <a:pt x="605419" y="2319"/>
                  </a:lnTo>
                  <a:lnTo>
                    <a:pt x="608728" y="0"/>
                  </a:lnTo>
                  <a:lnTo>
                    <a:pt x="614588" y="0"/>
                  </a:lnTo>
                  <a:lnTo>
                    <a:pt x="623284" y="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665244" y="2852188"/>
              <a:ext cx="360113" cy="551997"/>
            </a:xfrm>
            <a:custGeom>
              <a:avLst/>
              <a:pathLst>
                <a:path w="360113" h="551997">
                  <a:moveTo>
                    <a:pt x="348014" y="17977"/>
                  </a:moveTo>
                  <a:lnTo>
                    <a:pt x="349621" y="32186"/>
                  </a:lnTo>
                  <a:lnTo>
                    <a:pt x="360113" y="52097"/>
                  </a:lnTo>
                  <a:lnTo>
                    <a:pt x="358034" y="57026"/>
                  </a:lnTo>
                  <a:lnTo>
                    <a:pt x="352079" y="69301"/>
                  </a:lnTo>
                  <a:lnTo>
                    <a:pt x="348109" y="73457"/>
                  </a:lnTo>
                  <a:lnTo>
                    <a:pt x="347258" y="76067"/>
                  </a:lnTo>
                  <a:lnTo>
                    <a:pt x="345179" y="80610"/>
                  </a:lnTo>
                  <a:lnTo>
                    <a:pt x="343950" y="83606"/>
                  </a:lnTo>
                  <a:lnTo>
                    <a:pt x="341965" y="87086"/>
                  </a:lnTo>
                  <a:lnTo>
                    <a:pt x="341020" y="98878"/>
                  </a:lnTo>
                  <a:lnTo>
                    <a:pt x="343099" y="102261"/>
                  </a:lnTo>
                  <a:lnTo>
                    <a:pt x="345368" y="105064"/>
                  </a:lnTo>
                  <a:lnTo>
                    <a:pt x="346785" y="106900"/>
                  </a:lnTo>
                  <a:lnTo>
                    <a:pt x="347069" y="109896"/>
                  </a:lnTo>
                  <a:lnTo>
                    <a:pt x="343288" y="115309"/>
                  </a:lnTo>
                  <a:lnTo>
                    <a:pt x="340452" y="119079"/>
                  </a:lnTo>
                  <a:lnTo>
                    <a:pt x="339035" y="122655"/>
                  </a:lnTo>
                  <a:lnTo>
                    <a:pt x="337806" y="129421"/>
                  </a:lnTo>
                  <a:lnTo>
                    <a:pt x="338751" y="141019"/>
                  </a:lnTo>
                  <a:lnTo>
                    <a:pt x="339980" y="145562"/>
                  </a:lnTo>
                  <a:lnTo>
                    <a:pt x="341209" y="149525"/>
                  </a:lnTo>
                  <a:lnTo>
                    <a:pt x="341020" y="156194"/>
                  </a:lnTo>
                  <a:lnTo>
                    <a:pt x="340169" y="164313"/>
                  </a:lnTo>
                  <a:lnTo>
                    <a:pt x="341965" y="168759"/>
                  </a:lnTo>
                  <a:lnTo>
                    <a:pt x="343005" y="171949"/>
                  </a:lnTo>
                  <a:lnTo>
                    <a:pt x="346124" y="174269"/>
                  </a:lnTo>
                  <a:lnTo>
                    <a:pt x="345840" y="179005"/>
                  </a:lnTo>
                  <a:lnTo>
                    <a:pt x="344895" y="183451"/>
                  </a:lnTo>
                  <a:lnTo>
                    <a:pt x="346124" y="186157"/>
                  </a:lnTo>
                  <a:lnTo>
                    <a:pt x="345368" y="188380"/>
                  </a:lnTo>
                  <a:lnTo>
                    <a:pt x="344328" y="192053"/>
                  </a:lnTo>
                  <a:lnTo>
                    <a:pt x="346596" y="197369"/>
                  </a:lnTo>
                  <a:lnTo>
                    <a:pt x="348865" y="202782"/>
                  </a:lnTo>
                  <a:lnTo>
                    <a:pt x="348392" y="205005"/>
                  </a:lnTo>
                  <a:lnTo>
                    <a:pt x="349243" y="210128"/>
                  </a:lnTo>
                  <a:lnTo>
                    <a:pt x="348109" y="212834"/>
                  </a:lnTo>
                  <a:lnTo>
                    <a:pt x="346029" y="217667"/>
                  </a:lnTo>
                  <a:lnTo>
                    <a:pt x="339318" y="225496"/>
                  </a:lnTo>
                  <a:lnTo>
                    <a:pt x="336766" y="229362"/>
                  </a:lnTo>
                  <a:lnTo>
                    <a:pt x="334025" y="235451"/>
                  </a:lnTo>
                  <a:lnTo>
                    <a:pt x="333363" y="236708"/>
                  </a:lnTo>
                  <a:lnTo>
                    <a:pt x="330906" y="241927"/>
                  </a:lnTo>
                  <a:lnTo>
                    <a:pt x="330338" y="247340"/>
                  </a:lnTo>
                  <a:lnTo>
                    <a:pt x="333269" y="254299"/>
                  </a:lnTo>
                  <a:lnTo>
                    <a:pt x="334497" y="257585"/>
                  </a:lnTo>
                  <a:lnTo>
                    <a:pt x="335443" y="260195"/>
                  </a:lnTo>
                  <a:lnTo>
                    <a:pt x="335443" y="261838"/>
                  </a:lnTo>
                  <a:lnTo>
                    <a:pt x="334119" y="266671"/>
                  </a:lnTo>
                  <a:lnTo>
                    <a:pt x="327881" y="281556"/>
                  </a:lnTo>
                  <a:lnTo>
                    <a:pt x="335726" y="306493"/>
                  </a:lnTo>
                  <a:lnTo>
                    <a:pt x="333080" y="317318"/>
                  </a:lnTo>
                  <a:lnTo>
                    <a:pt x="330622" y="328530"/>
                  </a:lnTo>
                  <a:lnTo>
                    <a:pt x="329771" y="345155"/>
                  </a:lnTo>
                  <a:lnTo>
                    <a:pt x="327125" y="349118"/>
                  </a:lnTo>
                  <a:lnTo>
                    <a:pt x="325045" y="352404"/>
                  </a:lnTo>
                  <a:lnTo>
                    <a:pt x="317389" y="367869"/>
                  </a:lnTo>
                  <a:lnTo>
                    <a:pt x="310394" y="379661"/>
                  </a:lnTo>
                  <a:lnTo>
                    <a:pt x="303210" y="389036"/>
                  </a:lnTo>
                  <a:lnTo>
                    <a:pt x="301036" y="391839"/>
                  </a:lnTo>
                  <a:lnTo>
                    <a:pt x="259541" y="421996"/>
                  </a:lnTo>
                  <a:lnTo>
                    <a:pt x="253397" y="425669"/>
                  </a:lnTo>
                  <a:lnTo>
                    <a:pt x="251790" y="428278"/>
                  </a:lnTo>
                  <a:lnTo>
                    <a:pt x="251506" y="431661"/>
                  </a:lnTo>
                  <a:lnTo>
                    <a:pt x="243094" y="440553"/>
                  </a:lnTo>
                  <a:lnTo>
                    <a:pt x="240164" y="443646"/>
                  </a:lnTo>
                  <a:lnTo>
                    <a:pt x="236572" y="447319"/>
                  </a:lnTo>
                  <a:lnTo>
                    <a:pt x="224567" y="458628"/>
                  </a:lnTo>
                  <a:lnTo>
                    <a:pt x="220881" y="467810"/>
                  </a:lnTo>
                  <a:lnTo>
                    <a:pt x="215209" y="474866"/>
                  </a:lnTo>
                  <a:lnTo>
                    <a:pt x="202449" y="481729"/>
                  </a:lnTo>
                  <a:lnTo>
                    <a:pt x="194509" y="494294"/>
                  </a:lnTo>
                  <a:lnTo>
                    <a:pt x="193658" y="505409"/>
                  </a:lnTo>
                  <a:lnTo>
                    <a:pt x="191295" y="513045"/>
                  </a:lnTo>
                  <a:lnTo>
                    <a:pt x="187325" y="518167"/>
                  </a:lnTo>
                  <a:lnTo>
                    <a:pt x="185907" y="520874"/>
                  </a:lnTo>
                  <a:lnTo>
                    <a:pt x="186569" y="523870"/>
                  </a:lnTo>
                  <a:lnTo>
                    <a:pt x="187325" y="527060"/>
                  </a:lnTo>
                  <a:lnTo>
                    <a:pt x="188838" y="530249"/>
                  </a:lnTo>
                  <a:lnTo>
                    <a:pt x="188648" y="535082"/>
                  </a:lnTo>
                  <a:lnTo>
                    <a:pt x="188365" y="537595"/>
                  </a:lnTo>
                  <a:lnTo>
                    <a:pt x="190350" y="541268"/>
                  </a:lnTo>
                  <a:lnTo>
                    <a:pt x="190823" y="543298"/>
                  </a:lnTo>
                  <a:lnTo>
                    <a:pt x="190350" y="545714"/>
                  </a:lnTo>
                  <a:lnTo>
                    <a:pt x="188365" y="547937"/>
                  </a:lnTo>
                  <a:lnTo>
                    <a:pt x="187136" y="549097"/>
                  </a:lnTo>
                  <a:lnTo>
                    <a:pt x="186569" y="550064"/>
                  </a:lnTo>
                  <a:lnTo>
                    <a:pt x="182977" y="550837"/>
                  </a:lnTo>
                  <a:lnTo>
                    <a:pt x="182694" y="551320"/>
                  </a:lnTo>
                  <a:lnTo>
                    <a:pt x="182032" y="551417"/>
                  </a:lnTo>
                  <a:lnTo>
                    <a:pt x="181465" y="551513"/>
                  </a:lnTo>
                  <a:lnTo>
                    <a:pt x="181087" y="551513"/>
                  </a:lnTo>
                  <a:lnTo>
                    <a:pt x="180425" y="551610"/>
                  </a:lnTo>
                  <a:lnTo>
                    <a:pt x="180236" y="551707"/>
                  </a:lnTo>
                  <a:lnTo>
                    <a:pt x="179574" y="551803"/>
                  </a:lnTo>
                  <a:lnTo>
                    <a:pt x="179385" y="551803"/>
                  </a:lnTo>
                  <a:lnTo>
                    <a:pt x="179196" y="551803"/>
                  </a:lnTo>
                  <a:lnTo>
                    <a:pt x="177778" y="551803"/>
                  </a:lnTo>
                  <a:lnTo>
                    <a:pt x="176360" y="551900"/>
                  </a:lnTo>
                  <a:lnTo>
                    <a:pt x="175982" y="551900"/>
                  </a:lnTo>
                  <a:lnTo>
                    <a:pt x="175226" y="551900"/>
                  </a:lnTo>
                  <a:lnTo>
                    <a:pt x="174943" y="551900"/>
                  </a:lnTo>
                  <a:lnTo>
                    <a:pt x="174186" y="551900"/>
                  </a:lnTo>
                  <a:lnTo>
                    <a:pt x="173430" y="551997"/>
                  </a:lnTo>
                  <a:lnTo>
                    <a:pt x="173147" y="551997"/>
                  </a:lnTo>
                  <a:lnTo>
                    <a:pt x="172863" y="551997"/>
                  </a:lnTo>
                  <a:lnTo>
                    <a:pt x="172391" y="551997"/>
                  </a:lnTo>
                  <a:lnTo>
                    <a:pt x="172107" y="551997"/>
                  </a:lnTo>
                  <a:lnTo>
                    <a:pt x="171445" y="551997"/>
                  </a:lnTo>
                  <a:lnTo>
                    <a:pt x="170973" y="551997"/>
                  </a:lnTo>
                  <a:lnTo>
                    <a:pt x="170784" y="551997"/>
                  </a:lnTo>
                  <a:lnTo>
                    <a:pt x="168988" y="551997"/>
                  </a:lnTo>
                  <a:lnTo>
                    <a:pt x="168326" y="550934"/>
                  </a:lnTo>
                  <a:lnTo>
                    <a:pt x="168232" y="550354"/>
                  </a:lnTo>
                  <a:lnTo>
                    <a:pt x="168137" y="550160"/>
                  </a:lnTo>
                  <a:lnTo>
                    <a:pt x="168137" y="549967"/>
                  </a:lnTo>
                  <a:lnTo>
                    <a:pt x="168042" y="549097"/>
                  </a:lnTo>
                  <a:lnTo>
                    <a:pt x="167759" y="548421"/>
                  </a:lnTo>
                  <a:lnTo>
                    <a:pt x="166814" y="546777"/>
                  </a:lnTo>
                  <a:lnTo>
                    <a:pt x="166719" y="546487"/>
                  </a:lnTo>
                  <a:lnTo>
                    <a:pt x="166436" y="546197"/>
                  </a:lnTo>
                  <a:lnTo>
                    <a:pt x="165963" y="545618"/>
                  </a:lnTo>
                  <a:lnTo>
                    <a:pt x="165868" y="545424"/>
                  </a:lnTo>
                  <a:lnTo>
                    <a:pt x="165774" y="545231"/>
                  </a:lnTo>
                  <a:lnTo>
                    <a:pt x="165396" y="544168"/>
                  </a:lnTo>
                  <a:lnTo>
                    <a:pt x="165112" y="543394"/>
                  </a:lnTo>
                  <a:lnTo>
                    <a:pt x="165018" y="543104"/>
                  </a:lnTo>
                  <a:lnTo>
                    <a:pt x="164923" y="542815"/>
                  </a:lnTo>
                  <a:lnTo>
                    <a:pt x="164734" y="542041"/>
                  </a:lnTo>
                  <a:lnTo>
                    <a:pt x="164640" y="541461"/>
                  </a:lnTo>
                  <a:lnTo>
                    <a:pt x="164640" y="541171"/>
                  </a:lnTo>
                  <a:lnTo>
                    <a:pt x="164545" y="540688"/>
                  </a:lnTo>
                  <a:lnTo>
                    <a:pt x="164451" y="540301"/>
                  </a:lnTo>
                  <a:lnTo>
                    <a:pt x="164451" y="539915"/>
                  </a:lnTo>
                  <a:lnTo>
                    <a:pt x="164451" y="539625"/>
                  </a:lnTo>
                  <a:lnTo>
                    <a:pt x="164451" y="538755"/>
                  </a:lnTo>
                  <a:lnTo>
                    <a:pt x="164451" y="538465"/>
                  </a:lnTo>
                  <a:lnTo>
                    <a:pt x="164356" y="538175"/>
                  </a:lnTo>
                  <a:lnTo>
                    <a:pt x="164356" y="537982"/>
                  </a:lnTo>
                  <a:lnTo>
                    <a:pt x="164356" y="536629"/>
                  </a:lnTo>
                  <a:lnTo>
                    <a:pt x="164262" y="535855"/>
                  </a:lnTo>
                  <a:lnTo>
                    <a:pt x="164262" y="535469"/>
                  </a:lnTo>
                  <a:lnTo>
                    <a:pt x="164262" y="535275"/>
                  </a:lnTo>
                  <a:lnTo>
                    <a:pt x="163978" y="534116"/>
                  </a:lnTo>
                  <a:lnTo>
                    <a:pt x="163789" y="533536"/>
                  </a:lnTo>
                  <a:lnTo>
                    <a:pt x="162844" y="532279"/>
                  </a:lnTo>
                  <a:lnTo>
                    <a:pt x="162655" y="531796"/>
                  </a:lnTo>
                  <a:lnTo>
                    <a:pt x="161898" y="529959"/>
                  </a:lnTo>
                  <a:lnTo>
                    <a:pt x="159252" y="526963"/>
                  </a:lnTo>
                  <a:lnTo>
                    <a:pt x="158023" y="525417"/>
                  </a:lnTo>
                  <a:lnTo>
                    <a:pt x="158023" y="525127"/>
                  </a:lnTo>
                  <a:lnTo>
                    <a:pt x="158118" y="524160"/>
                  </a:lnTo>
                  <a:lnTo>
                    <a:pt x="158212" y="523484"/>
                  </a:lnTo>
                  <a:lnTo>
                    <a:pt x="158590" y="522324"/>
                  </a:lnTo>
                  <a:lnTo>
                    <a:pt x="158779" y="521937"/>
                  </a:lnTo>
                  <a:lnTo>
                    <a:pt x="159252" y="521067"/>
                  </a:lnTo>
                  <a:lnTo>
                    <a:pt x="159252" y="520777"/>
                  </a:lnTo>
                  <a:lnTo>
                    <a:pt x="159441" y="520101"/>
                  </a:lnTo>
                  <a:lnTo>
                    <a:pt x="159157" y="518651"/>
                  </a:lnTo>
                  <a:lnTo>
                    <a:pt x="157929" y="518457"/>
                  </a:lnTo>
                  <a:lnTo>
                    <a:pt x="157456" y="518361"/>
                  </a:lnTo>
                  <a:lnTo>
                    <a:pt x="156133" y="514785"/>
                  </a:lnTo>
                  <a:lnTo>
                    <a:pt x="156038" y="514398"/>
                  </a:lnTo>
                  <a:lnTo>
                    <a:pt x="155849" y="513915"/>
                  </a:lnTo>
                  <a:lnTo>
                    <a:pt x="156038" y="512561"/>
                  </a:lnTo>
                  <a:lnTo>
                    <a:pt x="156794" y="508212"/>
                  </a:lnTo>
                  <a:lnTo>
                    <a:pt x="157645" y="504732"/>
                  </a:lnTo>
                  <a:lnTo>
                    <a:pt x="157739" y="504152"/>
                  </a:lnTo>
                  <a:lnTo>
                    <a:pt x="157739" y="503283"/>
                  </a:lnTo>
                  <a:lnTo>
                    <a:pt x="157645" y="502799"/>
                  </a:lnTo>
                  <a:lnTo>
                    <a:pt x="157361" y="502316"/>
                  </a:lnTo>
                  <a:lnTo>
                    <a:pt x="157078" y="502026"/>
                  </a:lnTo>
                  <a:lnTo>
                    <a:pt x="156511" y="501736"/>
                  </a:lnTo>
                  <a:lnTo>
                    <a:pt x="154431" y="500866"/>
                  </a:lnTo>
                  <a:lnTo>
                    <a:pt x="153580" y="500383"/>
                  </a:lnTo>
                  <a:lnTo>
                    <a:pt x="153202" y="499803"/>
                  </a:lnTo>
                  <a:lnTo>
                    <a:pt x="153108" y="499513"/>
                  </a:lnTo>
                  <a:lnTo>
                    <a:pt x="153108" y="498353"/>
                  </a:lnTo>
                  <a:lnTo>
                    <a:pt x="153108" y="498063"/>
                  </a:lnTo>
                  <a:lnTo>
                    <a:pt x="153108" y="497677"/>
                  </a:lnTo>
                  <a:lnTo>
                    <a:pt x="153297" y="495647"/>
                  </a:lnTo>
                  <a:lnTo>
                    <a:pt x="153391" y="494777"/>
                  </a:lnTo>
                  <a:lnTo>
                    <a:pt x="153297" y="494584"/>
                  </a:lnTo>
                  <a:lnTo>
                    <a:pt x="153202" y="493520"/>
                  </a:lnTo>
                  <a:lnTo>
                    <a:pt x="153013" y="493230"/>
                  </a:lnTo>
                  <a:lnTo>
                    <a:pt x="152541" y="491781"/>
                  </a:lnTo>
                  <a:lnTo>
                    <a:pt x="152446" y="491587"/>
                  </a:lnTo>
                  <a:lnTo>
                    <a:pt x="152257" y="491007"/>
                  </a:lnTo>
                  <a:lnTo>
                    <a:pt x="151974" y="490331"/>
                  </a:lnTo>
                  <a:lnTo>
                    <a:pt x="151312" y="488688"/>
                  </a:lnTo>
                  <a:lnTo>
                    <a:pt x="150461" y="486561"/>
                  </a:lnTo>
                  <a:lnTo>
                    <a:pt x="150083" y="485788"/>
                  </a:lnTo>
                  <a:lnTo>
                    <a:pt x="149421" y="484725"/>
                  </a:lnTo>
                  <a:lnTo>
                    <a:pt x="148476" y="484242"/>
                  </a:lnTo>
                  <a:lnTo>
                    <a:pt x="145168" y="482695"/>
                  </a:lnTo>
                  <a:lnTo>
                    <a:pt x="143939" y="482212"/>
                  </a:lnTo>
                  <a:lnTo>
                    <a:pt x="143088" y="481825"/>
                  </a:lnTo>
                  <a:lnTo>
                    <a:pt x="130422" y="483952"/>
                  </a:lnTo>
                  <a:lnTo>
                    <a:pt x="120875" y="485885"/>
                  </a:lnTo>
                  <a:lnTo>
                    <a:pt x="118701" y="486271"/>
                  </a:lnTo>
                  <a:lnTo>
                    <a:pt x="118418" y="486368"/>
                  </a:lnTo>
                  <a:lnTo>
                    <a:pt x="118323" y="485691"/>
                  </a:lnTo>
                  <a:lnTo>
                    <a:pt x="118134" y="484821"/>
                  </a:lnTo>
                  <a:lnTo>
                    <a:pt x="116906" y="479312"/>
                  </a:lnTo>
                  <a:lnTo>
                    <a:pt x="112368" y="458145"/>
                  </a:lnTo>
                  <a:lnTo>
                    <a:pt x="110951" y="451669"/>
                  </a:lnTo>
                  <a:lnTo>
                    <a:pt x="103294" y="452829"/>
                  </a:lnTo>
                  <a:lnTo>
                    <a:pt x="96772" y="453699"/>
                  </a:lnTo>
                  <a:lnTo>
                    <a:pt x="79947" y="456212"/>
                  </a:lnTo>
                  <a:lnTo>
                    <a:pt x="77584" y="456502"/>
                  </a:lnTo>
                  <a:lnTo>
                    <a:pt x="73141" y="457178"/>
                  </a:lnTo>
                  <a:lnTo>
                    <a:pt x="64634" y="458435"/>
                  </a:lnTo>
                  <a:lnTo>
                    <a:pt x="58207" y="459305"/>
                  </a:lnTo>
                  <a:lnTo>
                    <a:pt x="39964" y="462011"/>
                  </a:lnTo>
                  <a:lnTo>
                    <a:pt x="39775" y="460851"/>
                  </a:lnTo>
                  <a:lnTo>
                    <a:pt x="39397" y="458725"/>
                  </a:lnTo>
                  <a:lnTo>
                    <a:pt x="39302" y="458435"/>
                  </a:lnTo>
                  <a:lnTo>
                    <a:pt x="39208" y="457468"/>
                  </a:lnTo>
                  <a:lnTo>
                    <a:pt x="36939" y="443453"/>
                  </a:lnTo>
                  <a:lnTo>
                    <a:pt x="36466" y="440650"/>
                  </a:lnTo>
                  <a:lnTo>
                    <a:pt x="33914" y="424605"/>
                  </a:lnTo>
                  <a:lnTo>
                    <a:pt x="33631" y="423156"/>
                  </a:lnTo>
                  <a:lnTo>
                    <a:pt x="33536" y="422479"/>
                  </a:lnTo>
                  <a:lnTo>
                    <a:pt x="33064" y="419193"/>
                  </a:lnTo>
                  <a:lnTo>
                    <a:pt x="32497" y="415036"/>
                  </a:lnTo>
                  <a:lnTo>
                    <a:pt x="32402" y="413683"/>
                  </a:lnTo>
                  <a:lnTo>
                    <a:pt x="32402" y="412137"/>
                  </a:lnTo>
                  <a:lnTo>
                    <a:pt x="32307" y="411654"/>
                  </a:lnTo>
                  <a:lnTo>
                    <a:pt x="32307" y="410590"/>
                  </a:lnTo>
                  <a:lnTo>
                    <a:pt x="32307" y="410397"/>
                  </a:lnTo>
                  <a:lnTo>
                    <a:pt x="32307" y="409430"/>
                  </a:lnTo>
                  <a:lnTo>
                    <a:pt x="32307" y="408077"/>
                  </a:lnTo>
                  <a:lnTo>
                    <a:pt x="32213" y="406627"/>
                  </a:lnTo>
                  <a:lnTo>
                    <a:pt x="32024" y="404984"/>
                  </a:lnTo>
                  <a:lnTo>
                    <a:pt x="31646" y="402568"/>
                  </a:lnTo>
                  <a:lnTo>
                    <a:pt x="30417" y="394546"/>
                  </a:lnTo>
                  <a:lnTo>
                    <a:pt x="29188" y="386523"/>
                  </a:lnTo>
                  <a:lnTo>
                    <a:pt x="27109" y="373088"/>
                  </a:lnTo>
                  <a:lnTo>
                    <a:pt x="26920" y="371348"/>
                  </a:lnTo>
                  <a:lnTo>
                    <a:pt x="25974" y="365646"/>
                  </a:lnTo>
                  <a:lnTo>
                    <a:pt x="25124" y="359943"/>
                  </a:lnTo>
                  <a:lnTo>
                    <a:pt x="24935" y="358880"/>
                  </a:lnTo>
                  <a:lnTo>
                    <a:pt x="24651" y="356560"/>
                  </a:lnTo>
                  <a:lnTo>
                    <a:pt x="24178" y="353564"/>
                  </a:lnTo>
                  <a:lnTo>
                    <a:pt x="23517" y="349408"/>
                  </a:lnTo>
                  <a:lnTo>
                    <a:pt x="22855" y="345155"/>
                  </a:lnTo>
                  <a:lnTo>
                    <a:pt x="22477" y="342159"/>
                  </a:lnTo>
                  <a:lnTo>
                    <a:pt x="20965" y="332300"/>
                  </a:lnTo>
                  <a:lnTo>
                    <a:pt x="19925" y="325824"/>
                  </a:lnTo>
                  <a:lnTo>
                    <a:pt x="19641" y="323987"/>
                  </a:lnTo>
                  <a:lnTo>
                    <a:pt x="19547" y="323021"/>
                  </a:lnTo>
                  <a:lnTo>
                    <a:pt x="18696" y="317511"/>
                  </a:lnTo>
                  <a:lnTo>
                    <a:pt x="18318" y="315385"/>
                  </a:lnTo>
                  <a:lnTo>
                    <a:pt x="17373" y="308909"/>
                  </a:lnTo>
                  <a:lnTo>
                    <a:pt x="16711" y="304366"/>
                  </a:lnTo>
                  <a:lnTo>
                    <a:pt x="15766" y="298374"/>
                  </a:lnTo>
                  <a:lnTo>
                    <a:pt x="15577" y="297311"/>
                  </a:lnTo>
                  <a:lnTo>
                    <a:pt x="15577" y="297021"/>
                  </a:lnTo>
                  <a:lnTo>
                    <a:pt x="15388" y="296151"/>
                  </a:lnTo>
                  <a:lnTo>
                    <a:pt x="14915" y="292961"/>
                  </a:lnTo>
                  <a:lnTo>
                    <a:pt x="13875" y="286292"/>
                  </a:lnTo>
                  <a:lnTo>
                    <a:pt x="13592" y="284552"/>
                  </a:lnTo>
                  <a:lnTo>
                    <a:pt x="13497" y="283876"/>
                  </a:lnTo>
                  <a:lnTo>
                    <a:pt x="13497" y="283682"/>
                  </a:lnTo>
                  <a:lnTo>
                    <a:pt x="13025" y="280783"/>
                  </a:lnTo>
                  <a:lnTo>
                    <a:pt x="10662" y="265318"/>
                  </a:lnTo>
                  <a:lnTo>
                    <a:pt x="10567" y="264158"/>
                  </a:lnTo>
                  <a:lnTo>
                    <a:pt x="4329" y="222789"/>
                  </a:lnTo>
                  <a:lnTo>
                    <a:pt x="0" y="193935"/>
                  </a:lnTo>
                  <a:lnTo>
                    <a:pt x="0" y="161782"/>
                  </a:lnTo>
                  <a:lnTo>
                    <a:pt x="9622" y="160544"/>
                  </a:lnTo>
                  <a:lnTo>
                    <a:pt x="49700" y="154164"/>
                  </a:lnTo>
                  <a:lnTo>
                    <a:pt x="50456" y="154068"/>
                  </a:lnTo>
                  <a:lnTo>
                    <a:pt x="50739" y="155518"/>
                  </a:lnTo>
                  <a:lnTo>
                    <a:pt x="50928" y="155614"/>
                  </a:lnTo>
                  <a:lnTo>
                    <a:pt x="51874" y="155904"/>
                  </a:lnTo>
                  <a:lnTo>
                    <a:pt x="55655" y="157161"/>
                  </a:lnTo>
                  <a:lnTo>
                    <a:pt x="58207" y="157934"/>
                  </a:lnTo>
                  <a:lnTo>
                    <a:pt x="58490" y="158031"/>
                  </a:lnTo>
                  <a:lnTo>
                    <a:pt x="58679" y="158031"/>
                  </a:lnTo>
                  <a:lnTo>
                    <a:pt x="67565" y="155518"/>
                  </a:lnTo>
                  <a:lnTo>
                    <a:pt x="70306" y="154744"/>
                  </a:lnTo>
                  <a:lnTo>
                    <a:pt x="70873" y="154648"/>
                  </a:lnTo>
                  <a:lnTo>
                    <a:pt x="73047" y="154068"/>
                  </a:lnTo>
                  <a:lnTo>
                    <a:pt x="73519" y="154068"/>
                  </a:lnTo>
                  <a:lnTo>
                    <a:pt x="73141" y="152715"/>
                  </a:lnTo>
                  <a:lnTo>
                    <a:pt x="73047" y="152038"/>
                  </a:lnTo>
                  <a:lnTo>
                    <a:pt x="73141" y="151458"/>
                  </a:lnTo>
                  <a:lnTo>
                    <a:pt x="73519" y="150491"/>
                  </a:lnTo>
                  <a:lnTo>
                    <a:pt x="74370" y="147882"/>
                  </a:lnTo>
                  <a:lnTo>
                    <a:pt x="75504" y="144499"/>
                  </a:lnTo>
                  <a:lnTo>
                    <a:pt x="77111" y="139859"/>
                  </a:lnTo>
                  <a:lnTo>
                    <a:pt x="77206" y="139376"/>
                  </a:lnTo>
                  <a:lnTo>
                    <a:pt x="77773" y="138893"/>
                  </a:lnTo>
                  <a:lnTo>
                    <a:pt x="79002" y="137733"/>
                  </a:lnTo>
                  <a:lnTo>
                    <a:pt x="79191" y="137540"/>
                  </a:lnTo>
                  <a:lnTo>
                    <a:pt x="79758" y="137056"/>
                  </a:lnTo>
                  <a:lnTo>
                    <a:pt x="80042" y="137346"/>
                  </a:lnTo>
                  <a:lnTo>
                    <a:pt x="80231" y="137540"/>
                  </a:lnTo>
                  <a:lnTo>
                    <a:pt x="80325" y="137830"/>
                  </a:lnTo>
                  <a:lnTo>
                    <a:pt x="80420" y="138023"/>
                  </a:lnTo>
                  <a:lnTo>
                    <a:pt x="80231" y="138313"/>
                  </a:lnTo>
                  <a:lnTo>
                    <a:pt x="80420" y="138313"/>
                  </a:lnTo>
                  <a:lnTo>
                    <a:pt x="80703" y="138410"/>
                  </a:lnTo>
                  <a:lnTo>
                    <a:pt x="81081" y="138410"/>
                  </a:lnTo>
                  <a:lnTo>
                    <a:pt x="82121" y="138893"/>
                  </a:lnTo>
                  <a:lnTo>
                    <a:pt x="85524" y="138796"/>
                  </a:lnTo>
                  <a:lnTo>
                    <a:pt x="85807" y="138506"/>
                  </a:lnTo>
                  <a:lnTo>
                    <a:pt x="86280" y="138120"/>
                  </a:lnTo>
                  <a:lnTo>
                    <a:pt x="87225" y="135510"/>
                  </a:lnTo>
                  <a:lnTo>
                    <a:pt x="87981" y="135607"/>
                  </a:lnTo>
                  <a:lnTo>
                    <a:pt x="88171" y="135220"/>
                  </a:lnTo>
                  <a:lnTo>
                    <a:pt x="88171" y="135027"/>
                  </a:lnTo>
                  <a:lnTo>
                    <a:pt x="88171" y="134543"/>
                  </a:lnTo>
                  <a:lnTo>
                    <a:pt x="88076" y="134157"/>
                  </a:lnTo>
                  <a:lnTo>
                    <a:pt x="88076" y="133867"/>
                  </a:lnTo>
                  <a:lnTo>
                    <a:pt x="88171" y="133094"/>
                  </a:lnTo>
                  <a:lnTo>
                    <a:pt x="88454" y="132610"/>
                  </a:lnTo>
                  <a:lnTo>
                    <a:pt x="89021" y="131837"/>
                  </a:lnTo>
                  <a:lnTo>
                    <a:pt x="89210" y="131450"/>
                  </a:lnTo>
                  <a:lnTo>
                    <a:pt x="89588" y="131064"/>
                  </a:lnTo>
                  <a:lnTo>
                    <a:pt x="90534" y="130291"/>
                  </a:lnTo>
                  <a:lnTo>
                    <a:pt x="92235" y="128937"/>
                  </a:lnTo>
                  <a:lnTo>
                    <a:pt x="94031" y="127198"/>
                  </a:lnTo>
                  <a:lnTo>
                    <a:pt x="95071" y="126521"/>
                  </a:lnTo>
                  <a:lnTo>
                    <a:pt x="95921" y="125844"/>
                  </a:lnTo>
                  <a:lnTo>
                    <a:pt x="96489" y="124395"/>
                  </a:lnTo>
                  <a:lnTo>
                    <a:pt x="98474" y="123138"/>
                  </a:lnTo>
                  <a:lnTo>
                    <a:pt x="99041" y="122848"/>
                  </a:lnTo>
                  <a:lnTo>
                    <a:pt x="100648" y="122172"/>
                  </a:lnTo>
                  <a:lnTo>
                    <a:pt x="101120" y="121978"/>
                  </a:lnTo>
                  <a:lnTo>
                    <a:pt x="102633" y="121592"/>
                  </a:lnTo>
                  <a:lnTo>
                    <a:pt x="104712" y="120528"/>
                  </a:lnTo>
                  <a:lnTo>
                    <a:pt x="106603" y="119562"/>
                  </a:lnTo>
                  <a:lnTo>
                    <a:pt x="107075" y="119272"/>
                  </a:lnTo>
                  <a:lnTo>
                    <a:pt x="107737" y="118982"/>
                  </a:lnTo>
                  <a:lnTo>
                    <a:pt x="108871" y="118499"/>
                  </a:lnTo>
                  <a:lnTo>
                    <a:pt x="113125" y="115889"/>
                  </a:lnTo>
                  <a:lnTo>
                    <a:pt x="113408" y="115599"/>
                  </a:lnTo>
                  <a:lnTo>
                    <a:pt x="113786" y="115212"/>
                  </a:lnTo>
                  <a:lnTo>
                    <a:pt x="115677" y="113376"/>
                  </a:lnTo>
                  <a:lnTo>
                    <a:pt x="118418" y="110186"/>
                  </a:lnTo>
                  <a:lnTo>
                    <a:pt x="120592" y="106320"/>
                  </a:lnTo>
                  <a:lnTo>
                    <a:pt x="121726" y="103904"/>
                  </a:lnTo>
                  <a:lnTo>
                    <a:pt x="123806" y="102454"/>
                  </a:lnTo>
                  <a:lnTo>
                    <a:pt x="125791" y="99748"/>
                  </a:lnTo>
                  <a:lnTo>
                    <a:pt x="127209" y="94528"/>
                  </a:lnTo>
                  <a:lnTo>
                    <a:pt x="128154" y="87472"/>
                  </a:lnTo>
                  <a:lnTo>
                    <a:pt x="129761" y="85926"/>
                  </a:lnTo>
                  <a:lnTo>
                    <a:pt x="134581" y="84669"/>
                  </a:lnTo>
                  <a:lnTo>
                    <a:pt x="136850" y="83799"/>
                  </a:lnTo>
                  <a:lnTo>
                    <a:pt x="139780" y="81770"/>
                  </a:lnTo>
                  <a:lnTo>
                    <a:pt x="143656" y="80610"/>
                  </a:lnTo>
                  <a:lnTo>
                    <a:pt x="151217" y="76550"/>
                  </a:lnTo>
                  <a:lnTo>
                    <a:pt x="159157" y="71138"/>
                  </a:lnTo>
                  <a:lnTo>
                    <a:pt x="164829" y="66208"/>
                  </a:lnTo>
                  <a:lnTo>
                    <a:pt x="167570" y="61955"/>
                  </a:lnTo>
                  <a:lnTo>
                    <a:pt x="171540" y="55286"/>
                  </a:lnTo>
                  <a:lnTo>
                    <a:pt x="182410" y="50067"/>
                  </a:lnTo>
                  <a:lnTo>
                    <a:pt x="184206" y="49100"/>
                  </a:lnTo>
                  <a:lnTo>
                    <a:pt x="191390" y="48230"/>
                  </a:lnTo>
                  <a:lnTo>
                    <a:pt x="199424" y="47167"/>
                  </a:lnTo>
                  <a:lnTo>
                    <a:pt x="204812" y="46104"/>
                  </a:lnTo>
                  <a:lnTo>
                    <a:pt x="207931" y="46297"/>
                  </a:lnTo>
                  <a:lnTo>
                    <a:pt x="214453" y="44268"/>
                  </a:lnTo>
                  <a:lnTo>
                    <a:pt x="218896" y="43784"/>
                  </a:lnTo>
                  <a:lnTo>
                    <a:pt x="225985" y="44268"/>
                  </a:lnTo>
                  <a:lnTo>
                    <a:pt x="235910" y="45814"/>
                  </a:lnTo>
                  <a:lnTo>
                    <a:pt x="240164" y="42141"/>
                  </a:lnTo>
                  <a:lnTo>
                    <a:pt x="245362" y="39725"/>
                  </a:lnTo>
                  <a:lnTo>
                    <a:pt x="250467" y="38275"/>
                  </a:lnTo>
                  <a:lnTo>
                    <a:pt x="261337" y="36535"/>
                  </a:lnTo>
                  <a:lnTo>
                    <a:pt x="263700" y="34795"/>
                  </a:lnTo>
                  <a:lnTo>
                    <a:pt x="267386" y="33442"/>
                  </a:lnTo>
                  <a:lnTo>
                    <a:pt x="273814" y="31992"/>
                  </a:lnTo>
                  <a:lnTo>
                    <a:pt x="279863" y="27933"/>
                  </a:lnTo>
                  <a:lnTo>
                    <a:pt x="288559" y="22423"/>
                  </a:lnTo>
                  <a:lnTo>
                    <a:pt x="291395" y="20007"/>
                  </a:lnTo>
                  <a:lnTo>
                    <a:pt x="294136" y="18557"/>
                  </a:lnTo>
                  <a:lnTo>
                    <a:pt x="298673" y="14401"/>
                  </a:lnTo>
                  <a:lnTo>
                    <a:pt x="305195" y="13241"/>
                  </a:lnTo>
                  <a:lnTo>
                    <a:pt x="317767" y="13821"/>
                  </a:lnTo>
                  <a:lnTo>
                    <a:pt x="327692" y="14111"/>
                  </a:lnTo>
                  <a:lnTo>
                    <a:pt x="332418" y="13725"/>
                  </a:lnTo>
                  <a:lnTo>
                    <a:pt x="341020" y="1933"/>
                  </a:lnTo>
                  <a:lnTo>
                    <a:pt x="352173" y="0"/>
                  </a:lnTo>
                  <a:lnTo>
                    <a:pt x="348014" y="17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1687817" y="3852858"/>
              <a:ext cx="253605" cy="278656"/>
            </a:xfrm>
            <a:custGeom>
              <a:avLst/>
              <a:pathLst>
                <a:path w="253605" h="278656">
                  <a:moveTo>
                    <a:pt x="239615" y="12371"/>
                  </a:moveTo>
                  <a:lnTo>
                    <a:pt x="239048" y="15464"/>
                  </a:lnTo>
                  <a:lnTo>
                    <a:pt x="238954" y="15948"/>
                  </a:lnTo>
                  <a:lnTo>
                    <a:pt x="238103" y="21650"/>
                  </a:lnTo>
                  <a:lnTo>
                    <a:pt x="236118" y="33635"/>
                  </a:lnTo>
                  <a:lnTo>
                    <a:pt x="236496" y="35859"/>
                  </a:lnTo>
                  <a:lnTo>
                    <a:pt x="236496" y="36245"/>
                  </a:lnTo>
                  <a:lnTo>
                    <a:pt x="236969" y="39048"/>
                  </a:lnTo>
                  <a:lnTo>
                    <a:pt x="237063" y="39725"/>
                  </a:lnTo>
                  <a:lnTo>
                    <a:pt x="237252" y="41175"/>
                  </a:lnTo>
                  <a:lnTo>
                    <a:pt x="237347" y="41755"/>
                  </a:lnTo>
                  <a:lnTo>
                    <a:pt x="237441" y="42044"/>
                  </a:lnTo>
                  <a:lnTo>
                    <a:pt x="237441" y="42528"/>
                  </a:lnTo>
                  <a:lnTo>
                    <a:pt x="237630" y="43688"/>
                  </a:lnTo>
                  <a:lnTo>
                    <a:pt x="237725" y="43978"/>
                  </a:lnTo>
                  <a:lnTo>
                    <a:pt x="239804" y="57703"/>
                  </a:lnTo>
                  <a:lnTo>
                    <a:pt x="240088" y="59926"/>
                  </a:lnTo>
                  <a:lnTo>
                    <a:pt x="240182" y="60216"/>
                  </a:lnTo>
                  <a:lnTo>
                    <a:pt x="241695" y="70751"/>
                  </a:lnTo>
                  <a:lnTo>
                    <a:pt x="243302" y="81093"/>
                  </a:lnTo>
                  <a:lnTo>
                    <a:pt x="244341" y="87762"/>
                  </a:lnTo>
                  <a:lnTo>
                    <a:pt x="244530" y="89212"/>
                  </a:lnTo>
                  <a:lnTo>
                    <a:pt x="244720" y="90565"/>
                  </a:lnTo>
                  <a:lnTo>
                    <a:pt x="244814" y="90855"/>
                  </a:lnTo>
                  <a:lnTo>
                    <a:pt x="244909" y="91725"/>
                  </a:lnTo>
                  <a:lnTo>
                    <a:pt x="245003" y="92402"/>
                  </a:lnTo>
                  <a:lnTo>
                    <a:pt x="245381" y="95011"/>
                  </a:lnTo>
                  <a:lnTo>
                    <a:pt x="245854" y="98201"/>
                  </a:lnTo>
                  <a:lnTo>
                    <a:pt x="246043" y="98974"/>
                  </a:lnTo>
                  <a:lnTo>
                    <a:pt x="246137" y="99941"/>
                  </a:lnTo>
                  <a:lnTo>
                    <a:pt x="246232" y="100714"/>
                  </a:lnTo>
                  <a:lnTo>
                    <a:pt x="246326" y="101197"/>
                  </a:lnTo>
                  <a:lnTo>
                    <a:pt x="246326" y="101391"/>
                  </a:lnTo>
                  <a:lnTo>
                    <a:pt x="246515" y="102164"/>
                  </a:lnTo>
                  <a:lnTo>
                    <a:pt x="247083" y="106417"/>
                  </a:lnTo>
                  <a:lnTo>
                    <a:pt x="247461" y="108447"/>
                  </a:lnTo>
                  <a:lnTo>
                    <a:pt x="247650" y="109606"/>
                  </a:lnTo>
                  <a:lnTo>
                    <a:pt x="247933" y="111636"/>
                  </a:lnTo>
                  <a:lnTo>
                    <a:pt x="248217" y="113956"/>
                  </a:lnTo>
                  <a:lnTo>
                    <a:pt x="249351" y="121398"/>
                  </a:lnTo>
                  <a:lnTo>
                    <a:pt x="249446" y="121882"/>
                  </a:lnTo>
                  <a:lnTo>
                    <a:pt x="251903" y="139279"/>
                  </a:lnTo>
                  <a:lnTo>
                    <a:pt x="253416" y="149718"/>
                  </a:lnTo>
                  <a:lnTo>
                    <a:pt x="253605" y="151168"/>
                  </a:lnTo>
                  <a:lnTo>
                    <a:pt x="252848" y="151361"/>
                  </a:lnTo>
                  <a:lnTo>
                    <a:pt x="251903" y="151458"/>
                  </a:lnTo>
                  <a:lnTo>
                    <a:pt x="241695" y="153005"/>
                  </a:lnTo>
                  <a:lnTo>
                    <a:pt x="239804" y="153294"/>
                  </a:lnTo>
                  <a:lnTo>
                    <a:pt x="233755" y="154164"/>
                  </a:lnTo>
                  <a:lnTo>
                    <a:pt x="232526" y="154358"/>
                  </a:lnTo>
                  <a:lnTo>
                    <a:pt x="232148" y="154454"/>
                  </a:lnTo>
                  <a:lnTo>
                    <a:pt x="221089" y="156097"/>
                  </a:lnTo>
                  <a:lnTo>
                    <a:pt x="215417" y="156871"/>
                  </a:lnTo>
                  <a:lnTo>
                    <a:pt x="207477" y="157934"/>
                  </a:lnTo>
                  <a:lnTo>
                    <a:pt x="202279" y="158514"/>
                  </a:lnTo>
                  <a:lnTo>
                    <a:pt x="201428" y="169049"/>
                  </a:lnTo>
                  <a:lnTo>
                    <a:pt x="200577" y="180648"/>
                  </a:lnTo>
                  <a:lnTo>
                    <a:pt x="186777" y="182774"/>
                  </a:lnTo>
                  <a:lnTo>
                    <a:pt x="183752" y="183161"/>
                  </a:lnTo>
                  <a:lnTo>
                    <a:pt x="173449" y="182581"/>
                  </a:lnTo>
                  <a:lnTo>
                    <a:pt x="165509" y="182291"/>
                  </a:lnTo>
                  <a:lnTo>
                    <a:pt x="164375" y="182194"/>
                  </a:lnTo>
                  <a:lnTo>
                    <a:pt x="159460" y="182001"/>
                  </a:lnTo>
                  <a:lnTo>
                    <a:pt x="157475" y="183837"/>
                  </a:lnTo>
                  <a:lnTo>
                    <a:pt x="151709" y="188864"/>
                  </a:lnTo>
                  <a:lnTo>
                    <a:pt x="146605" y="193406"/>
                  </a:lnTo>
                  <a:lnTo>
                    <a:pt x="143107" y="196499"/>
                  </a:lnTo>
                  <a:lnTo>
                    <a:pt x="142918" y="196693"/>
                  </a:lnTo>
                  <a:lnTo>
                    <a:pt x="139610" y="199689"/>
                  </a:lnTo>
                  <a:lnTo>
                    <a:pt x="137625" y="201332"/>
                  </a:lnTo>
                  <a:lnTo>
                    <a:pt x="137341" y="201622"/>
                  </a:lnTo>
                  <a:lnTo>
                    <a:pt x="136963" y="202009"/>
                  </a:lnTo>
                  <a:lnTo>
                    <a:pt x="136018" y="202975"/>
                  </a:lnTo>
                  <a:lnTo>
                    <a:pt x="134317" y="204425"/>
                  </a:lnTo>
                  <a:lnTo>
                    <a:pt x="130347" y="208968"/>
                  </a:lnTo>
                  <a:lnTo>
                    <a:pt x="128362" y="211384"/>
                  </a:lnTo>
                  <a:lnTo>
                    <a:pt x="127984" y="211867"/>
                  </a:lnTo>
                  <a:lnTo>
                    <a:pt x="125053" y="216604"/>
                  </a:lnTo>
                  <a:lnTo>
                    <a:pt x="123447" y="219793"/>
                  </a:lnTo>
                  <a:lnTo>
                    <a:pt x="121083" y="224336"/>
                  </a:lnTo>
                  <a:lnTo>
                    <a:pt x="120800" y="224819"/>
                  </a:lnTo>
                  <a:lnTo>
                    <a:pt x="118626" y="229169"/>
                  </a:lnTo>
                  <a:lnTo>
                    <a:pt x="113144" y="239897"/>
                  </a:lnTo>
                  <a:lnTo>
                    <a:pt x="111348" y="243474"/>
                  </a:lnTo>
                  <a:lnTo>
                    <a:pt x="103313" y="259615"/>
                  </a:lnTo>
                  <a:lnTo>
                    <a:pt x="101139" y="264158"/>
                  </a:lnTo>
                  <a:lnTo>
                    <a:pt x="93483" y="278656"/>
                  </a:lnTo>
                  <a:lnTo>
                    <a:pt x="86772" y="274113"/>
                  </a:lnTo>
                  <a:lnTo>
                    <a:pt x="82707" y="271310"/>
                  </a:lnTo>
                  <a:lnTo>
                    <a:pt x="82424" y="271117"/>
                  </a:lnTo>
                  <a:lnTo>
                    <a:pt x="80911" y="270054"/>
                  </a:lnTo>
                  <a:lnTo>
                    <a:pt x="79966" y="269377"/>
                  </a:lnTo>
                  <a:lnTo>
                    <a:pt x="78454" y="268411"/>
                  </a:lnTo>
                  <a:lnTo>
                    <a:pt x="77508" y="267734"/>
                  </a:lnTo>
                  <a:lnTo>
                    <a:pt x="77225" y="267541"/>
                  </a:lnTo>
                  <a:lnTo>
                    <a:pt x="76847" y="267251"/>
                  </a:lnTo>
                  <a:lnTo>
                    <a:pt x="74484" y="265704"/>
                  </a:lnTo>
                  <a:lnTo>
                    <a:pt x="71931" y="263868"/>
                  </a:lnTo>
                  <a:lnTo>
                    <a:pt x="69285" y="262128"/>
                  </a:lnTo>
                  <a:lnTo>
                    <a:pt x="65788" y="259615"/>
                  </a:lnTo>
                  <a:lnTo>
                    <a:pt x="64653" y="258939"/>
                  </a:lnTo>
                  <a:lnTo>
                    <a:pt x="64275" y="258649"/>
                  </a:lnTo>
                  <a:lnTo>
                    <a:pt x="61534" y="256812"/>
                  </a:lnTo>
                  <a:lnTo>
                    <a:pt x="59549" y="255459"/>
                  </a:lnTo>
                  <a:lnTo>
                    <a:pt x="55579" y="252753"/>
                  </a:lnTo>
                  <a:lnTo>
                    <a:pt x="51420" y="249853"/>
                  </a:lnTo>
                  <a:lnTo>
                    <a:pt x="50664" y="249466"/>
                  </a:lnTo>
                  <a:lnTo>
                    <a:pt x="42251" y="243667"/>
                  </a:lnTo>
                  <a:lnTo>
                    <a:pt x="26939" y="233518"/>
                  </a:lnTo>
                  <a:lnTo>
                    <a:pt x="14462" y="225399"/>
                  </a:lnTo>
                  <a:lnTo>
                    <a:pt x="378" y="215540"/>
                  </a:lnTo>
                  <a:lnTo>
                    <a:pt x="0" y="215250"/>
                  </a:lnTo>
                  <a:lnTo>
                    <a:pt x="3780" y="210708"/>
                  </a:lnTo>
                  <a:lnTo>
                    <a:pt x="8034" y="205392"/>
                  </a:lnTo>
                  <a:lnTo>
                    <a:pt x="14840" y="197079"/>
                  </a:lnTo>
                  <a:lnTo>
                    <a:pt x="15690" y="195919"/>
                  </a:lnTo>
                  <a:lnTo>
                    <a:pt x="23725" y="186061"/>
                  </a:lnTo>
                  <a:lnTo>
                    <a:pt x="30530" y="177652"/>
                  </a:lnTo>
                  <a:lnTo>
                    <a:pt x="30625" y="177458"/>
                  </a:lnTo>
                  <a:lnTo>
                    <a:pt x="38187" y="168179"/>
                  </a:lnTo>
                  <a:lnTo>
                    <a:pt x="39132" y="167020"/>
                  </a:lnTo>
                  <a:lnTo>
                    <a:pt x="45276" y="158707"/>
                  </a:lnTo>
                  <a:lnTo>
                    <a:pt x="52176" y="150878"/>
                  </a:lnTo>
                  <a:lnTo>
                    <a:pt x="52271" y="150685"/>
                  </a:lnTo>
                  <a:lnTo>
                    <a:pt x="57469" y="144209"/>
                  </a:lnTo>
                  <a:lnTo>
                    <a:pt x="58226" y="143339"/>
                  </a:lnTo>
                  <a:lnTo>
                    <a:pt x="61912" y="138700"/>
                  </a:lnTo>
                  <a:lnTo>
                    <a:pt x="65788" y="133867"/>
                  </a:lnTo>
                  <a:lnTo>
                    <a:pt x="73444" y="124298"/>
                  </a:lnTo>
                  <a:lnTo>
                    <a:pt x="81100" y="114729"/>
                  </a:lnTo>
                  <a:lnTo>
                    <a:pt x="85070" y="109800"/>
                  </a:lnTo>
                  <a:lnTo>
                    <a:pt x="88284" y="105837"/>
                  </a:lnTo>
                  <a:lnTo>
                    <a:pt x="88757" y="105160"/>
                  </a:lnTo>
                  <a:lnTo>
                    <a:pt x="96318" y="95881"/>
                  </a:lnTo>
                  <a:lnTo>
                    <a:pt x="100194" y="90952"/>
                  </a:lnTo>
                  <a:lnTo>
                    <a:pt x="103786" y="86506"/>
                  </a:lnTo>
                  <a:lnTo>
                    <a:pt x="103880" y="86313"/>
                  </a:lnTo>
                  <a:lnTo>
                    <a:pt x="111631" y="76744"/>
                  </a:lnTo>
                  <a:lnTo>
                    <a:pt x="119193" y="67368"/>
                  </a:lnTo>
                  <a:lnTo>
                    <a:pt x="119382" y="67078"/>
                  </a:lnTo>
                  <a:lnTo>
                    <a:pt x="126755" y="57799"/>
                  </a:lnTo>
                  <a:lnTo>
                    <a:pt x="134317" y="48520"/>
                  </a:lnTo>
                  <a:lnTo>
                    <a:pt x="134695" y="48037"/>
                  </a:lnTo>
                  <a:lnTo>
                    <a:pt x="142162" y="38952"/>
                  </a:lnTo>
                  <a:lnTo>
                    <a:pt x="150007" y="29189"/>
                  </a:lnTo>
                  <a:lnTo>
                    <a:pt x="157947" y="19524"/>
                  </a:lnTo>
                  <a:lnTo>
                    <a:pt x="165226" y="10052"/>
                  </a:lnTo>
                  <a:lnTo>
                    <a:pt x="165887" y="10535"/>
                  </a:lnTo>
                  <a:lnTo>
                    <a:pt x="183563" y="8119"/>
                  </a:lnTo>
                  <a:lnTo>
                    <a:pt x="185359" y="7829"/>
                  </a:lnTo>
                  <a:lnTo>
                    <a:pt x="186777" y="7635"/>
                  </a:lnTo>
                  <a:lnTo>
                    <a:pt x="200105" y="5702"/>
                  </a:lnTo>
                  <a:lnTo>
                    <a:pt x="200672" y="5605"/>
                  </a:lnTo>
                  <a:lnTo>
                    <a:pt x="201428" y="5509"/>
                  </a:lnTo>
                  <a:lnTo>
                    <a:pt x="203886" y="5219"/>
                  </a:lnTo>
                  <a:lnTo>
                    <a:pt x="214945" y="3672"/>
                  </a:lnTo>
                  <a:lnTo>
                    <a:pt x="224681" y="2319"/>
                  </a:lnTo>
                  <a:lnTo>
                    <a:pt x="232337" y="1256"/>
                  </a:lnTo>
                  <a:lnTo>
                    <a:pt x="232526" y="1256"/>
                  </a:lnTo>
                  <a:lnTo>
                    <a:pt x="233755" y="1063"/>
                  </a:lnTo>
                  <a:lnTo>
                    <a:pt x="241789" y="0"/>
                  </a:lnTo>
                  <a:lnTo>
                    <a:pt x="241317" y="2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510734" y="3781237"/>
              <a:ext cx="873486" cy="644786"/>
            </a:xfrm>
            <a:custGeom>
              <a:avLst/>
              <a:pathLst>
                <a:path w="873486" h="644786">
                  <a:moveTo>
                    <a:pt x="302379" y="6765"/>
                  </a:moveTo>
                  <a:lnTo>
                    <a:pt x="302757" y="7442"/>
                  </a:lnTo>
                  <a:lnTo>
                    <a:pt x="303796" y="9182"/>
                  </a:lnTo>
                  <a:lnTo>
                    <a:pt x="305214" y="11598"/>
                  </a:lnTo>
                  <a:lnTo>
                    <a:pt x="311358" y="22134"/>
                  </a:lnTo>
                  <a:lnTo>
                    <a:pt x="312303" y="23873"/>
                  </a:lnTo>
                  <a:lnTo>
                    <a:pt x="313060" y="25130"/>
                  </a:lnTo>
                  <a:lnTo>
                    <a:pt x="319865" y="36922"/>
                  </a:lnTo>
                  <a:lnTo>
                    <a:pt x="320621" y="38082"/>
                  </a:lnTo>
                  <a:lnTo>
                    <a:pt x="324497" y="44944"/>
                  </a:lnTo>
                  <a:lnTo>
                    <a:pt x="328467" y="51807"/>
                  </a:lnTo>
                  <a:lnTo>
                    <a:pt x="328656" y="52193"/>
                  </a:lnTo>
                  <a:lnTo>
                    <a:pt x="329129" y="52966"/>
                  </a:lnTo>
                  <a:lnTo>
                    <a:pt x="331208" y="57026"/>
                  </a:lnTo>
                  <a:lnTo>
                    <a:pt x="332059" y="58669"/>
                  </a:lnTo>
                  <a:lnTo>
                    <a:pt x="338959" y="70944"/>
                  </a:lnTo>
                  <a:lnTo>
                    <a:pt x="339904" y="74327"/>
                  </a:lnTo>
                  <a:lnTo>
                    <a:pt x="340471" y="75777"/>
                  </a:lnTo>
                  <a:lnTo>
                    <a:pt x="346615" y="78580"/>
                  </a:lnTo>
                  <a:lnTo>
                    <a:pt x="375256" y="70461"/>
                  </a:lnTo>
                  <a:lnTo>
                    <a:pt x="377808" y="69688"/>
                  </a:lnTo>
                  <a:lnTo>
                    <a:pt x="379415" y="69784"/>
                  </a:lnTo>
                  <a:lnTo>
                    <a:pt x="380076" y="69784"/>
                  </a:lnTo>
                  <a:lnTo>
                    <a:pt x="382534" y="69398"/>
                  </a:lnTo>
                  <a:lnTo>
                    <a:pt x="383857" y="69301"/>
                  </a:lnTo>
                  <a:lnTo>
                    <a:pt x="384992" y="69978"/>
                  </a:lnTo>
                  <a:lnTo>
                    <a:pt x="386504" y="69688"/>
                  </a:lnTo>
                  <a:lnTo>
                    <a:pt x="388584" y="68818"/>
                  </a:lnTo>
                  <a:lnTo>
                    <a:pt x="391325" y="67948"/>
                  </a:lnTo>
                  <a:lnTo>
                    <a:pt x="393688" y="68045"/>
                  </a:lnTo>
                  <a:lnTo>
                    <a:pt x="395106" y="68335"/>
                  </a:lnTo>
                  <a:lnTo>
                    <a:pt x="397091" y="68528"/>
                  </a:lnTo>
                  <a:lnTo>
                    <a:pt x="403329" y="64565"/>
                  </a:lnTo>
                  <a:lnTo>
                    <a:pt x="414010" y="61762"/>
                  </a:lnTo>
                  <a:lnTo>
                    <a:pt x="427432" y="62632"/>
                  </a:lnTo>
                  <a:lnTo>
                    <a:pt x="441422" y="69591"/>
                  </a:lnTo>
                  <a:lnTo>
                    <a:pt x="445959" y="72877"/>
                  </a:lnTo>
                  <a:lnTo>
                    <a:pt x="448795" y="74907"/>
                  </a:lnTo>
                  <a:lnTo>
                    <a:pt x="459570" y="81963"/>
                  </a:lnTo>
                  <a:lnTo>
                    <a:pt x="465053" y="83413"/>
                  </a:lnTo>
                  <a:lnTo>
                    <a:pt x="468172" y="84186"/>
                  </a:lnTo>
                  <a:lnTo>
                    <a:pt x="471764" y="85056"/>
                  </a:lnTo>
                  <a:lnTo>
                    <a:pt x="481405" y="82253"/>
                  </a:lnTo>
                  <a:lnTo>
                    <a:pt x="488022" y="82543"/>
                  </a:lnTo>
                  <a:lnTo>
                    <a:pt x="490479" y="84573"/>
                  </a:lnTo>
                  <a:lnTo>
                    <a:pt x="495016" y="87376"/>
                  </a:lnTo>
                  <a:lnTo>
                    <a:pt x="503429" y="89115"/>
                  </a:lnTo>
                  <a:lnTo>
                    <a:pt x="512503" y="89695"/>
                  </a:lnTo>
                  <a:lnTo>
                    <a:pt x="516001" y="89985"/>
                  </a:lnTo>
                  <a:lnTo>
                    <a:pt x="518269" y="90469"/>
                  </a:lnTo>
                  <a:lnTo>
                    <a:pt x="520254" y="88439"/>
                  </a:lnTo>
                  <a:lnTo>
                    <a:pt x="522050" y="83703"/>
                  </a:lnTo>
                  <a:lnTo>
                    <a:pt x="523562" y="79160"/>
                  </a:lnTo>
                  <a:lnTo>
                    <a:pt x="525925" y="77227"/>
                  </a:lnTo>
                  <a:lnTo>
                    <a:pt x="532826" y="73071"/>
                  </a:lnTo>
                  <a:lnTo>
                    <a:pt x="535756" y="70268"/>
                  </a:lnTo>
                  <a:lnTo>
                    <a:pt x="539631" y="64758"/>
                  </a:lnTo>
                  <a:lnTo>
                    <a:pt x="540860" y="60892"/>
                  </a:lnTo>
                  <a:lnTo>
                    <a:pt x="541522" y="57993"/>
                  </a:lnTo>
                  <a:lnTo>
                    <a:pt x="542372" y="54706"/>
                  </a:lnTo>
                  <a:lnTo>
                    <a:pt x="545870" y="50260"/>
                  </a:lnTo>
                  <a:lnTo>
                    <a:pt x="549367" y="47940"/>
                  </a:lnTo>
                  <a:lnTo>
                    <a:pt x="553904" y="44654"/>
                  </a:lnTo>
                  <a:lnTo>
                    <a:pt x="556740" y="41755"/>
                  </a:lnTo>
                  <a:lnTo>
                    <a:pt x="560143" y="39628"/>
                  </a:lnTo>
                  <a:lnTo>
                    <a:pt x="564113" y="37115"/>
                  </a:lnTo>
                  <a:lnTo>
                    <a:pt x="566098" y="34409"/>
                  </a:lnTo>
                  <a:lnTo>
                    <a:pt x="569028" y="31896"/>
                  </a:lnTo>
                  <a:lnTo>
                    <a:pt x="579331" y="30349"/>
                  </a:lnTo>
                  <a:lnTo>
                    <a:pt x="585569" y="27933"/>
                  </a:lnTo>
                  <a:lnTo>
                    <a:pt x="589350" y="27353"/>
                  </a:lnTo>
                  <a:lnTo>
                    <a:pt x="593604" y="27353"/>
                  </a:lnTo>
                  <a:lnTo>
                    <a:pt x="597007" y="27450"/>
                  </a:lnTo>
                  <a:lnTo>
                    <a:pt x="600599" y="27450"/>
                  </a:lnTo>
                  <a:lnTo>
                    <a:pt x="603812" y="27256"/>
                  </a:lnTo>
                  <a:lnTo>
                    <a:pt x="608160" y="28803"/>
                  </a:lnTo>
                  <a:lnTo>
                    <a:pt x="612698" y="29286"/>
                  </a:lnTo>
                  <a:lnTo>
                    <a:pt x="614493" y="29576"/>
                  </a:lnTo>
                  <a:lnTo>
                    <a:pt x="621583" y="29769"/>
                  </a:lnTo>
                  <a:lnTo>
                    <a:pt x="625553" y="30156"/>
                  </a:lnTo>
                  <a:lnTo>
                    <a:pt x="629523" y="28706"/>
                  </a:lnTo>
                  <a:lnTo>
                    <a:pt x="634627" y="26870"/>
                  </a:lnTo>
                  <a:lnTo>
                    <a:pt x="637368" y="26386"/>
                  </a:lnTo>
                  <a:lnTo>
                    <a:pt x="643890" y="26483"/>
                  </a:lnTo>
                  <a:lnTo>
                    <a:pt x="651357" y="27353"/>
                  </a:lnTo>
                  <a:lnTo>
                    <a:pt x="654949" y="26386"/>
                  </a:lnTo>
                  <a:lnTo>
                    <a:pt x="657974" y="26676"/>
                  </a:lnTo>
                  <a:lnTo>
                    <a:pt x="663456" y="27933"/>
                  </a:lnTo>
                  <a:lnTo>
                    <a:pt x="666481" y="27643"/>
                  </a:lnTo>
                  <a:lnTo>
                    <a:pt x="669317" y="27353"/>
                  </a:lnTo>
                  <a:lnTo>
                    <a:pt x="674043" y="26580"/>
                  </a:lnTo>
                  <a:lnTo>
                    <a:pt x="678675" y="24937"/>
                  </a:lnTo>
                  <a:lnTo>
                    <a:pt x="685669" y="25420"/>
                  </a:lnTo>
                  <a:lnTo>
                    <a:pt x="689167" y="27063"/>
                  </a:lnTo>
                  <a:lnTo>
                    <a:pt x="690868" y="29866"/>
                  </a:lnTo>
                  <a:lnTo>
                    <a:pt x="692758" y="31896"/>
                  </a:lnTo>
                  <a:lnTo>
                    <a:pt x="695311" y="32766"/>
                  </a:lnTo>
                  <a:lnTo>
                    <a:pt x="698335" y="34699"/>
                  </a:lnTo>
                  <a:lnTo>
                    <a:pt x="698902" y="34892"/>
                  </a:lnTo>
                  <a:lnTo>
                    <a:pt x="702494" y="36342"/>
                  </a:lnTo>
                  <a:lnTo>
                    <a:pt x="704952" y="36052"/>
                  </a:lnTo>
                  <a:lnTo>
                    <a:pt x="708733" y="34022"/>
                  </a:lnTo>
                  <a:lnTo>
                    <a:pt x="711758" y="31606"/>
                  </a:lnTo>
                  <a:lnTo>
                    <a:pt x="713081" y="31122"/>
                  </a:lnTo>
                  <a:lnTo>
                    <a:pt x="716578" y="29769"/>
                  </a:lnTo>
                  <a:lnTo>
                    <a:pt x="719130" y="28126"/>
                  </a:lnTo>
                  <a:lnTo>
                    <a:pt x="722817" y="26386"/>
                  </a:lnTo>
                  <a:lnTo>
                    <a:pt x="727543" y="24743"/>
                  </a:lnTo>
                  <a:lnTo>
                    <a:pt x="731229" y="23680"/>
                  </a:lnTo>
                  <a:lnTo>
                    <a:pt x="734349" y="23293"/>
                  </a:lnTo>
                  <a:lnTo>
                    <a:pt x="737657" y="22810"/>
                  </a:lnTo>
                  <a:lnTo>
                    <a:pt x="740398" y="22810"/>
                  </a:lnTo>
                  <a:lnTo>
                    <a:pt x="742856" y="23293"/>
                  </a:lnTo>
                  <a:lnTo>
                    <a:pt x="753537" y="20297"/>
                  </a:lnTo>
                  <a:lnTo>
                    <a:pt x="795789" y="20394"/>
                  </a:lnTo>
                  <a:lnTo>
                    <a:pt x="821971" y="24743"/>
                  </a:lnTo>
                  <a:lnTo>
                    <a:pt x="817151" y="45137"/>
                  </a:lnTo>
                  <a:lnTo>
                    <a:pt x="814410" y="60796"/>
                  </a:lnTo>
                  <a:lnTo>
                    <a:pt x="812897" y="64662"/>
                  </a:lnTo>
                  <a:lnTo>
                    <a:pt x="804674" y="86023"/>
                  </a:lnTo>
                  <a:lnTo>
                    <a:pt x="803161" y="100617"/>
                  </a:lnTo>
                  <a:lnTo>
                    <a:pt x="808266" y="123235"/>
                  </a:lnTo>
                  <a:lnTo>
                    <a:pt x="809494" y="135897"/>
                  </a:lnTo>
                  <a:lnTo>
                    <a:pt x="810062" y="141986"/>
                  </a:lnTo>
                  <a:lnTo>
                    <a:pt x="814788" y="170596"/>
                  </a:lnTo>
                  <a:lnTo>
                    <a:pt x="817907" y="180261"/>
                  </a:lnTo>
                  <a:lnTo>
                    <a:pt x="820743" y="192923"/>
                  </a:lnTo>
                  <a:lnTo>
                    <a:pt x="829817" y="193406"/>
                  </a:lnTo>
                  <a:lnTo>
                    <a:pt x="838986" y="192633"/>
                  </a:lnTo>
                  <a:lnTo>
                    <a:pt x="847965" y="188477"/>
                  </a:lnTo>
                  <a:lnTo>
                    <a:pt x="850706" y="188090"/>
                  </a:lnTo>
                  <a:lnTo>
                    <a:pt x="855338" y="189057"/>
                  </a:lnTo>
                  <a:lnTo>
                    <a:pt x="857418" y="200849"/>
                  </a:lnTo>
                  <a:lnTo>
                    <a:pt x="856945" y="225206"/>
                  </a:lnTo>
                  <a:lnTo>
                    <a:pt x="857228" y="258165"/>
                  </a:lnTo>
                  <a:lnTo>
                    <a:pt x="856283" y="265801"/>
                  </a:lnTo>
                  <a:lnTo>
                    <a:pt x="853353" y="271117"/>
                  </a:lnTo>
                  <a:lnTo>
                    <a:pt x="851084" y="273050"/>
                  </a:lnTo>
                  <a:lnTo>
                    <a:pt x="849478" y="274307"/>
                  </a:lnTo>
                  <a:lnTo>
                    <a:pt x="846075" y="275756"/>
                  </a:lnTo>
                  <a:lnTo>
                    <a:pt x="847398" y="277980"/>
                  </a:lnTo>
                  <a:lnTo>
                    <a:pt x="847398" y="280589"/>
                  </a:lnTo>
                  <a:lnTo>
                    <a:pt x="848910" y="284552"/>
                  </a:lnTo>
                  <a:lnTo>
                    <a:pt x="852880" y="289771"/>
                  </a:lnTo>
                  <a:lnTo>
                    <a:pt x="859308" y="295088"/>
                  </a:lnTo>
                  <a:lnTo>
                    <a:pt x="861482" y="298954"/>
                  </a:lnTo>
                  <a:lnTo>
                    <a:pt x="867815" y="303690"/>
                  </a:lnTo>
                  <a:lnTo>
                    <a:pt x="873108" y="310359"/>
                  </a:lnTo>
                  <a:lnTo>
                    <a:pt x="873486" y="316545"/>
                  </a:lnTo>
                  <a:lnTo>
                    <a:pt x="871501" y="319831"/>
                  </a:lnTo>
                  <a:lnTo>
                    <a:pt x="868193" y="324181"/>
                  </a:lnTo>
                  <a:lnTo>
                    <a:pt x="865357" y="328240"/>
                  </a:lnTo>
                  <a:lnTo>
                    <a:pt x="862049" y="331720"/>
                  </a:lnTo>
                  <a:lnTo>
                    <a:pt x="858741" y="337616"/>
                  </a:lnTo>
                  <a:lnTo>
                    <a:pt x="854487" y="341385"/>
                  </a:lnTo>
                  <a:lnTo>
                    <a:pt x="850045" y="340129"/>
                  </a:lnTo>
                  <a:lnTo>
                    <a:pt x="840214" y="340612"/>
                  </a:lnTo>
                  <a:lnTo>
                    <a:pt x="833976" y="343222"/>
                  </a:lnTo>
                  <a:lnTo>
                    <a:pt x="830668" y="346701"/>
                  </a:lnTo>
                  <a:lnTo>
                    <a:pt x="826414" y="346895"/>
                  </a:lnTo>
                  <a:lnTo>
                    <a:pt x="821971" y="347185"/>
                  </a:lnTo>
                  <a:lnTo>
                    <a:pt x="814788" y="347185"/>
                  </a:lnTo>
                  <a:lnTo>
                    <a:pt x="810818" y="348731"/>
                  </a:lnTo>
                  <a:lnTo>
                    <a:pt x="801743" y="348634"/>
                  </a:lnTo>
                  <a:lnTo>
                    <a:pt x="797017" y="352597"/>
                  </a:lnTo>
                  <a:lnTo>
                    <a:pt x="793898" y="355014"/>
                  </a:lnTo>
                  <a:lnTo>
                    <a:pt x="792858" y="359846"/>
                  </a:lnTo>
                  <a:lnTo>
                    <a:pt x="794465" y="367579"/>
                  </a:lnTo>
                  <a:lnTo>
                    <a:pt x="797112" y="372218"/>
                  </a:lnTo>
                  <a:lnTo>
                    <a:pt x="797774" y="376084"/>
                  </a:lnTo>
                  <a:lnTo>
                    <a:pt x="801365" y="380531"/>
                  </a:lnTo>
                  <a:lnTo>
                    <a:pt x="809494" y="396962"/>
                  </a:lnTo>
                  <a:lnTo>
                    <a:pt x="811007" y="403921"/>
                  </a:lnTo>
                  <a:lnTo>
                    <a:pt x="812330" y="413877"/>
                  </a:lnTo>
                  <a:lnTo>
                    <a:pt x="810062" y="422479"/>
                  </a:lnTo>
                  <a:lnTo>
                    <a:pt x="803823" y="433498"/>
                  </a:lnTo>
                  <a:lnTo>
                    <a:pt x="794749" y="446836"/>
                  </a:lnTo>
                  <a:lnTo>
                    <a:pt x="786714" y="457275"/>
                  </a:lnTo>
                  <a:lnTo>
                    <a:pt x="771213" y="473803"/>
                  </a:lnTo>
                  <a:lnTo>
                    <a:pt x="760437" y="497000"/>
                  </a:lnTo>
                  <a:lnTo>
                    <a:pt x="756467" y="516331"/>
                  </a:lnTo>
                  <a:lnTo>
                    <a:pt x="754860" y="533536"/>
                  </a:lnTo>
                  <a:lnTo>
                    <a:pt x="754577" y="536725"/>
                  </a:lnTo>
                  <a:lnTo>
                    <a:pt x="751363" y="540301"/>
                  </a:lnTo>
                  <a:lnTo>
                    <a:pt x="743139" y="549387"/>
                  </a:lnTo>
                  <a:lnTo>
                    <a:pt x="739264" y="553060"/>
                  </a:lnTo>
                  <a:lnTo>
                    <a:pt x="735199" y="556056"/>
                  </a:lnTo>
                  <a:lnTo>
                    <a:pt x="709111" y="549194"/>
                  </a:lnTo>
                  <a:lnTo>
                    <a:pt x="693609" y="545424"/>
                  </a:lnTo>
                  <a:lnTo>
                    <a:pt x="689545" y="546197"/>
                  </a:lnTo>
                  <a:lnTo>
                    <a:pt x="682645" y="553543"/>
                  </a:lnTo>
                  <a:lnTo>
                    <a:pt x="680092" y="554606"/>
                  </a:lnTo>
                  <a:lnTo>
                    <a:pt x="678486" y="556540"/>
                  </a:lnTo>
                  <a:lnTo>
                    <a:pt x="675650" y="559343"/>
                  </a:lnTo>
                  <a:lnTo>
                    <a:pt x="675366" y="559729"/>
                  </a:lnTo>
                  <a:lnTo>
                    <a:pt x="666387" y="564949"/>
                  </a:lnTo>
                  <a:lnTo>
                    <a:pt x="662700" y="567268"/>
                  </a:lnTo>
                  <a:lnTo>
                    <a:pt x="660904" y="568331"/>
                  </a:lnTo>
                  <a:lnTo>
                    <a:pt x="658163" y="572391"/>
                  </a:lnTo>
                  <a:lnTo>
                    <a:pt x="658636" y="576450"/>
                  </a:lnTo>
                  <a:lnTo>
                    <a:pt x="656934" y="582250"/>
                  </a:lnTo>
                  <a:lnTo>
                    <a:pt x="653910" y="590562"/>
                  </a:lnTo>
                  <a:lnTo>
                    <a:pt x="652964" y="592689"/>
                  </a:lnTo>
                  <a:lnTo>
                    <a:pt x="649183" y="601677"/>
                  </a:lnTo>
                  <a:lnTo>
                    <a:pt x="643796" y="604287"/>
                  </a:lnTo>
                  <a:lnTo>
                    <a:pt x="637935" y="607670"/>
                  </a:lnTo>
                  <a:lnTo>
                    <a:pt x="629334" y="611053"/>
                  </a:lnTo>
                  <a:lnTo>
                    <a:pt x="623190" y="615499"/>
                  </a:lnTo>
                  <a:lnTo>
                    <a:pt x="619409" y="627968"/>
                  </a:lnTo>
                  <a:lnTo>
                    <a:pt x="618085" y="632414"/>
                  </a:lnTo>
                  <a:lnTo>
                    <a:pt x="617329" y="633380"/>
                  </a:lnTo>
                  <a:lnTo>
                    <a:pt x="609484" y="627871"/>
                  </a:lnTo>
                  <a:lnTo>
                    <a:pt x="607782" y="627001"/>
                  </a:lnTo>
                  <a:lnTo>
                    <a:pt x="599464" y="622748"/>
                  </a:lnTo>
                  <a:lnTo>
                    <a:pt x="595400" y="621395"/>
                  </a:lnTo>
                  <a:lnTo>
                    <a:pt x="589256" y="620912"/>
                  </a:lnTo>
                  <a:lnTo>
                    <a:pt x="587743" y="621492"/>
                  </a:lnTo>
                  <a:lnTo>
                    <a:pt x="585664" y="622168"/>
                  </a:lnTo>
                  <a:lnTo>
                    <a:pt x="581978" y="622265"/>
                  </a:lnTo>
                  <a:lnTo>
                    <a:pt x="579142" y="621008"/>
                  </a:lnTo>
                  <a:lnTo>
                    <a:pt x="575834" y="616466"/>
                  </a:lnTo>
                  <a:lnTo>
                    <a:pt x="572242" y="613856"/>
                  </a:lnTo>
                  <a:lnTo>
                    <a:pt x="566003" y="612889"/>
                  </a:lnTo>
                  <a:lnTo>
                    <a:pt x="554566" y="601484"/>
                  </a:lnTo>
                  <a:lnTo>
                    <a:pt x="548516" y="600421"/>
                  </a:lnTo>
                  <a:lnTo>
                    <a:pt x="543507" y="601194"/>
                  </a:lnTo>
                  <a:lnTo>
                    <a:pt x="541333" y="601388"/>
                  </a:lnTo>
                  <a:lnTo>
                    <a:pt x="536607" y="603417"/>
                  </a:lnTo>
                  <a:lnTo>
                    <a:pt x="530368" y="602644"/>
                  </a:lnTo>
                  <a:lnTo>
                    <a:pt x="525547" y="601194"/>
                  </a:lnTo>
                  <a:lnTo>
                    <a:pt x="524413" y="600904"/>
                  </a:lnTo>
                  <a:lnTo>
                    <a:pt x="523751" y="601581"/>
                  </a:lnTo>
                  <a:lnTo>
                    <a:pt x="521388" y="603804"/>
                  </a:lnTo>
                  <a:lnTo>
                    <a:pt x="518080" y="609507"/>
                  </a:lnTo>
                  <a:lnTo>
                    <a:pt x="512881" y="613566"/>
                  </a:lnTo>
                  <a:lnTo>
                    <a:pt x="505225" y="614533"/>
                  </a:lnTo>
                  <a:lnTo>
                    <a:pt x="501917" y="614533"/>
                  </a:lnTo>
                  <a:lnTo>
                    <a:pt x="498608" y="614629"/>
                  </a:lnTo>
                  <a:lnTo>
                    <a:pt x="493315" y="616756"/>
                  </a:lnTo>
                  <a:lnTo>
                    <a:pt x="492937" y="616949"/>
                  </a:lnTo>
                  <a:lnTo>
                    <a:pt x="484335" y="619075"/>
                  </a:lnTo>
                  <a:lnTo>
                    <a:pt x="472898" y="625551"/>
                  </a:lnTo>
                  <a:lnTo>
                    <a:pt x="470440" y="626904"/>
                  </a:lnTo>
                  <a:lnTo>
                    <a:pt x="465525" y="628741"/>
                  </a:lnTo>
                  <a:lnTo>
                    <a:pt x="457207" y="629611"/>
                  </a:lnTo>
                  <a:lnTo>
                    <a:pt x="457018" y="629707"/>
                  </a:lnTo>
                  <a:lnTo>
                    <a:pt x="450118" y="631737"/>
                  </a:lnTo>
                  <a:lnTo>
                    <a:pt x="449929" y="631834"/>
                  </a:lnTo>
                  <a:lnTo>
                    <a:pt x="447093" y="633477"/>
                  </a:lnTo>
                  <a:lnTo>
                    <a:pt x="437830" y="639180"/>
                  </a:lnTo>
                  <a:lnTo>
                    <a:pt x="428850" y="641983"/>
                  </a:lnTo>
                  <a:lnTo>
                    <a:pt x="420343" y="642369"/>
                  </a:lnTo>
                  <a:lnTo>
                    <a:pt x="404369" y="641983"/>
                  </a:lnTo>
                  <a:lnTo>
                    <a:pt x="391230" y="644786"/>
                  </a:lnTo>
                  <a:lnTo>
                    <a:pt x="388111" y="644206"/>
                  </a:lnTo>
                  <a:lnTo>
                    <a:pt x="377902" y="638020"/>
                  </a:lnTo>
                  <a:lnTo>
                    <a:pt x="373082" y="636473"/>
                  </a:lnTo>
                  <a:lnTo>
                    <a:pt x="368356" y="636473"/>
                  </a:lnTo>
                  <a:lnTo>
                    <a:pt x="364764" y="635313"/>
                  </a:lnTo>
                  <a:lnTo>
                    <a:pt x="361455" y="634734"/>
                  </a:lnTo>
                  <a:lnTo>
                    <a:pt x="347939" y="632607"/>
                  </a:lnTo>
                  <a:lnTo>
                    <a:pt x="340849" y="631544"/>
                  </a:lnTo>
                  <a:lnTo>
                    <a:pt x="333666" y="631737"/>
                  </a:lnTo>
                  <a:lnTo>
                    <a:pt x="333288" y="628644"/>
                  </a:lnTo>
                  <a:lnTo>
                    <a:pt x="330924" y="624681"/>
                  </a:lnTo>
                  <a:lnTo>
                    <a:pt x="329223" y="621685"/>
                  </a:lnTo>
                  <a:lnTo>
                    <a:pt x="326671" y="619655"/>
                  </a:lnTo>
                  <a:lnTo>
                    <a:pt x="326293" y="619269"/>
                  </a:lnTo>
                  <a:lnTo>
                    <a:pt x="319298" y="619752"/>
                  </a:lnTo>
                  <a:lnTo>
                    <a:pt x="312587" y="616949"/>
                  </a:lnTo>
                  <a:lnTo>
                    <a:pt x="308239" y="615306"/>
                  </a:lnTo>
                  <a:lnTo>
                    <a:pt x="305025" y="612406"/>
                  </a:lnTo>
                  <a:lnTo>
                    <a:pt x="300299" y="605834"/>
                  </a:lnTo>
                  <a:lnTo>
                    <a:pt x="294439" y="601677"/>
                  </a:lnTo>
                  <a:lnTo>
                    <a:pt x="289051" y="598681"/>
                  </a:lnTo>
                  <a:lnTo>
                    <a:pt x="283852" y="598778"/>
                  </a:lnTo>
                  <a:lnTo>
                    <a:pt x="279315" y="598198"/>
                  </a:lnTo>
                  <a:lnTo>
                    <a:pt x="271942" y="593268"/>
                  </a:lnTo>
                  <a:lnTo>
                    <a:pt x="269295" y="591239"/>
                  </a:lnTo>
                  <a:lnTo>
                    <a:pt x="267878" y="587083"/>
                  </a:lnTo>
                  <a:lnTo>
                    <a:pt x="272698" y="581477"/>
                  </a:lnTo>
                  <a:lnTo>
                    <a:pt x="272793" y="579930"/>
                  </a:lnTo>
                  <a:lnTo>
                    <a:pt x="271470" y="577514"/>
                  </a:lnTo>
                  <a:lnTo>
                    <a:pt x="268067" y="571424"/>
                  </a:lnTo>
                  <a:lnTo>
                    <a:pt x="268067" y="567268"/>
                  </a:lnTo>
                  <a:lnTo>
                    <a:pt x="267216" y="563499"/>
                  </a:lnTo>
                  <a:lnTo>
                    <a:pt x="263341" y="557603"/>
                  </a:lnTo>
                  <a:lnTo>
                    <a:pt x="261923" y="548324"/>
                  </a:lnTo>
                  <a:lnTo>
                    <a:pt x="259371" y="542621"/>
                  </a:lnTo>
                  <a:lnTo>
                    <a:pt x="258614" y="534019"/>
                  </a:lnTo>
                  <a:lnTo>
                    <a:pt x="259276" y="523580"/>
                  </a:lnTo>
                  <a:lnTo>
                    <a:pt x="260127" y="514398"/>
                  </a:lnTo>
                  <a:lnTo>
                    <a:pt x="249540" y="507632"/>
                  </a:lnTo>
                  <a:lnTo>
                    <a:pt x="246043" y="501446"/>
                  </a:lnTo>
                  <a:lnTo>
                    <a:pt x="241978" y="492747"/>
                  </a:lnTo>
                  <a:lnTo>
                    <a:pt x="239521" y="481535"/>
                  </a:lnTo>
                  <a:lnTo>
                    <a:pt x="239521" y="473899"/>
                  </a:lnTo>
                  <a:lnTo>
                    <a:pt x="237914" y="467810"/>
                  </a:lnTo>
                  <a:lnTo>
                    <a:pt x="237252" y="460368"/>
                  </a:lnTo>
                  <a:lnTo>
                    <a:pt x="231014" y="457758"/>
                  </a:lnTo>
                  <a:lnTo>
                    <a:pt x="228840" y="454278"/>
                  </a:lnTo>
                  <a:lnTo>
                    <a:pt x="224870" y="449639"/>
                  </a:lnTo>
                  <a:lnTo>
                    <a:pt x="220994" y="442970"/>
                  </a:lnTo>
                  <a:lnTo>
                    <a:pt x="215512" y="437267"/>
                  </a:lnTo>
                  <a:lnTo>
                    <a:pt x="208517" y="427118"/>
                  </a:lnTo>
                  <a:lnTo>
                    <a:pt x="204831" y="423252"/>
                  </a:lnTo>
                  <a:lnTo>
                    <a:pt x="188478" y="409527"/>
                  </a:lnTo>
                  <a:lnTo>
                    <a:pt x="182429" y="405758"/>
                  </a:lnTo>
                  <a:lnTo>
                    <a:pt x="173355" y="393289"/>
                  </a:lnTo>
                  <a:lnTo>
                    <a:pt x="173827" y="385943"/>
                  </a:lnTo>
                  <a:lnTo>
                    <a:pt x="168818" y="375408"/>
                  </a:lnTo>
                  <a:lnTo>
                    <a:pt x="168723" y="375118"/>
                  </a:lnTo>
                  <a:lnTo>
                    <a:pt x="163524" y="366999"/>
                  </a:lnTo>
                  <a:lnTo>
                    <a:pt x="161067" y="363326"/>
                  </a:lnTo>
                  <a:lnTo>
                    <a:pt x="156719" y="357237"/>
                  </a:lnTo>
                  <a:lnTo>
                    <a:pt x="154072" y="354144"/>
                  </a:lnTo>
                  <a:lnTo>
                    <a:pt x="149913" y="350471"/>
                  </a:lnTo>
                  <a:lnTo>
                    <a:pt x="149535" y="350181"/>
                  </a:lnTo>
                  <a:lnTo>
                    <a:pt x="149251" y="349698"/>
                  </a:lnTo>
                  <a:lnTo>
                    <a:pt x="148873" y="348924"/>
                  </a:lnTo>
                  <a:lnTo>
                    <a:pt x="148779" y="348731"/>
                  </a:lnTo>
                  <a:lnTo>
                    <a:pt x="148306" y="347958"/>
                  </a:lnTo>
                  <a:lnTo>
                    <a:pt x="147172" y="345831"/>
                  </a:lnTo>
                  <a:lnTo>
                    <a:pt x="146510" y="344575"/>
                  </a:lnTo>
                  <a:lnTo>
                    <a:pt x="146321" y="344188"/>
                  </a:lnTo>
                  <a:lnTo>
                    <a:pt x="143107" y="337036"/>
                  </a:lnTo>
                  <a:lnTo>
                    <a:pt x="140650" y="329013"/>
                  </a:lnTo>
                  <a:lnTo>
                    <a:pt x="139232" y="319445"/>
                  </a:lnTo>
                  <a:lnTo>
                    <a:pt x="139043" y="309682"/>
                  </a:lnTo>
                  <a:lnTo>
                    <a:pt x="140366" y="303013"/>
                  </a:lnTo>
                  <a:lnTo>
                    <a:pt x="142540" y="294314"/>
                  </a:lnTo>
                  <a:lnTo>
                    <a:pt x="144525" y="290931"/>
                  </a:lnTo>
                  <a:lnTo>
                    <a:pt x="144525" y="290641"/>
                  </a:lnTo>
                  <a:lnTo>
                    <a:pt x="146794" y="287065"/>
                  </a:lnTo>
                  <a:lnTo>
                    <a:pt x="150197" y="281266"/>
                  </a:lnTo>
                  <a:lnTo>
                    <a:pt x="151331" y="276336"/>
                  </a:lnTo>
                  <a:lnTo>
                    <a:pt x="149440" y="265318"/>
                  </a:lnTo>
                  <a:lnTo>
                    <a:pt x="148779" y="260968"/>
                  </a:lnTo>
                  <a:lnTo>
                    <a:pt x="148873" y="260775"/>
                  </a:lnTo>
                  <a:lnTo>
                    <a:pt x="150858" y="260195"/>
                  </a:lnTo>
                  <a:lnTo>
                    <a:pt x="153883" y="255942"/>
                  </a:lnTo>
                  <a:lnTo>
                    <a:pt x="156151" y="251593"/>
                  </a:lnTo>
                  <a:lnTo>
                    <a:pt x="158893" y="247340"/>
                  </a:lnTo>
                  <a:lnTo>
                    <a:pt x="163241" y="239318"/>
                  </a:lnTo>
                  <a:lnTo>
                    <a:pt x="167400" y="233518"/>
                  </a:lnTo>
                  <a:lnTo>
                    <a:pt x="172315" y="227816"/>
                  </a:lnTo>
                  <a:lnTo>
                    <a:pt x="175151" y="225592"/>
                  </a:lnTo>
                  <a:lnTo>
                    <a:pt x="173544" y="223563"/>
                  </a:lnTo>
                  <a:lnTo>
                    <a:pt x="166549" y="219213"/>
                  </a:lnTo>
                  <a:lnTo>
                    <a:pt x="167872" y="217087"/>
                  </a:lnTo>
                  <a:lnTo>
                    <a:pt x="157947" y="208195"/>
                  </a:lnTo>
                  <a:lnTo>
                    <a:pt x="159838" y="205778"/>
                  </a:lnTo>
                  <a:lnTo>
                    <a:pt x="162485" y="203362"/>
                  </a:lnTo>
                  <a:lnTo>
                    <a:pt x="164848" y="201525"/>
                  </a:lnTo>
                  <a:lnTo>
                    <a:pt x="167872" y="199786"/>
                  </a:lnTo>
                  <a:lnTo>
                    <a:pt x="169952" y="198819"/>
                  </a:lnTo>
                  <a:lnTo>
                    <a:pt x="172031" y="197949"/>
                  </a:lnTo>
                  <a:lnTo>
                    <a:pt x="173166" y="196983"/>
                  </a:lnTo>
                  <a:lnTo>
                    <a:pt x="174678" y="194083"/>
                  </a:lnTo>
                  <a:lnTo>
                    <a:pt x="174773" y="190700"/>
                  </a:lnTo>
                  <a:lnTo>
                    <a:pt x="174300" y="189154"/>
                  </a:lnTo>
                  <a:lnTo>
                    <a:pt x="173733" y="188380"/>
                  </a:lnTo>
                  <a:lnTo>
                    <a:pt x="171842" y="187027"/>
                  </a:lnTo>
                  <a:lnTo>
                    <a:pt x="170708" y="186447"/>
                  </a:lnTo>
                  <a:lnTo>
                    <a:pt x="169101" y="185674"/>
                  </a:lnTo>
                  <a:lnTo>
                    <a:pt x="166833" y="185094"/>
                  </a:lnTo>
                  <a:lnTo>
                    <a:pt x="166738" y="184901"/>
                  </a:lnTo>
                  <a:lnTo>
                    <a:pt x="166076" y="184901"/>
                  </a:lnTo>
                  <a:lnTo>
                    <a:pt x="164659" y="184514"/>
                  </a:lnTo>
                  <a:lnTo>
                    <a:pt x="162485" y="184127"/>
                  </a:lnTo>
                  <a:lnTo>
                    <a:pt x="160216" y="183741"/>
                  </a:lnTo>
                  <a:lnTo>
                    <a:pt x="157947" y="183354"/>
                  </a:lnTo>
                  <a:lnTo>
                    <a:pt x="155773" y="183161"/>
                  </a:lnTo>
                  <a:lnTo>
                    <a:pt x="153505" y="182968"/>
                  </a:lnTo>
                  <a:lnTo>
                    <a:pt x="151520" y="183064"/>
                  </a:lnTo>
                  <a:lnTo>
                    <a:pt x="149535" y="183161"/>
                  </a:lnTo>
                  <a:lnTo>
                    <a:pt x="147550" y="183354"/>
                  </a:lnTo>
                  <a:lnTo>
                    <a:pt x="145565" y="183548"/>
                  </a:lnTo>
                  <a:lnTo>
                    <a:pt x="143580" y="183934"/>
                  </a:lnTo>
                  <a:lnTo>
                    <a:pt x="142635" y="184031"/>
                  </a:lnTo>
                  <a:lnTo>
                    <a:pt x="137436" y="185287"/>
                  </a:lnTo>
                  <a:lnTo>
                    <a:pt x="135829" y="185771"/>
                  </a:lnTo>
                  <a:lnTo>
                    <a:pt x="133939" y="186351"/>
                  </a:lnTo>
                  <a:lnTo>
                    <a:pt x="132048" y="187027"/>
                  </a:lnTo>
                  <a:lnTo>
                    <a:pt x="131386" y="187317"/>
                  </a:lnTo>
                  <a:lnTo>
                    <a:pt x="130063" y="187897"/>
                  </a:lnTo>
                  <a:lnTo>
                    <a:pt x="126093" y="189637"/>
                  </a:lnTo>
                  <a:lnTo>
                    <a:pt x="124770" y="190313"/>
                  </a:lnTo>
                  <a:lnTo>
                    <a:pt x="122596" y="191667"/>
                  </a:lnTo>
                  <a:lnTo>
                    <a:pt x="120516" y="193116"/>
                  </a:lnTo>
                  <a:lnTo>
                    <a:pt x="119477" y="193890"/>
                  </a:lnTo>
                  <a:lnTo>
                    <a:pt x="118437" y="194663"/>
                  </a:lnTo>
                  <a:lnTo>
                    <a:pt x="116357" y="196209"/>
                  </a:lnTo>
                  <a:lnTo>
                    <a:pt x="114372" y="197852"/>
                  </a:lnTo>
                  <a:lnTo>
                    <a:pt x="112387" y="199496"/>
                  </a:lnTo>
                  <a:lnTo>
                    <a:pt x="110497" y="201235"/>
                  </a:lnTo>
                  <a:lnTo>
                    <a:pt x="108606" y="203072"/>
                  </a:lnTo>
                  <a:lnTo>
                    <a:pt x="106810" y="204908"/>
                  </a:lnTo>
                  <a:lnTo>
                    <a:pt x="105015" y="206745"/>
                  </a:lnTo>
                  <a:lnTo>
                    <a:pt x="103313" y="208678"/>
                  </a:lnTo>
                  <a:lnTo>
                    <a:pt x="101612" y="210611"/>
                  </a:lnTo>
                  <a:lnTo>
                    <a:pt x="100005" y="212641"/>
                  </a:lnTo>
                  <a:lnTo>
                    <a:pt x="99154" y="213801"/>
                  </a:lnTo>
                  <a:lnTo>
                    <a:pt x="97264" y="216507"/>
                  </a:lnTo>
                  <a:lnTo>
                    <a:pt x="96697" y="217377"/>
                  </a:lnTo>
                  <a:lnTo>
                    <a:pt x="95846" y="218633"/>
                  </a:lnTo>
                  <a:lnTo>
                    <a:pt x="95373" y="219407"/>
                  </a:lnTo>
                  <a:lnTo>
                    <a:pt x="94995" y="219987"/>
                  </a:lnTo>
                  <a:lnTo>
                    <a:pt x="94712" y="220470"/>
                  </a:lnTo>
                  <a:lnTo>
                    <a:pt x="94333" y="221050"/>
                  </a:lnTo>
                  <a:lnTo>
                    <a:pt x="92159" y="224626"/>
                  </a:lnTo>
                  <a:lnTo>
                    <a:pt x="90269" y="227719"/>
                  </a:lnTo>
                  <a:lnTo>
                    <a:pt x="88095" y="231198"/>
                  </a:lnTo>
                  <a:lnTo>
                    <a:pt x="87717" y="231875"/>
                  </a:lnTo>
                  <a:lnTo>
                    <a:pt x="87150" y="232552"/>
                  </a:lnTo>
                  <a:lnTo>
                    <a:pt x="85448" y="235065"/>
                  </a:lnTo>
                  <a:lnTo>
                    <a:pt x="83463" y="237094"/>
                  </a:lnTo>
                  <a:lnTo>
                    <a:pt x="83369" y="237288"/>
                  </a:lnTo>
                  <a:lnTo>
                    <a:pt x="83180" y="237384"/>
                  </a:lnTo>
                  <a:lnTo>
                    <a:pt x="81762" y="238834"/>
                  </a:lnTo>
                  <a:lnTo>
                    <a:pt x="80722" y="239801"/>
                  </a:lnTo>
                  <a:lnTo>
                    <a:pt x="79304" y="240864"/>
                  </a:lnTo>
                  <a:lnTo>
                    <a:pt x="78926" y="241251"/>
                  </a:lnTo>
                  <a:lnTo>
                    <a:pt x="78737" y="241444"/>
                  </a:lnTo>
                  <a:lnTo>
                    <a:pt x="77792" y="242024"/>
                  </a:lnTo>
                  <a:lnTo>
                    <a:pt x="75996" y="243280"/>
                  </a:lnTo>
                  <a:lnTo>
                    <a:pt x="71175" y="246663"/>
                  </a:lnTo>
                  <a:lnTo>
                    <a:pt x="64370" y="251206"/>
                  </a:lnTo>
                  <a:lnTo>
                    <a:pt x="63330" y="251883"/>
                  </a:lnTo>
                  <a:lnTo>
                    <a:pt x="62952" y="253043"/>
                  </a:lnTo>
                  <a:lnTo>
                    <a:pt x="62196" y="255072"/>
                  </a:lnTo>
                  <a:lnTo>
                    <a:pt x="62007" y="255556"/>
                  </a:lnTo>
                  <a:lnTo>
                    <a:pt x="61912" y="255749"/>
                  </a:lnTo>
                  <a:lnTo>
                    <a:pt x="61534" y="256619"/>
                  </a:lnTo>
                  <a:lnTo>
                    <a:pt x="61439" y="257102"/>
                  </a:lnTo>
                  <a:lnTo>
                    <a:pt x="61345" y="257489"/>
                  </a:lnTo>
                  <a:lnTo>
                    <a:pt x="61156" y="257875"/>
                  </a:lnTo>
                  <a:lnTo>
                    <a:pt x="60872" y="258262"/>
                  </a:lnTo>
                  <a:lnTo>
                    <a:pt x="60494" y="258745"/>
                  </a:lnTo>
                  <a:lnTo>
                    <a:pt x="60116" y="259132"/>
                  </a:lnTo>
                  <a:lnTo>
                    <a:pt x="59644" y="259422"/>
                  </a:lnTo>
                  <a:lnTo>
                    <a:pt x="59171" y="259808"/>
                  </a:lnTo>
                  <a:lnTo>
                    <a:pt x="58698" y="259905"/>
                  </a:lnTo>
                  <a:lnTo>
                    <a:pt x="58226" y="260098"/>
                  </a:lnTo>
                  <a:lnTo>
                    <a:pt x="57753" y="260195"/>
                  </a:lnTo>
                  <a:lnTo>
                    <a:pt x="57186" y="260195"/>
                  </a:lnTo>
                  <a:lnTo>
                    <a:pt x="56713" y="260195"/>
                  </a:lnTo>
                  <a:lnTo>
                    <a:pt x="56241" y="260098"/>
                  </a:lnTo>
                  <a:lnTo>
                    <a:pt x="55674" y="259905"/>
                  </a:lnTo>
                  <a:lnTo>
                    <a:pt x="55295" y="259712"/>
                  </a:lnTo>
                  <a:lnTo>
                    <a:pt x="54823" y="259518"/>
                  </a:lnTo>
                  <a:lnTo>
                    <a:pt x="54445" y="259228"/>
                  </a:lnTo>
                  <a:lnTo>
                    <a:pt x="54067" y="258842"/>
                  </a:lnTo>
                  <a:lnTo>
                    <a:pt x="53689" y="258455"/>
                  </a:lnTo>
                  <a:lnTo>
                    <a:pt x="53310" y="258069"/>
                  </a:lnTo>
                  <a:lnTo>
                    <a:pt x="53027" y="258069"/>
                  </a:lnTo>
                  <a:lnTo>
                    <a:pt x="52554" y="258069"/>
                  </a:lnTo>
                  <a:lnTo>
                    <a:pt x="52082" y="258069"/>
                  </a:lnTo>
                  <a:lnTo>
                    <a:pt x="51420" y="258165"/>
                  </a:lnTo>
                  <a:lnTo>
                    <a:pt x="51136" y="258165"/>
                  </a:lnTo>
                  <a:lnTo>
                    <a:pt x="47450" y="258552"/>
                  </a:lnTo>
                  <a:lnTo>
                    <a:pt x="46505" y="258649"/>
                  </a:lnTo>
                  <a:lnTo>
                    <a:pt x="46127" y="258745"/>
                  </a:lnTo>
                  <a:lnTo>
                    <a:pt x="45465" y="258842"/>
                  </a:lnTo>
                  <a:lnTo>
                    <a:pt x="45181" y="258939"/>
                  </a:lnTo>
                  <a:lnTo>
                    <a:pt x="38943" y="259712"/>
                  </a:lnTo>
                  <a:lnTo>
                    <a:pt x="38754" y="259808"/>
                  </a:lnTo>
                  <a:lnTo>
                    <a:pt x="36485" y="260098"/>
                  </a:lnTo>
                  <a:lnTo>
                    <a:pt x="35068" y="260388"/>
                  </a:lnTo>
                  <a:lnTo>
                    <a:pt x="32610" y="260775"/>
                  </a:lnTo>
                  <a:lnTo>
                    <a:pt x="32326" y="260775"/>
                  </a:lnTo>
                  <a:lnTo>
                    <a:pt x="32043" y="260872"/>
                  </a:lnTo>
                  <a:lnTo>
                    <a:pt x="31287" y="260968"/>
                  </a:lnTo>
                  <a:lnTo>
                    <a:pt x="30625" y="261065"/>
                  </a:lnTo>
                  <a:lnTo>
                    <a:pt x="29963" y="261162"/>
                  </a:lnTo>
                  <a:lnTo>
                    <a:pt x="29680" y="261162"/>
                  </a:lnTo>
                  <a:lnTo>
                    <a:pt x="29113" y="257972"/>
                  </a:lnTo>
                  <a:lnTo>
                    <a:pt x="28924" y="256715"/>
                  </a:lnTo>
                  <a:lnTo>
                    <a:pt x="28451" y="255846"/>
                  </a:lnTo>
                  <a:lnTo>
                    <a:pt x="27789" y="254686"/>
                  </a:lnTo>
                  <a:lnTo>
                    <a:pt x="26655" y="252946"/>
                  </a:lnTo>
                  <a:lnTo>
                    <a:pt x="25804" y="251689"/>
                  </a:lnTo>
                  <a:lnTo>
                    <a:pt x="25048" y="250530"/>
                  </a:lnTo>
                  <a:lnTo>
                    <a:pt x="24197" y="249080"/>
                  </a:lnTo>
                  <a:lnTo>
                    <a:pt x="23347" y="247727"/>
                  </a:lnTo>
                  <a:lnTo>
                    <a:pt x="22969" y="246663"/>
                  </a:lnTo>
                  <a:lnTo>
                    <a:pt x="22118" y="244827"/>
                  </a:lnTo>
                  <a:lnTo>
                    <a:pt x="21740" y="243764"/>
                  </a:lnTo>
                  <a:lnTo>
                    <a:pt x="21362" y="243474"/>
                  </a:lnTo>
                  <a:lnTo>
                    <a:pt x="21267" y="243184"/>
                  </a:lnTo>
                  <a:lnTo>
                    <a:pt x="21173" y="242990"/>
                  </a:lnTo>
                  <a:lnTo>
                    <a:pt x="20984" y="241444"/>
                  </a:lnTo>
                  <a:lnTo>
                    <a:pt x="20795" y="239414"/>
                  </a:lnTo>
                  <a:lnTo>
                    <a:pt x="20889" y="236611"/>
                  </a:lnTo>
                  <a:lnTo>
                    <a:pt x="21078" y="232842"/>
                  </a:lnTo>
                  <a:lnTo>
                    <a:pt x="21362" y="224626"/>
                  </a:lnTo>
                  <a:lnTo>
                    <a:pt x="21740" y="220180"/>
                  </a:lnTo>
                  <a:lnTo>
                    <a:pt x="21740" y="219987"/>
                  </a:lnTo>
                  <a:lnTo>
                    <a:pt x="21362" y="216990"/>
                  </a:lnTo>
                  <a:lnTo>
                    <a:pt x="21362" y="216604"/>
                  </a:lnTo>
                  <a:lnTo>
                    <a:pt x="21078" y="214960"/>
                  </a:lnTo>
                  <a:lnTo>
                    <a:pt x="20984" y="214767"/>
                  </a:lnTo>
                  <a:lnTo>
                    <a:pt x="19566" y="209644"/>
                  </a:lnTo>
                  <a:lnTo>
                    <a:pt x="19188" y="208001"/>
                  </a:lnTo>
                  <a:lnTo>
                    <a:pt x="16163" y="198819"/>
                  </a:lnTo>
                  <a:lnTo>
                    <a:pt x="14840" y="200076"/>
                  </a:lnTo>
                  <a:lnTo>
                    <a:pt x="13894" y="200849"/>
                  </a:lnTo>
                  <a:lnTo>
                    <a:pt x="12760" y="202492"/>
                  </a:lnTo>
                  <a:lnTo>
                    <a:pt x="11815" y="205392"/>
                  </a:lnTo>
                  <a:lnTo>
                    <a:pt x="11437" y="207325"/>
                  </a:lnTo>
                  <a:lnTo>
                    <a:pt x="11342" y="209838"/>
                  </a:lnTo>
                  <a:lnTo>
                    <a:pt x="12004" y="212544"/>
                  </a:lnTo>
                  <a:lnTo>
                    <a:pt x="11059" y="212157"/>
                  </a:lnTo>
                  <a:lnTo>
                    <a:pt x="8696" y="211384"/>
                  </a:lnTo>
                  <a:lnTo>
                    <a:pt x="0" y="207711"/>
                  </a:lnTo>
                  <a:lnTo>
                    <a:pt x="189" y="207035"/>
                  </a:lnTo>
                  <a:lnTo>
                    <a:pt x="1701" y="203555"/>
                  </a:lnTo>
                  <a:lnTo>
                    <a:pt x="7467" y="189733"/>
                  </a:lnTo>
                  <a:lnTo>
                    <a:pt x="8790" y="186351"/>
                  </a:lnTo>
                  <a:lnTo>
                    <a:pt x="12382" y="177652"/>
                  </a:lnTo>
                  <a:lnTo>
                    <a:pt x="13138" y="175622"/>
                  </a:lnTo>
                  <a:lnTo>
                    <a:pt x="19093" y="161027"/>
                  </a:lnTo>
                  <a:lnTo>
                    <a:pt x="21551" y="154938"/>
                  </a:lnTo>
                  <a:lnTo>
                    <a:pt x="21740" y="154551"/>
                  </a:lnTo>
                  <a:lnTo>
                    <a:pt x="23252" y="150781"/>
                  </a:lnTo>
                  <a:lnTo>
                    <a:pt x="25710" y="144982"/>
                  </a:lnTo>
                  <a:lnTo>
                    <a:pt x="31381" y="131064"/>
                  </a:lnTo>
                  <a:lnTo>
                    <a:pt x="34122" y="124588"/>
                  </a:lnTo>
                  <a:lnTo>
                    <a:pt x="34217" y="124201"/>
                  </a:lnTo>
                  <a:lnTo>
                    <a:pt x="34784" y="122848"/>
                  </a:lnTo>
                  <a:lnTo>
                    <a:pt x="37525" y="116276"/>
                  </a:lnTo>
                  <a:lnTo>
                    <a:pt x="40644" y="106900"/>
                  </a:lnTo>
                  <a:lnTo>
                    <a:pt x="40833" y="106513"/>
                  </a:lnTo>
                  <a:lnTo>
                    <a:pt x="43102" y="97331"/>
                  </a:lnTo>
                  <a:lnTo>
                    <a:pt x="46032" y="97911"/>
                  </a:lnTo>
                  <a:lnTo>
                    <a:pt x="49057" y="98878"/>
                  </a:lnTo>
                  <a:lnTo>
                    <a:pt x="51325" y="99361"/>
                  </a:lnTo>
                  <a:lnTo>
                    <a:pt x="54539" y="99844"/>
                  </a:lnTo>
                  <a:lnTo>
                    <a:pt x="58037" y="98298"/>
                  </a:lnTo>
                  <a:lnTo>
                    <a:pt x="63519" y="95301"/>
                  </a:lnTo>
                  <a:lnTo>
                    <a:pt x="74956" y="86216"/>
                  </a:lnTo>
                  <a:lnTo>
                    <a:pt x="77697" y="84089"/>
                  </a:lnTo>
                  <a:lnTo>
                    <a:pt x="83180" y="81963"/>
                  </a:lnTo>
                  <a:lnTo>
                    <a:pt x="99816" y="75487"/>
                  </a:lnTo>
                  <a:lnTo>
                    <a:pt x="105015" y="73457"/>
                  </a:lnTo>
                  <a:lnTo>
                    <a:pt x="112104" y="70654"/>
                  </a:lnTo>
                  <a:lnTo>
                    <a:pt x="112765" y="70364"/>
                  </a:lnTo>
                  <a:lnTo>
                    <a:pt x="115601" y="69108"/>
                  </a:lnTo>
                  <a:lnTo>
                    <a:pt x="140083" y="58476"/>
                  </a:lnTo>
                  <a:lnTo>
                    <a:pt x="140272" y="58379"/>
                  </a:lnTo>
                  <a:lnTo>
                    <a:pt x="143863" y="56833"/>
                  </a:lnTo>
                  <a:lnTo>
                    <a:pt x="156151" y="52387"/>
                  </a:lnTo>
                  <a:lnTo>
                    <a:pt x="160972" y="50647"/>
                  </a:lnTo>
                  <a:lnTo>
                    <a:pt x="163524" y="49777"/>
                  </a:lnTo>
                  <a:lnTo>
                    <a:pt x="165415" y="49100"/>
                  </a:lnTo>
                  <a:lnTo>
                    <a:pt x="181295" y="47360"/>
                  </a:lnTo>
                  <a:lnTo>
                    <a:pt x="183563" y="47071"/>
                  </a:lnTo>
                  <a:lnTo>
                    <a:pt x="199348" y="45427"/>
                  </a:lnTo>
                  <a:lnTo>
                    <a:pt x="209746" y="44268"/>
                  </a:lnTo>
                  <a:lnTo>
                    <a:pt x="215606" y="41561"/>
                  </a:lnTo>
                  <a:lnTo>
                    <a:pt x="220805" y="39241"/>
                  </a:lnTo>
                  <a:lnTo>
                    <a:pt x="225248" y="37308"/>
                  </a:lnTo>
                  <a:lnTo>
                    <a:pt x="230825" y="34795"/>
                  </a:lnTo>
                  <a:lnTo>
                    <a:pt x="234322" y="33152"/>
                  </a:lnTo>
                  <a:lnTo>
                    <a:pt x="241128" y="30156"/>
                  </a:lnTo>
                  <a:lnTo>
                    <a:pt x="241978" y="29673"/>
                  </a:lnTo>
                  <a:lnTo>
                    <a:pt x="248311" y="26386"/>
                  </a:lnTo>
                  <a:lnTo>
                    <a:pt x="259938" y="20200"/>
                  </a:lnTo>
                  <a:lnTo>
                    <a:pt x="261734" y="19331"/>
                  </a:lnTo>
                  <a:lnTo>
                    <a:pt x="269485" y="15174"/>
                  </a:lnTo>
                  <a:lnTo>
                    <a:pt x="280922" y="9182"/>
                  </a:lnTo>
                  <a:lnTo>
                    <a:pt x="298125" y="96"/>
                  </a:lnTo>
                  <a:lnTo>
                    <a:pt x="298503" y="0"/>
                  </a:lnTo>
                  <a:lnTo>
                    <a:pt x="298692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50307" y="3787809"/>
              <a:ext cx="369395" cy="322151"/>
            </a:xfrm>
            <a:custGeom>
              <a:avLst/>
              <a:pathLst>
                <a:path w="369395" h="322151">
                  <a:moveTo>
                    <a:pt x="172220" y="7925"/>
                  </a:moveTo>
                  <a:lnTo>
                    <a:pt x="177041" y="12758"/>
                  </a:lnTo>
                  <a:lnTo>
                    <a:pt x="177230" y="13241"/>
                  </a:lnTo>
                  <a:lnTo>
                    <a:pt x="177325" y="13531"/>
                  </a:lnTo>
                  <a:lnTo>
                    <a:pt x="177892" y="14884"/>
                  </a:lnTo>
                  <a:lnTo>
                    <a:pt x="180538" y="21457"/>
                  </a:lnTo>
                  <a:lnTo>
                    <a:pt x="183469" y="28899"/>
                  </a:lnTo>
                  <a:lnTo>
                    <a:pt x="186966" y="37695"/>
                  </a:lnTo>
                  <a:lnTo>
                    <a:pt x="193204" y="36825"/>
                  </a:lnTo>
                  <a:lnTo>
                    <a:pt x="193677" y="36728"/>
                  </a:lnTo>
                  <a:lnTo>
                    <a:pt x="201712" y="35665"/>
                  </a:lnTo>
                  <a:lnTo>
                    <a:pt x="202184" y="35569"/>
                  </a:lnTo>
                  <a:lnTo>
                    <a:pt x="211826" y="34215"/>
                  </a:lnTo>
                  <a:lnTo>
                    <a:pt x="220427" y="33152"/>
                  </a:lnTo>
                  <a:lnTo>
                    <a:pt x="228556" y="32089"/>
                  </a:lnTo>
                  <a:lnTo>
                    <a:pt x="237441" y="30929"/>
                  </a:lnTo>
                  <a:lnTo>
                    <a:pt x="244814" y="29963"/>
                  </a:lnTo>
                  <a:lnTo>
                    <a:pt x="254455" y="28609"/>
                  </a:lnTo>
                  <a:lnTo>
                    <a:pt x="264947" y="27256"/>
                  </a:lnTo>
                  <a:lnTo>
                    <a:pt x="265893" y="27160"/>
                  </a:lnTo>
                  <a:lnTo>
                    <a:pt x="267311" y="28416"/>
                  </a:lnTo>
                  <a:lnTo>
                    <a:pt x="269768" y="30543"/>
                  </a:lnTo>
                  <a:lnTo>
                    <a:pt x="272604" y="32572"/>
                  </a:lnTo>
                  <a:lnTo>
                    <a:pt x="274494" y="33829"/>
                  </a:lnTo>
                  <a:lnTo>
                    <a:pt x="275061" y="34119"/>
                  </a:lnTo>
                  <a:lnTo>
                    <a:pt x="276196" y="34699"/>
                  </a:lnTo>
                  <a:lnTo>
                    <a:pt x="280355" y="36438"/>
                  </a:lnTo>
                  <a:lnTo>
                    <a:pt x="283758" y="37985"/>
                  </a:lnTo>
                  <a:lnTo>
                    <a:pt x="285364" y="39241"/>
                  </a:lnTo>
                  <a:lnTo>
                    <a:pt x="291792" y="43978"/>
                  </a:lnTo>
                  <a:lnTo>
                    <a:pt x="294533" y="45331"/>
                  </a:lnTo>
                  <a:lnTo>
                    <a:pt x="298787" y="47071"/>
                  </a:lnTo>
                  <a:lnTo>
                    <a:pt x="299448" y="47360"/>
                  </a:lnTo>
                  <a:lnTo>
                    <a:pt x="300583" y="47844"/>
                  </a:lnTo>
                  <a:lnTo>
                    <a:pt x="304174" y="49294"/>
                  </a:lnTo>
                  <a:lnTo>
                    <a:pt x="307199" y="50647"/>
                  </a:lnTo>
                  <a:lnTo>
                    <a:pt x="309184" y="51420"/>
                  </a:lnTo>
                  <a:lnTo>
                    <a:pt x="311453" y="52290"/>
                  </a:lnTo>
                  <a:lnTo>
                    <a:pt x="311642" y="52290"/>
                  </a:lnTo>
                  <a:lnTo>
                    <a:pt x="317502" y="54706"/>
                  </a:lnTo>
                  <a:lnTo>
                    <a:pt x="317691" y="54803"/>
                  </a:lnTo>
                  <a:lnTo>
                    <a:pt x="322228" y="55963"/>
                  </a:lnTo>
                  <a:lnTo>
                    <a:pt x="324497" y="56349"/>
                  </a:lnTo>
                  <a:lnTo>
                    <a:pt x="326765" y="56639"/>
                  </a:lnTo>
                  <a:lnTo>
                    <a:pt x="329034" y="56929"/>
                  </a:lnTo>
                  <a:lnTo>
                    <a:pt x="331870" y="57509"/>
                  </a:lnTo>
                  <a:lnTo>
                    <a:pt x="333666" y="57799"/>
                  </a:lnTo>
                  <a:lnTo>
                    <a:pt x="335083" y="58089"/>
                  </a:lnTo>
                  <a:lnTo>
                    <a:pt x="335462" y="58766"/>
                  </a:lnTo>
                  <a:lnTo>
                    <a:pt x="338770" y="64468"/>
                  </a:lnTo>
                  <a:lnTo>
                    <a:pt x="339810" y="65918"/>
                  </a:lnTo>
                  <a:lnTo>
                    <a:pt x="343685" y="71041"/>
                  </a:lnTo>
                  <a:lnTo>
                    <a:pt x="349167" y="78193"/>
                  </a:lnTo>
                  <a:lnTo>
                    <a:pt x="355500" y="86602"/>
                  </a:lnTo>
                  <a:lnTo>
                    <a:pt x="360888" y="93562"/>
                  </a:lnTo>
                  <a:lnTo>
                    <a:pt x="369395" y="104677"/>
                  </a:lnTo>
                  <a:lnTo>
                    <a:pt x="355973" y="112506"/>
                  </a:lnTo>
                  <a:lnTo>
                    <a:pt x="355217" y="112989"/>
                  </a:lnTo>
                  <a:lnTo>
                    <a:pt x="350207" y="115889"/>
                  </a:lnTo>
                  <a:lnTo>
                    <a:pt x="336407" y="124008"/>
                  </a:lnTo>
                  <a:lnTo>
                    <a:pt x="330074" y="127584"/>
                  </a:lnTo>
                  <a:lnTo>
                    <a:pt x="307388" y="140826"/>
                  </a:lnTo>
                  <a:lnTo>
                    <a:pt x="306632" y="141309"/>
                  </a:lnTo>
                  <a:lnTo>
                    <a:pt x="306443" y="141406"/>
                  </a:lnTo>
                  <a:lnTo>
                    <a:pt x="304174" y="142759"/>
                  </a:lnTo>
                  <a:lnTo>
                    <a:pt x="301244" y="144402"/>
                  </a:lnTo>
                  <a:lnTo>
                    <a:pt x="298220" y="146239"/>
                  </a:lnTo>
                  <a:lnTo>
                    <a:pt x="296140" y="147399"/>
                  </a:lnTo>
                  <a:lnTo>
                    <a:pt x="294439" y="148462"/>
                  </a:lnTo>
                  <a:lnTo>
                    <a:pt x="292548" y="149525"/>
                  </a:lnTo>
                  <a:lnTo>
                    <a:pt x="284892" y="153971"/>
                  </a:lnTo>
                  <a:lnTo>
                    <a:pt x="283568" y="154744"/>
                  </a:lnTo>
                  <a:lnTo>
                    <a:pt x="282718" y="155228"/>
                  </a:lnTo>
                  <a:lnTo>
                    <a:pt x="281489" y="156001"/>
                  </a:lnTo>
                  <a:lnTo>
                    <a:pt x="281205" y="156194"/>
                  </a:lnTo>
                  <a:lnTo>
                    <a:pt x="280638" y="156484"/>
                  </a:lnTo>
                  <a:lnTo>
                    <a:pt x="274211" y="160254"/>
                  </a:lnTo>
                  <a:lnTo>
                    <a:pt x="265609" y="165280"/>
                  </a:lnTo>
                  <a:lnTo>
                    <a:pt x="259938" y="168663"/>
                  </a:lnTo>
                  <a:lnTo>
                    <a:pt x="256346" y="171176"/>
                  </a:lnTo>
                  <a:lnTo>
                    <a:pt x="250485" y="175235"/>
                  </a:lnTo>
                  <a:lnTo>
                    <a:pt x="245003" y="179875"/>
                  </a:lnTo>
                  <a:lnTo>
                    <a:pt x="244436" y="180261"/>
                  </a:lnTo>
                  <a:lnTo>
                    <a:pt x="243869" y="181034"/>
                  </a:lnTo>
                  <a:lnTo>
                    <a:pt x="243207" y="181808"/>
                  </a:lnTo>
                  <a:lnTo>
                    <a:pt x="240939" y="185577"/>
                  </a:lnTo>
                  <a:lnTo>
                    <a:pt x="239804" y="187124"/>
                  </a:lnTo>
                  <a:lnTo>
                    <a:pt x="239521" y="187607"/>
                  </a:lnTo>
                  <a:lnTo>
                    <a:pt x="239048" y="188864"/>
                  </a:lnTo>
                  <a:lnTo>
                    <a:pt x="238859" y="189733"/>
                  </a:lnTo>
                  <a:lnTo>
                    <a:pt x="238386" y="192536"/>
                  </a:lnTo>
                  <a:lnTo>
                    <a:pt x="237914" y="195243"/>
                  </a:lnTo>
                  <a:lnTo>
                    <a:pt x="237536" y="197756"/>
                  </a:lnTo>
                  <a:lnTo>
                    <a:pt x="237347" y="198239"/>
                  </a:lnTo>
                  <a:lnTo>
                    <a:pt x="236780" y="199592"/>
                  </a:lnTo>
                  <a:lnTo>
                    <a:pt x="236496" y="200076"/>
                  </a:lnTo>
                  <a:lnTo>
                    <a:pt x="236591" y="200366"/>
                  </a:lnTo>
                  <a:lnTo>
                    <a:pt x="236591" y="200559"/>
                  </a:lnTo>
                  <a:lnTo>
                    <a:pt x="237536" y="202685"/>
                  </a:lnTo>
                  <a:lnTo>
                    <a:pt x="239426" y="206745"/>
                  </a:lnTo>
                  <a:lnTo>
                    <a:pt x="241033" y="209064"/>
                  </a:lnTo>
                  <a:lnTo>
                    <a:pt x="243113" y="211288"/>
                  </a:lnTo>
                  <a:lnTo>
                    <a:pt x="243491" y="211578"/>
                  </a:lnTo>
                  <a:lnTo>
                    <a:pt x="244909" y="213124"/>
                  </a:lnTo>
                  <a:lnTo>
                    <a:pt x="247272" y="214864"/>
                  </a:lnTo>
                  <a:lnTo>
                    <a:pt x="248028" y="215250"/>
                  </a:lnTo>
                  <a:lnTo>
                    <a:pt x="249540" y="216120"/>
                  </a:lnTo>
                  <a:lnTo>
                    <a:pt x="249824" y="216314"/>
                  </a:lnTo>
                  <a:lnTo>
                    <a:pt x="252943" y="217667"/>
                  </a:lnTo>
                  <a:lnTo>
                    <a:pt x="253699" y="217957"/>
                  </a:lnTo>
                  <a:lnTo>
                    <a:pt x="261734" y="220180"/>
                  </a:lnTo>
                  <a:lnTo>
                    <a:pt x="262301" y="220373"/>
                  </a:lnTo>
                  <a:lnTo>
                    <a:pt x="264286" y="220953"/>
                  </a:lnTo>
                  <a:lnTo>
                    <a:pt x="266932" y="221630"/>
                  </a:lnTo>
                  <a:lnTo>
                    <a:pt x="267783" y="221823"/>
                  </a:lnTo>
                  <a:lnTo>
                    <a:pt x="270335" y="222500"/>
                  </a:lnTo>
                  <a:lnTo>
                    <a:pt x="271280" y="222693"/>
                  </a:lnTo>
                  <a:lnTo>
                    <a:pt x="272320" y="223176"/>
                  </a:lnTo>
                  <a:lnTo>
                    <a:pt x="275818" y="224626"/>
                  </a:lnTo>
                  <a:lnTo>
                    <a:pt x="277519" y="225399"/>
                  </a:lnTo>
                  <a:lnTo>
                    <a:pt x="280638" y="227332"/>
                  </a:lnTo>
                  <a:lnTo>
                    <a:pt x="284419" y="230329"/>
                  </a:lnTo>
                  <a:lnTo>
                    <a:pt x="285175" y="230909"/>
                  </a:lnTo>
                  <a:lnTo>
                    <a:pt x="285742" y="231778"/>
                  </a:lnTo>
                  <a:lnTo>
                    <a:pt x="287822" y="234195"/>
                  </a:lnTo>
                  <a:lnTo>
                    <a:pt x="288673" y="235258"/>
                  </a:lnTo>
                  <a:lnTo>
                    <a:pt x="290185" y="238061"/>
                  </a:lnTo>
                  <a:lnTo>
                    <a:pt x="291603" y="240477"/>
                  </a:lnTo>
                  <a:lnTo>
                    <a:pt x="291981" y="241057"/>
                  </a:lnTo>
                  <a:lnTo>
                    <a:pt x="292832" y="243280"/>
                  </a:lnTo>
                  <a:lnTo>
                    <a:pt x="293304" y="244440"/>
                  </a:lnTo>
                  <a:lnTo>
                    <a:pt x="293682" y="245600"/>
                  </a:lnTo>
                  <a:lnTo>
                    <a:pt x="293777" y="245987"/>
                  </a:lnTo>
                  <a:lnTo>
                    <a:pt x="294344" y="248403"/>
                  </a:lnTo>
                  <a:lnTo>
                    <a:pt x="294628" y="249853"/>
                  </a:lnTo>
                  <a:lnTo>
                    <a:pt x="294817" y="250530"/>
                  </a:lnTo>
                  <a:lnTo>
                    <a:pt x="294817" y="250723"/>
                  </a:lnTo>
                  <a:lnTo>
                    <a:pt x="294911" y="251206"/>
                  </a:lnTo>
                  <a:lnTo>
                    <a:pt x="295006" y="251786"/>
                  </a:lnTo>
                  <a:lnTo>
                    <a:pt x="295100" y="252656"/>
                  </a:lnTo>
                  <a:lnTo>
                    <a:pt x="295289" y="256136"/>
                  </a:lnTo>
                  <a:lnTo>
                    <a:pt x="295289" y="256619"/>
                  </a:lnTo>
                  <a:lnTo>
                    <a:pt x="295289" y="257102"/>
                  </a:lnTo>
                  <a:lnTo>
                    <a:pt x="279599" y="259518"/>
                  </a:lnTo>
                  <a:lnTo>
                    <a:pt x="279031" y="259615"/>
                  </a:lnTo>
                  <a:lnTo>
                    <a:pt x="262490" y="261838"/>
                  </a:lnTo>
                  <a:lnTo>
                    <a:pt x="257102" y="262708"/>
                  </a:lnTo>
                  <a:lnTo>
                    <a:pt x="250864" y="263578"/>
                  </a:lnTo>
                  <a:lnTo>
                    <a:pt x="239426" y="265124"/>
                  </a:lnTo>
                  <a:lnTo>
                    <a:pt x="239710" y="268314"/>
                  </a:lnTo>
                  <a:lnTo>
                    <a:pt x="239710" y="270730"/>
                  </a:lnTo>
                  <a:lnTo>
                    <a:pt x="239426" y="273727"/>
                  </a:lnTo>
                  <a:lnTo>
                    <a:pt x="239426" y="274210"/>
                  </a:lnTo>
                  <a:lnTo>
                    <a:pt x="238859" y="277206"/>
                  </a:lnTo>
                  <a:lnTo>
                    <a:pt x="238481" y="280203"/>
                  </a:lnTo>
                  <a:lnTo>
                    <a:pt x="238481" y="281846"/>
                  </a:lnTo>
                  <a:lnTo>
                    <a:pt x="238386" y="282716"/>
                  </a:lnTo>
                  <a:lnTo>
                    <a:pt x="238481" y="283876"/>
                  </a:lnTo>
                  <a:lnTo>
                    <a:pt x="238670" y="285519"/>
                  </a:lnTo>
                  <a:lnTo>
                    <a:pt x="238765" y="286485"/>
                  </a:lnTo>
                  <a:lnTo>
                    <a:pt x="239615" y="292478"/>
                  </a:lnTo>
                  <a:lnTo>
                    <a:pt x="239993" y="295474"/>
                  </a:lnTo>
                  <a:lnTo>
                    <a:pt x="241317" y="304463"/>
                  </a:lnTo>
                  <a:lnTo>
                    <a:pt x="229690" y="306106"/>
                  </a:lnTo>
                  <a:lnTo>
                    <a:pt x="217119" y="308039"/>
                  </a:lnTo>
                  <a:lnTo>
                    <a:pt x="205965" y="309779"/>
                  </a:lnTo>
                  <a:lnTo>
                    <a:pt x="203886" y="310069"/>
                  </a:lnTo>
                  <a:lnTo>
                    <a:pt x="198309" y="310939"/>
                  </a:lnTo>
                  <a:lnTo>
                    <a:pt x="197647" y="311036"/>
                  </a:lnTo>
                  <a:lnTo>
                    <a:pt x="182996" y="313065"/>
                  </a:lnTo>
                  <a:lnTo>
                    <a:pt x="153410" y="317125"/>
                  </a:lnTo>
                  <a:lnTo>
                    <a:pt x="118531" y="322151"/>
                  </a:lnTo>
                  <a:lnTo>
                    <a:pt x="118059" y="319928"/>
                  </a:lnTo>
                  <a:lnTo>
                    <a:pt x="117303" y="317705"/>
                  </a:lnTo>
                  <a:lnTo>
                    <a:pt x="116074" y="315095"/>
                  </a:lnTo>
                  <a:lnTo>
                    <a:pt x="113049" y="310359"/>
                  </a:lnTo>
                  <a:lnTo>
                    <a:pt x="111064" y="307073"/>
                  </a:lnTo>
                  <a:lnTo>
                    <a:pt x="110969" y="306879"/>
                  </a:lnTo>
                  <a:lnTo>
                    <a:pt x="108134" y="302143"/>
                  </a:lnTo>
                  <a:lnTo>
                    <a:pt x="107945" y="301853"/>
                  </a:lnTo>
                  <a:lnTo>
                    <a:pt x="107094" y="300307"/>
                  </a:lnTo>
                  <a:lnTo>
                    <a:pt x="106527" y="299340"/>
                  </a:lnTo>
                  <a:lnTo>
                    <a:pt x="104825" y="296247"/>
                  </a:lnTo>
                  <a:lnTo>
                    <a:pt x="104258" y="295184"/>
                  </a:lnTo>
                  <a:lnTo>
                    <a:pt x="103313" y="292768"/>
                  </a:lnTo>
                  <a:lnTo>
                    <a:pt x="103030" y="292188"/>
                  </a:lnTo>
                  <a:lnTo>
                    <a:pt x="101990" y="289385"/>
                  </a:lnTo>
                  <a:lnTo>
                    <a:pt x="101139" y="287355"/>
                  </a:lnTo>
                  <a:lnTo>
                    <a:pt x="100477" y="285712"/>
                  </a:lnTo>
                  <a:lnTo>
                    <a:pt x="100194" y="284939"/>
                  </a:lnTo>
                  <a:lnTo>
                    <a:pt x="95751" y="273630"/>
                  </a:lnTo>
                  <a:lnTo>
                    <a:pt x="95373" y="272470"/>
                  </a:lnTo>
                  <a:lnTo>
                    <a:pt x="94806" y="270924"/>
                  </a:lnTo>
                  <a:lnTo>
                    <a:pt x="92159" y="264351"/>
                  </a:lnTo>
                  <a:lnTo>
                    <a:pt x="89324" y="257102"/>
                  </a:lnTo>
                  <a:lnTo>
                    <a:pt x="86961" y="251013"/>
                  </a:lnTo>
                  <a:lnTo>
                    <a:pt x="83085" y="240961"/>
                  </a:lnTo>
                  <a:lnTo>
                    <a:pt x="79210" y="231005"/>
                  </a:lnTo>
                  <a:lnTo>
                    <a:pt x="76091" y="223176"/>
                  </a:lnTo>
                  <a:lnTo>
                    <a:pt x="75712" y="222113"/>
                  </a:lnTo>
                  <a:lnTo>
                    <a:pt x="75240" y="220856"/>
                  </a:lnTo>
                  <a:lnTo>
                    <a:pt x="73444" y="216314"/>
                  </a:lnTo>
                  <a:lnTo>
                    <a:pt x="72971" y="215057"/>
                  </a:lnTo>
                  <a:lnTo>
                    <a:pt x="72688" y="214381"/>
                  </a:lnTo>
                  <a:lnTo>
                    <a:pt x="69285" y="205585"/>
                  </a:lnTo>
                  <a:lnTo>
                    <a:pt x="69096" y="205198"/>
                  </a:lnTo>
                  <a:lnTo>
                    <a:pt x="68434" y="203555"/>
                  </a:lnTo>
                  <a:lnTo>
                    <a:pt x="66922" y="199979"/>
                  </a:lnTo>
                  <a:lnTo>
                    <a:pt x="61628" y="187414"/>
                  </a:lnTo>
                  <a:lnTo>
                    <a:pt x="60967" y="185867"/>
                  </a:lnTo>
                  <a:lnTo>
                    <a:pt x="57280" y="177845"/>
                  </a:lnTo>
                  <a:lnTo>
                    <a:pt x="56713" y="176588"/>
                  </a:lnTo>
                  <a:lnTo>
                    <a:pt x="52271" y="166536"/>
                  </a:lnTo>
                  <a:lnTo>
                    <a:pt x="48112" y="155904"/>
                  </a:lnTo>
                  <a:lnTo>
                    <a:pt x="44331" y="146432"/>
                  </a:lnTo>
                  <a:lnTo>
                    <a:pt x="36674" y="125168"/>
                  </a:lnTo>
                  <a:lnTo>
                    <a:pt x="34028" y="116759"/>
                  </a:lnTo>
                  <a:lnTo>
                    <a:pt x="33650" y="115599"/>
                  </a:lnTo>
                  <a:lnTo>
                    <a:pt x="31759" y="110766"/>
                  </a:lnTo>
                  <a:lnTo>
                    <a:pt x="29302" y="104290"/>
                  </a:lnTo>
                  <a:lnTo>
                    <a:pt x="25426" y="93272"/>
                  </a:lnTo>
                  <a:lnTo>
                    <a:pt x="18999" y="75584"/>
                  </a:lnTo>
                  <a:lnTo>
                    <a:pt x="18431" y="73941"/>
                  </a:lnTo>
                  <a:lnTo>
                    <a:pt x="8979" y="48037"/>
                  </a:lnTo>
                  <a:lnTo>
                    <a:pt x="5954" y="39628"/>
                  </a:lnTo>
                  <a:lnTo>
                    <a:pt x="5198" y="38178"/>
                  </a:lnTo>
                  <a:lnTo>
                    <a:pt x="4348" y="37018"/>
                  </a:lnTo>
                  <a:lnTo>
                    <a:pt x="3497" y="35955"/>
                  </a:lnTo>
                  <a:lnTo>
                    <a:pt x="2835" y="34215"/>
                  </a:lnTo>
                  <a:lnTo>
                    <a:pt x="567" y="28029"/>
                  </a:lnTo>
                  <a:lnTo>
                    <a:pt x="378" y="26290"/>
                  </a:lnTo>
                  <a:lnTo>
                    <a:pt x="283" y="25710"/>
                  </a:lnTo>
                  <a:lnTo>
                    <a:pt x="0" y="22423"/>
                  </a:lnTo>
                  <a:lnTo>
                    <a:pt x="5482" y="21650"/>
                  </a:lnTo>
                  <a:lnTo>
                    <a:pt x="18053" y="19910"/>
                  </a:lnTo>
                  <a:lnTo>
                    <a:pt x="24103" y="19137"/>
                  </a:lnTo>
                  <a:lnTo>
                    <a:pt x="36769" y="17397"/>
                  </a:lnTo>
                  <a:lnTo>
                    <a:pt x="37242" y="17301"/>
                  </a:lnTo>
                  <a:lnTo>
                    <a:pt x="51515" y="15368"/>
                  </a:lnTo>
                  <a:lnTo>
                    <a:pt x="52365" y="15271"/>
                  </a:lnTo>
                  <a:lnTo>
                    <a:pt x="65504" y="13435"/>
                  </a:lnTo>
                  <a:lnTo>
                    <a:pt x="81762" y="11211"/>
                  </a:lnTo>
                  <a:lnTo>
                    <a:pt x="99627" y="8795"/>
                  </a:lnTo>
                  <a:lnTo>
                    <a:pt x="100194" y="8698"/>
                  </a:lnTo>
                  <a:lnTo>
                    <a:pt x="103691" y="8312"/>
                  </a:lnTo>
                  <a:lnTo>
                    <a:pt x="115034" y="6862"/>
                  </a:lnTo>
                  <a:lnTo>
                    <a:pt x="128078" y="5122"/>
                  </a:lnTo>
                  <a:lnTo>
                    <a:pt x="133750" y="4446"/>
                  </a:lnTo>
                  <a:lnTo>
                    <a:pt x="141028" y="3479"/>
                  </a:lnTo>
                  <a:lnTo>
                    <a:pt x="141311" y="3479"/>
                  </a:lnTo>
                  <a:lnTo>
                    <a:pt x="150007" y="2319"/>
                  </a:lnTo>
                  <a:lnTo>
                    <a:pt x="159082" y="1159"/>
                  </a:lnTo>
                  <a:lnTo>
                    <a:pt x="159554" y="1159"/>
                  </a:lnTo>
                  <a:lnTo>
                    <a:pt x="169196" y="96"/>
                  </a:lnTo>
                  <a:lnTo>
                    <a:pt x="169479" y="0"/>
                  </a:lnTo>
                  <a:lnTo>
                    <a:pt x="170992" y="4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665244" y="3528387"/>
              <a:ext cx="602754" cy="475639"/>
            </a:xfrm>
            <a:custGeom>
              <a:avLst/>
              <a:pathLst>
                <a:path w="602754" h="475639">
                  <a:moveTo>
                    <a:pt x="532429" y="9472"/>
                  </a:moveTo>
                  <a:lnTo>
                    <a:pt x="533941" y="11888"/>
                  </a:lnTo>
                  <a:lnTo>
                    <a:pt x="535548" y="14498"/>
                  </a:lnTo>
                  <a:lnTo>
                    <a:pt x="543960" y="27353"/>
                  </a:lnTo>
                  <a:lnTo>
                    <a:pt x="535453" y="33152"/>
                  </a:lnTo>
                  <a:lnTo>
                    <a:pt x="536493" y="35182"/>
                  </a:lnTo>
                  <a:lnTo>
                    <a:pt x="536777" y="35762"/>
                  </a:lnTo>
                  <a:lnTo>
                    <a:pt x="539234" y="39048"/>
                  </a:lnTo>
                  <a:lnTo>
                    <a:pt x="541975" y="42238"/>
                  </a:lnTo>
                  <a:lnTo>
                    <a:pt x="552940" y="55963"/>
                  </a:lnTo>
                  <a:lnTo>
                    <a:pt x="553413" y="55480"/>
                  </a:lnTo>
                  <a:lnTo>
                    <a:pt x="557761" y="60602"/>
                  </a:lnTo>
                  <a:lnTo>
                    <a:pt x="563054" y="66885"/>
                  </a:lnTo>
                  <a:lnTo>
                    <a:pt x="563149" y="67078"/>
                  </a:lnTo>
                  <a:lnTo>
                    <a:pt x="564661" y="69495"/>
                  </a:lnTo>
                  <a:lnTo>
                    <a:pt x="564850" y="69978"/>
                  </a:lnTo>
                  <a:lnTo>
                    <a:pt x="565323" y="71331"/>
                  </a:lnTo>
                  <a:lnTo>
                    <a:pt x="565512" y="71718"/>
                  </a:lnTo>
                  <a:lnTo>
                    <a:pt x="565795" y="73361"/>
                  </a:lnTo>
                  <a:lnTo>
                    <a:pt x="566551" y="77517"/>
                  </a:lnTo>
                  <a:lnTo>
                    <a:pt x="566740" y="78483"/>
                  </a:lnTo>
                  <a:lnTo>
                    <a:pt x="566740" y="78677"/>
                  </a:lnTo>
                  <a:lnTo>
                    <a:pt x="567497" y="81963"/>
                  </a:lnTo>
                  <a:lnTo>
                    <a:pt x="567969" y="83896"/>
                  </a:lnTo>
                  <a:lnTo>
                    <a:pt x="568536" y="85829"/>
                  </a:lnTo>
                  <a:lnTo>
                    <a:pt x="570994" y="95011"/>
                  </a:lnTo>
                  <a:lnTo>
                    <a:pt x="573546" y="104387"/>
                  </a:lnTo>
                  <a:lnTo>
                    <a:pt x="574302" y="106900"/>
                  </a:lnTo>
                  <a:lnTo>
                    <a:pt x="574775" y="106803"/>
                  </a:lnTo>
                  <a:lnTo>
                    <a:pt x="585078" y="138120"/>
                  </a:lnTo>
                  <a:lnTo>
                    <a:pt x="585456" y="139086"/>
                  </a:lnTo>
                  <a:lnTo>
                    <a:pt x="586212" y="141309"/>
                  </a:lnTo>
                  <a:lnTo>
                    <a:pt x="586401" y="141793"/>
                  </a:lnTo>
                  <a:lnTo>
                    <a:pt x="588575" y="148172"/>
                  </a:lnTo>
                  <a:lnTo>
                    <a:pt x="590560" y="153874"/>
                  </a:lnTo>
                  <a:lnTo>
                    <a:pt x="591505" y="156581"/>
                  </a:lnTo>
                  <a:lnTo>
                    <a:pt x="591222" y="156871"/>
                  </a:lnTo>
                  <a:lnTo>
                    <a:pt x="590749" y="157257"/>
                  </a:lnTo>
                  <a:lnTo>
                    <a:pt x="589615" y="158224"/>
                  </a:lnTo>
                  <a:lnTo>
                    <a:pt x="589331" y="158417"/>
                  </a:lnTo>
                  <a:lnTo>
                    <a:pt x="588764" y="158900"/>
                  </a:lnTo>
                  <a:lnTo>
                    <a:pt x="586685" y="160060"/>
                  </a:lnTo>
                  <a:lnTo>
                    <a:pt x="585267" y="160640"/>
                  </a:lnTo>
                  <a:lnTo>
                    <a:pt x="583660" y="161027"/>
                  </a:lnTo>
                  <a:lnTo>
                    <a:pt x="583376" y="161124"/>
                  </a:lnTo>
                  <a:lnTo>
                    <a:pt x="582053" y="161800"/>
                  </a:lnTo>
                  <a:lnTo>
                    <a:pt x="581013" y="162283"/>
                  </a:lnTo>
                  <a:lnTo>
                    <a:pt x="579974" y="163057"/>
                  </a:lnTo>
                  <a:lnTo>
                    <a:pt x="579501" y="163443"/>
                  </a:lnTo>
                  <a:lnTo>
                    <a:pt x="578083" y="164313"/>
                  </a:lnTo>
                  <a:lnTo>
                    <a:pt x="577611" y="164603"/>
                  </a:lnTo>
                  <a:lnTo>
                    <a:pt x="576949" y="165086"/>
                  </a:lnTo>
                  <a:lnTo>
                    <a:pt x="574491" y="166150"/>
                  </a:lnTo>
                  <a:lnTo>
                    <a:pt x="573168" y="167020"/>
                  </a:lnTo>
                  <a:lnTo>
                    <a:pt x="572884" y="167309"/>
                  </a:lnTo>
                  <a:lnTo>
                    <a:pt x="572506" y="167696"/>
                  </a:lnTo>
                  <a:lnTo>
                    <a:pt x="572317" y="168179"/>
                  </a:lnTo>
                  <a:lnTo>
                    <a:pt x="572412" y="168759"/>
                  </a:lnTo>
                  <a:lnTo>
                    <a:pt x="572317" y="168953"/>
                  </a:lnTo>
                  <a:lnTo>
                    <a:pt x="571656" y="169629"/>
                  </a:lnTo>
                  <a:lnTo>
                    <a:pt x="570049" y="171176"/>
                  </a:lnTo>
                  <a:lnTo>
                    <a:pt x="568442" y="172722"/>
                  </a:lnTo>
                  <a:lnTo>
                    <a:pt x="567875" y="173205"/>
                  </a:lnTo>
                  <a:lnTo>
                    <a:pt x="567402" y="173785"/>
                  </a:lnTo>
                  <a:lnTo>
                    <a:pt x="566457" y="174559"/>
                  </a:lnTo>
                  <a:lnTo>
                    <a:pt x="565039" y="175718"/>
                  </a:lnTo>
                  <a:lnTo>
                    <a:pt x="564188" y="176395"/>
                  </a:lnTo>
                  <a:lnTo>
                    <a:pt x="563338" y="177072"/>
                  </a:lnTo>
                  <a:lnTo>
                    <a:pt x="562298" y="177845"/>
                  </a:lnTo>
                  <a:lnTo>
                    <a:pt x="561920" y="178135"/>
                  </a:lnTo>
                  <a:lnTo>
                    <a:pt x="561447" y="178425"/>
                  </a:lnTo>
                  <a:lnTo>
                    <a:pt x="560502" y="179198"/>
                  </a:lnTo>
                  <a:lnTo>
                    <a:pt x="559651" y="179778"/>
                  </a:lnTo>
                  <a:lnTo>
                    <a:pt x="558706" y="180455"/>
                  </a:lnTo>
                  <a:lnTo>
                    <a:pt x="555492" y="182871"/>
                  </a:lnTo>
                  <a:lnTo>
                    <a:pt x="555114" y="182774"/>
                  </a:lnTo>
                  <a:lnTo>
                    <a:pt x="554925" y="182871"/>
                  </a:lnTo>
                  <a:lnTo>
                    <a:pt x="554641" y="182581"/>
                  </a:lnTo>
                  <a:lnTo>
                    <a:pt x="553885" y="181614"/>
                  </a:lnTo>
                  <a:lnTo>
                    <a:pt x="553602" y="181324"/>
                  </a:lnTo>
                  <a:lnTo>
                    <a:pt x="552089" y="179488"/>
                  </a:lnTo>
                  <a:lnTo>
                    <a:pt x="551428" y="178908"/>
                  </a:lnTo>
                  <a:lnTo>
                    <a:pt x="551239" y="178715"/>
                  </a:lnTo>
                  <a:lnTo>
                    <a:pt x="550482" y="177845"/>
                  </a:lnTo>
                  <a:lnTo>
                    <a:pt x="550104" y="177555"/>
                  </a:lnTo>
                  <a:lnTo>
                    <a:pt x="549537" y="177265"/>
                  </a:lnTo>
                  <a:lnTo>
                    <a:pt x="548687" y="176685"/>
                  </a:lnTo>
                  <a:lnTo>
                    <a:pt x="548498" y="176588"/>
                  </a:lnTo>
                  <a:lnTo>
                    <a:pt x="548308" y="176395"/>
                  </a:lnTo>
                  <a:lnTo>
                    <a:pt x="547741" y="175718"/>
                  </a:lnTo>
                  <a:lnTo>
                    <a:pt x="547080" y="175042"/>
                  </a:lnTo>
                  <a:lnTo>
                    <a:pt x="546607" y="174462"/>
                  </a:lnTo>
                  <a:lnTo>
                    <a:pt x="546418" y="174172"/>
                  </a:lnTo>
                  <a:lnTo>
                    <a:pt x="546040" y="173785"/>
                  </a:lnTo>
                  <a:lnTo>
                    <a:pt x="545473" y="172819"/>
                  </a:lnTo>
                  <a:lnTo>
                    <a:pt x="545284" y="172626"/>
                  </a:lnTo>
                  <a:lnTo>
                    <a:pt x="543866" y="170209"/>
                  </a:lnTo>
                  <a:lnTo>
                    <a:pt x="543204" y="169146"/>
                  </a:lnTo>
                  <a:lnTo>
                    <a:pt x="542826" y="168469"/>
                  </a:lnTo>
                  <a:lnTo>
                    <a:pt x="542354" y="167503"/>
                  </a:lnTo>
                  <a:lnTo>
                    <a:pt x="541219" y="165473"/>
                  </a:lnTo>
                  <a:lnTo>
                    <a:pt x="540463" y="164217"/>
                  </a:lnTo>
                  <a:lnTo>
                    <a:pt x="540274" y="164023"/>
                  </a:lnTo>
                  <a:lnTo>
                    <a:pt x="541030" y="162863"/>
                  </a:lnTo>
                  <a:lnTo>
                    <a:pt x="541503" y="161993"/>
                  </a:lnTo>
                  <a:lnTo>
                    <a:pt x="541786" y="161607"/>
                  </a:lnTo>
                  <a:lnTo>
                    <a:pt x="542826" y="160544"/>
                  </a:lnTo>
                  <a:lnTo>
                    <a:pt x="542448" y="159964"/>
                  </a:lnTo>
                  <a:lnTo>
                    <a:pt x="542164" y="159287"/>
                  </a:lnTo>
                  <a:lnTo>
                    <a:pt x="542070" y="159094"/>
                  </a:lnTo>
                  <a:lnTo>
                    <a:pt x="541692" y="158514"/>
                  </a:lnTo>
                  <a:lnTo>
                    <a:pt x="541125" y="157451"/>
                  </a:lnTo>
                  <a:lnTo>
                    <a:pt x="540652" y="156677"/>
                  </a:lnTo>
                  <a:lnTo>
                    <a:pt x="540369" y="156194"/>
                  </a:lnTo>
                  <a:lnTo>
                    <a:pt x="539990" y="155614"/>
                  </a:lnTo>
                  <a:lnTo>
                    <a:pt x="539423" y="154938"/>
                  </a:lnTo>
                  <a:lnTo>
                    <a:pt x="538856" y="154164"/>
                  </a:lnTo>
                  <a:lnTo>
                    <a:pt x="539234" y="153681"/>
                  </a:lnTo>
                  <a:lnTo>
                    <a:pt x="538951" y="153101"/>
                  </a:lnTo>
                  <a:lnTo>
                    <a:pt x="543015" y="147205"/>
                  </a:lnTo>
                  <a:lnTo>
                    <a:pt x="549915" y="128937"/>
                  </a:lnTo>
                  <a:lnTo>
                    <a:pt x="550672" y="126811"/>
                  </a:lnTo>
                  <a:lnTo>
                    <a:pt x="553885" y="117629"/>
                  </a:lnTo>
                  <a:lnTo>
                    <a:pt x="551428" y="116082"/>
                  </a:lnTo>
                  <a:lnTo>
                    <a:pt x="550388" y="114729"/>
                  </a:lnTo>
                  <a:lnTo>
                    <a:pt x="538194" y="118885"/>
                  </a:lnTo>
                  <a:lnTo>
                    <a:pt x="529404" y="121882"/>
                  </a:lnTo>
                  <a:lnTo>
                    <a:pt x="526285" y="122945"/>
                  </a:lnTo>
                  <a:lnTo>
                    <a:pt x="524867" y="123428"/>
                  </a:lnTo>
                  <a:lnTo>
                    <a:pt x="523543" y="123911"/>
                  </a:lnTo>
                  <a:lnTo>
                    <a:pt x="516265" y="126521"/>
                  </a:lnTo>
                  <a:lnTo>
                    <a:pt x="515982" y="126618"/>
                  </a:lnTo>
                  <a:lnTo>
                    <a:pt x="516643" y="129517"/>
                  </a:lnTo>
                  <a:lnTo>
                    <a:pt x="516738" y="130097"/>
                  </a:lnTo>
                  <a:lnTo>
                    <a:pt x="517210" y="133190"/>
                  </a:lnTo>
                  <a:lnTo>
                    <a:pt x="517494" y="135123"/>
                  </a:lnTo>
                  <a:lnTo>
                    <a:pt x="517399" y="135800"/>
                  </a:lnTo>
                  <a:lnTo>
                    <a:pt x="517305" y="136863"/>
                  </a:lnTo>
                  <a:lnTo>
                    <a:pt x="517021" y="138893"/>
                  </a:lnTo>
                  <a:lnTo>
                    <a:pt x="517021" y="139473"/>
                  </a:lnTo>
                  <a:lnTo>
                    <a:pt x="516454" y="143629"/>
                  </a:lnTo>
                  <a:lnTo>
                    <a:pt x="515982" y="146915"/>
                  </a:lnTo>
                  <a:lnTo>
                    <a:pt x="515036" y="146915"/>
                  </a:lnTo>
                  <a:lnTo>
                    <a:pt x="515036" y="147399"/>
                  </a:lnTo>
                  <a:lnTo>
                    <a:pt x="514942" y="150588"/>
                  </a:lnTo>
                  <a:lnTo>
                    <a:pt x="514942" y="151458"/>
                  </a:lnTo>
                  <a:lnTo>
                    <a:pt x="514942" y="152715"/>
                  </a:lnTo>
                  <a:lnTo>
                    <a:pt x="515036" y="154744"/>
                  </a:lnTo>
                  <a:lnTo>
                    <a:pt x="515225" y="156291"/>
                  </a:lnTo>
                  <a:lnTo>
                    <a:pt x="515320" y="157354"/>
                  </a:lnTo>
                  <a:lnTo>
                    <a:pt x="515698" y="161124"/>
                  </a:lnTo>
                  <a:lnTo>
                    <a:pt x="515793" y="161993"/>
                  </a:lnTo>
                  <a:lnTo>
                    <a:pt x="515793" y="162187"/>
                  </a:lnTo>
                  <a:lnTo>
                    <a:pt x="515604" y="165570"/>
                  </a:lnTo>
                  <a:lnTo>
                    <a:pt x="515036" y="173205"/>
                  </a:lnTo>
                  <a:lnTo>
                    <a:pt x="514847" y="175332"/>
                  </a:lnTo>
                  <a:lnTo>
                    <a:pt x="514847" y="175718"/>
                  </a:lnTo>
                  <a:lnTo>
                    <a:pt x="514375" y="181614"/>
                  </a:lnTo>
                  <a:lnTo>
                    <a:pt x="514280" y="182484"/>
                  </a:lnTo>
                  <a:lnTo>
                    <a:pt x="513997" y="184031"/>
                  </a:lnTo>
                  <a:lnTo>
                    <a:pt x="513808" y="184514"/>
                  </a:lnTo>
                  <a:lnTo>
                    <a:pt x="513713" y="185094"/>
                  </a:lnTo>
                  <a:lnTo>
                    <a:pt x="512768" y="189250"/>
                  </a:lnTo>
                  <a:lnTo>
                    <a:pt x="512673" y="189637"/>
                  </a:lnTo>
                  <a:lnTo>
                    <a:pt x="511350" y="195726"/>
                  </a:lnTo>
                  <a:lnTo>
                    <a:pt x="511066" y="196596"/>
                  </a:lnTo>
                  <a:lnTo>
                    <a:pt x="509365" y="202009"/>
                  </a:lnTo>
                  <a:lnTo>
                    <a:pt x="509176" y="202395"/>
                  </a:lnTo>
                  <a:lnTo>
                    <a:pt x="509081" y="202685"/>
                  </a:lnTo>
                  <a:lnTo>
                    <a:pt x="508798" y="203652"/>
                  </a:lnTo>
                  <a:lnTo>
                    <a:pt x="508420" y="204812"/>
                  </a:lnTo>
                  <a:lnTo>
                    <a:pt x="508042" y="205778"/>
                  </a:lnTo>
                  <a:lnTo>
                    <a:pt x="506813" y="209064"/>
                  </a:lnTo>
                  <a:lnTo>
                    <a:pt x="506340" y="210224"/>
                  </a:lnTo>
                  <a:lnTo>
                    <a:pt x="505868" y="211481"/>
                  </a:lnTo>
                  <a:lnTo>
                    <a:pt x="504355" y="216410"/>
                  </a:lnTo>
                  <a:lnTo>
                    <a:pt x="503883" y="218150"/>
                  </a:lnTo>
                  <a:lnTo>
                    <a:pt x="503032" y="222306"/>
                  </a:lnTo>
                  <a:lnTo>
                    <a:pt x="505962" y="225013"/>
                  </a:lnTo>
                  <a:lnTo>
                    <a:pt x="506907" y="226076"/>
                  </a:lnTo>
                  <a:lnTo>
                    <a:pt x="509838" y="229362"/>
                  </a:lnTo>
                  <a:lnTo>
                    <a:pt x="511161" y="231295"/>
                  </a:lnTo>
                  <a:lnTo>
                    <a:pt x="514658" y="236128"/>
                  </a:lnTo>
                  <a:lnTo>
                    <a:pt x="519763" y="243280"/>
                  </a:lnTo>
                  <a:lnTo>
                    <a:pt x="522031" y="246373"/>
                  </a:lnTo>
                  <a:lnTo>
                    <a:pt x="528175" y="252559"/>
                  </a:lnTo>
                  <a:lnTo>
                    <a:pt x="529404" y="253816"/>
                  </a:lnTo>
                  <a:lnTo>
                    <a:pt x="529687" y="254106"/>
                  </a:lnTo>
                  <a:lnTo>
                    <a:pt x="537155" y="260292"/>
                  </a:lnTo>
                  <a:lnTo>
                    <a:pt x="537438" y="260485"/>
                  </a:lnTo>
                  <a:lnTo>
                    <a:pt x="539045" y="261548"/>
                  </a:lnTo>
                  <a:lnTo>
                    <a:pt x="539990" y="262128"/>
                  </a:lnTo>
                  <a:lnTo>
                    <a:pt x="541219" y="262901"/>
                  </a:lnTo>
                  <a:lnTo>
                    <a:pt x="542354" y="263675"/>
                  </a:lnTo>
                  <a:lnTo>
                    <a:pt x="547269" y="268121"/>
                  </a:lnTo>
                  <a:lnTo>
                    <a:pt x="549254" y="270247"/>
                  </a:lnTo>
                  <a:lnTo>
                    <a:pt x="550104" y="271600"/>
                  </a:lnTo>
                  <a:lnTo>
                    <a:pt x="550388" y="272374"/>
                  </a:lnTo>
                  <a:lnTo>
                    <a:pt x="550955" y="273920"/>
                  </a:lnTo>
                  <a:lnTo>
                    <a:pt x="553224" y="279719"/>
                  </a:lnTo>
                  <a:lnTo>
                    <a:pt x="554736" y="283779"/>
                  </a:lnTo>
                  <a:lnTo>
                    <a:pt x="556721" y="285712"/>
                  </a:lnTo>
                  <a:lnTo>
                    <a:pt x="557950" y="286872"/>
                  </a:lnTo>
                  <a:lnTo>
                    <a:pt x="559368" y="288032"/>
                  </a:lnTo>
                  <a:lnTo>
                    <a:pt x="560596" y="288902"/>
                  </a:lnTo>
                  <a:lnTo>
                    <a:pt x="561636" y="289675"/>
                  </a:lnTo>
                  <a:lnTo>
                    <a:pt x="562392" y="290255"/>
                  </a:lnTo>
                  <a:lnTo>
                    <a:pt x="564094" y="290255"/>
                  </a:lnTo>
                  <a:lnTo>
                    <a:pt x="564755" y="290255"/>
                  </a:lnTo>
                  <a:lnTo>
                    <a:pt x="565039" y="290158"/>
                  </a:lnTo>
                  <a:lnTo>
                    <a:pt x="566268" y="289868"/>
                  </a:lnTo>
                  <a:lnTo>
                    <a:pt x="568820" y="289385"/>
                  </a:lnTo>
                  <a:lnTo>
                    <a:pt x="569387" y="289192"/>
                  </a:lnTo>
                  <a:lnTo>
                    <a:pt x="570521" y="289095"/>
                  </a:lnTo>
                  <a:lnTo>
                    <a:pt x="570805" y="289095"/>
                  </a:lnTo>
                  <a:lnTo>
                    <a:pt x="571561" y="289095"/>
                  </a:lnTo>
                  <a:lnTo>
                    <a:pt x="571845" y="289095"/>
                  </a:lnTo>
                  <a:lnTo>
                    <a:pt x="572695" y="289095"/>
                  </a:lnTo>
                  <a:lnTo>
                    <a:pt x="573357" y="289095"/>
                  </a:lnTo>
                  <a:lnTo>
                    <a:pt x="574019" y="289192"/>
                  </a:lnTo>
                  <a:lnTo>
                    <a:pt x="575531" y="289482"/>
                  </a:lnTo>
                  <a:lnTo>
                    <a:pt x="577705" y="289578"/>
                  </a:lnTo>
                  <a:lnTo>
                    <a:pt x="578650" y="289482"/>
                  </a:lnTo>
                  <a:lnTo>
                    <a:pt x="579974" y="289385"/>
                  </a:lnTo>
                  <a:lnTo>
                    <a:pt x="580541" y="289288"/>
                  </a:lnTo>
                  <a:lnTo>
                    <a:pt x="581013" y="289288"/>
                  </a:lnTo>
                  <a:lnTo>
                    <a:pt x="581959" y="289288"/>
                  </a:lnTo>
                  <a:lnTo>
                    <a:pt x="582431" y="289288"/>
                  </a:lnTo>
                  <a:lnTo>
                    <a:pt x="582620" y="289288"/>
                  </a:lnTo>
                  <a:lnTo>
                    <a:pt x="582904" y="289288"/>
                  </a:lnTo>
                  <a:lnTo>
                    <a:pt x="585456" y="289965"/>
                  </a:lnTo>
                  <a:lnTo>
                    <a:pt x="586496" y="290448"/>
                  </a:lnTo>
                  <a:lnTo>
                    <a:pt x="587346" y="290835"/>
                  </a:lnTo>
                  <a:lnTo>
                    <a:pt x="588197" y="291125"/>
                  </a:lnTo>
                  <a:lnTo>
                    <a:pt x="589426" y="291705"/>
                  </a:lnTo>
                  <a:lnTo>
                    <a:pt x="590088" y="292091"/>
                  </a:lnTo>
                  <a:lnTo>
                    <a:pt x="592829" y="293444"/>
                  </a:lnTo>
                  <a:lnTo>
                    <a:pt x="594058" y="294121"/>
                  </a:lnTo>
                  <a:lnTo>
                    <a:pt x="594530" y="294411"/>
                  </a:lnTo>
                  <a:lnTo>
                    <a:pt x="594719" y="294508"/>
                  </a:lnTo>
                  <a:lnTo>
                    <a:pt x="597744" y="296151"/>
                  </a:lnTo>
                  <a:lnTo>
                    <a:pt x="598595" y="297117"/>
                  </a:lnTo>
                  <a:lnTo>
                    <a:pt x="598973" y="297504"/>
                  </a:lnTo>
                  <a:lnTo>
                    <a:pt x="599540" y="298180"/>
                  </a:lnTo>
                  <a:lnTo>
                    <a:pt x="600202" y="298760"/>
                  </a:lnTo>
                  <a:lnTo>
                    <a:pt x="600863" y="299437"/>
                  </a:lnTo>
                  <a:lnTo>
                    <a:pt x="601714" y="299824"/>
                  </a:lnTo>
                  <a:lnTo>
                    <a:pt x="602376" y="299920"/>
                  </a:lnTo>
                  <a:lnTo>
                    <a:pt x="602754" y="300017"/>
                  </a:lnTo>
                  <a:lnTo>
                    <a:pt x="602281" y="301660"/>
                  </a:lnTo>
                  <a:lnTo>
                    <a:pt x="599351" y="300983"/>
                  </a:lnTo>
                  <a:lnTo>
                    <a:pt x="592167" y="298954"/>
                  </a:lnTo>
                  <a:lnTo>
                    <a:pt x="590088" y="306010"/>
                  </a:lnTo>
                  <a:lnTo>
                    <a:pt x="589237" y="308716"/>
                  </a:lnTo>
                  <a:lnTo>
                    <a:pt x="585645" y="307266"/>
                  </a:lnTo>
                  <a:lnTo>
                    <a:pt x="584511" y="306783"/>
                  </a:lnTo>
                  <a:lnTo>
                    <a:pt x="583849" y="306493"/>
                  </a:lnTo>
                  <a:lnTo>
                    <a:pt x="579596" y="304753"/>
                  </a:lnTo>
                  <a:lnTo>
                    <a:pt x="576854" y="303400"/>
                  </a:lnTo>
                  <a:lnTo>
                    <a:pt x="570427" y="298664"/>
                  </a:lnTo>
                  <a:lnTo>
                    <a:pt x="568820" y="297407"/>
                  </a:lnTo>
                  <a:lnTo>
                    <a:pt x="565323" y="295861"/>
                  </a:lnTo>
                  <a:lnTo>
                    <a:pt x="561258" y="294121"/>
                  </a:lnTo>
                  <a:lnTo>
                    <a:pt x="560124" y="293541"/>
                  </a:lnTo>
                  <a:lnTo>
                    <a:pt x="559557" y="293251"/>
                  </a:lnTo>
                  <a:lnTo>
                    <a:pt x="557666" y="291995"/>
                  </a:lnTo>
                  <a:lnTo>
                    <a:pt x="554831" y="289965"/>
                  </a:lnTo>
                  <a:lnTo>
                    <a:pt x="552373" y="287838"/>
                  </a:lnTo>
                  <a:lnTo>
                    <a:pt x="550955" y="286582"/>
                  </a:lnTo>
                  <a:lnTo>
                    <a:pt x="550010" y="286679"/>
                  </a:lnTo>
                  <a:lnTo>
                    <a:pt x="539518" y="288032"/>
                  </a:lnTo>
                  <a:lnTo>
                    <a:pt x="529876" y="289385"/>
                  </a:lnTo>
                  <a:lnTo>
                    <a:pt x="522504" y="290351"/>
                  </a:lnTo>
                  <a:lnTo>
                    <a:pt x="513619" y="291511"/>
                  </a:lnTo>
                  <a:lnTo>
                    <a:pt x="505490" y="292574"/>
                  </a:lnTo>
                  <a:lnTo>
                    <a:pt x="496888" y="293638"/>
                  </a:lnTo>
                  <a:lnTo>
                    <a:pt x="487247" y="294991"/>
                  </a:lnTo>
                  <a:lnTo>
                    <a:pt x="486774" y="295088"/>
                  </a:lnTo>
                  <a:lnTo>
                    <a:pt x="478740" y="296151"/>
                  </a:lnTo>
                  <a:lnTo>
                    <a:pt x="478267" y="296247"/>
                  </a:lnTo>
                  <a:lnTo>
                    <a:pt x="472028" y="297117"/>
                  </a:lnTo>
                  <a:lnTo>
                    <a:pt x="468531" y="288322"/>
                  </a:lnTo>
                  <a:lnTo>
                    <a:pt x="465601" y="280879"/>
                  </a:lnTo>
                  <a:lnTo>
                    <a:pt x="462954" y="274307"/>
                  </a:lnTo>
                  <a:lnTo>
                    <a:pt x="462387" y="272953"/>
                  </a:lnTo>
                  <a:lnTo>
                    <a:pt x="462293" y="272664"/>
                  </a:lnTo>
                  <a:lnTo>
                    <a:pt x="462103" y="272180"/>
                  </a:lnTo>
                  <a:lnTo>
                    <a:pt x="457283" y="267347"/>
                  </a:lnTo>
                  <a:lnTo>
                    <a:pt x="456054" y="263771"/>
                  </a:lnTo>
                  <a:lnTo>
                    <a:pt x="454542" y="259422"/>
                  </a:lnTo>
                  <a:lnTo>
                    <a:pt x="454258" y="259518"/>
                  </a:lnTo>
                  <a:lnTo>
                    <a:pt x="444617" y="260582"/>
                  </a:lnTo>
                  <a:lnTo>
                    <a:pt x="444144" y="260582"/>
                  </a:lnTo>
                  <a:lnTo>
                    <a:pt x="435070" y="261742"/>
                  </a:lnTo>
                  <a:lnTo>
                    <a:pt x="426374" y="262901"/>
                  </a:lnTo>
                  <a:lnTo>
                    <a:pt x="426090" y="262901"/>
                  </a:lnTo>
                  <a:lnTo>
                    <a:pt x="418812" y="263868"/>
                  </a:lnTo>
                  <a:lnTo>
                    <a:pt x="413141" y="264544"/>
                  </a:lnTo>
                  <a:lnTo>
                    <a:pt x="400096" y="266284"/>
                  </a:lnTo>
                  <a:lnTo>
                    <a:pt x="388754" y="267734"/>
                  </a:lnTo>
                  <a:lnTo>
                    <a:pt x="385256" y="268121"/>
                  </a:lnTo>
                  <a:lnTo>
                    <a:pt x="384689" y="268217"/>
                  </a:lnTo>
                  <a:lnTo>
                    <a:pt x="366824" y="270634"/>
                  </a:lnTo>
                  <a:lnTo>
                    <a:pt x="350566" y="272857"/>
                  </a:lnTo>
                  <a:lnTo>
                    <a:pt x="337428" y="274693"/>
                  </a:lnTo>
                  <a:lnTo>
                    <a:pt x="336577" y="274790"/>
                  </a:lnTo>
                  <a:lnTo>
                    <a:pt x="322304" y="276723"/>
                  </a:lnTo>
                  <a:lnTo>
                    <a:pt x="321831" y="276820"/>
                  </a:lnTo>
                  <a:lnTo>
                    <a:pt x="309165" y="278559"/>
                  </a:lnTo>
                  <a:lnTo>
                    <a:pt x="303116" y="279333"/>
                  </a:lnTo>
                  <a:lnTo>
                    <a:pt x="290544" y="281073"/>
                  </a:lnTo>
                  <a:lnTo>
                    <a:pt x="285062" y="281846"/>
                  </a:lnTo>
                  <a:lnTo>
                    <a:pt x="285346" y="285132"/>
                  </a:lnTo>
                  <a:lnTo>
                    <a:pt x="285440" y="285712"/>
                  </a:lnTo>
                  <a:lnTo>
                    <a:pt x="285629" y="287452"/>
                  </a:lnTo>
                  <a:lnTo>
                    <a:pt x="287898" y="293638"/>
                  </a:lnTo>
                  <a:lnTo>
                    <a:pt x="288559" y="295377"/>
                  </a:lnTo>
                  <a:lnTo>
                    <a:pt x="289410" y="296441"/>
                  </a:lnTo>
                  <a:lnTo>
                    <a:pt x="290261" y="297601"/>
                  </a:lnTo>
                  <a:lnTo>
                    <a:pt x="291017" y="299050"/>
                  </a:lnTo>
                  <a:lnTo>
                    <a:pt x="294042" y="307459"/>
                  </a:lnTo>
                  <a:lnTo>
                    <a:pt x="303494" y="333363"/>
                  </a:lnTo>
                  <a:lnTo>
                    <a:pt x="304061" y="335006"/>
                  </a:lnTo>
                  <a:lnTo>
                    <a:pt x="310489" y="352694"/>
                  </a:lnTo>
                  <a:lnTo>
                    <a:pt x="314364" y="363713"/>
                  </a:lnTo>
                  <a:lnTo>
                    <a:pt x="316822" y="370189"/>
                  </a:lnTo>
                  <a:lnTo>
                    <a:pt x="318712" y="375021"/>
                  </a:lnTo>
                  <a:lnTo>
                    <a:pt x="319090" y="376181"/>
                  </a:lnTo>
                  <a:lnTo>
                    <a:pt x="321737" y="384590"/>
                  </a:lnTo>
                  <a:lnTo>
                    <a:pt x="329393" y="405854"/>
                  </a:lnTo>
                  <a:lnTo>
                    <a:pt x="333174" y="415326"/>
                  </a:lnTo>
                  <a:lnTo>
                    <a:pt x="337333" y="425959"/>
                  </a:lnTo>
                  <a:lnTo>
                    <a:pt x="341776" y="436011"/>
                  </a:lnTo>
                  <a:lnTo>
                    <a:pt x="342343" y="437267"/>
                  </a:lnTo>
                  <a:lnTo>
                    <a:pt x="346029" y="445290"/>
                  </a:lnTo>
                  <a:lnTo>
                    <a:pt x="346691" y="446836"/>
                  </a:lnTo>
                  <a:lnTo>
                    <a:pt x="351984" y="459401"/>
                  </a:lnTo>
                  <a:lnTo>
                    <a:pt x="353497" y="462977"/>
                  </a:lnTo>
                  <a:lnTo>
                    <a:pt x="354158" y="464621"/>
                  </a:lnTo>
                  <a:lnTo>
                    <a:pt x="353875" y="464621"/>
                  </a:lnTo>
                  <a:lnTo>
                    <a:pt x="351890" y="464911"/>
                  </a:lnTo>
                  <a:lnTo>
                    <a:pt x="349338" y="465297"/>
                  </a:lnTo>
                  <a:lnTo>
                    <a:pt x="348959" y="465394"/>
                  </a:lnTo>
                  <a:lnTo>
                    <a:pt x="348487" y="465394"/>
                  </a:lnTo>
                  <a:lnTo>
                    <a:pt x="337144" y="467037"/>
                  </a:lnTo>
                  <a:lnTo>
                    <a:pt x="336766" y="467134"/>
                  </a:lnTo>
                  <a:lnTo>
                    <a:pt x="333647" y="467520"/>
                  </a:lnTo>
                  <a:lnTo>
                    <a:pt x="326085" y="468583"/>
                  </a:lnTo>
                  <a:lnTo>
                    <a:pt x="324951" y="468777"/>
                  </a:lnTo>
                  <a:lnTo>
                    <a:pt x="323249" y="468970"/>
                  </a:lnTo>
                  <a:lnTo>
                    <a:pt x="319941" y="469453"/>
                  </a:lnTo>
                  <a:lnTo>
                    <a:pt x="319374" y="469550"/>
                  </a:lnTo>
                  <a:lnTo>
                    <a:pt x="317011" y="469937"/>
                  </a:lnTo>
                  <a:lnTo>
                    <a:pt x="316538" y="469937"/>
                  </a:lnTo>
                  <a:lnTo>
                    <a:pt x="314459" y="470227"/>
                  </a:lnTo>
                  <a:lnTo>
                    <a:pt x="312663" y="470517"/>
                  </a:lnTo>
                  <a:lnTo>
                    <a:pt x="308031" y="471193"/>
                  </a:lnTo>
                  <a:lnTo>
                    <a:pt x="305857" y="471483"/>
                  </a:lnTo>
                  <a:lnTo>
                    <a:pt x="304817" y="471580"/>
                  </a:lnTo>
                  <a:lnTo>
                    <a:pt x="298201" y="472546"/>
                  </a:lnTo>
                  <a:lnTo>
                    <a:pt x="297350" y="472643"/>
                  </a:lnTo>
                  <a:lnTo>
                    <a:pt x="287520" y="474093"/>
                  </a:lnTo>
                  <a:lnTo>
                    <a:pt x="287236" y="474093"/>
                  </a:lnTo>
                  <a:lnTo>
                    <a:pt x="287047" y="474093"/>
                  </a:lnTo>
                  <a:lnTo>
                    <a:pt x="286858" y="474189"/>
                  </a:lnTo>
                  <a:lnTo>
                    <a:pt x="278162" y="475349"/>
                  </a:lnTo>
                  <a:lnTo>
                    <a:pt x="276177" y="475639"/>
                  </a:lnTo>
                  <a:lnTo>
                    <a:pt x="275988" y="474189"/>
                  </a:lnTo>
                  <a:lnTo>
                    <a:pt x="274475" y="463751"/>
                  </a:lnTo>
                  <a:lnTo>
                    <a:pt x="272018" y="446353"/>
                  </a:lnTo>
                  <a:lnTo>
                    <a:pt x="271923" y="445869"/>
                  </a:lnTo>
                  <a:lnTo>
                    <a:pt x="270789" y="438427"/>
                  </a:lnTo>
                  <a:lnTo>
                    <a:pt x="270505" y="436107"/>
                  </a:lnTo>
                  <a:lnTo>
                    <a:pt x="270127" y="433981"/>
                  </a:lnTo>
                  <a:lnTo>
                    <a:pt x="270033" y="432918"/>
                  </a:lnTo>
                  <a:lnTo>
                    <a:pt x="269655" y="430888"/>
                  </a:lnTo>
                  <a:lnTo>
                    <a:pt x="269088" y="426635"/>
                  </a:lnTo>
                  <a:lnTo>
                    <a:pt x="268899" y="425862"/>
                  </a:lnTo>
                  <a:lnTo>
                    <a:pt x="268899" y="425669"/>
                  </a:lnTo>
                  <a:lnTo>
                    <a:pt x="268804" y="425185"/>
                  </a:lnTo>
                  <a:lnTo>
                    <a:pt x="268709" y="424412"/>
                  </a:lnTo>
                  <a:lnTo>
                    <a:pt x="268615" y="423445"/>
                  </a:lnTo>
                  <a:lnTo>
                    <a:pt x="268426" y="422672"/>
                  </a:lnTo>
                  <a:lnTo>
                    <a:pt x="267953" y="419483"/>
                  </a:lnTo>
                  <a:lnTo>
                    <a:pt x="267575" y="416873"/>
                  </a:lnTo>
                  <a:lnTo>
                    <a:pt x="267481" y="416196"/>
                  </a:lnTo>
                  <a:lnTo>
                    <a:pt x="267386" y="415326"/>
                  </a:lnTo>
                  <a:lnTo>
                    <a:pt x="267292" y="415036"/>
                  </a:lnTo>
                  <a:lnTo>
                    <a:pt x="267103" y="413683"/>
                  </a:lnTo>
                  <a:lnTo>
                    <a:pt x="266914" y="412233"/>
                  </a:lnTo>
                  <a:lnTo>
                    <a:pt x="265874" y="405564"/>
                  </a:lnTo>
                  <a:lnTo>
                    <a:pt x="264267" y="395222"/>
                  </a:lnTo>
                  <a:lnTo>
                    <a:pt x="262755" y="384687"/>
                  </a:lnTo>
                  <a:lnTo>
                    <a:pt x="262660" y="384300"/>
                  </a:lnTo>
                  <a:lnTo>
                    <a:pt x="262376" y="382174"/>
                  </a:lnTo>
                  <a:lnTo>
                    <a:pt x="260297" y="368449"/>
                  </a:lnTo>
                  <a:lnTo>
                    <a:pt x="260202" y="368159"/>
                  </a:lnTo>
                  <a:lnTo>
                    <a:pt x="260013" y="366999"/>
                  </a:lnTo>
                  <a:lnTo>
                    <a:pt x="260013" y="366516"/>
                  </a:lnTo>
                  <a:lnTo>
                    <a:pt x="259824" y="365839"/>
                  </a:lnTo>
                  <a:lnTo>
                    <a:pt x="259824" y="365646"/>
                  </a:lnTo>
                  <a:lnTo>
                    <a:pt x="259635" y="364196"/>
                  </a:lnTo>
                  <a:lnTo>
                    <a:pt x="259541" y="363519"/>
                  </a:lnTo>
                  <a:lnTo>
                    <a:pt x="259068" y="360716"/>
                  </a:lnTo>
                  <a:lnTo>
                    <a:pt x="259068" y="360330"/>
                  </a:lnTo>
                  <a:lnTo>
                    <a:pt x="258690" y="358010"/>
                  </a:lnTo>
                  <a:lnTo>
                    <a:pt x="260675" y="346121"/>
                  </a:lnTo>
                  <a:lnTo>
                    <a:pt x="261526" y="340419"/>
                  </a:lnTo>
                  <a:lnTo>
                    <a:pt x="261620" y="339935"/>
                  </a:lnTo>
                  <a:lnTo>
                    <a:pt x="262187" y="336843"/>
                  </a:lnTo>
                  <a:lnTo>
                    <a:pt x="263889" y="326984"/>
                  </a:lnTo>
                  <a:lnTo>
                    <a:pt x="264361" y="324471"/>
                  </a:lnTo>
                  <a:lnTo>
                    <a:pt x="256327" y="325534"/>
                  </a:lnTo>
                  <a:lnTo>
                    <a:pt x="255098" y="325727"/>
                  </a:lnTo>
                  <a:lnTo>
                    <a:pt x="254909" y="325727"/>
                  </a:lnTo>
                  <a:lnTo>
                    <a:pt x="247253" y="326790"/>
                  </a:lnTo>
                  <a:lnTo>
                    <a:pt x="237517" y="328144"/>
                  </a:lnTo>
                  <a:lnTo>
                    <a:pt x="226458" y="329690"/>
                  </a:lnTo>
                  <a:lnTo>
                    <a:pt x="224000" y="329980"/>
                  </a:lnTo>
                  <a:lnTo>
                    <a:pt x="223244" y="330077"/>
                  </a:lnTo>
                  <a:lnTo>
                    <a:pt x="222677" y="330173"/>
                  </a:lnTo>
                  <a:lnTo>
                    <a:pt x="209349" y="332106"/>
                  </a:lnTo>
                  <a:lnTo>
                    <a:pt x="207931" y="332300"/>
                  </a:lnTo>
                  <a:lnTo>
                    <a:pt x="206135" y="332590"/>
                  </a:lnTo>
                  <a:lnTo>
                    <a:pt x="188459" y="335006"/>
                  </a:lnTo>
                  <a:lnTo>
                    <a:pt x="187798" y="334523"/>
                  </a:lnTo>
                  <a:lnTo>
                    <a:pt x="191768" y="329690"/>
                  </a:lnTo>
                  <a:lnTo>
                    <a:pt x="201220" y="317995"/>
                  </a:lnTo>
                  <a:lnTo>
                    <a:pt x="204245" y="314225"/>
                  </a:lnTo>
                  <a:lnTo>
                    <a:pt x="206797" y="311036"/>
                  </a:lnTo>
                  <a:lnTo>
                    <a:pt x="209444" y="307749"/>
                  </a:lnTo>
                  <a:lnTo>
                    <a:pt x="210578" y="306396"/>
                  </a:lnTo>
                  <a:lnTo>
                    <a:pt x="211334" y="305526"/>
                  </a:lnTo>
                  <a:lnTo>
                    <a:pt x="211807" y="304850"/>
                  </a:lnTo>
                  <a:lnTo>
                    <a:pt x="213319" y="302820"/>
                  </a:lnTo>
                  <a:lnTo>
                    <a:pt x="216060" y="299437"/>
                  </a:lnTo>
                  <a:lnTo>
                    <a:pt x="216249" y="299244"/>
                  </a:lnTo>
                  <a:lnTo>
                    <a:pt x="219558" y="295184"/>
                  </a:lnTo>
                  <a:lnTo>
                    <a:pt x="220030" y="294604"/>
                  </a:lnTo>
                  <a:lnTo>
                    <a:pt x="221164" y="293058"/>
                  </a:lnTo>
                  <a:lnTo>
                    <a:pt x="221259" y="292864"/>
                  </a:lnTo>
                  <a:lnTo>
                    <a:pt x="223433" y="289965"/>
                  </a:lnTo>
                  <a:lnTo>
                    <a:pt x="223055" y="289675"/>
                  </a:lnTo>
                  <a:lnTo>
                    <a:pt x="222677" y="289192"/>
                  </a:lnTo>
                  <a:lnTo>
                    <a:pt x="222393" y="288708"/>
                  </a:lnTo>
                  <a:lnTo>
                    <a:pt x="222110" y="288225"/>
                  </a:lnTo>
                  <a:lnTo>
                    <a:pt x="221921" y="287645"/>
                  </a:lnTo>
                  <a:lnTo>
                    <a:pt x="221732" y="287065"/>
                  </a:lnTo>
                  <a:lnTo>
                    <a:pt x="221637" y="286485"/>
                  </a:lnTo>
                  <a:lnTo>
                    <a:pt x="221637" y="285905"/>
                  </a:lnTo>
                  <a:lnTo>
                    <a:pt x="221732" y="285325"/>
                  </a:lnTo>
                  <a:lnTo>
                    <a:pt x="221826" y="284842"/>
                  </a:lnTo>
                  <a:lnTo>
                    <a:pt x="222015" y="284262"/>
                  </a:lnTo>
                  <a:lnTo>
                    <a:pt x="222299" y="283779"/>
                  </a:lnTo>
                  <a:lnTo>
                    <a:pt x="222582" y="283199"/>
                  </a:lnTo>
                  <a:lnTo>
                    <a:pt x="222960" y="282812"/>
                  </a:lnTo>
                  <a:lnTo>
                    <a:pt x="223338" y="282426"/>
                  </a:lnTo>
                  <a:lnTo>
                    <a:pt x="223811" y="282039"/>
                  </a:lnTo>
                  <a:lnTo>
                    <a:pt x="224378" y="281749"/>
                  </a:lnTo>
                  <a:lnTo>
                    <a:pt x="224851" y="281556"/>
                  </a:lnTo>
                  <a:lnTo>
                    <a:pt x="225418" y="281362"/>
                  </a:lnTo>
                  <a:lnTo>
                    <a:pt x="226080" y="281266"/>
                  </a:lnTo>
                  <a:lnTo>
                    <a:pt x="224851" y="265028"/>
                  </a:lnTo>
                  <a:lnTo>
                    <a:pt x="224189" y="256425"/>
                  </a:lnTo>
                  <a:lnTo>
                    <a:pt x="223433" y="247243"/>
                  </a:lnTo>
                  <a:lnTo>
                    <a:pt x="222677" y="239124"/>
                  </a:lnTo>
                  <a:lnTo>
                    <a:pt x="221921" y="231682"/>
                  </a:lnTo>
                  <a:lnTo>
                    <a:pt x="221826" y="230329"/>
                  </a:lnTo>
                  <a:lnTo>
                    <a:pt x="220975" y="220276"/>
                  </a:lnTo>
                  <a:lnTo>
                    <a:pt x="220219" y="210611"/>
                  </a:lnTo>
                  <a:lnTo>
                    <a:pt x="219936" y="207711"/>
                  </a:lnTo>
                  <a:lnTo>
                    <a:pt x="218990" y="195533"/>
                  </a:lnTo>
                  <a:lnTo>
                    <a:pt x="210578" y="194953"/>
                  </a:lnTo>
                  <a:lnTo>
                    <a:pt x="207837" y="194663"/>
                  </a:lnTo>
                  <a:lnTo>
                    <a:pt x="202071" y="194276"/>
                  </a:lnTo>
                  <a:lnTo>
                    <a:pt x="196494" y="193890"/>
                  </a:lnTo>
                  <a:lnTo>
                    <a:pt x="192429" y="193600"/>
                  </a:lnTo>
                  <a:lnTo>
                    <a:pt x="190823" y="193503"/>
                  </a:lnTo>
                  <a:lnTo>
                    <a:pt x="187136" y="193116"/>
                  </a:lnTo>
                  <a:lnTo>
                    <a:pt x="176833" y="191183"/>
                  </a:lnTo>
                  <a:lnTo>
                    <a:pt x="174659" y="190797"/>
                  </a:lnTo>
                  <a:lnTo>
                    <a:pt x="173147" y="190507"/>
                  </a:lnTo>
                  <a:lnTo>
                    <a:pt x="171918" y="190217"/>
                  </a:lnTo>
                  <a:lnTo>
                    <a:pt x="165585" y="188960"/>
                  </a:lnTo>
                  <a:lnTo>
                    <a:pt x="158307" y="187414"/>
                  </a:lnTo>
                  <a:lnTo>
                    <a:pt x="155660" y="186930"/>
                  </a:lnTo>
                  <a:lnTo>
                    <a:pt x="154148" y="186640"/>
                  </a:lnTo>
                  <a:lnTo>
                    <a:pt x="142332" y="184321"/>
                  </a:lnTo>
                  <a:lnTo>
                    <a:pt x="124278" y="180841"/>
                  </a:lnTo>
                  <a:lnTo>
                    <a:pt x="115488" y="179198"/>
                  </a:lnTo>
                  <a:lnTo>
                    <a:pt x="115204" y="179101"/>
                  </a:lnTo>
                  <a:lnTo>
                    <a:pt x="111329" y="178425"/>
                  </a:lnTo>
                  <a:lnTo>
                    <a:pt x="107926" y="185867"/>
                  </a:lnTo>
                  <a:lnTo>
                    <a:pt x="104996" y="191763"/>
                  </a:lnTo>
                  <a:lnTo>
                    <a:pt x="103105" y="195726"/>
                  </a:lnTo>
                  <a:lnTo>
                    <a:pt x="102822" y="196499"/>
                  </a:lnTo>
                  <a:lnTo>
                    <a:pt x="102254" y="198529"/>
                  </a:lnTo>
                  <a:lnTo>
                    <a:pt x="101687" y="200366"/>
                  </a:lnTo>
                  <a:lnTo>
                    <a:pt x="95921" y="212061"/>
                  </a:lnTo>
                  <a:lnTo>
                    <a:pt x="90723" y="218923"/>
                  </a:lnTo>
                  <a:lnTo>
                    <a:pt x="86375" y="224723"/>
                  </a:lnTo>
                  <a:lnTo>
                    <a:pt x="81081" y="232068"/>
                  </a:lnTo>
                  <a:lnTo>
                    <a:pt x="80798" y="232455"/>
                  </a:lnTo>
                  <a:lnTo>
                    <a:pt x="79002" y="234968"/>
                  </a:lnTo>
                  <a:lnTo>
                    <a:pt x="78624" y="235645"/>
                  </a:lnTo>
                  <a:lnTo>
                    <a:pt x="76544" y="238738"/>
                  </a:lnTo>
                  <a:lnTo>
                    <a:pt x="75504" y="240671"/>
                  </a:lnTo>
                  <a:lnTo>
                    <a:pt x="74654" y="242507"/>
                  </a:lnTo>
                  <a:lnTo>
                    <a:pt x="74087" y="244440"/>
                  </a:lnTo>
                  <a:lnTo>
                    <a:pt x="73614" y="246663"/>
                  </a:lnTo>
                  <a:lnTo>
                    <a:pt x="72385" y="252463"/>
                  </a:lnTo>
                  <a:lnTo>
                    <a:pt x="71345" y="256619"/>
                  </a:lnTo>
                  <a:lnTo>
                    <a:pt x="69644" y="262998"/>
                  </a:lnTo>
                  <a:lnTo>
                    <a:pt x="68415" y="266574"/>
                  </a:lnTo>
                  <a:lnTo>
                    <a:pt x="67375" y="269377"/>
                  </a:lnTo>
                  <a:lnTo>
                    <a:pt x="66808" y="271214"/>
                  </a:lnTo>
                  <a:lnTo>
                    <a:pt x="66430" y="272760"/>
                  </a:lnTo>
                  <a:lnTo>
                    <a:pt x="66147" y="274307"/>
                  </a:lnTo>
                  <a:lnTo>
                    <a:pt x="65296" y="280783"/>
                  </a:lnTo>
                  <a:lnTo>
                    <a:pt x="63216" y="288998"/>
                  </a:lnTo>
                  <a:lnTo>
                    <a:pt x="61799" y="293831"/>
                  </a:lnTo>
                  <a:lnTo>
                    <a:pt x="61042" y="296247"/>
                  </a:lnTo>
                  <a:lnTo>
                    <a:pt x="58963" y="302917"/>
                  </a:lnTo>
                  <a:lnTo>
                    <a:pt x="53764" y="318285"/>
                  </a:lnTo>
                  <a:lnTo>
                    <a:pt x="53008" y="320411"/>
                  </a:lnTo>
                  <a:lnTo>
                    <a:pt x="49983" y="329207"/>
                  </a:lnTo>
                  <a:lnTo>
                    <a:pt x="48565" y="333363"/>
                  </a:lnTo>
                  <a:lnTo>
                    <a:pt x="43272" y="348828"/>
                  </a:lnTo>
                  <a:lnTo>
                    <a:pt x="40815" y="356560"/>
                  </a:lnTo>
                  <a:lnTo>
                    <a:pt x="38451" y="356657"/>
                  </a:lnTo>
                  <a:lnTo>
                    <a:pt x="33725" y="356753"/>
                  </a:lnTo>
                  <a:lnTo>
                    <a:pt x="31929" y="356850"/>
                  </a:lnTo>
                  <a:lnTo>
                    <a:pt x="7259" y="357913"/>
                  </a:lnTo>
                  <a:lnTo>
                    <a:pt x="6030" y="358010"/>
                  </a:lnTo>
                  <a:lnTo>
                    <a:pt x="453" y="358010"/>
                  </a:lnTo>
                  <a:lnTo>
                    <a:pt x="0" y="358037"/>
                  </a:lnTo>
                  <a:lnTo>
                    <a:pt x="0" y="42060"/>
                  </a:lnTo>
                  <a:lnTo>
                    <a:pt x="1115" y="42141"/>
                  </a:lnTo>
                  <a:lnTo>
                    <a:pt x="2155" y="42238"/>
                  </a:lnTo>
                  <a:lnTo>
                    <a:pt x="3005" y="42238"/>
                  </a:lnTo>
                  <a:lnTo>
                    <a:pt x="3667" y="42238"/>
                  </a:lnTo>
                  <a:lnTo>
                    <a:pt x="4045" y="42238"/>
                  </a:lnTo>
                  <a:lnTo>
                    <a:pt x="4990" y="42238"/>
                  </a:lnTo>
                  <a:lnTo>
                    <a:pt x="5274" y="42238"/>
                  </a:lnTo>
                  <a:lnTo>
                    <a:pt x="5746" y="42334"/>
                  </a:lnTo>
                  <a:lnTo>
                    <a:pt x="6503" y="42334"/>
                  </a:lnTo>
                  <a:lnTo>
                    <a:pt x="7448" y="42431"/>
                  </a:lnTo>
                  <a:lnTo>
                    <a:pt x="8015" y="42528"/>
                  </a:lnTo>
                  <a:lnTo>
                    <a:pt x="8488" y="42528"/>
                  </a:lnTo>
                  <a:lnTo>
                    <a:pt x="9622" y="42624"/>
                  </a:lnTo>
                  <a:lnTo>
                    <a:pt x="11323" y="42818"/>
                  </a:lnTo>
                  <a:lnTo>
                    <a:pt x="13403" y="43011"/>
                  </a:lnTo>
                  <a:lnTo>
                    <a:pt x="14915" y="43204"/>
                  </a:lnTo>
                  <a:lnTo>
                    <a:pt x="15293" y="43204"/>
                  </a:lnTo>
                  <a:lnTo>
                    <a:pt x="15766" y="43204"/>
                  </a:lnTo>
                  <a:lnTo>
                    <a:pt x="17089" y="43301"/>
                  </a:lnTo>
                  <a:lnTo>
                    <a:pt x="18034" y="43301"/>
                  </a:lnTo>
                  <a:lnTo>
                    <a:pt x="19169" y="43591"/>
                  </a:lnTo>
                  <a:lnTo>
                    <a:pt x="20303" y="43688"/>
                  </a:lnTo>
                  <a:lnTo>
                    <a:pt x="21248" y="43688"/>
                  </a:lnTo>
                  <a:lnTo>
                    <a:pt x="22477" y="43784"/>
                  </a:lnTo>
                  <a:lnTo>
                    <a:pt x="23139" y="43881"/>
                  </a:lnTo>
                  <a:lnTo>
                    <a:pt x="24084" y="43881"/>
                  </a:lnTo>
                  <a:lnTo>
                    <a:pt x="24368" y="43881"/>
                  </a:lnTo>
                  <a:lnTo>
                    <a:pt x="25029" y="43978"/>
                  </a:lnTo>
                  <a:lnTo>
                    <a:pt x="26069" y="43978"/>
                  </a:lnTo>
                  <a:lnTo>
                    <a:pt x="26920" y="44171"/>
                  </a:lnTo>
                  <a:lnTo>
                    <a:pt x="27392" y="44268"/>
                  </a:lnTo>
                  <a:lnTo>
                    <a:pt x="28243" y="44461"/>
                  </a:lnTo>
                  <a:lnTo>
                    <a:pt x="29094" y="44654"/>
                  </a:lnTo>
                  <a:lnTo>
                    <a:pt x="29850" y="44751"/>
                  </a:lnTo>
                  <a:lnTo>
                    <a:pt x="30417" y="44847"/>
                  </a:lnTo>
                  <a:lnTo>
                    <a:pt x="31268" y="44944"/>
                  </a:lnTo>
                  <a:lnTo>
                    <a:pt x="31929" y="45041"/>
                  </a:lnTo>
                  <a:lnTo>
                    <a:pt x="32497" y="45234"/>
                  </a:lnTo>
                  <a:lnTo>
                    <a:pt x="33158" y="45331"/>
                  </a:lnTo>
                  <a:lnTo>
                    <a:pt x="33442" y="45331"/>
                  </a:lnTo>
                  <a:lnTo>
                    <a:pt x="33914" y="45331"/>
                  </a:lnTo>
                  <a:lnTo>
                    <a:pt x="34671" y="45427"/>
                  </a:lnTo>
                  <a:lnTo>
                    <a:pt x="35238" y="45524"/>
                  </a:lnTo>
                  <a:lnTo>
                    <a:pt x="36088" y="45717"/>
                  </a:lnTo>
                  <a:lnTo>
                    <a:pt x="37034" y="46104"/>
                  </a:lnTo>
                  <a:lnTo>
                    <a:pt x="37506" y="46297"/>
                  </a:lnTo>
                  <a:lnTo>
                    <a:pt x="37979" y="46491"/>
                  </a:lnTo>
                  <a:lnTo>
                    <a:pt x="38924" y="46684"/>
                  </a:lnTo>
                  <a:lnTo>
                    <a:pt x="39680" y="46877"/>
                  </a:lnTo>
                  <a:lnTo>
                    <a:pt x="40531" y="47167"/>
                  </a:lnTo>
                  <a:lnTo>
                    <a:pt x="40815" y="47264"/>
                  </a:lnTo>
                  <a:lnTo>
                    <a:pt x="41665" y="47554"/>
                  </a:lnTo>
                  <a:lnTo>
                    <a:pt x="41854" y="47554"/>
                  </a:lnTo>
                  <a:lnTo>
                    <a:pt x="42516" y="47747"/>
                  </a:lnTo>
                  <a:lnTo>
                    <a:pt x="43272" y="47844"/>
                  </a:lnTo>
                  <a:lnTo>
                    <a:pt x="43839" y="47844"/>
                  </a:lnTo>
                  <a:lnTo>
                    <a:pt x="44690" y="48037"/>
                  </a:lnTo>
                  <a:lnTo>
                    <a:pt x="45352" y="48230"/>
                  </a:lnTo>
                  <a:lnTo>
                    <a:pt x="45919" y="48230"/>
                  </a:lnTo>
                  <a:lnTo>
                    <a:pt x="46391" y="48424"/>
                  </a:lnTo>
                  <a:lnTo>
                    <a:pt x="47053" y="48617"/>
                  </a:lnTo>
                  <a:lnTo>
                    <a:pt x="47620" y="48810"/>
                  </a:lnTo>
                  <a:lnTo>
                    <a:pt x="48471" y="49004"/>
                  </a:lnTo>
                  <a:lnTo>
                    <a:pt x="49227" y="49294"/>
                  </a:lnTo>
                  <a:lnTo>
                    <a:pt x="49983" y="49584"/>
                  </a:lnTo>
                  <a:lnTo>
                    <a:pt x="50645" y="49874"/>
                  </a:lnTo>
                  <a:lnTo>
                    <a:pt x="51212" y="50067"/>
                  </a:lnTo>
                  <a:lnTo>
                    <a:pt x="52063" y="50357"/>
                  </a:lnTo>
                  <a:lnTo>
                    <a:pt x="52913" y="50453"/>
                  </a:lnTo>
                  <a:lnTo>
                    <a:pt x="53764" y="50550"/>
                  </a:lnTo>
                  <a:lnTo>
                    <a:pt x="54237" y="50550"/>
                  </a:lnTo>
                  <a:lnTo>
                    <a:pt x="55371" y="50647"/>
                  </a:lnTo>
                  <a:lnTo>
                    <a:pt x="55844" y="50647"/>
                  </a:lnTo>
                  <a:lnTo>
                    <a:pt x="56505" y="50743"/>
                  </a:lnTo>
                  <a:lnTo>
                    <a:pt x="57072" y="50840"/>
                  </a:lnTo>
                  <a:lnTo>
                    <a:pt x="57640" y="50937"/>
                  </a:lnTo>
                  <a:lnTo>
                    <a:pt x="58018" y="50937"/>
                  </a:lnTo>
                  <a:lnTo>
                    <a:pt x="58207" y="50937"/>
                  </a:lnTo>
                  <a:lnTo>
                    <a:pt x="58585" y="50840"/>
                  </a:lnTo>
                  <a:lnTo>
                    <a:pt x="59152" y="50840"/>
                  </a:lnTo>
                  <a:lnTo>
                    <a:pt x="59814" y="50937"/>
                  </a:lnTo>
                  <a:lnTo>
                    <a:pt x="60475" y="51130"/>
                  </a:lnTo>
                  <a:lnTo>
                    <a:pt x="61042" y="51323"/>
                  </a:lnTo>
                  <a:lnTo>
                    <a:pt x="61610" y="51517"/>
                  </a:lnTo>
                  <a:lnTo>
                    <a:pt x="62271" y="51710"/>
                  </a:lnTo>
                  <a:lnTo>
                    <a:pt x="62933" y="51903"/>
                  </a:lnTo>
                  <a:lnTo>
                    <a:pt x="63500" y="52097"/>
                  </a:lnTo>
                  <a:lnTo>
                    <a:pt x="63878" y="52097"/>
                  </a:lnTo>
                  <a:lnTo>
                    <a:pt x="64162" y="52193"/>
                  </a:lnTo>
                  <a:lnTo>
                    <a:pt x="64351" y="52193"/>
                  </a:lnTo>
                  <a:lnTo>
                    <a:pt x="64823" y="52387"/>
                  </a:lnTo>
                  <a:lnTo>
                    <a:pt x="65012" y="52483"/>
                  </a:lnTo>
                  <a:lnTo>
                    <a:pt x="65674" y="52773"/>
                  </a:lnTo>
                  <a:lnTo>
                    <a:pt x="66241" y="53160"/>
                  </a:lnTo>
                  <a:lnTo>
                    <a:pt x="66714" y="53256"/>
                  </a:lnTo>
                  <a:lnTo>
                    <a:pt x="67281" y="53353"/>
                  </a:lnTo>
                  <a:lnTo>
                    <a:pt x="67848" y="53546"/>
                  </a:lnTo>
                  <a:lnTo>
                    <a:pt x="68415" y="53643"/>
                  </a:lnTo>
                  <a:lnTo>
                    <a:pt x="68982" y="53740"/>
                  </a:lnTo>
                  <a:lnTo>
                    <a:pt x="69550" y="53836"/>
                  </a:lnTo>
                  <a:lnTo>
                    <a:pt x="69928" y="53836"/>
                  </a:lnTo>
                  <a:lnTo>
                    <a:pt x="70400" y="54030"/>
                  </a:lnTo>
                  <a:lnTo>
                    <a:pt x="70684" y="54030"/>
                  </a:lnTo>
                  <a:lnTo>
                    <a:pt x="71062" y="54126"/>
                  </a:lnTo>
                  <a:lnTo>
                    <a:pt x="71440" y="54126"/>
                  </a:lnTo>
                  <a:lnTo>
                    <a:pt x="71724" y="54320"/>
                  </a:lnTo>
                  <a:lnTo>
                    <a:pt x="72007" y="54320"/>
                  </a:lnTo>
                  <a:lnTo>
                    <a:pt x="72385" y="54320"/>
                  </a:lnTo>
                  <a:lnTo>
                    <a:pt x="72763" y="54416"/>
                  </a:lnTo>
                  <a:lnTo>
                    <a:pt x="73141" y="54610"/>
                  </a:lnTo>
                  <a:lnTo>
                    <a:pt x="73614" y="54803"/>
                  </a:lnTo>
                  <a:lnTo>
                    <a:pt x="74276" y="54996"/>
                  </a:lnTo>
                  <a:lnTo>
                    <a:pt x="74843" y="55190"/>
                  </a:lnTo>
                  <a:lnTo>
                    <a:pt x="75221" y="55383"/>
                  </a:lnTo>
                  <a:lnTo>
                    <a:pt x="75694" y="55480"/>
                  </a:lnTo>
                  <a:lnTo>
                    <a:pt x="76072" y="55769"/>
                  </a:lnTo>
                  <a:lnTo>
                    <a:pt x="76450" y="55963"/>
                  </a:lnTo>
                  <a:lnTo>
                    <a:pt x="76922" y="56156"/>
                  </a:lnTo>
                  <a:lnTo>
                    <a:pt x="77489" y="56253"/>
                  </a:lnTo>
                  <a:lnTo>
                    <a:pt x="77868" y="56349"/>
                  </a:lnTo>
                  <a:lnTo>
                    <a:pt x="78246" y="56543"/>
                  </a:lnTo>
                  <a:lnTo>
                    <a:pt x="78624" y="56639"/>
                  </a:lnTo>
                  <a:lnTo>
                    <a:pt x="79002" y="56833"/>
                  </a:lnTo>
                  <a:lnTo>
                    <a:pt x="79285" y="56833"/>
                  </a:lnTo>
                  <a:lnTo>
                    <a:pt x="79663" y="56929"/>
                  </a:lnTo>
                  <a:lnTo>
                    <a:pt x="80042" y="56929"/>
                  </a:lnTo>
                  <a:lnTo>
                    <a:pt x="80231" y="57026"/>
                  </a:lnTo>
                  <a:lnTo>
                    <a:pt x="80420" y="57026"/>
                  </a:lnTo>
                  <a:lnTo>
                    <a:pt x="80892" y="57026"/>
                  </a:lnTo>
                  <a:lnTo>
                    <a:pt x="81459" y="56929"/>
                  </a:lnTo>
                  <a:lnTo>
                    <a:pt x="82121" y="56929"/>
                  </a:lnTo>
                  <a:lnTo>
                    <a:pt x="82499" y="56929"/>
                  </a:lnTo>
                  <a:lnTo>
                    <a:pt x="82688" y="56929"/>
                  </a:lnTo>
                  <a:lnTo>
                    <a:pt x="82972" y="56929"/>
                  </a:lnTo>
                  <a:lnTo>
                    <a:pt x="83444" y="56929"/>
                  </a:lnTo>
                  <a:lnTo>
                    <a:pt x="83728" y="56833"/>
                  </a:lnTo>
                  <a:lnTo>
                    <a:pt x="84106" y="56833"/>
                  </a:lnTo>
                  <a:lnTo>
                    <a:pt x="84579" y="56736"/>
                  </a:lnTo>
                  <a:lnTo>
                    <a:pt x="85051" y="56639"/>
                  </a:lnTo>
                  <a:lnTo>
                    <a:pt x="85429" y="56543"/>
                  </a:lnTo>
                  <a:lnTo>
                    <a:pt x="85902" y="56543"/>
                  </a:lnTo>
                  <a:lnTo>
                    <a:pt x="86375" y="56543"/>
                  </a:lnTo>
                  <a:lnTo>
                    <a:pt x="87036" y="56446"/>
                  </a:lnTo>
                  <a:lnTo>
                    <a:pt x="87792" y="56446"/>
                  </a:lnTo>
                  <a:lnTo>
                    <a:pt x="88454" y="56349"/>
                  </a:lnTo>
                  <a:lnTo>
                    <a:pt x="88643" y="56349"/>
                  </a:lnTo>
                  <a:lnTo>
                    <a:pt x="89021" y="56349"/>
                  </a:lnTo>
                  <a:lnTo>
                    <a:pt x="89588" y="56156"/>
                  </a:lnTo>
                  <a:lnTo>
                    <a:pt x="89966" y="56059"/>
                  </a:lnTo>
                  <a:lnTo>
                    <a:pt x="90345" y="55963"/>
                  </a:lnTo>
                  <a:lnTo>
                    <a:pt x="90628" y="55866"/>
                  </a:lnTo>
                  <a:lnTo>
                    <a:pt x="91384" y="55866"/>
                  </a:lnTo>
                  <a:lnTo>
                    <a:pt x="91857" y="55866"/>
                  </a:lnTo>
                  <a:lnTo>
                    <a:pt x="92424" y="55769"/>
                  </a:lnTo>
                  <a:lnTo>
                    <a:pt x="92802" y="55673"/>
                  </a:lnTo>
                  <a:lnTo>
                    <a:pt x="93369" y="55769"/>
                  </a:lnTo>
                  <a:lnTo>
                    <a:pt x="93842" y="55769"/>
                  </a:lnTo>
                  <a:lnTo>
                    <a:pt x="94315" y="55769"/>
                  </a:lnTo>
                  <a:lnTo>
                    <a:pt x="95071" y="55769"/>
                  </a:lnTo>
                  <a:lnTo>
                    <a:pt x="95354" y="55866"/>
                  </a:lnTo>
                  <a:lnTo>
                    <a:pt x="95827" y="55866"/>
                  </a:lnTo>
                  <a:lnTo>
                    <a:pt x="96300" y="55866"/>
                  </a:lnTo>
                  <a:lnTo>
                    <a:pt x="96772" y="55866"/>
                  </a:lnTo>
                  <a:lnTo>
                    <a:pt x="97245" y="55866"/>
                  </a:lnTo>
                  <a:lnTo>
                    <a:pt x="97623" y="55963"/>
                  </a:lnTo>
                  <a:lnTo>
                    <a:pt x="97906" y="55963"/>
                  </a:lnTo>
                  <a:lnTo>
                    <a:pt x="98285" y="56059"/>
                  </a:lnTo>
                  <a:lnTo>
                    <a:pt x="98568" y="56156"/>
                  </a:lnTo>
                  <a:lnTo>
                    <a:pt x="98946" y="56253"/>
                  </a:lnTo>
                  <a:lnTo>
                    <a:pt x="99324" y="56446"/>
                  </a:lnTo>
                  <a:lnTo>
                    <a:pt x="99702" y="56543"/>
                  </a:lnTo>
                  <a:lnTo>
                    <a:pt x="99986" y="56639"/>
                  </a:lnTo>
                  <a:lnTo>
                    <a:pt x="100269" y="56833"/>
                  </a:lnTo>
                  <a:lnTo>
                    <a:pt x="100648" y="56929"/>
                  </a:lnTo>
                  <a:lnTo>
                    <a:pt x="100931" y="57026"/>
                  </a:lnTo>
                  <a:lnTo>
                    <a:pt x="101215" y="57026"/>
                  </a:lnTo>
                  <a:lnTo>
                    <a:pt x="101498" y="57123"/>
                  </a:lnTo>
                  <a:lnTo>
                    <a:pt x="101782" y="57123"/>
                  </a:lnTo>
                  <a:lnTo>
                    <a:pt x="102065" y="57219"/>
                  </a:lnTo>
                  <a:lnTo>
                    <a:pt x="102349" y="57219"/>
                  </a:lnTo>
                  <a:lnTo>
                    <a:pt x="102538" y="57219"/>
                  </a:lnTo>
                  <a:lnTo>
                    <a:pt x="102822" y="57316"/>
                  </a:lnTo>
                  <a:lnTo>
                    <a:pt x="103105" y="57509"/>
                  </a:lnTo>
                  <a:lnTo>
                    <a:pt x="103389" y="57509"/>
                  </a:lnTo>
                  <a:lnTo>
                    <a:pt x="103767" y="57606"/>
                  </a:lnTo>
                  <a:lnTo>
                    <a:pt x="104145" y="57703"/>
                  </a:lnTo>
                  <a:lnTo>
                    <a:pt x="104618" y="57799"/>
                  </a:lnTo>
                  <a:lnTo>
                    <a:pt x="104901" y="57896"/>
                  </a:lnTo>
                  <a:lnTo>
                    <a:pt x="105374" y="57993"/>
                  </a:lnTo>
                  <a:lnTo>
                    <a:pt x="105752" y="58186"/>
                  </a:lnTo>
                  <a:lnTo>
                    <a:pt x="106224" y="58283"/>
                  </a:lnTo>
                  <a:lnTo>
                    <a:pt x="106603" y="58379"/>
                  </a:lnTo>
                  <a:lnTo>
                    <a:pt x="106981" y="58476"/>
                  </a:lnTo>
                  <a:lnTo>
                    <a:pt x="107264" y="58572"/>
                  </a:lnTo>
                  <a:lnTo>
                    <a:pt x="107642" y="58669"/>
                  </a:lnTo>
                  <a:lnTo>
                    <a:pt x="108115" y="58766"/>
                  </a:lnTo>
                  <a:lnTo>
                    <a:pt x="108398" y="58862"/>
                  </a:lnTo>
                  <a:lnTo>
                    <a:pt x="108777" y="58959"/>
                  </a:lnTo>
                  <a:lnTo>
                    <a:pt x="109249" y="59056"/>
                  </a:lnTo>
                  <a:lnTo>
                    <a:pt x="109438" y="59152"/>
                  </a:lnTo>
                  <a:lnTo>
                    <a:pt x="109722" y="59249"/>
                  </a:lnTo>
                  <a:lnTo>
                    <a:pt x="110100" y="59249"/>
                  </a:lnTo>
                  <a:lnTo>
                    <a:pt x="110478" y="59346"/>
                  </a:lnTo>
                  <a:lnTo>
                    <a:pt x="110762" y="59346"/>
                  </a:lnTo>
                  <a:lnTo>
                    <a:pt x="111140" y="59442"/>
                  </a:lnTo>
                  <a:lnTo>
                    <a:pt x="111518" y="59539"/>
                  </a:lnTo>
                  <a:lnTo>
                    <a:pt x="111990" y="59636"/>
                  </a:lnTo>
                  <a:lnTo>
                    <a:pt x="112368" y="59732"/>
                  </a:lnTo>
                  <a:lnTo>
                    <a:pt x="112747" y="59829"/>
                  </a:lnTo>
                  <a:lnTo>
                    <a:pt x="113030" y="59926"/>
                  </a:lnTo>
                  <a:lnTo>
                    <a:pt x="113219" y="59926"/>
                  </a:lnTo>
                  <a:lnTo>
                    <a:pt x="113503" y="60022"/>
                  </a:lnTo>
                  <a:lnTo>
                    <a:pt x="113786" y="60119"/>
                  </a:lnTo>
                  <a:lnTo>
                    <a:pt x="114070" y="60216"/>
                  </a:lnTo>
                  <a:lnTo>
                    <a:pt x="114353" y="60312"/>
                  </a:lnTo>
                  <a:lnTo>
                    <a:pt x="114732" y="60312"/>
                  </a:lnTo>
                  <a:lnTo>
                    <a:pt x="115015" y="60312"/>
                  </a:lnTo>
                  <a:lnTo>
                    <a:pt x="115299" y="60409"/>
                  </a:lnTo>
                  <a:lnTo>
                    <a:pt x="115582" y="60506"/>
                  </a:lnTo>
                  <a:lnTo>
                    <a:pt x="115866" y="60506"/>
                  </a:lnTo>
                  <a:lnTo>
                    <a:pt x="116149" y="60602"/>
                  </a:lnTo>
                  <a:lnTo>
                    <a:pt x="116433" y="60699"/>
                  </a:lnTo>
                  <a:lnTo>
                    <a:pt x="116906" y="60699"/>
                  </a:lnTo>
                  <a:lnTo>
                    <a:pt x="117378" y="60699"/>
                  </a:lnTo>
                  <a:lnTo>
                    <a:pt x="117756" y="60699"/>
                  </a:lnTo>
                  <a:lnTo>
                    <a:pt x="117945" y="60602"/>
                  </a:lnTo>
                  <a:lnTo>
                    <a:pt x="118229" y="60409"/>
                  </a:lnTo>
                  <a:lnTo>
                    <a:pt x="118607" y="60409"/>
                  </a:lnTo>
                  <a:lnTo>
                    <a:pt x="118985" y="60312"/>
                  </a:lnTo>
                  <a:lnTo>
                    <a:pt x="119174" y="60409"/>
                  </a:lnTo>
                  <a:lnTo>
                    <a:pt x="119363" y="60312"/>
                  </a:lnTo>
                  <a:lnTo>
                    <a:pt x="119741" y="60216"/>
                  </a:lnTo>
                  <a:lnTo>
                    <a:pt x="120119" y="60119"/>
                  </a:lnTo>
                  <a:lnTo>
                    <a:pt x="120403" y="60022"/>
                  </a:lnTo>
                  <a:lnTo>
                    <a:pt x="120781" y="60022"/>
                  </a:lnTo>
                  <a:lnTo>
                    <a:pt x="121159" y="59829"/>
                  </a:lnTo>
                  <a:lnTo>
                    <a:pt x="121632" y="59636"/>
                  </a:lnTo>
                  <a:lnTo>
                    <a:pt x="122010" y="59442"/>
                  </a:lnTo>
                  <a:lnTo>
                    <a:pt x="122293" y="59346"/>
                  </a:lnTo>
                  <a:lnTo>
                    <a:pt x="122482" y="59346"/>
                  </a:lnTo>
                  <a:lnTo>
                    <a:pt x="122766" y="59249"/>
                  </a:lnTo>
                  <a:lnTo>
                    <a:pt x="123050" y="59056"/>
                  </a:lnTo>
                  <a:lnTo>
                    <a:pt x="123428" y="58862"/>
                  </a:lnTo>
                  <a:lnTo>
                    <a:pt x="123711" y="58766"/>
                  </a:lnTo>
                  <a:lnTo>
                    <a:pt x="124089" y="58572"/>
                  </a:lnTo>
                  <a:lnTo>
                    <a:pt x="124467" y="58379"/>
                  </a:lnTo>
                  <a:lnTo>
                    <a:pt x="124751" y="58283"/>
                  </a:lnTo>
                  <a:lnTo>
                    <a:pt x="125035" y="58186"/>
                  </a:lnTo>
                  <a:lnTo>
                    <a:pt x="125413" y="57993"/>
                  </a:lnTo>
                  <a:lnTo>
                    <a:pt x="125980" y="57703"/>
                  </a:lnTo>
                  <a:lnTo>
                    <a:pt x="126547" y="57509"/>
                  </a:lnTo>
                  <a:lnTo>
                    <a:pt x="127019" y="57316"/>
                  </a:lnTo>
                  <a:lnTo>
                    <a:pt x="127492" y="57026"/>
                  </a:lnTo>
                  <a:lnTo>
                    <a:pt x="127870" y="56736"/>
                  </a:lnTo>
                  <a:lnTo>
                    <a:pt x="128343" y="56446"/>
                  </a:lnTo>
                  <a:lnTo>
                    <a:pt x="128815" y="56253"/>
                  </a:lnTo>
                  <a:lnTo>
                    <a:pt x="129288" y="55963"/>
                  </a:lnTo>
                  <a:lnTo>
                    <a:pt x="129761" y="55673"/>
                  </a:lnTo>
                  <a:lnTo>
                    <a:pt x="130328" y="55383"/>
                  </a:lnTo>
                  <a:lnTo>
                    <a:pt x="130989" y="54900"/>
                  </a:lnTo>
                  <a:lnTo>
                    <a:pt x="131651" y="54513"/>
                  </a:lnTo>
                  <a:lnTo>
                    <a:pt x="132029" y="54320"/>
                  </a:lnTo>
                  <a:lnTo>
                    <a:pt x="132313" y="54126"/>
                  </a:lnTo>
                  <a:lnTo>
                    <a:pt x="132596" y="54030"/>
                  </a:lnTo>
                  <a:lnTo>
                    <a:pt x="133163" y="53643"/>
                  </a:lnTo>
                  <a:lnTo>
                    <a:pt x="133731" y="53450"/>
                  </a:lnTo>
                  <a:lnTo>
                    <a:pt x="134298" y="53160"/>
                  </a:lnTo>
                  <a:lnTo>
                    <a:pt x="134865" y="52966"/>
                  </a:lnTo>
                  <a:lnTo>
                    <a:pt x="135432" y="52870"/>
                  </a:lnTo>
                  <a:lnTo>
                    <a:pt x="135905" y="52773"/>
                  </a:lnTo>
                  <a:lnTo>
                    <a:pt x="136472" y="52677"/>
                  </a:lnTo>
                  <a:lnTo>
                    <a:pt x="136944" y="52483"/>
                  </a:lnTo>
                  <a:lnTo>
                    <a:pt x="137322" y="52290"/>
                  </a:lnTo>
                  <a:lnTo>
                    <a:pt x="137890" y="52193"/>
                  </a:lnTo>
                  <a:lnTo>
                    <a:pt x="138457" y="52000"/>
                  </a:lnTo>
                  <a:lnTo>
                    <a:pt x="139024" y="51807"/>
                  </a:lnTo>
                  <a:lnTo>
                    <a:pt x="139591" y="51710"/>
                  </a:lnTo>
                  <a:lnTo>
                    <a:pt x="139969" y="51613"/>
                  </a:lnTo>
                  <a:lnTo>
                    <a:pt x="140536" y="51517"/>
                  </a:lnTo>
                  <a:lnTo>
                    <a:pt x="141103" y="51420"/>
                  </a:lnTo>
                  <a:lnTo>
                    <a:pt x="141765" y="51227"/>
                  </a:lnTo>
                  <a:lnTo>
                    <a:pt x="142427" y="51130"/>
                  </a:lnTo>
                  <a:lnTo>
                    <a:pt x="142899" y="51033"/>
                  </a:lnTo>
                  <a:lnTo>
                    <a:pt x="143466" y="50840"/>
                  </a:lnTo>
                  <a:lnTo>
                    <a:pt x="144223" y="50647"/>
                  </a:lnTo>
                  <a:lnTo>
                    <a:pt x="144979" y="50453"/>
                  </a:lnTo>
                  <a:lnTo>
                    <a:pt x="145641" y="50260"/>
                  </a:lnTo>
                  <a:lnTo>
                    <a:pt x="146302" y="50163"/>
                  </a:lnTo>
                  <a:lnTo>
                    <a:pt x="146964" y="50067"/>
                  </a:lnTo>
                  <a:lnTo>
                    <a:pt x="147720" y="49970"/>
                  </a:lnTo>
                  <a:lnTo>
                    <a:pt x="147909" y="49970"/>
                  </a:lnTo>
                  <a:lnTo>
                    <a:pt x="148382" y="49874"/>
                  </a:lnTo>
                  <a:lnTo>
                    <a:pt x="149138" y="49874"/>
                  </a:lnTo>
                  <a:lnTo>
                    <a:pt x="150083" y="49777"/>
                  </a:lnTo>
                  <a:lnTo>
                    <a:pt x="150745" y="49680"/>
                  </a:lnTo>
                  <a:lnTo>
                    <a:pt x="151690" y="49584"/>
                  </a:lnTo>
                  <a:lnTo>
                    <a:pt x="152352" y="49584"/>
                  </a:lnTo>
                  <a:lnTo>
                    <a:pt x="153108" y="49487"/>
                  </a:lnTo>
                  <a:lnTo>
                    <a:pt x="153864" y="49487"/>
                  </a:lnTo>
                  <a:lnTo>
                    <a:pt x="154337" y="49487"/>
                  </a:lnTo>
                  <a:lnTo>
                    <a:pt x="155093" y="49390"/>
                  </a:lnTo>
                  <a:lnTo>
                    <a:pt x="155944" y="49390"/>
                  </a:lnTo>
                  <a:lnTo>
                    <a:pt x="156511" y="49294"/>
                  </a:lnTo>
                  <a:lnTo>
                    <a:pt x="157078" y="49197"/>
                  </a:lnTo>
                  <a:lnTo>
                    <a:pt x="157550" y="49004"/>
                  </a:lnTo>
                  <a:lnTo>
                    <a:pt x="157739" y="48907"/>
                  </a:lnTo>
                  <a:lnTo>
                    <a:pt x="157929" y="48810"/>
                  </a:lnTo>
                  <a:lnTo>
                    <a:pt x="158496" y="48714"/>
                  </a:lnTo>
                  <a:lnTo>
                    <a:pt x="158874" y="48617"/>
                  </a:lnTo>
                  <a:lnTo>
                    <a:pt x="159913" y="48520"/>
                  </a:lnTo>
                  <a:lnTo>
                    <a:pt x="160575" y="48617"/>
                  </a:lnTo>
                  <a:lnTo>
                    <a:pt x="161142" y="48617"/>
                  </a:lnTo>
                  <a:lnTo>
                    <a:pt x="161709" y="48810"/>
                  </a:lnTo>
                  <a:lnTo>
                    <a:pt x="162371" y="48907"/>
                  </a:lnTo>
                  <a:lnTo>
                    <a:pt x="162844" y="49004"/>
                  </a:lnTo>
                  <a:lnTo>
                    <a:pt x="163411" y="49100"/>
                  </a:lnTo>
                  <a:lnTo>
                    <a:pt x="163883" y="49294"/>
                  </a:lnTo>
                  <a:lnTo>
                    <a:pt x="164356" y="49487"/>
                  </a:lnTo>
                  <a:lnTo>
                    <a:pt x="164734" y="49680"/>
                  </a:lnTo>
                  <a:lnTo>
                    <a:pt x="165112" y="49874"/>
                  </a:lnTo>
                  <a:lnTo>
                    <a:pt x="165396" y="50067"/>
                  </a:lnTo>
                  <a:lnTo>
                    <a:pt x="165585" y="50453"/>
                  </a:lnTo>
                  <a:lnTo>
                    <a:pt x="165868" y="50647"/>
                  </a:lnTo>
                  <a:lnTo>
                    <a:pt x="166057" y="50743"/>
                  </a:lnTo>
                  <a:lnTo>
                    <a:pt x="166341" y="50937"/>
                  </a:lnTo>
                  <a:lnTo>
                    <a:pt x="166625" y="51227"/>
                  </a:lnTo>
                  <a:lnTo>
                    <a:pt x="166814" y="51517"/>
                  </a:lnTo>
                  <a:lnTo>
                    <a:pt x="167192" y="51807"/>
                  </a:lnTo>
                  <a:lnTo>
                    <a:pt x="167381" y="52097"/>
                  </a:lnTo>
                  <a:lnTo>
                    <a:pt x="168421" y="53450"/>
                  </a:lnTo>
                  <a:lnTo>
                    <a:pt x="168988" y="54030"/>
                  </a:lnTo>
                  <a:lnTo>
                    <a:pt x="169460" y="54610"/>
                  </a:lnTo>
                  <a:lnTo>
                    <a:pt x="169838" y="54900"/>
                  </a:lnTo>
                  <a:lnTo>
                    <a:pt x="170122" y="55093"/>
                  </a:lnTo>
                  <a:lnTo>
                    <a:pt x="170500" y="55383"/>
                  </a:lnTo>
                  <a:lnTo>
                    <a:pt x="170878" y="55576"/>
                  </a:lnTo>
                  <a:lnTo>
                    <a:pt x="172201" y="56736"/>
                  </a:lnTo>
                  <a:lnTo>
                    <a:pt x="172391" y="56929"/>
                  </a:lnTo>
                  <a:lnTo>
                    <a:pt x="173147" y="57703"/>
                  </a:lnTo>
                  <a:lnTo>
                    <a:pt x="173714" y="58186"/>
                  </a:lnTo>
                  <a:lnTo>
                    <a:pt x="173903" y="58379"/>
                  </a:lnTo>
                  <a:lnTo>
                    <a:pt x="175037" y="60602"/>
                  </a:lnTo>
                  <a:lnTo>
                    <a:pt x="175132" y="60892"/>
                  </a:lnTo>
                  <a:lnTo>
                    <a:pt x="175510" y="61955"/>
                  </a:lnTo>
                  <a:lnTo>
                    <a:pt x="175699" y="62439"/>
                  </a:lnTo>
                  <a:lnTo>
                    <a:pt x="176455" y="63695"/>
                  </a:lnTo>
                  <a:lnTo>
                    <a:pt x="176928" y="64468"/>
                  </a:lnTo>
                  <a:lnTo>
                    <a:pt x="177778" y="65532"/>
                  </a:lnTo>
                  <a:lnTo>
                    <a:pt x="178156" y="65918"/>
                  </a:lnTo>
                  <a:lnTo>
                    <a:pt x="178913" y="66788"/>
                  </a:lnTo>
                  <a:lnTo>
                    <a:pt x="179574" y="68045"/>
                  </a:lnTo>
                  <a:lnTo>
                    <a:pt x="180614" y="69881"/>
                  </a:lnTo>
                  <a:lnTo>
                    <a:pt x="181087" y="70848"/>
                  </a:lnTo>
                  <a:lnTo>
                    <a:pt x="181276" y="71138"/>
                  </a:lnTo>
                  <a:lnTo>
                    <a:pt x="182221" y="72394"/>
                  </a:lnTo>
                  <a:lnTo>
                    <a:pt x="182694" y="73071"/>
                  </a:lnTo>
                  <a:lnTo>
                    <a:pt x="183166" y="73941"/>
                  </a:lnTo>
                  <a:lnTo>
                    <a:pt x="183544" y="74714"/>
                  </a:lnTo>
                  <a:lnTo>
                    <a:pt x="184868" y="76067"/>
                  </a:lnTo>
                  <a:lnTo>
                    <a:pt x="185624" y="76937"/>
                  </a:lnTo>
                  <a:lnTo>
                    <a:pt x="186002" y="77130"/>
                  </a:lnTo>
                  <a:lnTo>
                    <a:pt x="188176" y="78193"/>
                  </a:lnTo>
                  <a:lnTo>
                    <a:pt x="188365" y="78290"/>
                  </a:lnTo>
                  <a:lnTo>
                    <a:pt x="188648" y="78387"/>
                  </a:lnTo>
                  <a:lnTo>
                    <a:pt x="190161" y="78967"/>
                  </a:lnTo>
                  <a:lnTo>
                    <a:pt x="191862" y="79450"/>
                  </a:lnTo>
                  <a:lnTo>
                    <a:pt x="192713" y="79740"/>
                  </a:lnTo>
                  <a:lnTo>
                    <a:pt x="192997" y="79837"/>
                  </a:lnTo>
                  <a:lnTo>
                    <a:pt x="193564" y="79933"/>
                  </a:lnTo>
                  <a:lnTo>
                    <a:pt x="194792" y="80417"/>
                  </a:lnTo>
                  <a:lnTo>
                    <a:pt x="197061" y="80513"/>
                  </a:lnTo>
                  <a:lnTo>
                    <a:pt x="197439" y="80513"/>
                  </a:lnTo>
                  <a:lnTo>
                    <a:pt x="199991" y="80127"/>
                  </a:lnTo>
                  <a:lnTo>
                    <a:pt x="200275" y="80127"/>
                  </a:lnTo>
                  <a:lnTo>
                    <a:pt x="200464" y="80030"/>
                  </a:lnTo>
                  <a:lnTo>
                    <a:pt x="202165" y="79837"/>
                  </a:lnTo>
                  <a:lnTo>
                    <a:pt x="203300" y="79837"/>
                  </a:lnTo>
                  <a:lnTo>
                    <a:pt x="203489" y="79837"/>
                  </a:lnTo>
                  <a:lnTo>
                    <a:pt x="203867" y="79740"/>
                  </a:lnTo>
                  <a:lnTo>
                    <a:pt x="204056" y="79740"/>
                  </a:lnTo>
                  <a:lnTo>
                    <a:pt x="207742" y="79643"/>
                  </a:lnTo>
                  <a:lnTo>
                    <a:pt x="207931" y="79643"/>
                  </a:lnTo>
                  <a:lnTo>
                    <a:pt x="208593" y="79353"/>
                  </a:lnTo>
                  <a:lnTo>
                    <a:pt x="208971" y="79353"/>
                  </a:lnTo>
                  <a:lnTo>
                    <a:pt x="209538" y="79353"/>
                  </a:lnTo>
                  <a:lnTo>
                    <a:pt x="210105" y="79353"/>
                  </a:lnTo>
                  <a:lnTo>
                    <a:pt x="212374" y="79353"/>
                  </a:lnTo>
                  <a:lnTo>
                    <a:pt x="216438" y="79353"/>
                  </a:lnTo>
                  <a:lnTo>
                    <a:pt x="216627" y="79353"/>
                  </a:lnTo>
                  <a:lnTo>
                    <a:pt x="220786" y="79257"/>
                  </a:lnTo>
                  <a:lnTo>
                    <a:pt x="221448" y="79257"/>
                  </a:lnTo>
                  <a:lnTo>
                    <a:pt x="226363" y="79063"/>
                  </a:lnTo>
                  <a:lnTo>
                    <a:pt x="231089" y="78773"/>
                  </a:lnTo>
                  <a:lnTo>
                    <a:pt x="231278" y="78773"/>
                  </a:lnTo>
                  <a:lnTo>
                    <a:pt x="233925" y="78870"/>
                  </a:lnTo>
                  <a:lnTo>
                    <a:pt x="235815" y="78967"/>
                  </a:lnTo>
                  <a:lnTo>
                    <a:pt x="237611" y="79063"/>
                  </a:lnTo>
                  <a:lnTo>
                    <a:pt x="238651" y="79257"/>
                  </a:lnTo>
                  <a:lnTo>
                    <a:pt x="242527" y="80030"/>
                  </a:lnTo>
                  <a:lnTo>
                    <a:pt x="245268" y="81093"/>
                  </a:lnTo>
                  <a:lnTo>
                    <a:pt x="248198" y="82350"/>
                  </a:lnTo>
                  <a:lnTo>
                    <a:pt x="248482" y="82446"/>
                  </a:lnTo>
                  <a:lnTo>
                    <a:pt x="249710" y="82833"/>
                  </a:lnTo>
                  <a:lnTo>
                    <a:pt x="250656" y="83220"/>
                  </a:lnTo>
                  <a:lnTo>
                    <a:pt x="251412" y="83413"/>
                  </a:lnTo>
                  <a:lnTo>
                    <a:pt x="251601" y="83510"/>
                  </a:lnTo>
                  <a:lnTo>
                    <a:pt x="252924" y="83896"/>
                  </a:lnTo>
                  <a:lnTo>
                    <a:pt x="255098" y="84766"/>
                  </a:lnTo>
                  <a:lnTo>
                    <a:pt x="255665" y="84959"/>
                  </a:lnTo>
                  <a:lnTo>
                    <a:pt x="256611" y="85346"/>
                  </a:lnTo>
                  <a:lnTo>
                    <a:pt x="258974" y="86313"/>
                  </a:lnTo>
                  <a:lnTo>
                    <a:pt x="259730" y="86699"/>
                  </a:lnTo>
                  <a:lnTo>
                    <a:pt x="261715" y="87762"/>
                  </a:lnTo>
                  <a:lnTo>
                    <a:pt x="264267" y="89212"/>
                  </a:lnTo>
                  <a:lnTo>
                    <a:pt x="269655" y="92305"/>
                  </a:lnTo>
                  <a:lnTo>
                    <a:pt x="271262" y="93078"/>
                  </a:lnTo>
                  <a:lnTo>
                    <a:pt x="274853" y="94818"/>
                  </a:lnTo>
                  <a:lnTo>
                    <a:pt x="275232" y="94915"/>
                  </a:lnTo>
                  <a:lnTo>
                    <a:pt x="278351" y="96558"/>
                  </a:lnTo>
                  <a:lnTo>
                    <a:pt x="279202" y="96945"/>
                  </a:lnTo>
                  <a:lnTo>
                    <a:pt x="282037" y="98394"/>
                  </a:lnTo>
                  <a:lnTo>
                    <a:pt x="284589" y="99361"/>
                  </a:lnTo>
                  <a:lnTo>
                    <a:pt x="286291" y="100038"/>
                  </a:lnTo>
                  <a:lnTo>
                    <a:pt x="289599" y="101294"/>
                  </a:lnTo>
                  <a:lnTo>
                    <a:pt x="291300" y="101777"/>
                  </a:lnTo>
                  <a:lnTo>
                    <a:pt x="293758" y="102551"/>
                  </a:lnTo>
                  <a:lnTo>
                    <a:pt x="294042" y="102647"/>
                  </a:lnTo>
                  <a:lnTo>
                    <a:pt x="294231" y="102744"/>
                  </a:lnTo>
                  <a:lnTo>
                    <a:pt x="297066" y="103614"/>
                  </a:lnTo>
                  <a:lnTo>
                    <a:pt x="297255" y="103710"/>
                  </a:lnTo>
                  <a:lnTo>
                    <a:pt x="297539" y="103710"/>
                  </a:lnTo>
                  <a:lnTo>
                    <a:pt x="298957" y="104290"/>
                  </a:lnTo>
                  <a:lnTo>
                    <a:pt x="301793" y="105354"/>
                  </a:lnTo>
                  <a:lnTo>
                    <a:pt x="302076" y="105450"/>
                  </a:lnTo>
                  <a:lnTo>
                    <a:pt x="306046" y="106900"/>
                  </a:lnTo>
                  <a:lnTo>
                    <a:pt x="307653" y="107770"/>
                  </a:lnTo>
                  <a:lnTo>
                    <a:pt x="313230" y="110670"/>
                  </a:lnTo>
                  <a:lnTo>
                    <a:pt x="316349" y="112313"/>
                  </a:lnTo>
                  <a:lnTo>
                    <a:pt x="317956" y="113183"/>
                  </a:lnTo>
                  <a:lnTo>
                    <a:pt x="320981" y="114536"/>
                  </a:lnTo>
                  <a:lnTo>
                    <a:pt x="321642" y="114729"/>
                  </a:lnTo>
                  <a:lnTo>
                    <a:pt x="326085" y="116662"/>
                  </a:lnTo>
                  <a:lnTo>
                    <a:pt x="326368" y="116759"/>
                  </a:lnTo>
                  <a:lnTo>
                    <a:pt x="328164" y="117532"/>
                  </a:lnTo>
                  <a:lnTo>
                    <a:pt x="329866" y="118305"/>
                  </a:lnTo>
                  <a:lnTo>
                    <a:pt x="330811" y="118692"/>
                  </a:lnTo>
                  <a:lnTo>
                    <a:pt x="334970" y="120335"/>
                  </a:lnTo>
                  <a:lnTo>
                    <a:pt x="336482" y="121012"/>
                  </a:lnTo>
                  <a:lnTo>
                    <a:pt x="338467" y="121785"/>
                  </a:lnTo>
                  <a:lnTo>
                    <a:pt x="338940" y="121978"/>
                  </a:lnTo>
                  <a:lnTo>
                    <a:pt x="341114" y="122848"/>
                  </a:lnTo>
                  <a:lnTo>
                    <a:pt x="347164" y="123718"/>
                  </a:lnTo>
                  <a:lnTo>
                    <a:pt x="351323" y="124298"/>
                  </a:lnTo>
                  <a:lnTo>
                    <a:pt x="356427" y="124298"/>
                  </a:lnTo>
                  <a:lnTo>
                    <a:pt x="357467" y="124395"/>
                  </a:lnTo>
                  <a:lnTo>
                    <a:pt x="361437" y="124395"/>
                  </a:lnTo>
                  <a:lnTo>
                    <a:pt x="369944" y="124588"/>
                  </a:lnTo>
                  <a:lnTo>
                    <a:pt x="372212" y="124685"/>
                  </a:lnTo>
                  <a:lnTo>
                    <a:pt x="374764" y="124878"/>
                  </a:lnTo>
                  <a:lnTo>
                    <a:pt x="384311" y="125361"/>
                  </a:lnTo>
                  <a:lnTo>
                    <a:pt x="384973" y="125458"/>
                  </a:lnTo>
                  <a:lnTo>
                    <a:pt x="387241" y="126134"/>
                  </a:lnTo>
                  <a:lnTo>
                    <a:pt x="388943" y="126714"/>
                  </a:lnTo>
                  <a:lnTo>
                    <a:pt x="395843" y="127584"/>
                  </a:lnTo>
                  <a:lnTo>
                    <a:pt x="400664" y="128164"/>
                  </a:lnTo>
                  <a:lnTo>
                    <a:pt x="400853" y="128164"/>
                  </a:lnTo>
                  <a:lnTo>
                    <a:pt x="411817" y="128937"/>
                  </a:lnTo>
                  <a:lnTo>
                    <a:pt x="412857" y="129034"/>
                  </a:lnTo>
                  <a:lnTo>
                    <a:pt x="415126" y="129227"/>
                  </a:lnTo>
                  <a:lnTo>
                    <a:pt x="426374" y="130291"/>
                  </a:lnTo>
                  <a:lnTo>
                    <a:pt x="428926" y="130581"/>
                  </a:lnTo>
                  <a:lnTo>
                    <a:pt x="433747" y="130001"/>
                  </a:lnTo>
                  <a:lnTo>
                    <a:pt x="437149" y="129614"/>
                  </a:lnTo>
                  <a:lnTo>
                    <a:pt x="440741" y="129227"/>
                  </a:lnTo>
                  <a:lnTo>
                    <a:pt x="444995" y="128551"/>
                  </a:lnTo>
                  <a:lnTo>
                    <a:pt x="448303" y="128068"/>
                  </a:lnTo>
                  <a:lnTo>
                    <a:pt x="448681" y="127971"/>
                  </a:lnTo>
                  <a:lnTo>
                    <a:pt x="449626" y="127778"/>
                  </a:lnTo>
                  <a:lnTo>
                    <a:pt x="451611" y="127198"/>
                  </a:lnTo>
                  <a:lnTo>
                    <a:pt x="456338" y="126134"/>
                  </a:lnTo>
                  <a:lnTo>
                    <a:pt x="464845" y="123911"/>
                  </a:lnTo>
                  <a:lnTo>
                    <a:pt x="465601" y="123718"/>
                  </a:lnTo>
                  <a:lnTo>
                    <a:pt x="465884" y="123718"/>
                  </a:lnTo>
                  <a:lnTo>
                    <a:pt x="466357" y="123525"/>
                  </a:lnTo>
                  <a:lnTo>
                    <a:pt x="467586" y="122848"/>
                  </a:lnTo>
                  <a:lnTo>
                    <a:pt x="469004" y="121978"/>
                  </a:lnTo>
                  <a:lnTo>
                    <a:pt x="469949" y="121398"/>
                  </a:lnTo>
                  <a:lnTo>
                    <a:pt x="474391" y="118789"/>
                  </a:lnTo>
                  <a:lnTo>
                    <a:pt x="474770" y="118305"/>
                  </a:lnTo>
                  <a:lnTo>
                    <a:pt x="476660" y="115986"/>
                  </a:lnTo>
                  <a:lnTo>
                    <a:pt x="480157" y="111926"/>
                  </a:lnTo>
                  <a:lnTo>
                    <a:pt x="481197" y="110670"/>
                  </a:lnTo>
                  <a:lnTo>
                    <a:pt x="482237" y="108930"/>
                  </a:lnTo>
                  <a:lnTo>
                    <a:pt x="485829" y="102067"/>
                  </a:lnTo>
                  <a:lnTo>
                    <a:pt x="486018" y="101777"/>
                  </a:lnTo>
                  <a:lnTo>
                    <a:pt x="488192" y="96461"/>
                  </a:lnTo>
                  <a:lnTo>
                    <a:pt x="488475" y="95688"/>
                  </a:lnTo>
                  <a:lnTo>
                    <a:pt x="488948" y="94721"/>
                  </a:lnTo>
                  <a:lnTo>
                    <a:pt x="489232" y="93948"/>
                  </a:lnTo>
                  <a:lnTo>
                    <a:pt x="489704" y="92982"/>
                  </a:lnTo>
                  <a:lnTo>
                    <a:pt x="491973" y="89599"/>
                  </a:lnTo>
                  <a:lnTo>
                    <a:pt x="493107" y="87859"/>
                  </a:lnTo>
                  <a:lnTo>
                    <a:pt x="493674" y="86989"/>
                  </a:lnTo>
                  <a:lnTo>
                    <a:pt x="494052" y="86409"/>
                  </a:lnTo>
                  <a:lnTo>
                    <a:pt x="494808" y="85249"/>
                  </a:lnTo>
                  <a:lnTo>
                    <a:pt x="496226" y="79257"/>
                  </a:lnTo>
                  <a:lnTo>
                    <a:pt x="496415" y="78580"/>
                  </a:lnTo>
                  <a:lnTo>
                    <a:pt x="496982" y="74327"/>
                  </a:lnTo>
                  <a:lnTo>
                    <a:pt x="497266" y="72781"/>
                  </a:lnTo>
                  <a:lnTo>
                    <a:pt x="497739" y="69205"/>
                  </a:lnTo>
                  <a:lnTo>
                    <a:pt x="497739" y="65435"/>
                  </a:lnTo>
                  <a:lnTo>
                    <a:pt x="497739" y="65145"/>
                  </a:lnTo>
                  <a:lnTo>
                    <a:pt x="497928" y="64178"/>
                  </a:lnTo>
                  <a:lnTo>
                    <a:pt x="501047" y="54223"/>
                  </a:lnTo>
                  <a:lnTo>
                    <a:pt x="502937" y="42334"/>
                  </a:lnTo>
                  <a:lnTo>
                    <a:pt x="503788" y="38952"/>
                  </a:lnTo>
                  <a:lnTo>
                    <a:pt x="504261" y="36728"/>
                  </a:lnTo>
                  <a:lnTo>
                    <a:pt x="506340" y="26580"/>
                  </a:lnTo>
                  <a:lnTo>
                    <a:pt x="514847" y="8892"/>
                  </a:lnTo>
                  <a:lnTo>
                    <a:pt x="517399" y="5605"/>
                  </a:lnTo>
                  <a:lnTo>
                    <a:pt x="525812" y="193"/>
                  </a:lnTo>
                  <a:lnTo>
                    <a:pt x="526379" y="0"/>
                  </a:lnTo>
                  <a:lnTo>
                    <a:pt x="527608" y="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1824780" y="3993008"/>
              <a:ext cx="244058" cy="127101"/>
            </a:xfrm>
            <a:custGeom>
              <a:avLst/>
              <a:pathLst>
                <a:path w="244058" h="127101">
                  <a:moveTo>
                    <a:pt x="198214" y="9182"/>
                  </a:moveTo>
                  <a:lnTo>
                    <a:pt x="198498" y="9858"/>
                  </a:lnTo>
                  <a:lnTo>
                    <a:pt x="198970" y="11115"/>
                  </a:lnTo>
                  <a:lnTo>
                    <a:pt x="200766" y="15658"/>
                  </a:lnTo>
                  <a:lnTo>
                    <a:pt x="201239" y="16914"/>
                  </a:lnTo>
                  <a:lnTo>
                    <a:pt x="201617" y="17977"/>
                  </a:lnTo>
                  <a:lnTo>
                    <a:pt x="204736" y="25806"/>
                  </a:lnTo>
                  <a:lnTo>
                    <a:pt x="208612" y="35762"/>
                  </a:lnTo>
                  <a:lnTo>
                    <a:pt x="212487" y="45814"/>
                  </a:lnTo>
                  <a:lnTo>
                    <a:pt x="214850" y="51903"/>
                  </a:lnTo>
                  <a:lnTo>
                    <a:pt x="217686" y="59152"/>
                  </a:lnTo>
                  <a:lnTo>
                    <a:pt x="220333" y="65725"/>
                  </a:lnTo>
                  <a:lnTo>
                    <a:pt x="220900" y="67271"/>
                  </a:lnTo>
                  <a:lnTo>
                    <a:pt x="221278" y="68431"/>
                  </a:lnTo>
                  <a:lnTo>
                    <a:pt x="225720" y="79740"/>
                  </a:lnTo>
                  <a:lnTo>
                    <a:pt x="226004" y="80513"/>
                  </a:lnTo>
                  <a:lnTo>
                    <a:pt x="226666" y="82156"/>
                  </a:lnTo>
                  <a:lnTo>
                    <a:pt x="227516" y="84186"/>
                  </a:lnTo>
                  <a:lnTo>
                    <a:pt x="228556" y="86989"/>
                  </a:lnTo>
                  <a:lnTo>
                    <a:pt x="228840" y="87569"/>
                  </a:lnTo>
                  <a:lnTo>
                    <a:pt x="229785" y="89985"/>
                  </a:lnTo>
                  <a:lnTo>
                    <a:pt x="230352" y="91049"/>
                  </a:lnTo>
                  <a:lnTo>
                    <a:pt x="232053" y="94238"/>
                  </a:lnTo>
                  <a:lnTo>
                    <a:pt x="232621" y="95108"/>
                  </a:lnTo>
                  <a:lnTo>
                    <a:pt x="233471" y="96655"/>
                  </a:lnTo>
                  <a:lnTo>
                    <a:pt x="233660" y="96945"/>
                  </a:lnTo>
                  <a:lnTo>
                    <a:pt x="236496" y="101681"/>
                  </a:lnTo>
                  <a:lnTo>
                    <a:pt x="236591" y="101874"/>
                  </a:lnTo>
                  <a:lnTo>
                    <a:pt x="238576" y="105160"/>
                  </a:lnTo>
                  <a:lnTo>
                    <a:pt x="241600" y="109896"/>
                  </a:lnTo>
                  <a:lnTo>
                    <a:pt x="242829" y="112506"/>
                  </a:lnTo>
                  <a:lnTo>
                    <a:pt x="243585" y="114729"/>
                  </a:lnTo>
                  <a:lnTo>
                    <a:pt x="244058" y="116952"/>
                  </a:lnTo>
                  <a:lnTo>
                    <a:pt x="181673" y="126038"/>
                  </a:lnTo>
                  <a:lnTo>
                    <a:pt x="174962" y="127004"/>
                  </a:lnTo>
                  <a:lnTo>
                    <a:pt x="174300" y="127101"/>
                  </a:lnTo>
                  <a:lnTo>
                    <a:pt x="176474" y="120045"/>
                  </a:lnTo>
                  <a:lnTo>
                    <a:pt x="172788" y="119562"/>
                  </a:lnTo>
                  <a:lnTo>
                    <a:pt x="165415" y="118595"/>
                  </a:lnTo>
                  <a:lnTo>
                    <a:pt x="156813" y="117532"/>
                  </a:lnTo>
                  <a:lnTo>
                    <a:pt x="145092" y="115986"/>
                  </a:lnTo>
                  <a:lnTo>
                    <a:pt x="143107" y="115696"/>
                  </a:lnTo>
                  <a:lnTo>
                    <a:pt x="142635" y="115696"/>
                  </a:lnTo>
                  <a:lnTo>
                    <a:pt x="142540" y="115212"/>
                  </a:lnTo>
                  <a:lnTo>
                    <a:pt x="141311" y="106997"/>
                  </a:lnTo>
                  <a:lnTo>
                    <a:pt x="140366" y="100811"/>
                  </a:lnTo>
                  <a:lnTo>
                    <a:pt x="140366" y="100521"/>
                  </a:lnTo>
                  <a:lnTo>
                    <a:pt x="113994" y="104097"/>
                  </a:lnTo>
                  <a:lnTo>
                    <a:pt x="98965" y="106320"/>
                  </a:lnTo>
                  <a:lnTo>
                    <a:pt x="90080" y="107577"/>
                  </a:lnTo>
                  <a:lnTo>
                    <a:pt x="89702" y="107577"/>
                  </a:lnTo>
                  <a:lnTo>
                    <a:pt x="87150" y="107963"/>
                  </a:lnTo>
                  <a:lnTo>
                    <a:pt x="85070" y="108253"/>
                  </a:lnTo>
                  <a:lnTo>
                    <a:pt x="83180" y="108543"/>
                  </a:lnTo>
                  <a:lnTo>
                    <a:pt x="80817" y="108930"/>
                  </a:lnTo>
                  <a:lnTo>
                    <a:pt x="79682" y="109026"/>
                  </a:lnTo>
                  <a:lnTo>
                    <a:pt x="76469" y="109510"/>
                  </a:lnTo>
                  <a:lnTo>
                    <a:pt x="75901" y="109606"/>
                  </a:lnTo>
                  <a:lnTo>
                    <a:pt x="74295" y="109800"/>
                  </a:lnTo>
                  <a:lnTo>
                    <a:pt x="73255" y="109993"/>
                  </a:lnTo>
                  <a:lnTo>
                    <a:pt x="70797" y="110283"/>
                  </a:lnTo>
                  <a:lnTo>
                    <a:pt x="68718" y="110573"/>
                  </a:lnTo>
                  <a:lnTo>
                    <a:pt x="67205" y="110863"/>
                  </a:lnTo>
                  <a:lnTo>
                    <a:pt x="66449" y="110960"/>
                  </a:lnTo>
                  <a:lnTo>
                    <a:pt x="65977" y="110960"/>
                  </a:lnTo>
                  <a:lnTo>
                    <a:pt x="54161" y="112699"/>
                  </a:lnTo>
                  <a:lnTo>
                    <a:pt x="51042" y="113183"/>
                  </a:lnTo>
                  <a:lnTo>
                    <a:pt x="52176" y="120818"/>
                  </a:lnTo>
                  <a:lnTo>
                    <a:pt x="42062" y="122268"/>
                  </a:lnTo>
                  <a:lnTo>
                    <a:pt x="41779" y="122365"/>
                  </a:lnTo>
                  <a:lnTo>
                    <a:pt x="41495" y="122365"/>
                  </a:lnTo>
                  <a:lnTo>
                    <a:pt x="31665" y="123718"/>
                  </a:lnTo>
                  <a:lnTo>
                    <a:pt x="31476" y="123815"/>
                  </a:lnTo>
                  <a:lnTo>
                    <a:pt x="30814" y="123815"/>
                  </a:lnTo>
                  <a:lnTo>
                    <a:pt x="20322" y="125265"/>
                  </a:lnTo>
                  <a:lnTo>
                    <a:pt x="19944" y="122365"/>
                  </a:lnTo>
                  <a:lnTo>
                    <a:pt x="9735" y="123718"/>
                  </a:lnTo>
                  <a:lnTo>
                    <a:pt x="9168" y="123815"/>
                  </a:lnTo>
                  <a:lnTo>
                    <a:pt x="9074" y="122945"/>
                  </a:lnTo>
                  <a:lnTo>
                    <a:pt x="8696" y="120335"/>
                  </a:lnTo>
                  <a:lnTo>
                    <a:pt x="8412" y="118015"/>
                  </a:lnTo>
                  <a:lnTo>
                    <a:pt x="8318" y="117435"/>
                  </a:lnTo>
                  <a:lnTo>
                    <a:pt x="6805" y="105740"/>
                  </a:lnTo>
                  <a:lnTo>
                    <a:pt x="6711" y="105354"/>
                  </a:lnTo>
                  <a:lnTo>
                    <a:pt x="6616" y="104870"/>
                  </a:lnTo>
                  <a:lnTo>
                    <a:pt x="6616" y="104677"/>
                  </a:lnTo>
                  <a:lnTo>
                    <a:pt x="5482" y="97235"/>
                  </a:lnTo>
                  <a:lnTo>
                    <a:pt x="4820" y="92788"/>
                  </a:lnTo>
                  <a:lnTo>
                    <a:pt x="4726" y="92498"/>
                  </a:lnTo>
                  <a:lnTo>
                    <a:pt x="4631" y="92015"/>
                  </a:lnTo>
                  <a:lnTo>
                    <a:pt x="4442" y="90275"/>
                  </a:lnTo>
                  <a:lnTo>
                    <a:pt x="2457" y="77807"/>
                  </a:lnTo>
                  <a:lnTo>
                    <a:pt x="2174" y="76260"/>
                  </a:lnTo>
                  <a:lnTo>
                    <a:pt x="1606" y="72298"/>
                  </a:lnTo>
                  <a:lnTo>
                    <a:pt x="756" y="66305"/>
                  </a:lnTo>
                  <a:lnTo>
                    <a:pt x="0" y="61859"/>
                  </a:lnTo>
                  <a:lnTo>
                    <a:pt x="378" y="61472"/>
                  </a:lnTo>
                  <a:lnTo>
                    <a:pt x="661" y="61182"/>
                  </a:lnTo>
                  <a:lnTo>
                    <a:pt x="2646" y="59539"/>
                  </a:lnTo>
                  <a:lnTo>
                    <a:pt x="5954" y="56543"/>
                  </a:lnTo>
                  <a:lnTo>
                    <a:pt x="6143" y="56349"/>
                  </a:lnTo>
                  <a:lnTo>
                    <a:pt x="9641" y="53256"/>
                  </a:lnTo>
                  <a:lnTo>
                    <a:pt x="14745" y="48714"/>
                  </a:lnTo>
                  <a:lnTo>
                    <a:pt x="20511" y="43688"/>
                  </a:lnTo>
                  <a:lnTo>
                    <a:pt x="22496" y="41851"/>
                  </a:lnTo>
                  <a:lnTo>
                    <a:pt x="27411" y="42044"/>
                  </a:lnTo>
                  <a:lnTo>
                    <a:pt x="28545" y="42141"/>
                  </a:lnTo>
                  <a:lnTo>
                    <a:pt x="36485" y="42431"/>
                  </a:lnTo>
                  <a:lnTo>
                    <a:pt x="46883" y="43011"/>
                  </a:lnTo>
                  <a:lnTo>
                    <a:pt x="49813" y="42624"/>
                  </a:lnTo>
                  <a:lnTo>
                    <a:pt x="63613" y="40498"/>
                  </a:lnTo>
                  <a:lnTo>
                    <a:pt x="64464" y="28899"/>
                  </a:lnTo>
                  <a:lnTo>
                    <a:pt x="65315" y="18364"/>
                  </a:lnTo>
                  <a:lnTo>
                    <a:pt x="70514" y="17784"/>
                  </a:lnTo>
                  <a:lnTo>
                    <a:pt x="78454" y="16721"/>
                  </a:lnTo>
                  <a:lnTo>
                    <a:pt x="84125" y="15948"/>
                  </a:lnTo>
                  <a:lnTo>
                    <a:pt x="95184" y="14304"/>
                  </a:lnTo>
                  <a:lnTo>
                    <a:pt x="95562" y="14208"/>
                  </a:lnTo>
                  <a:lnTo>
                    <a:pt x="96791" y="14014"/>
                  </a:lnTo>
                  <a:lnTo>
                    <a:pt x="102841" y="13145"/>
                  </a:lnTo>
                  <a:lnTo>
                    <a:pt x="104731" y="12855"/>
                  </a:lnTo>
                  <a:lnTo>
                    <a:pt x="114939" y="11308"/>
                  </a:lnTo>
                  <a:lnTo>
                    <a:pt x="115885" y="11211"/>
                  </a:lnTo>
                  <a:lnTo>
                    <a:pt x="116641" y="11018"/>
                  </a:lnTo>
                  <a:lnTo>
                    <a:pt x="118626" y="10728"/>
                  </a:lnTo>
                  <a:lnTo>
                    <a:pt x="127322" y="9568"/>
                  </a:lnTo>
                  <a:lnTo>
                    <a:pt x="127511" y="9472"/>
                  </a:lnTo>
                  <a:lnTo>
                    <a:pt x="127795" y="9472"/>
                  </a:lnTo>
                  <a:lnTo>
                    <a:pt x="127984" y="9472"/>
                  </a:lnTo>
                  <a:lnTo>
                    <a:pt x="137814" y="8022"/>
                  </a:lnTo>
                  <a:lnTo>
                    <a:pt x="138665" y="7925"/>
                  </a:lnTo>
                  <a:lnTo>
                    <a:pt x="145281" y="6959"/>
                  </a:lnTo>
                  <a:lnTo>
                    <a:pt x="146321" y="6862"/>
                  </a:lnTo>
                  <a:lnTo>
                    <a:pt x="148495" y="6572"/>
                  </a:lnTo>
                  <a:lnTo>
                    <a:pt x="153127" y="5895"/>
                  </a:lnTo>
                  <a:lnTo>
                    <a:pt x="154923" y="5605"/>
                  </a:lnTo>
                  <a:lnTo>
                    <a:pt x="157002" y="5316"/>
                  </a:lnTo>
                  <a:lnTo>
                    <a:pt x="157475" y="5316"/>
                  </a:lnTo>
                  <a:lnTo>
                    <a:pt x="159838" y="4929"/>
                  </a:lnTo>
                  <a:lnTo>
                    <a:pt x="160405" y="4832"/>
                  </a:lnTo>
                  <a:lnTo>
                    <a:pt x="163713" y="4349"/>
                  </a:lnTo>
                  <a:lnTo>
                    <a:pt x="165509" y="4156"/>
                  </a:lnTo>
                  <a:lnTo>
                    <a:pt x="166549" y="3962"/>
                  </a:lnTo>
                  <a:lnTo>
                    <a:pt x="174111" y="2899"/>
                  </a:lnTo>
                  <a:lnTo>
                    <a:pt x="177230" y="2513"/>
                  </a:lnTo>
                  <a:lnTo>
                    <a:pt x="177608" y="2416"/>
                  </a:lnTo>
                  <a:lnTo>
                    <a:pt x="188951" y="773"/>
                  </a:lnTo>
                  <a:lnTo>
                    <a:pt x="189424" y="773"/>
                  </a:lnTo>
                  <a:lnTo>
                    <a:pt x="189802" y="676"/>
                  </a:lnTo>
                  <a:lnTo>
                    <a:pt x="192354" y="289"/>
                  </a:lnTo>
                  <a:lnTo>
                    <a:pt x="194339" y="0"/>
                  </a:lnTo>
                  <a:lnTo>
                    <a:pt x="194622" y="0"/>
                  </a:lnTo>
                  <a:lnTo>
                    <a:pt x="194811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665244" y="2772641"/>
              <a:ext cx="50456" cy="241329"/>
            </a:xfrm>
            <a:custGeom>
              <a:avLst/>
              <a:pathLst>
                <a:path w="50456" h="241329">
                  <a:moveTo>
                    <a:pt x="3289" y="0"/>
                  </a:moveTo>
                  <a:lnTo>
                    <a:pt x="5085" y="10342"/>
                  </a:lnTo>
                  <a:lnTo>
                    <a:pt x="9244" y="31896"/>
                  </a:lnTo>
                  <a:lnTo>
                    <a:pt x="9338" y="32766"/>
                  </a:lnTo>
                  <a:lnTo>
                    <a:pt x="9338" y="33152"/>
                  </a:lnTo>
                  <a:lnTo>
                    <a:pt x="9338" y="33829"/>
                  </a:lnTo>
                  <a:lnTo>
                    <a:pt x="9433" y="35085"/>
                  </a:lnTo>
                  <a:lnTo>
                    <a:pt x="9527" y="37888"/>
                  </a:lnTo>
                  <a:lnTo>
                    <a:pt x="17562" y="77614"/>
                  </a:lnTo>
                  <a:lnTo>
                    <a:pt x="19452" y="86699"/>
                  </a:lnTo>
                  <a:lnTo>
                    <a:pt x="19358" y="89792"/>
                  </a:lnTo>
                  <a:lnTo>
                    <a:pt x="19452" y="90469"/>
                  </a:lnTo>
                  <a:lnTo>
                    <a:pt x="19830" y="93078"/>
                  </a:lnTo>
                  <a:lnTo>
                    <a:pt x="25218" y="119852"/>
                  </a:lnTo>
                  <a:lnTo>
                    <a:pt x="25502" y="120818"/>
                  </a:lnTo>
                  <a:lnTo>
                    <a:pt x="25596" y="121108"/>
                  </a:lnTo>
                  <a:lnTo>
                    <a:pt x="25596" y="121398"/>
                  </a:lnTo>
                  <a:lnTo>
                    <a:pt x="28905" y="135607"/>
                  </a:lnTo>
                  <a:lnTo>
                    <a:pt x="35521" y="164120"/>
                  </a:lnTo>
                  <a:lnTo>
                    <a:pt x="39869" y="184127"/>
                  </a:lnTo>
                  <a:lnTo>
                    <a:pt x="42989" y="198239"/>
                  </a:lnTo>
                  <a:lnTo>
                    <a:pt x="43839" y="202202"/>
                  </a:lnTo>
                  <a:lnTo>
                    <a:pt x="44028" y="203169"/>
                  </a:lnTo>
                  <a:lnTo>
                    <a:pt x="44879" y="206841"/>
                  </a:lnTo>
                  <a:lnTo>
                    <a:pt x="46486" y="214091"/>
                  </a:lnTo>
                  <a:lnTo>
                    <a:pt x="47053" y="216507"/>
                  </a:lnTo>
                  <a:lnTo>
                    <a:pt x="48944" y="225979"/>
                  </a:lnTo>
                  <a:lnTo>
                    <a:pt x="49416" y="227912"/>
                  </a:lnTo>
                  <a:lnTo>
                    <a:pt x="50172" y="231778"/>
                  </a:lnTo>
                  <a:lnTo>
                    <a:pt x="50456" y="233422"/>
                  </a:lnTo>
                  <a:lnTo>
                    <a:pt x="50456" y="233615"/>
                  </a:lnTo>
                  <a:lnTo>
                    <a:pt x="49700" y="233712"/>
                  </a:lnTo>
                  <a:lnTo>
                    <a:pt x="9622" y="240091"/>
                  </a:lnTo>
                  <a:lnTo>
                    <a:pt x="0" y="241329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665244" y="3046124"/>
              <a:ext cx="39964" cy="275801"/>
            </a:xfrm>
            <a:custGeom>
              <a:avLst/>
              <a:pathLst>
                <a:path w="39964" h="275801">
                  <a:moveTo>
                    <a:pt x="4329" y="28854"/>
                  </a:moveTo>
                  <a:lnTo>
                    <a:pt x="10567" y="70222"/>
                  </a:lnTo>
                  <a:lnTo>
                    <a:pt x="10662" y="71382"/>
                  </a:lnTo>
                  <a:lnTo>
                    <a:pt x="13025" y="86847"/>
                  </a:lnTo>
                  <a:lnTo>
                    <a:pt x="13497" y="89746"/>
                  </a:lnTo>
                  <a:lnTo>
                    <a:pt x="13497" y="89940"/>
                  </a:lnTo>
                  <a:lnTo>
                    <a:pt x="13592" y="90616"/>
                  </a:lnTo>
                  <a:lnTo>
                    <a:pt x="13875" y="92356"/>
                  </a:lnTo>
                  <a:lnTo>
                    <a:pt x="14915" y="99025"/>
                  </a:lnTo>
                  <a:lnTo>
                    <a:pt x="15388" y="102215"/>
                  </a:lnTo>
                  <a:lnTo>
                    <a:pt x="15577" y="103085"/>
                  </a:lnTo>
                  <a:lnTo>
                    <a:pt x="15577" y="103375"/>
                  </a:lnTo>
                  <a:lnTo>
                    <a:pt x="15766" y="104438"/>
                  </a:lnTo>
                  <a:lnTo>
                    <a:pt x="16711" y="110431"/>
                  </a:lnTo>
                  <a:lnTo>
                    <a:pt x="17373" y="114973"/>
                  </a:lnTo>
                  <a:lnTo>
                    <a:pt x="18318" y="121449"/>
                  </a:lnTo>
                  <a:lnTo>
                    <a:pt x="18696" y="123576"/>
                  </a:lnTo>
                  <a:lnTo>
                    <a:pt x="19547" y="129085"/>
                  </a:lnTo>
                  <a:lnTo>
                    <a:pt x="19641" y="130052"/>
                  </a:lnTo>
                  <a:lnTo>
                    <a:pt x="19925" y="131888"/>
                  </a:lnTo>
                  <a:lnTo>
                    <a:pt x="20965" y="138364"/>
                  </a:lnTo>
                  <a:lnTo>
                    <a:pt x="22477" y="148223"/>
                  </a:lnTo>
                  <a:lnTo>
                    <a:pt x="22855" y="151219"/>
                  </a:lnTo>
                  <a:lnTo>
                    <a:pt x="23517" y="155472"/>
                  </a:lnTo>
                  <a:lnTo>
                    <a:pt x="24178" y="159628"/>
                  </a:lnTo>
                  <a:lnTo>
                    <a:pt x="24651" y="162624"/>
                  </a:lnTo>
                  <a:lnTo>
                    <a:pt x="24935" y="164944"/>
                  </a:lnTo>
                  <a:lnTo>
                    <a:pt x="25124" y="166007"/>
                  </a:lnTo>
                  <a:lnTo>
                    <a:pt x="25974" y="171710"/>
                  </a:lnTo>
                  <a:lnTo>
                    <a:pt x="26920" y="177413"/>
                  </a:lnTo>
                  <a:lnTo>
                    <a:pt x="27109" y="179152"/>
                  </a:lnTo>
                  <a:lnTo>
                    <a:pt x="29188" y="192587"/>
                  </a:lnTo>
                  <a:lnTo>
                    <a:pt x="30417" y="200610"/>
                  </a:lnTo>
                  <a:lnTo>
                    <a:pt x="31646" y="208632"/>
                  </a:lnTo>
                  <a:lnTo>
                    <a:pt x="32024" y="211049"/>
                  </a:lnTo>
                  <a:lnTo>
                    <a:pt x="32213" y="212692"/>
                  </a:lnTo>
                  <a:lnTo>
                    <a:pt x="32307" y="214142"/>
                  </a:lnTo>
                  <a:lnTo>
                    <a:pt x="32307" y="215495"/>
                  </a:lnTo>
                  <a:lnTo>
                    <a:pt x="32307" y="216461"/>
                  </a:lnTo>
                  <a:lnTo>
                    <a:pt x="32307" y="216655"/>
                  </a:lnTo>
                  <a:lnTo>
                    <a:pt x="32307" y="217718"/>
                  </a:lnTo>
                  <a:lnTo>
                    <a:pt x="32402" y="218201"/>
                  </a:lnTo>
                  <a:lnTo>
                    <a:pt x="32402" y="219748"/>
                  </a:lnTo>
                  <a:lnTo>
                    <a:pt x="32497" y="221101"/>
                  </a:lnTo>
                  <a:lnTo>
                    <a:pt x="33064" y="225257"/>
                  </a:lnTo>
                  <a:lnTo>
                    <a:pt x="33536" y="228543"/>
                  </a:lnTo>
                  <a:lnTo>
                    <a:pt x="33631" y="229220"/>
                  </a:lnTo>
                  <a:lnTo>
                    <a:pt x="33914" y="230670"/>
                  </a:lnTo>
                  <a:lnTo>
                    <a:pt x="36466" y="246714"/>
                  </a:lnTo>
                  <a:lnTo>
                    <a:pt x="36939" y="249517"/>
                  </a:lnTo>
                  <a:lnTo>
                    <a:pt x="39208" y="263532"/>
                  </a:lnTo>
                  <a:lnTo>
                    <a:pt x="39302" y="264499"/>
                  </a:lnTo>
                  <a:lnTo>
                    <a:pt x="39397" y="264789"/>
                  </a:lnTo>
                  <a:lnTo>
                    <a:pt x="39775" y="266915"/>
                  </a:lnTo>
                  <a:lnTo>
                    <a:pt x="39964" y="268075"/>
                  </a:lnTo>
                  <a:lnTo>
                    <a:pt x="36656" y="268655"/>
                  </a:lnTo>
                  <a:lnTo>
                    <a:pt x="30039" y="269622"/>
                  </a:lnTo>
                  <a:lnTo>
                    <a:pt x="26825" y="270105"/>
                  </a:lnTo>
                  <a:lnTo>
                    <a:pt x="16522" y="271555"/>
                  </a:lnTo>
                  <a:lnTo>
                    <a:pt x="14915" y="271845"/>
                  </a:lnTo>
                  <a:lnTo>
                    <a:pt x="12552" y="272231"/>
                  </a:lnTo>
                  <a:lnTo>
                    <a:pt x="9527" y="272908"/>
                  </a:lnTo>
                  <a:lnTo>
                    <a:pt x="9244" y="272908"/>
                  </a:lnTo>
                  <a:lnTo>
                    <a:pt x="5936" y="273874"/>
                  </a:lnTo>
                  <a:lnTo>
                    <a:pt x="1398" y="275324"/>
                  </a:lnTo>
                  <a:lnTo>
                    <a:pt x="0" y="2758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570567" y="2294223"/>
              <a:ext cx="2009539" cy="1160609"/>
            </a:xfrm>
            <a:custGeom>
              <a:avLst/>
              <a:pathLst>
                <a:path w="2009539" h="1160609">
                  <a:moveTo>
                    <a:pt x="2008708" y="658003"/>
                  </a:moveTo>
                  <a:lnTo>
                    <a:pt x="2006628" y="657616"/>
                  </a:lnTo>
                  <a:lnTo>
                    <a:pt x="2004076" y="657229"/>
                  </a:lnTo>
                  <a:lnTo>
                    <a:pt x="2001807" y="657133"/>
                  </a:lnTo>
                  <a:lnTo>
                    <a:pt x="1999917" y="657133"/>
                  </a:lnTo>
                  <a:lnTo>
                    <a:pt x="1997459" y="657519"/>
                  </a:lnTo>
                  <a:lnTo>
                    <a:pt x="1995285" y="657713"/>
                  </a:lnTo>
                  <a:lnTo>
                    <a:pt x="1993017" y="658099"/>
                  </a:lnTo>
                  <a:lnTo>
                    <a:pt x="1989803" y="657713"/>
                  </a:lnTo>
                  <a:lnTo>
                    <a:pt x="1987629" y="657423"/>
                  </a:lnTo>
                  <a:lnTo>
                    <a:pt x="1984510" y="656939"/>
                  </a:lnTo>
                  <a:lnTo>
                    <a:pt x="1982903" y="656746"/>
                  </a:lnTo>
                  <a:lnTo>
                    <a:pt x="1981107" y="657133"/>
                  </a:lnTo>
                  <a:lnTo>
                    <a:pt x="1979216" y="657229"/>
                  </a:lnTo>
                  <a:lnTo>
                    <a:pt x="1975625" y="657229"/>
                  </a:lnTo>
                  <a:lnTo>
                    <a:pt x="1973923" y="657519"/>
                  </a:lnTo>
                  <a:lnTo>
                    <a:pt x="1972316" y="657616"/>
                  </a:lnTo>
                  <a:lnTo>
                    <a:pt x="1970709" y="658003"/>
                  </a:lnTo>
                  <a:lnTo>
                    <a:pt x="1969670" y="658003"/>
                  </a:lnTo>
                  <a:lnTo>
                    <a:pt x="1968252" y="658486"/>
                  </a:lnTo>
                  <a:lnTo>
                    <a:pt x="1967306" y="658389"/>
                  </a:lnTo>
                  <a:lnTo>
                    <a:pt x="1967117" y="658389"/>
                  </a:lnTo>
                  <a:lnTo>
                    <a:pt x="1965983" y="658389"/>
                  </a:lnTo>
                  <a:lnTo>
                    <a:pt x="1964565" y="658486"/>
                  </a:lnTo>
                  <a:lnTo>
                    <a:pt x="1962580" y="658486"/>
                  </a:lnTo>
                  <a:lnTo>
                    <a:pt x="1960973" y="658873"/>
                  </a:lnTo>
                  <a:lnTo>
                    <a:pt x="1959745" y="659452"/>
                  </a:lnTo>
                  <a:lnTo>
                    <a:pt x="1958138" y="659839"/>
                  </a:lnTo>
                  <a:lnTo>
                    <a:pt x="1956436" y="660226"/>
                  </a:lnTo>
                  <a:lnTo>
                    <a:pt x="1954829" y="660322"/>
                  </a:lnTo>
                  <a:lnTo>
                    <a:pt x="1953601" y="660516"/>
                  </a:lnTo>
                  <a:lnTo>
                    <a:pt x="1951899" y="661482"/>
                  </a:lnTo>
                  <a:lnTo>
                    <a:pt x="1949631" y="663222"/>
                  </a:lnTo>
                  <a:lnTo>
                    <a:pt x="1947551" y="664962"/>
                  </a:lnTo>
                  <a:lnTo>
                    <a:pt x="1945755" y="666122"/>
                  </a:lnTo>
                  <a:lnTo>
                    <a:pt x="1943770" y="666798"/>
                  </a:lnTo>
                  <a:lnTo>
                    <a:pt x="1941218" y="667765"/>
                  </a:lnTo>
                  <a:lnTo>
                    <a:pt x="1939044" y="668925"/>
                  </a:lnTo>
                  <a:lnTo>
                    <a:pt x="1938855" y="668925"/>
                  </a:lnTo>
                  <a:lnTo>
                    <a:pt x="1936681" y="669891"/>
                  </a:lnTo>
                  <a:lnTo>
                    <a:pt x="1934507" y="670761"/>
                  </a:lnTo>
                  <a:lnTo>
                    <a:pt x="1930915" y="672018"/>
                  </a:lnTo>
                  <a:lnTo>
                    <a:pt x="1929592" y="672308"/>
                  </a:lnTo>
                  <a:lnTo>
                    <a:pt x="1927985" y="672791"/>
                  </a:lnTo>
                  <a:lnTo>
                    <a:pt x="1926473" y="673081"/>
                  </a:lnTo>
                  <a:lnTo>
                    <a:pt x="1924109" y="673661"/>
                  </a:lnTo>
                  <a:lnTo>
                    <a:pt x="1922692" y="673854"/>
                  </a:lnTo>
                  <a:lnTo>
                    <a:pt x="1921463" y="674241"/>
                  </a:lnTo>
                  <a:lnTo>
                    <a:pt x="1919950" y="674144"/>
                  </a:lnTo>
                  <a:lnTo>
                    <a:pt x="1918627" y="673757"/>
                  </a:lnTo>
                  <a:lnTo>
                    <a:pt x="1915602" y="674434"/>
                  </a:lnTo>
                  <a:lnTo>
                    <a:pt x="1913334" y="675207"/>
                  </a:lnTo>
                  <a:lnTo>
                    <a:pt x="1910687" y="675787"/>
                  </a:lnTo>
                  <a:lnTo>
                    <a:pt x="1907757" y="676174"/>
                  </a:lnTo>
                  <a:lnTo>
                    <a:pt x="1905488" y="677044"/>
                  </a:lnTo>
                  <a:lnTo>
                    <a:pt x="1903314" y="678010"/>
                  </a:lnTo>
                  <a:lnTo>
                    <a:pt x="1900857" y="679267"/>
                  </a:lnTo>
                  <a:lnTo>
                    <a:pt x="1899344" y="680137"/>
                  </a:lnTo>
                  <a:lnTo>
                    <a:pt x="1897359" y="681393"/>
                  </a:lnTo>
                  <a:lnTo>
                    <a:pt x="1895280" y="683036"/>
                  </a:lnTo>
                  <a:lnTo>
                    <a:pt x="1893579" y="684486"/>
                  </a:lnTo>
                  <a:lnTo>
                    <a:pt x="1892161" y="686033"/>
                  </a:lnTo>
                  <a:lnTo>
                    <a:pt x="1890837" y="687192"/>
                  </a:lnTo>
                  <a:lnTo>
                    <a:pt x="1889892" y="687676"/>
                  </a:lnTo>
                  <a:lnTo>
                    <a:pt x="1888380" y="688256"/>
                  </a:lnTo>
                  <a:lnTo>
                    <a:pt x="1886773" y="688449"/>
                  </a:lnTo>
                  <a:lnTo>
                    <a:pt x="1884977" y="688642"/>
                  </a:lnTo>
                  <a:lnTo>
                    <a:pt x="1883181" y="688932"/>
                  </a:lnTo>
                  <a:lnTo>
                    <a:pt x="1881480" y="689319"/>
                  </a:lnTo>
                  <a:lnTo>
                    <a:pt x="1879495" y="689899"/>
                  </a:lnTo>
                  <a:lnTo>
                    <a:pt x="1878077" y="690285"/>
                  </a:lnTo>
                  <a:lnTo>
                    <a:pt x="1876659" y="690285"/>
                  </a:lnTo>
                  <a:lnTo>
                    <a:pt x="1875052" y="690285"/>
                  </a:lnTo>
                  <a:lnTo>
                    <a:pt x="1873540" y="690285"/>
                  </a:lnTo>
                  <a:lnTo>
                    <a:pt x="1872027" y="690285"/>
                  </a:lnTo>
                  <a:lnTo>
                    <a:pt x="1870704" y="690189"/>
                  </a:lnTo>
                  <a:lnTo>
                    <a:pt x="1868908" y="689995"/>
                  </a:lnTo>
                  <a:lnTo>
                    <a:pt x="1867396" y="689899"/>
                  </a:lnTo>
                  <a:lnTo>
                    <a:pt x="1866072" y="689609"/>
                  </a:lnTo>
                  <a:lnTo>
                    <a:pt x="1864371" y="689319"/>
                  </a:lnTo>
                  <a:lnTo>
                    <a:pt x="1861630" y="688739"/>
                  </a:lnTo>
                  <a:lnTo>
                    <a:pt x="1859928" y="688836"/>
                  </a:lnTo>
                  <a:lnTo>
                    <a:pt x="1858983" y="688836"/>
                  </a:lnTo>
                  <a:lnTo>
                    <a:pt x="1857187" y="688449"/>
                  </a:lnTo>
                  <a:lnTo>
                    <a:pt x="1855486" y="688546"/>
                  </a:lnTo>
                  <a:lnTo>
                    <a:pt x="1855013" y="688546"/>
                  </a:lnTo>
                  <a:lnTo>
                    <a:pt x="1853595" y="688836"/>
                  </a:lnTo>
                  <a:lnTo>
                    <a:pt x="1853217" y="688739"/>
                  </a:lnTo>
                  <a:lnTo>
                    <a:pt x="1851988" y="688932"/>
                  </a:lnTo>
                  <a:lnTo>
                    <a:pt x="1851138" y="689029"/>
                  </a:lnTo>
                  <a:lnTo>
                    <a:pt x="1849625" y="689609"/>
                  </a:lnTo>
                  <a:lnTo>
                    <a:pt x="1848113" y="690189"/>
                  </a:lnTo>
                  <a:lnTo>
                    <a:pt x="1846884" y="690769"/>
                  </a:lnTo>
                  <a:lnTo>
                    <a:pt x="1845750" y="691155"/>
                  </a:lnTo>
                  <a:lnTo>
                    <a:pt x="1845561" y="691155"/>
                  </a:lnTo>
                  <a:lnTo>
                    <a:pt x="1844332" y="691639"/>
                  </a:lnTo>
                  <a:lnTo>
                    <a:pt x="1843292" y="692219"/>
                  </a:lnTo>
                  <a:lnTo>
                    <a:pt x="1842064" y="693088"/>
                  </a:lnTo>
                  <a:lnTo>
                    <a:pt x="1840929" y="694055"/>
                  </a:lnTo>
                  <a:lnTo>
                    <a:pt x="1840079" y="694538"/>
                  </a:lnTo>
                  <a:lnTo>
                    <a:pt x="1839039" y="695311"/>
                  </a:lnTo>
                  <a:lnTo>
                    <a:pt x="1837905" y="695988"/>
                  </a:lnTo>
                  <a:lnTo>
                    <a:pt x="1837054" y="696761"/>
                  </a:lnTo>
                  <a:lnTo>
                    <a:pt x="1835920" y="697535"/>
                  </a:lnTo>
                  <a:lnTo>
                    <a:pt x="1832233" y="698501"/>
                  </a:lnTo>
                  <a:lnTo>
                    <a:pt x="1828263" y="698501"/>
                  </a:lnTo>
                  <a:lnTo>
                    <a:pt x="1821079" y="698501"/>
                  </a:lnTo>
                  <a:lnTo>
                    <a:pt x="1817488" y="698501"/>
                  </a:lnTo>
                  <a:lnTo>
                    <a:pt x="1814463" y="699854"/>
                  </a:lnTo>
                  <a:lnTo>
                    <a:pt x="1810776" y="700628"/>
                  </a:lnTo>
                  <a:lnTo>
                    <a:pt x="1806995" y="698598"/>
                  </a:lnTo>
                  <a:lnTo>
                    <a:pt x="1804632" y="698501"/>
                  </a:lnTo>
                  <a:lnTo>
                    <a:pt x="1801702" y="700628"/>
                  </a:lnTo>
                  <a:lnTo>
                    <a:pt x="1799812" y="703141"/>
                  </a:lnTo>
                  <a:lnTo>
                    <a:pt x="1797165" y="703817"/>
                  </a:lnTo>
                  <a:lnTo>
                    <a:pt x="1794235" y="705170"/>
                  </a:lnTo>
                  <a:lnTo>
                    <a:pt x="1791683" y="706040"/>
                  </a:lnTo>
                  <a:lnTo>
                    <a:pt x="1788658" y="705750"/>
                  </a:lnTo>
                  <a:lnTo>
                    <a:pt x="1785822" y="704880"/>
                  </a:lnTo>
                  <a:lnTo>
                    <a:pt x="1782703" y="705170"/>
                  </a:lnTo>
                  <a:lnTo>
                    <a:pt x="1778828" y="707297"/>
                  </a:lnTo>
                  <a:lnTo>
                    <a:pt x="1776465" y="709037"/>
                  </a:lnTo>
                  <a:lnTo>
                    <a:pt x="1771927" y="708843"/>
                  </a:lnTo>
                  <a:lnTo>
                    <a:pt x="1767201" y="709713"/>
                  </a:lnTo>
                  <a:lnTo>
                    <a:pt x="1764082" y="711840"/>
                  </a:lnTo>
                  <a:lnTo>
                    <a:pt x="1762381" y="715222"/>
                  </a:lnTo>
                  <a:lnTo>
                    <a:pt x="1759734" y="717252"/>
                  </a:lnTo>
                  <a:lnTo>
                    <a:pt x="1756520" y="718315"/>
                  </a:lnTo>
                  <a:lnTo>
                    <a:pt x="1753306" y="718895"/>
                  </a:lnTo>
                  <a:lnTo>
                    <a:pt x="1750187" y="720345"/>
                  </a:lnTo>
                  <a:lnTo>
                    <a:pt x="1745839" y="720635"/>
                  </a:lnTo>
                  <a:lnTo>
                    <a:pt x="1742342" y="720635"/>
                  </a:lnTo>
                  <a:lnTo>
                    <a:pt x="1738372" y="720635"/>
                  </a:lnTo>
                  <a:lnTo>
                    <a:pt x="1734685" y="720538"/>
                  </a:lnTo>
                  <a:lnTo>
                    <a:pt x="1730337" y="720055"/>
                  </a:lnTo>
                  <a:lnTo>
                    <a:pt x="1727974" y="720248"/>
                  </a:lnTo>
                  <a:lnTo>
                    <a:pt x="1725422" y="720828"/>
                  </a:lnTo>
                  <a:lnTo>
                    <a:pt x="1722870" y="720828"/>
                  </a:lnTo>
                  <a:lnTo>
                    <a:pt x="1720318" y="720635"/>
                  </a:lnTo>
                  <a:lnTo>
                    <a:pt x="1717104" y="721118"/>
                  </a:lnTo>
                  <a:lnTo>
                    <a:pt x="1713040" y="720635"/>
                  </a:lnTo>
                  <a:lnTo>
                    <a:pt x="1710677" y="721408"/>
                  </a:lnTo>
                  <a:lnTo>
                    <a:pt x="1708219" y="721698"/>
                  </a:lnTo>
                  <a:lnTo>
                    <a:pt x="1706234" y="721795"/>
                  </a:lnTo>
                  <a:lnTo>
                    <a:pt x="1702642" y="720828"/>
                  </a:lnTo>
                  <a:lnTo>
                    <a:pt x="1699239" y="720828"/>
                  </a:lnTo>
                  <a:lnTo>
                    <a:pt x="1696687" y="721698"/>
                  </a:lnTo>
                  <a:lnTo>
                    <a:pt x="1693757" y="724018"/>
                  </a:lnTo>
                  <a:lnTo>
                    <a:pt x="1690732" y="726724"/>
                  </a:lnTo>
                  <a:lnTo>
                    <a:pt x="1687235" y="727208"/>
                  </a:lnTo>
                  <a:lnTo>
                    <a:pt x="1682414" y="727594"/>
                  </a:lnTo>
                  <a:lnTo>
                    <a:pt x="1677310" y="729237"/>
                  </a:lnTo>
                  <a:lnTo>
                    <a:pt x="1673907" y="730881"/>
                  </a:lnTo>
                  <a:lnTo>
                    <a:pt x="1671828" y="732040"/>
                  </a:lnTo>
                  <a:lnTo>
                    <a:pt x="1668708" y="733297"/>
                  </a:lnTo>
                  <a:lnTo>
                    <a:pt x="1664927" y="732910"/>
                  </a:lnTo>
                  <a:lnTo>
                    <a:pt x="1661052" y="732330"/>
                  </a:lnTo>
                  <a:lnTo>
                    <a:pt x="1656988" y="732330"/>
                  </a:lnTo>
                  <a:lnTo>
                    <a:pt x="1652828" y="733684"/>
                  </a:lnTo>
                  <a:lnTo>
                    <a:pt x="1650371" y="735907"/>
                  </a:lnTo>
                  <a:lnTo>
                    <a:pt x="1648197" y="737743"/>
                  </a:lnTo>
                  <a:lnTo>
                    <a:pt x="1647346" y="738516"/>
                  </a:lnTo>
                  <a:lnTo>
                    <a:pt x="1643943" y="741029"/>
                  </a:lnTo>
                  <a:lnTo>
                    <a:pt x="1640730" y="743252"/>
                  </a:lnTo>
                  <a:lnTo>
                    <a:pt x="1636854" y="744316"/>
                  </a:lnTo>
                  <a:lnTo>
                    <a:pt x="1633546" y="744509"/>
                  </a:lnTo>
                  <a:lnTo>
                    <a:pt x="1630616" y="745186"/>
                  </a:lnTo>
                  <a:lnTo>
                    <a:pt x="1626646" y="748182"/>
                  </a:lnTo>
                  <a:lnTo>
                    <a:pt x="1622959" y="751371"/>
                  </a:lnTo>
                  <a:lnTo>
                    <a:pt x="1619273" y="751758"/>
                  </a:lnTo>
                  <a:lnTo>
                    <a:pt x="1615492" y="753401"/>
                  </a:lnTo>
                  <a:lnTo>
                    <a:pt x="1610955" y="754948"/>
                  </a:lnTo>
                  <a:lnTo>
                    <a:pt x="1607930" y="756011"/>
                  </a:lnTo>
                  <a:lnTo>
                    <a:pt x="1604527" y="757654"/>
                  </a:lnTo>
                  <a:lnTo>
                    <a:pt x="1600652" y="759684"/>
                  </a:lnTo>
                  <a:lnTo>
                    <a:pt x="1595548" y="761520"/>
                  </a:lnTo>
                  <a:lnTo>
                    <a:pt x="1591956" y="762487"/>
                  </a:lnTo>
                  <a:lnTo>
                    <a:pt x="1586946" y="762970"/>
                  </a:lnTo>
                  <a:lnTo>
                    <a:pt x="1583449" y="764323"/>
                  </a:lnTo>
                  <a:lnTo>
                    <a:pt x="1578439" y="767513"/>
                  </a:lnTo>
                  <a:lnTo>
                    <a:pt x="1574469" y="768189"/>
                  </a:lnTo>
                  <a:lnTo>
                    <a:pt x="1569459" y="769446"/>
                  </a:lnTo>
                  <a:lnTo>
                    <a:pt x="1565111" y="770799"/>
                  </a:lnTo>
                  <a:lnTo>
                    <a:pt x="1560007" y="772346"/>
                  </a:lnTo>
                  <a:lnTo>
                    <a:pt x="1555942" y="773989"/>
                  </a:lnTo>
                  <a:lnTo>
                    <a:pt x="1552729" y="775535"/>
                  </a:lnTo>
                  <a:lnTo>
                    <a:pt x="1548759" y="775922"/>
                  </a:lnTo>
                  <a:lnTo>
                    <a:pt x="1543182" y="776405"/>
                  </a:lnTo>
                  <a:lnTo>
                    <a:pt x="1537038" y="777178"/>
                  </a:lnTo>
                  <a:lnTo>
                    <a:pt x="1533446" y="778725"/>
                  </a:lnTo>
                  <a:lnTo>
                    <a:pt x="1528531" y="779788"/>
                  </a:lnTo>
                  <a:lnTo>
                    <a:pt x="1523710" y="780175"/>
                  </a:lnTo>
                  <a:lnTo>
                    <a:pt x="1521536" y="779305"/>
                  </a:lnTo>
                  <a:lnTo>
                    <a:pt x="1517755" y="779208"/>
                  </a:lnTo>
                  <a:lnTo>
                    <a:pt x="1513974" y="779208"/>
                  </a:lnTo>
                  <a:lnTo>
                    <a:pt x="1508303" y="777468"/>
                  </a:lnTo>
                  <a:lnTo>
                    <a:pt x="1503199" y="777178"/>
                  </a:lnTo>
                  <a:lnTo>
                    <a:pt x="1498094" y="777275"/>
                  </a:lnTo>
                  <a:lnTo>
                    <a:pt x="1492896" y="779015"/>
                  </a:lnTo>
                  <a:lnTo>
                    <a:pt x="1487791" y="779208"/>
                  </a:lnTo>
                  <a:lnTo>
                    <a:pt x="1483538" y="777468"/>
                  </a:lnTo>
                  <a:lnTo>
                    <a:pt x="1477961" y="778048"/>
                  </a:lnTo>
                  <a:lnTo>
                    <a:pt x="1471533" y="778048"/>
                  </a:lnTo>
                  <a:lnTo>
                    <a:pt x="1465106" y="780078"/>
                  </a:lnTo>
                  <a:lnTo>
                    <a:pt x="1459813" y="781818"/>
                  </a:lnTo>
                  <a:lnTo>
                    <a:pt x="1455843" y="783364"/>
                  </a:lnTo>
                  <a:lnTo>
                    <a:pt x="1450833" y="785877"/>
                  </a:lnTo>
                  <a:lnTo>
                    <a:pt x="1445540" y="788100"/>
                  </a:lnTo>
                  <a:lnTo>
                    <a:pt x="1440341" y="790227"/>
                  </a:lnTo>
                  <a:lnTo>
                    <a:pt x="1434480" y="792836"/>
                  </a:lnTo>
                  <a:lnTo>
                    <a:pt x="1428620" y="794770"/>
                  </a:lnTo>
                  <a:lnTo>
                    <a:pt x="1424366" y="795253"/>
                  </a:lnTo>
                  <a:lnTo>
                    <a:pt x="1419924" y="795639"/>
                  </a:lnTo>
                  <a:lnTo>
                    <a:pt x="1415954" y="796993"/>
                  </a:lnTo>
                  <a:lnTo>
                    <a:pt x="1413780" y="798539"/>
                  </a:lnTo>
                  <a:lnTo>
                    <a:pt x="1410850" y="801342"/>
                  </a:lnTo>
                  <a:lnTo>
                    <a:pt x="1408298" y="804628"/>
                  </a:lnTo>
                  <a:lnTo>
                    <a:pt x="1404989" y="807141"/>
                  </a:lnTo>
                  <a:lnTo>
                    <a:pt x="1404233" y="807238"/>
                  </a:lnTo>
                  <a:lnTo>
                    <a:pt x="1400263" y="808591"/>
                  </a:lnTo>
                  <a:lnTo>
                    <a:pt x="1395820" y="809558"/>
                  </a:lnTo>
                  <a:lnTo>
                    <a:pt x="1391756" y="810718"/>
                  </a:lnTo>
                  <a:lnTo>
                    <a:pt x="1388353" y="811008"/>
                  </a:lnTo>
                  <a:lnTo>
                    <a:pt x="1383249" y="811104"/>
                  </a:lnTo>
                  <a:lnTo>
                    <a:pt x="1378901" y="813521"/>
                  </a:lnTo>
                  <a:lnTo>
                    <a:pt x="1373608" y="816517"/>
                  </a:lnTo>
                  <a:lnTo>
                    <a:pt x="1369543" y="817484"/>
                  </a:lnTo>
                  <a:lnTo>
                    <a:pt x="1366802" y="816904"/>
                  </a:lnTo>
                  <a:lnTo>
                    <a:pt x="1361792" y="816517"/>
                  </a:lnTo>
                  <a:lnTo>
                    <a:pt x="1359146" y="817290"/>
                  </a:lnTo>
                  <a:lnTo>
                    <a:pt x="1355648" y="820383"/>
                  </a:lnTo>
                  <a:lnTo>
                    <a:pt x="1353096" y="822026"/>
                  </a:lnTo>
                  <a:lnTo>
                    <a:pt x="1348748" y="821156"/>
                  </a:lnTo>
                  <a:lnTo>
                    <a:pt x="1345534" y="821350"/>
                  </a:lnTo>
                  <a:lnTo>
                    <a:pt x="1342320" y="824733"/>
                  </a:lnTo>
                  <a:lnTo>
                    <a:pt x="1340430" y="828019"/>
                  </a:lnTo>
                  <a:lnTo>
                    <a:pt x="1338634" y="830629"/>
                  </a:lnTo>
                  <a:lnTo>
                    <a:pt x="1330316" y="836041"/>
                  </a:lnTo>
                  <a:lnTo>
                    <a:pt x="1319919" y="840681"/>
                  </a:lnTo>
                  <a:lnTo>
                    <a:pt x="1314909" y="842034"/>
                  </a:lnTo>
                  <a:lnTo>
                    <a:pt x="1309994" y="843290"/>
                  </a:lnTo>
                  <a:lnTo>
                    <a:pt x="1298273" y="845997"/>
                  </a:lnTo>
                  <a:lnTo>
                    <a:pt x="1290616" y="849283"/>
                  </a:lnTo>
                  <a:lnTo>
                    <a:pt x="1280597" y="855662"/>
                  </a:lnTo>
                  <a:lnTo>
                    <a:pt x="1271617" y="857209"/>
                  </a:lnTo>
                  <a:lnTo>
                    <a:pt x="1270956" y="857305"/>
                  </a:lnTo>
                  <a:lnTo>
                    <a:pt x="1258951" y="859915"/>
                  </a:lnTo>
                  <a:lnTo>
                    <a:pt x="1256399" y="861172"/>
                  </a:lnTo>
                  <a:lnTo>
                    <a:pt x="1251578" y="863588"/>
                  </a:lnTo>
                  <a:lnTo>
                    <a:pt x="1249688" y="865521"/>
                  </a:lnTo>
                  <a:lnTo>
                    <a:pt x="1248270" y="867068"/>
                  </a:lnTo>
                  <a:lnTo>
                    <a:pt x="1246096" y="869194"/>
                  </a:lnTo>
                  <a:lnTo>
                    <a:pt x="1244206" y="871224"/>
                  </a:lnTo>
                  <a:lnTo>
                    <a:pt x="1240992" y="874510"/>
                  </a:lnTo>
                  <a:lnTo>
                    <a:pt x="1233903" y="881856"/>
                  </a:lnTo>
                  <a:lnTo>
                    <a:pt x="1233619" y="882436"/>
                  </a:lnTo>
                  <a:lnTo>
                    <a:pt x="1229649" y="889878"/>
                  </a:lnTo>
                  <a:lnTo>
                    <a:pt x="1226908" y="899544"/>
                  </a:lnTo>
                  <a:lnTo>
                    <a:pt x="1225774" y="901863"/>
                  </a:lnTo>
                  <a:lnTo>
                    <a:pt x="1225679" y="902153"/>
                  </a:lnTo>
                  <a:lnTo>
                    <a:pt x="1223222" y="906889"/>
                  </a:lnTo>
                  <a:lnTo>
                    <a:pt x="1221237" y="915202"/>
                  </a:lnTo>
                  <a:lnTo>
                    <a:pt x="1220953" y="925544"/>
                  </a:lnTo>
                  <a:lnTo>
                    <a:pt x="1214620" y="933470"/>
                  </a:lnTo>
                  <a:lnTo>
                    <a:pt x="1206964" y="942845"/>
                  </a:lnTo>
                  <a:lnTo>
                    <a:pt x="1202237" y="953187"/>
                  </a:lnTo>
                  <a:lnTo>
                    <a:pt x="1192502" y="960823"/>
                  </a:lnTo>
                  <a:lnTo>
                    <a:pt x="1188248" y="964109"/>
                  </a:lnTo>
                  <a:lnTo>
                    <a:pt x="1185507" y="965559"/>
                  </a:lnTo>
                  <a:lnTo>
                    <a:pt x="1169911" y="973485"/>
                  </a:lnTo>
                  <a:lnTo>
                    <a:pt x="1153936" y="979091"/>
                  </a:lnTo>
                  <a:lnTo>
                    <a:pt x="1153180" y="979477"/>
                  </a:lnTo>
                  <a:lnTo>
                    <a:pt x="1147225" y="982184"/>
                  </a:lnTo>
                  <a:lnTo>
                    <a:pt x="1135977" y="987403"/>
                  </a:lnTo>
                  <a:lnTo>
                    <a:pt x="1127092" y="988950"/>
                  </a:lnTo>
                  <a:lnTo>
                    <a:pt x="1116316" y="990689"/>
                  </a:lnTo>
                  <a:lnTo>
                    <a:pt x="1093630" y="991076"/>
                  </a:lnTo>
                  <a:lnTo>
                    <a:pt x="1087203" y="992139"/>
                  </a:lnTo>
                  <a:lnTo>
                    <a:pt x="1081153" y="993202"/>
                  </a:lnTo>
                  <a:lnTo>
                    <a:pt x="1072930" y="994652"/>
                  </a:lnTo>
                  <a:lnTo>
                    <a:pt x="1065841" y="995909"/>
                  </a:lnTo>
                  <a:lnTo>
                    <a:pt x="1053364" y="998035"/>
                  </a:lnTo>
                  <a:lnTo>
                    <a:pt x="1037295" y="999775"/>
                  </a:lnTo>
                  <a:lnTo>
                    <a:pt x="1033419" y="1000258"/>
                  </a:lnTo>
                  <a:lnTo>
                    <a:pt x="1032663" y="1000355"/>
                  </a:lnTo>
                  <a:lnTo>
                    <a:pt x="1027653" y="1000838"/>
                  </a:lnTo>
                  <a:lnTo>
                    <a:pt x="1021698" y="1001418"/>
                  </a:lnTo>
                  <a:lnTo>
                    <a:pt x="1005251" y="1002095"/>
                  </a:lnTo>
                  <a:lnTo>
                    <a:pt x="1000336" y="1002288"/>
                  </a:lnTo>
                  <a:lnTo>
                    <a:pt x="971507" y="1007217"/>
                  </a:lnTo>
                  <a:lnTo>
                    <a:pt x="943433" y="1015916"/>
                  </a:lnTo>
                  <a:lnTo>
                    <a:pt x="901560" y="1022682"/>
                  </a:lnTo>
                  <a:lnTo>
                    <a:pt x="893147" y="1023456"/>
                  </a:lnTo>
                  <a:lnTo>
                    <a:pt x="879914" y="1025872"/>
                  </a:lnTo>
                  <a:lnTo>
                    <a:pt x="871880" y="1027418"/>
                  </a:lnTo>
                  <a:lnTo>
                    <a:pt x="858646" y="1030705"/>
                  </a:lnTo>
                  <a:lnTo>
                    <a:pt x="817151" y="1041047"/>
                  </a:lnTo>
                  <a:lnTo>
                    <a:pt x="792008" y="1047233"/>
                  </a:lnTo>
                  <a:lnTo>
                    <a:pt x="759397" y="1058348"/>
                  </a:lnTo>
                  <a:lnTo>
                    <a:pt x="741060" y="1062698"/>
                  </a:lnTo>
                  <a:lnTo>
                    <a:pt x="738602" y="1062698"/>
                  </a:lnTo>
                  <a:lnTo>
                    <a:pt x="734443" y="1063084"/>
                  </a:lnTo>
                  <a:lnTo>
                    <a:pt x="730946" y="1063374"/>
                  </a:lnTo>
                  <a:lnTo>
                    <a:pt x="726220" y="1062891"/>
                  </a:lnTo>
                  <a:lnTo>
                    <a:pt x="721399" y="1063954"/>
                  </a:lnTo>
                  <a:lnTo>
                    <a:pt x="711663" y="1063954"/>
                  </a:lnTo>
                  <a:lnTo>
                    <a:pt x="707599" y="1063374"/>
                  </a:lnTo>
                  <a:lnTo>
                    <a:pt x="704101" y="1063277"/>
                  </a:lnTo>
                  <a:lnTo>
                    <a:pt x="700415" y="1063664"/>
                  </a:lnTo>
                  <a:lnTo>
                    <a:pt x="694554" y="1064244"/>
                  </a:lnTo>
                  <a:lnTo>
                    <a:pt x="688978" y="1065114"/>
                  </a:lnTo>
                  <a:lnTo>
                    <a:pt x="686236" y="1064727"/>
                  </a:lnTo>
                  <a:lnTo>
                    <a:pt x="685197" y="1064824"/>
                  </a:lnTo>
                  <a:lnTo>
                    <a:pt x="684346" y="1064921"/>
                  </a:lnTo>
                  <a:lnTo>
                    <a:pt x="677351" y="1068110"/>
                  </a:lnTo>
                  <a:lnTo>
                    <a:pt x="676501" y="1068400"/>
                  </a:lnTo>
                  <a:lnTo>
                    <a:pt x="673948" y="1069560"/>
                  </a:lnTo>
                  <a:lnTo>
                    <a:pt x="672625" y="1070527"/>
                  </a:lnTo>
                  <a:lnTo>
                    <a:pt x="669978" y="1071010"/>
                  </a:lnTo>
                  <a:lnTo>
                    <a:pt x="665536" y="1073330"/>
                  </a:lnTo>
                  <a:lnTo>
                    <a:pt x="661566" y="1074006"/>
                  </a:lnTo>
                  <a:lnTo>
                    <a:pt x="651925" y="1079322"/>
                  </a:lnTo>
                  <a:lnTo>
                    <a:pt x="639258" y="1086185"/>
                  </a:lnTo>
                  <a:lnTo>
                    <a:pt x="633398" y="1089664"/>
                  </a:lnTo>
                  <a:lnTo>
                    <a:pt x="620448" y="1099426"/>
                  </a:lnTo>
                  <a:lnTo>
                    <a:pt x="607593" y="1107835"/>
                  </a:lnTo>
                  <a:lnTo>
                    <a:pt x="584057" y="1116534"/>
                  </a:lnTo>
                  <a:lnTo>
                    <a:pt x="578102" y="1118274"/>
                  </a:lnTo>
                  <a:lnTo>
                    <a:pt x="567326" y="1120207"/>
                  </a:lnTo>
                  <a:lnTo>
                    <a:pt x="561561" y="1122044"/>
                  </a:lnTo>
                  <a:lnTo>
                    <a:pt x="556456" y="1124267"/>
                  </a:lnTo>
                  <a:lnTo>
                    <a:pt x="550029" y="1128906"/>
                  </a:lnTo>
                  <a:lnTo>
                    <a:pt x="547760" y="1132096"/>
                  </a:lnTo>
                  <a:lnTo>
                    <a:pt x="547477" y="1132289"/>
                  </a:lnTo>
                  <a:lnTo>
                    <a:pt x="546437" y="1132966"/>
                  </a:lnTo>
                  <a:lnTo>
                    <a:pt x="540387" y="1134802"/>
                  </a:lnTo>
                  <a:lnTo>
                    <a:pt x="535567" y="1137122"/>
                  </a:lnTo>
                  <a:lnTo>
                    <a:pt x="532448" y="1137509"/>
                  </a:lnTo>
                  <a:lnTo>
                    <a:pt x="523279" y="1138862"/>
                  </a:lnTo>
                  <a:lnTo>
                    <a:pt x="514394" y="1142148"/>
                  </a:lnTo>
                  <a:lnTo>
                    <a:pt x="505225" y="1144951"/>
                  </a:lnTo>
                  <a:lnTo>
                    <a:pt x="492653" y="1147174"/>
                  </a:lnTo>
                  <a:lnTo>
                    <a:pt x="487927" y="1147271"/>
                  </a:lnTo>
                  <a:lnTo>
                    <a:pt x="482067" y="1148237"/>
                  </a:lnTo>
                  <a:lnTo>
                    <a:pt x="470629" y="1152780"/>
                  </a:lnTo>
                  <a:lnTo>
                    <a:pt x="467227" y="1154037"/>
                  </a:lnTo>
                  <a:lnTo>
                    <a:pt x="459476" y="1155873"/>
                  </a:lnTo>
                  <a:lnTo>
                    <a:pt x="453521" y="1156066"/>
                  </a:lnTo>
                  <a:lnTo>
                    <a:pt x="447188" y="1155776"/>
                  </a:lnTo>
                  <a:lnTo>
                    <a:pt x="441422" y="1155390"/>
                  </a:lnTo>
                  <a:lnTo>
                    <a:pt x="440855" y="1155293"/>
                  </a:lnTo>
                  <a:lnTo>
                    <a:pt x="429039" y="1156453"/>
                  </a:lnTo>
                  <a:lnTo>
                    <a:pt x="424880" y="1156743"/>
                  </a:lnTo>
                  <a:lnTo>
                    <a:pt x="414672" y="1160126"/>
                  </a:lnTo>
                  <a:lnTo>
                    <a:pt x="402195" y="1160609"/>
                  </a:lnTo>
                  <a:lnTo>
                    <a:pt x="387449" y="1155776"/>
                  </a:lnTo>
                  <a:lnTo>
                    <a:pt x="380738" y="1155873"/>
                  </a:lnTo>
                  <a:lnTo>
                    <a:pt x="372609" y="1155776"/>
                  </a:lnTo>
                  <a:lnTo>
                    <a:pt x="359565" y="1155873"/>
                  </a:lnTo>
                  <a:lnTo>
                    <a:pt x="345765" y="1156646"/>
                  </a:lnTo>
                  <a:lnTo>
                    <a:pt x="330924" y="1154133"/>
                  </a:lnTo>
                  <a:lnTo>
                    <a:pt x="329129" y="1154037"/>
                  </a:lnTo>
                  <a:lnTo>
                    <a:pt x="328940" y="1153940"/>
                  </a:lnTo>
                  <a:lnTo>
                    <a:pt x="325442" y="1153360"/>
                  </a:lnTo>
                  <a:lnTo>
                    <a:pt x="311264" y="1150944"/>
                  </a:lnTo>
                  <a:lnTo>
                    <a:pt x="309940" y="1150944"/>
                  </a:lnTo>
                  <a:lnTo>
                    <a:pt x="306538" y="1150364"/>
                  </a:lnTo>
                  <a:lnTo>
                    <a:pt x="304647" y="1150074"/>
                  </a:lnTo>
                  <a:lnTo>
                    <a:pt x="297936" y="1148237"/>
                  </a:lnTo>
                  <a:lnTo>
                    <a:pt x="290469" y="1145918"/>
                  </a:lnTo>
                  <a:lnTo>
                    <a:pt x="285742" y="1145918"/>
                  </a:lnTo>
                  <a:lnTo>
                    <a:pt x="285553" y="1145918"/>
                  </a:lnTo>
                  <a:lnTo>
                    <a:pt x="283947" y="1145531"/>
                  </a:lnTo>
                  <a:lnTo>
                    <a:pt x="283285" y="1145531"/>
                  </a:lnTo>
                  <a:lnTo>
                    <a:pt x="278370" y="1145241"/>
                  </a:lnTo>
                  <a:lnTo>
                    <a:pt x="275439" y="1145434"/>
                  </a:lnTo>
                  <a:lnTo>
                    <a:pt x="271280" y="1145531"/>
                  </a:lnTo>
                  <a:lnTo>
                    <a:pt x="268728" y="1146014"/>
                  </a:lnTo>
                  <a:lnTo>
                    <a:pt x="268256" y="1146014"/>
                  </a:lnTo>
                  <a:lnTo>
                    <a:pt x="260127" y="1146304"/>
                  </a:lnTo>
                  <a:lnTo>
                    <a:pt x="255590" y="1146014"/>
                  </a:lnTo>
                  <a:lnTo>
                    <a:pt x="251525" y="1145434"/>
                  </a:lnTo>
                  <a:lnTo>
                    <a:pt x="245287" y="1143984"/>
                  </a:lnTo>
                  <a:lnTo>
                    <a:pt x="239993" y="1143598"/>
                  </a:lnTo>
                  <a:lnTo>
                    <a:pt x="229974" y="1143115"/>
                  </a:lnTo>
                  <a:lnTo>
                    <a:pt x="220994" y="1142535"/>
                  </a:lnTo>
                  <a:lnTo>
                    <a:pt x="212298" y="1142051"/>
                  </a:lnTo>
                  <a:lnTo>
                    <a:pt x="206438" y="1142051"/>
                  </a:lnTo>
                  <a:lnTo>
                    <a:pt x="203129" y="1144371"/>
                  </a:lnTo>
                  <a:lnTo>
                    <a:pt x="164091" y="1145048"/>
                  </a:lnTo>
                  <a:lnTo>
                    <a:pt x="162012" y="1139248"/>
                  </a:lnTo>
                  <a:lnTo>
                    <a:pt x="164942" y="1132096"/>
                  </a:lnTo>
                  <a:lnTo>
                    <a:pt x="167116" y="1122720"/>
                  </a:lnTo>
                  <a:lnTo>
                    <a:pt x="167400" y="1118371"/>
                  </a:lnTo>
                  <a:lnTo>
                    <a:pt x="166644" y="1117694"/>
                  </a:lnTo>
                  <a:lnTo>
                    <a:pt x="166076" y="1114505"/>
                  </a:lnTo>
                  <a:lnTo>
                    <a:pt x="165509" y="1111412"/>
                  </a:lnTo>
                  <a:lnTo>
                    <a:pt x="165604" y="1109479"/>
                  </a:lnTo>
                  <a:lnTo>
                    <a:pt x="165982" y="1104549"/>
                  </a:lnTo>
                  <a:lnTo>
                    <a:pt x="163241" y="1104742"/>
                  </a:lnTo>
                  <a:lnTo>
                    <a:pt x="160500" y="1103969"/>
                  </a:lnTo>
                  <a:lnTo>
                    <a:pt x="160310" y="1103873"/>
                  </a:lnTo>
                  <a:lnTo>
                    <a:pt x="159743" y="1102423"/>
                  </a:lnTo>
                  <a:lnTo>
                    <a:pt x="159082" y="1100586"/>
                  </a:lnTo>
                  <a:lnTo>
                    <a:pt x="154639" y="1089568"/>
                  </a:lnTo>
                  <a:lnTo>
                    <a:pt x="152938" y="1089181"/>
                  </a:lnTo>
                  <a:lnTo>
                    <a:pt x="150386" y="1088988"/>
                  </a:lnTo>
                  <a:lnTo>
                    <a:pt x="147644" y="1087441"/>
                  </a:lnTo>
                  <a:lnTo>
                    <a:pt x="145659" y="1085895"/>
                  </a:lnTo>
                  <a:lnTo>
                    <a:pt x="144242" y="1082415"/>
                  </a:lnTo>
                  <a:lnTo>
                    <a:pt x="144809" y="1079322"/>
                  </a:lnTo>
                  <a:lnTo>
                    <a:pt x="146038" y="1076616"/>
                  </a:lnTo>
                  <a:lnTo>
                    <a:pt x="145943" y="1074393"/>
                  </a:lnTo>
                  <a:lnTo>
                    <a:pt x="147644" y="1073426"/>
                  </a:lnTo>
                  <a:lnTo>
                    <a:pt x="150764" y="1068497"/>
                  </a:lnTo>
                  <a:lnTo>
                    <a:pt x="148779" y="1061634"/>
                  </a:lnTo>
                  <a:lnTo>
                    <a:pt x="143769" y="1055738"/>
                  </a:lnTo>
                  <a:lnTo>
                    <a:pt x="138381" y="1052452"/>
                  </a:lnTo>
                  <a:lnTo>
                    <a:pt x="136585" y="1049262"/>
                  </a:lnTo>
                  <a:lnTo>
                    <a:pt x="134789" y="1045203"/>
                  </a:lnTo>
                  <a:lnTo>
                    <a:pt x="133277" y="1040950"/>
                  </a:lnTo>
                  <a:lnTo>
                    <a:pt x="131103" y="1036601"/>
                  </a:lnTo>
                  <a:lnTo>
                    <a:pt x="127606" y="1032831"/>
                  </a:lnTo>
                  <a:lnTo>
                    <a:pt x="122312" y="1031478"/>
                  </a:lnTo>
                  <a:lnTo>
                    <a:pt x="117397" y="1029255"/>
                  </a:lnTo>
                  <a:lnTo>
                    <a:pt x="114089" y="1027708"/>
                  </a:lnTo>
                  <a:lnTo>
                    <a:pt x="109835" y="1026838"/>
                  </a:lnTo>
                  <a:lnTo>
                    <a:pt x="106432" y="1024905"/>
                  </a:lnTo>
                  <a:lnTo>
                    <a:pt x="104353" y="1021716"/>
                  </a:lnTo>
                  <a:lnTo>
                    <a:pt x="102557" y="1016206"/>
                  </a:lnTo>
                  <a:lnTo>
                    <a:pt x="97831" y="1013983"/>
                  </a:lnTo>
                  <a:lnTo>
                    <a:pt x="95940" y="1010890"/>
                  </a:lnTo>
                  <a:lnTo>
                    <a:pt x="94712" y="1006831"/>
                  </a:lnTo>
                  <a:lnTo>
                    <a:pt x="91498" y="1001805"/>
                  </a:lnTo>
                  <a:lnTo>
                    <a:pt x="86677" y="1001805"/>
                  </a:lnTo>
                  <a:lnTo>
                    <a:pt x="81951" y="1001805"/>
                  </a:lnTo>
                  <a:lnTo>
                    <a:pt x="77508" y="999002"/>
                  </a:lnTo>
                  <a:lnTo>
                    <a:pt x="75996" y="998712"/>
                  </a:lnTo>
                  <a:lnTo>
                    <a:pt x="61156" y="995812"/>
                  </a:lnTo>
                  <a:lnTo>
                    <a:pt x="44803" y="988273"/>
                  </a:lnTo>
                  <a:lnTo>
                    <a:pt x="33272" y="984793"/>
                  </a:lnTo>
                  <a:lnTo>
                    <a:pt x="22212" y="979381"/>
                  </a:lnTo>
                  <a:lnTo>
                    <a:pt x="5576" y="943038"/>
                  </a:lnTo>
                  <a:lnTo>
                    <a:pt x="1039" y="929990"/>
                  </a:lnTo>
                  <a:lnTo>
                    <a:pt x="1228" y="924287"/>
                  </a:lnTo>
                  <a:lnTo>
                    <a:pt x="945" y="919165"/>
                  </a:lnTo>
                  <a:lnTo>
                    <a:pt x="0" y="904763"/>
                  </a:lnTo>
                  <a:lnTo>
                    <a:pt x="3402" y="889008"/>
                  </a:lnTo>
                  <a:lnTo>
                    <a:pt x="14651" y="875960"/>
                  </a:lnTo>
                  <a:lnTo>
                    <a:pt x="26277" y="865811"/>
                  </a:lnTo>
                  <a:lnTo>
                    <a:pt x="31098" y="854212"/>
                  </a:lnTo>
                  <a:lnTo>
                    <a:pt x="36013" y="847640"/>
                  </a:lnTo>
                  <a:lnTo>
                    <a:pt x="41779" y="832272"/>
                  </a:lnTo>
                  <a:lnTo>
                    <a:pt x="56146" y="819997"/>
                  </a:lnTo>
                  <a:lnTo>
                    <a:pt x="57753" y="814391"/>
                  </a:lnTo>
                  <a:lnTo>
                    <a:pt x="56713" y="805402"/>
                  </a:lnTo>
                  <a:lnTo>
                    <a:pt x="62007" y="800086"/>
                  </a:lnTo>
                  <a:lnTo>
                    <a:pt x="64181" y="792740"/>
                  </a:lnTo>
                  <a:lnTo>
                    <a:pt x="69757" y="781431"/>
                  </a:lnTo>
                  <a:lnTo>
                    <a:pt x="82707" y="761617"/>
                  </a:lnTo>
                  <a:lnTo>
                    <a:pt x="100005" y="735423"/>
                  </a:lnTo>
                  <a:lnTo>
                    <a:pt x="111915" y="709713"/>
                  </a:lnTo>
                  <a:lnTo>
                    <a:pt x="113711" y="705847"/>
                  </a:lnTo>
                  <a:lnTo>
                    <a:pt x="121556" y="692702"/>
                  </a:lnTo>
                  <a:lnTo>
                    <a:pt x="142068" y="664962"/>
                  </a:lnTo>
                  <a:lnTo>
                    <a:pt x="145565" y="658293"/>
                  </a:lnTo>
                  <a:lnTo>
                    <a:pt x="153694" y="642634"/>
                  </a:lnTo>
                  <a:lnTo>
                    <a:pt x="178837" y="576136"/>
                  </a:lnTo>
                  <a:lnTo>
                    <a:pt x="181484" y="558255"/>
                  </a:lnTo>
                  <a:lnTo>
                    <a:pt x="184225" y="530998"/>
                  </a:lnTo>
                  <a:lnTo>
                    <a:pt x="186399" y="507994"/>
                  </a:lnTo>
                  <a:lnTo>
                    <a:pt x="185170" y="490983"/>
                  </a:lnTo>
                  <a:lnTo>
                    <a:pt x="189329" y="485860"/>
                  </a:lnTo>
                  <a:lnTo>
                    <a:pt x="194244" y="479771"/>
                  </a:lnTo>
                  <a:lnTo>
                    <a:pt x="204547" y="475228"/>
                  </a:lnTo>
                  <a:lnTo>
                    <a:pt x="222601" y="478514"/>
                  </a:lnTo>
                  <a:lnTo>
                    <a:pt x="237536" y="484797"/>
                  </a:lnTo>
                  <a:lnTo>
                    <a:pt x="256157" y="481994"/>
                  </a:lnTo>
                  <a:lnTo>
                    <a:pt x="272793" y="476484"/>
                  </a:lnTo>
                  <a:lnTo>
                    <a:pt x="283758" y="467205"/>
                  </a:lnTo>
                  <a:lnTo>
                    <a:pt x="291603" y="455027"/>
                  </a:lnTo>
                  <a:lnTo>
                    <a:pt x="295573" y="446811"/>
                  </a:lnTo>
                  <a:lnTo>
                    <a:pt x="298692" y="440529"/>
                  </a:lnTo>
                  <a:lnTo>
                    <a:pt x="299637" y="438499"/>
                  </a:lnTo>
                  <a:lnTo>
                    <a:pt x="308428" y="431443"/>
                  </a:lnTo>
                  <a:lnTo>
                    <a:pt x="322890" y="423421"/>
                  </a:lnTo>
                  <a:lnTo>
                    <a:pt x="329223" y="420618"/>
                  </a:lnTo>
                  <a:lnTo>
                    <a:pt x="342267" y="414722"/>
                  </a:lnTo>
                  <a:lnTo>
                    <a:pt x="353232" y="403413"/>
                  </a:lnTo>
                  <a:lnTo>
                    <a:pt x="356635" y="389978"/>
                  </a:lnTo>
                  <a:lnTo>
                    <a:pt x="362873" y="379056"/>
                  </a:lnTo>
                  <a:lnTo>
                    <a:pt x="383857" y="385145"/>
                  </a:lnTo>
                  <a:lnTo>
                    <a:pt x="397091" y="392491"/>
                  </a:lnTo>
                  <a:lnTo>
                    <a:pt x="415806" y="407183"/>
                  </a:lnTo>
                  <a:lnTo>
                    <a:pt x="437357" y="428640"/>
                  </a:lnTo>
                  <a:lnTo>
                    <a:pt x="448889" y="455124"/>
                  </a:lnTo>
                  <a:lnTo>
                    <a:pt x="464391" y="491176"/>
                  </a:lnTo>
                  <a:lnTo>
                    <a:pt x="467132" y="518239"/>
                  </a:lnTo>
                  <a:lnTo>
                    <a:pt x="468172" y="530128"/>
                  </a:lnTo>
                  <a:lnTo>
                    <a:pt x="474788" y="542500"/>
                  </a:lnTo>
                  <a:lnTo>
                    <a:pt x="486604" y="551779"/>
                  </a:lnTo>
                  <a:lnTo>
                    <a:pt x="502956" y="549846"/>
                  </a:lnTo>
                  <a:lnTo>
                    <a:pt x="517796" y="533511"/>
                  </a:lnTo>
                  <a:lnTo>
                    <a:pt x="531597" y="521042"/>
                  </a:lnTo>
                  <a:lnTo>
                    <a:pt x="544263" y="509250"/>
                  </a:lnTo>
                  <a:lnTo>
                    <a:pt x="560804" y="499102"/>
                  </a:lnTo>
                  <a:lnTo>
                    <a:pt x="571769" y="496975"/>
                  </a:lnTo>
                  <a:lnTo>
                    <a:pt x="583963" y="494559"/>
                  </a:lnTo>
                  <a:lnTo>
                    <a:pt x="604379" y="499682"/>
                  </a:lnTo>
                  <a:lnTo>
                    <a:pt x="636328" y="502485"/>
                  </a:lnTo>
                  <a:lnTo>
                    <a:pt x="660621" y="507511"/>
                  </a:lnTo>
                  <a:lnTo>
                    <a:pt x="697012" y="515436"/>
                  </a:lnTo>
                  <a:lnTo>
                    <a:pt x="718469" y="514856"/>
                  </a:lnTo>
                  <a:lnTo>
                    <a:pt x="748811" y="501905"/>
                  </a:lnTo>
                  <a:lnTo>
                    <a:pt x="787943" y="477064"/>
                  </a:lnTo>
                  <a:lnTo>
                    <a:pt x="816678" y="469235"/>
                  </a:lnTo>
                  <a:lnTo>
                    <a:pt x="830573" y="465659"/>
                  </a:lnTo>
                  <a:lnTo>
                    <a:pt x="850139" y="465176"/>
                  </a:lnTo>
                  <a:lnTo>
                    <a:pt x="863751" y="463823"/>
                  </a:lnTo>
                  <a:lnTo>
                    <a:pt x="879819" y="452611"/>
                  </a:lnTo>
                  <a:lnTo>
                    <a:pt x="904395" y="440045"/>
                  </a:lnTo>
                  <a:lnTo>
                    <a:pt x="950239" y="429510"/>
                  </a:lnTo>
                  <a:lnTo>
                    <a:pt x="981810" y="419458"/>
                  </a:lnTo>
                  <a:lnTo>
                    <a:pt x="1004495" y="406989"/>
                  </a:lnTo>
                  <a:lnTo>
                    <a:pt x="1023873" y="394521"/>
                  </a:lnTo>
                  <a:lnTo>
                    <a:pt x="1041926" y="383212"/>
                  </a:lnTo>
                  <a:lnTo>
                    <a:pt x="1062627" y="365428"/>
                  </a:lnTo>
                  <a:lnTo>
                    <a:pt x="1077467" y="346967"/>
                  </a:lnTo>
                  <a:lnTo>
                    <a:pt x="1087770" y="331115"/>
                  </a:lnTo>
                  <a:lnTo>
                    <a:pt x="1108471" y="317873"/>
                  </a:lnTo>
                  <a:lnTo>
                    <a:pt x="1128982" y="311301"/>
                  </a:lnTo>
                  <a:lnTo>
                    <a:pt x="1141270" y="310528"/>
                  </a:lnTo>
                  <a:lnTo>
                    <a:pt x="1143066" y="310431"/>
                  </a:lnTo>
                  <a:lnTo>
                    <a:pt x="1162254" y="311591"/>
                  </a:lnTo>
                  <a:lnTo>
                    <a:pt x="1174542" y="317293"/>
                  </a:lnTo>
                  <a:lnTo>
                    <a:pt x="1182955" y="326186"/>
                  </a:lnTo>
                  <a:lnTo>
                    <a:pt x="1187870" y="332468"/>
                  </a:lnTo>
                  <a:lnTo>
                    <a:pt x="1199307" y="347160"/>
                  </a:lnTo>
                  <a:lnTo>
                    <a:pt x="1228515" y="371517"/>
                  </a:lnTo>
                  <a:lnTo>
                    <a:pt x="1236738" y="376543"/>
                  </a:lnTo>
                  <a:lnTo>
                    <a:pt x="1254792" y="387175"/>
                  </a:lnTo>
                  <a:lnTo>
                    <a:pt x="1270672" y="396164"/>
                  </a:lnTo>
                  <a:lnTo>
                    <a:pt x="1289104" y="402350"/>
                  </a:lnTo>
                  <a:lnTo>
                    <a:pt x="1289388" y="402447"/>
                  </a:lnTo>
                  <a:lnTo>
                    <a:pt x="1302148" y="407956"/>
                  </a:lnTo>
                  <a:lnTo>
                    <a:pt x="1316988" y="408053"/>
                  </a:lnTo>
                  <a:lnTo>
                    <a:pt x="1327575" y="406313"/>
                  </a:lnTo>
                  <a:lnTo>
                    <a:pt x="1336176" y="400417"/>
                  </a:lnTo>
                  <a:lnTo>
                    <a:pt x="1342510" y="395101"/>
                  </a:lnTo>
                  <a:lnTo>
                    <a:pt x="1344873" y="393264"/>
                  </a:lnTo>
                  <a:lnTo>
                    <a:pt x="1349504" y="388142"/>
                  </a:lnTo>
                  <a:lnTo>
                    <a:pt x="1354419" y="380699"/>
                  </a:lnTo>
                  <a:lnTo>
                    <a:pt x="1359807" y="368037"/>
                  </a:lnTo>
                  <a:lnTo>
                    <a:pt x="1359713" y="342520"/>
                  </a:lnTo>
                  <a:lnTo>
                    <a:pt x="1358578" y="325026"/>
                  </a:lnTo>
                  <a:lnTo>
                    <a:pt x="1361036" y="317487"/>
                  </a:lnTo>
                  <a:lnTo>
                    <a:pt x="1365668" y="303085"/>
                  </a:lnTo>
                  <a:lnTo>
                    <a:pt x="1388070" y="280564"/>
                  </a:lnTo>
                  <a:lnTo>
                    <a:pt x="1413874" y="251375"/>
                  </a:lnTo>
                  <a:lnTo>
                    <a:pt x="1432968" y="239583"/>
                  </a:lnTo>
                  <a:lnTo>
                    <a:pt x="1434008" y="239099"/>
                  </a:lnTo>
                  <a:lnTo>
                    <a:pt x="1441475" y="235523"/>
                  </a:lnTo>
                  <a:lnTo>
                    <a:pt x="1449888" y="230690"/>
                  </a:lnTo>
                  <a:lnTo>
                    <a:pt x="1458962" y="229241"/>
                  </a:lnTo>
                  <a:lnTo>
                    <a:pt x="1465389" y="229917"/>
                  </a:lnTo>
                  <a:lnTo>
                    <a:pt x="1466335" y="230014"/>
                  </a:lnTo>
                  <a:lnTo>
                    <a:pt x="1471628" y="233107"/>
                  </a:lnTo>
                  <a:lnTo>
                    <a:pt x="1471817" y="233203"/>
                  </a:lnTo>
                  <a:lnTo>
                    <a:pt x="1479851" y="237843"/>
                  </a:lnTo>
                  <a:lnTo>
                    <a:pt x="1489587" y="242386"/>
                  </a:lnTo>
                  <a:lnTo>
                    <a:pt x="1501592" y="243932"/>
                  </a:lnTo>
                  <a:lnTo>
                    <a:pt x="1515392" y="241419"/>
                  </a:lnTo>
                  <a:lnTo>
                    <a:pt x="1533068" y="239196"/>
                  </a:lnTo>
                  <a:lnTo>
                    <a:pt x="1550082" y="241129"/>
                  </a:lnTo>
                  <a:lnTo>
                    <a:pt x="1563788" y="243256"/>
                  </a:lnTo>
                  <a:lnTo>
                    <a:pt x="1577966" y="245479"/>
                  </a:lnTo>
                  <a:lnTo>
                    <a:pt x="1583071" y="245189"/>
                  </a:lnTo>
                  <a:lnTo>
                    <a:pt x="1595548" y="247122"/>
                  </a:lnTo>
                  <a:lnTo>
                    <a:pt x="1600274" y="249152"/>
                  </a:lnTo>
                  <a:lnTo>
                    <a:pt x="1603298" y="250505"/>
                  </a:lnTo>
                  <a:lnTo>
                    <a:pt x="1604149" y="250698"/>
                  </a:lnTo>
                  <a:lnTo>
                    <a:pt x="1612751" y="252921"/>
                  </a:lnTo>
                  <a:lnTo>
                    <a:pt x="1623432" y="255241"/>
                  </a:lnTo>
                  <a:lnTo>
                    <a:pt x="1643187" y="252921"/>
                  </a:lnTo>
                  <a:lnTo>
                    <a:pt x="1650087" y="251665"/>
                  </a:lnTo>
                  <a:lnTo>
                    <a:pt x="1666062" y="244222"/>
                  </a:lnTo>
                  <a:lnTo>
                    <a:pt x="1676554" y="239873"/>
                  </a:lnTo>
                  <a:lnTo>
                    <a:pt x="1683265" y="238326"/>
                  </a:lnTo>
                  <a:lnTo>
                    <a:pt x="1691488" y="228661"/>
                  </a:lnTo>
                  <a:lnTo>
                    <a:pt x="1699428" y="219768"/>
                  </a:lnTo>
                  <a:lnTo>
                    <a:pt x="1701602" y="217352"/>
                  </a:lnTo>
                  <a:lnTo>
                    <a:pt x="1708786" y="200824"/>
                  </a:lnTo>
                  <a:lnTo>
                    <a:pt x="1714836" y="189322"/>
                  </a:lnTo>
                  <a:lnTo>
                    <a:pt x="1728920" y="174727"/>
                  </a:lnTo>
                  <a:lnTo>
                    <a:pt x="1744610" y="159649"/>
                  </a:lnTo>
                  <a:lnTo>
                    <a:pt x="1746973" y="157233"/>
                  </a:lnTo>
                  <a:lnTo>
                    <a:pt x="1762192" y="147857"/>
                  </a:lnTo>
                  <a:lnTo>
                    <a:pt x="1774291" y="137322"/>
                  </a:lnTo>
                  <a:lnTo>
                    <a:pt x="1791872" y="124080"/>
                  </a:lnTo>
                  <a:lnTo>
                    <a:pt x="1797732" y="120987"/>
                  </a:lnTo>
                  <a:lnTo>
                    <a:pt x="1805105" y="118764"/>
                  </a:lnTo>
                  <a:lnTo>
                    <a:pt x="1811533" y="120504"/>
                  </a:lnTo>
                  <a:lnTo>
                    <a:pt x="1816164" y="123500"/>
                  </a:lnTo>
                  <a:lnTo>
                    <a:pt x="1822403" y="123113"/>
                  </a:lnTo>
                  <a:lnTo>
                    <a:pt x="1836959" y="113061"/>
                  </a:lnTo>
                  <a:lnTo>
                    <a:pt x="1861913" y="98950"/>
                  </a:lnTo>
                  <a:lnTo>
                    <a:pt x="1881196" y="77879"/>
                  </a:lnTo>
                  <a:lnTo>
                    <a:pt x="1898399" y="63477"/>
                  </a:lnTo>
                  <a:lnTo>
                    <a:pt x="1905677" y="59321"/>
                  </a:lnTo>
                  <a:lnTo>
                    <a:pt x="1924960" y="45983"/>
                  </a:lnTo>
                  <a:lnTo>
                    <a:pt x="1943203" y="32741"/>
                  </a:lnTo>
                  <a:lnTo>
                    <a:pt x="1955586" y="24622"/>
                  </a:lnTo>
                  <a:lnTo>
                    <a:pt x="1974774" y="17179"/>
                  </a:lnTo>
                  <a:lnTo>
                    <a:pt x="1983281" y="12926"/>
                  </a:lnTo>
                  <a:lnTo>
                    <a:pt x="1995096" y="7610"/>
                  </a:lnTo>
                  <a:lnTo>
                    <a:pt x="2009539" y="0"/>
                  </a:lnTo>
                  <a:lnTo>
                    <a:pt x="2009539" y="658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849599" y="5012913"/>
              <a:ext cx="1730507" cy="1040414"/>
            </a:xfrm>
            <a:custGeom>
              <a:avLst/>
              <a:pathLst>
                <a:path w="1730507" h="1040414">
                  <a:moveTo>
                    <a:pt x="1729392" y="662474"/>
                  </a:moveTo>
                  <a:lnTo>
                    <a:pt x="1727124" y="659671"/>
                  </a:lnTo>
                  <a:lnTo>
                    <a:pt x="1724855" y="655128"/>
                  </a:lnTo>
                  <a:lnTo>
                    <a:pt x="1721452" y="644592"/>
                  </a:lnTo>
                  <a:lnTo>
                    <a:pt x="1718616" y="639470"/>
                  </a:lnTo>
                  <a:lnTo>
                    <a:pt x="1717104" y="638503"/>
                  </a:lnTo>
                  <a:lnTo>
                    <a:pt x="1713985" y="637343"/>
                  </a:lnTo>
                  <a:lnTo>
                    <a:pt x="1711716" y="637053"/>
                  </a:lnTo>
                  <a:lnTo>
                    <a:pt x="1709920" y="637247"/>
                  </a:lnTo>
                  <a:lnTo>
                    <a:pt x="1706612" y="639276"/>
                  </a:lnTo>
                  <a:lnTo>
                    <a:pt x="1700279" y="644979"/>
                  </a:lnTo>
                  <a:lnTo>
                    <a:pt x="1696498" y="647105"/>
                  </a:lnTo>
                  <a:lnTo>
                    <a:pt x="1682981" y="652808"/>
                  </a:lnTo>
                  <a:lnTo>
                    <a:pt x="1671733" y="656481"/>
                  </a:lnTo>
                  <a:lnTo>
                    <a:pt x="1668519" y="659381"/>
                  </a:lnTo>
                  <a:lnTo>
                    <a:pt x="1666251" y="663247"/>
                  </a:lnTo>
                  <a:lnTo>
                    <a:pt x="1661997" y="672526"/>
                  </a:lnTo>
                  <a:lnTo>
                    <a:pt x="1655003" y="682095"/>
                  </a:lnTo>
                  <a:lnTo>
                    <a:pt x="1650749" y="690600"/>
                  </a:lnTo>
                  <a:lnTo>
                    <a:pt x="1649142" y="695530"/>
                  </a:lnTo>
                  <a:lnTo>
                    <a:pt x="1644794" y="702972"/>
                  </a:lnTo>
                  <a:lnTo>
                    <a:pt x="1643471" y="707032"/>
                  </a:lnTo>
                  <a:lnTo>
                    <a:pt x="1643471" y="712154"/>
                  </a:lnTo>
                  <a:lnTo>
                    <a:pt x="1643187" y="716117"/>
                  </a:lnTo>
                  <a:lnTo>
                    <a:pt x="1641864" y="721530"/>
                  </a:lnTo>
                  <a:lnTo>
                    <a:pt x="1640730" y="724139"/>
                  </a:lnTo>
                  <a:lnTo>
                    <a:pt x="1636949" y="729939"/>
                  </a:lnTo>
                  <a:lnTo>
                    <a:pt x="1630521" y="736801"/>
                  </a:lnTo>
                  <a:lnTo>
                    <a:pt x="1627496" y="738638"/>
                  </a:lnTo>
                  <a:lnTo>
                    <a:pt x="1617099" y="740764"/>
                  </a:lnTo>
                  <a:lnTo>
                    <a:pt x="1604527" y="740571"/>
                  </a:lnTo>
                  <a:lnTo>
                    <a:pt x="1598950" y="741247"/>
                  </a:lnTo>
                  <a:lnTo>
                    <a:pt x="1595737" y="742794"/>
                  </a:lnTo>
                  <a:lnTo>
                    <a:pt x="1591200" y="745114"/>
                  </a:lnTo>
                  <a:lnTo>
                    <a:pt x="1580046" y="753619"/>
                  </a:lnTo>
                  <a:lnTo>
                    <a:pt x="1573618" y="755746"/>
                  </a:lnTo>
                  <a:lnTo>
                    <a:pt x="1568798" y="756422"/>
                  </a:lnTo>
                  <a:lnTo>
                    <a:pt x="1557549" y="756326"/>
                  </a:lnTo>
                  <a:lnTo>
                    <a:pt x="1544600" y="755456"/>
                  </a:lnTo>
                  <a:lnTo>
                    <a:pt x="1540346" y="755842"/>
                  </a:lnTo>
                  <a:lnTo>
                    <a:pt x="1523332" y="764928"/>
                  </a:lnTo>
                  <a:lnTo>
                    <a:pt x="1515392" y="770534"/>
                  </a:lnTo>
                  <a:lnTo>
                    <a:pt x="1511422" y="771887"/>
                  </a:lnTo>
                  <a:lnTo>
                    <a:pt x="1503577" y="772564"/>
                  </a:lnTo>
                  <a:lnTo>
                    <a:pt x="1498662" y="771887"/>
                  </a:lnTo>
                  <a:lnTo>
                    <a:pt x="1483254" y="771114"/>
                  </a:lnTo>
                  <a:lnTo>
                    <a:pt x="1471061" y="768118"/>
                  </a:lnTo>
                  <a:lnTo>
                    <a:pt x="1459907" y="766861"/>
                  </a:lnTo>
                  <a:lnTo>
                    <a:pt x="1452062" y="764155"/>
                  </a:lnTo>
                  <a:lnTo>
                    <a:pt x="1444972" y="764155"/>
                  </a:lnTo>
                  <a:lnTo>
                    <a:pt x="1441002" y="765701"/>
                  </a:lnTo>
                  <a:lnTo>
                    <a:pt x="1434858" y="770727"/>
                  </a:lnTo>
                  <a:lnTo>
                    <a:pt x="1428904" y="774690"/>
                  </a:lnTo>
                  <a:lnTo>
                    <a:pt x="1426068" y="774980"/>
                  </a:lnTo>
                  <a:lnTo>
                    <a:pt x="1419829" y="774497"/>
                  </a:lnTo>
                  <a:lnTo>
                    <a:pt x="1416616" y="775077"/>
                  </a:lnTo>
                  <a:lnTo>
                    <a:pt x="1413780" y="776140"/>
                  </a:lnTo>
                  <a:lnTo>
                    <a:pt x="1401303" y="782519"/>
                  </a:lnTo>
                  <a:lnTo>
                    <a:pt x="1397144" y="785612"/>
                  </a:lnTo>
                  <a:lnTo>
                    <a:pt x="1384856" y="797501"/>
                  </a:lnTo>
                  <a:lnTo>
                    <a:pt x="1377010" y="803397"/>
                  </a:lnTo>
                  <a:lnTo>
                    <a:pt x="1366802" y="809969"/>
                  </a:lnTo>
                  <a:lnTo>
                    <a:pt x="1363683" y="813449"/>
                  </a:lnTo>
                  <a:lnTo>
                    <a:pt x="1361036" y="818572"/>
                  </a:lnTo>
                  <a:lnTo>
                    <a:pt x="1352151" y="826207"/>
                  </a:lnTo>
                  <a:lnTo>
                    <a:pt x="1350449" y="828624"/>
                  </a:lnTo>
                  <a:lnTo>
                    <a:pt x="1348370" y="833166"/>
                  </a:lnTo>
                  <a:lnTo>
                    <a:pt x="1344116" y="839836"/>
                  </a:lnTo>
                  <a:lnTo>
                    <a:pt x="1336271" y="849984"/>
                  </a:lnTo>
                  <a:lnTo>
                    <a:pt x="1335987" y="850371"/>
                  </a:lnTo>
                  <a:lnTo>
                    <a:pt x="1332112" y="856364"/>
                  </a:lnTo>
                  <a:lnTo>
                    <a:pt x="1318028" y="870669"/>
                  </a:lnTo>
                  <a:lnTo>
                    <a:pt x="1276249" y="900632"/>
                  </a:lnTo>
                  <a:lnTo>
                    <a:pt x="1247514" y="917160"/>
                  </a:lnTo>
                  <a:lnTo>
                    <a:pt x="1188153" y="939874"/>
                  </a:lnTo>
                  <a:lnTo>
                    <a:pt x="1174826" y="942967"/>
                  </a:lnTo>
                  <a:lnTo>
                    <a:pt x="1149966" y="949732"/>
                  </a:lnTo>
                  <a:lnTo>
                    <a:pt x="1143728" y="953212"/>
                  </a:lnTo>
                  <a:lnTo>
                    <a:pt x="1143161" y="954372"/>
                  </a:lnTo>
                  <a:lnTo>
                    <a:pt x="1139474" y="962298"/>
                  </a:lnTo>
                  <a:lnTo>
                    <a:pt x="1133519" y="973413"/>
                  </a:lnTo>
                  <a:lnTo>
                    <a:pt x="1119057" y="987331"/>
                  </a:lnTo>
                  <a:lnTo>
                    <a:pt x="1099491" y="1009369"/>
                  </a:lnTo>
                  <a:lnTo>
                    <a:pt x="1062729" y="1040414"/>
                  </a:lnTo>
                  <a:lnTo>
                    <a:pt x="646249" y="1040414"/>
                  </a:lnTo>
                  <a:lnTo>
                    <a:pt x="644835" y="1039622"/>
                  </a:lnTo>
                  <a:lnTo>
                    <a:pt x="641338" y="1038462"/>
                  </a:lnTo>
                  <a:lnTo>
                    <a:pt x="638408" y="1037592"/>
                  </a:lnTo>
                  <a:lnTo>
                    <a:pt x="635761" y="1036625"/>
                  </a:lnTo>
                  <a:lnTo>
                    <a:pt x="634910" y="1035562"/>
                  </a:lnTo>
                  <a:lnTo>
                    <a:pt x="633776" y="1034789"/>
                  </a:lnTo>
                  <a:lnTo>
                    <a:pt x="631980" y="1034692"/>
                  </a:lnTo>
                  <a:lnTo>
                    <a:pt x="630751" y="1033436"/>
                  </a:lnTo>
                  <a:lnTo>
                    <a:pt x="629239" y="1033532"/>
                  </a:lnTo>
                  <a:lnTo>
                    <a:pt x="627632" y="1032469"/>
                  </a:lnTo>
                  <a:lnTo>
                    <a:pt x="626498" y="1031793"/>
                  </a:lnTo>
                  <a:lnTo>
                    <a:pt x="625269" y="1031696"/>
                  </a:lnTo>
                  <a:lnTo>
                    <a:pt x="624229" y="1031309"/>
                  </a:lnTo>
                  <a:lnTo>
                    <a:pt x="623473" y="1030246"/>
                  </a:lnTo>
                  <a:lnTo>
                    <a:pt x="621961" y="1029956"/>
                  </a:lnTo>
                  <a:lnTo>
                    <a:pt x="620070" y="1028603"/>
                  </a:lnTo>
                  <a:lnTo>
                    <a:pt x="618558" y="1028410"/>
                  </a:lnTo>
                  <a:lnTo>
                    <a:pt x="617140" y="1027733"/>
                  </a:lnTo>
                  <a:lnTo>
                    <a:pt x="616384" y="1026767"/>
                  </a:lnTo>
                  <a:lnTo>
                    <a:pt x="615155" y="1026380"/>
                  </a:lnTo>
                  <a:lnTo>
                    <a:pt x="613926" y="1026187"/>
                  </a:lnTo>
                  <a:lnTo>
                    <a:pt x="613170" y="1025607"/>
                  </a:lnTo>
                  <a:lnTo>
                    <a:pt x="611185" y="1025027"/>
                  </a:lnTo>
                  <a:lnTo>
                    <a:pt x="608822" y="1023384"/>
                  </a:lnTo>
                  <a:lnTo>
                    <a:pt x="607971" y="1023190"/>
                  </a:lnTo>
                  <a:lnTo>
                    <a:pt x="606743" y="1022127"/>
                  </a:lnTo>
                  <a:lnTo>
                    <a:pt x="605986" y="1022127"/>
                  </a:lnTo>
                  <a:lnTo>
                    <a:pt x="604379" y="1021837"/>
                  </a:lnTo>
                  <a:lnTo>
                    <a:pt x="603245" y="1021161"/>
                  </a:lnTo>
                  <a:lnTo>
                    <a:pt x="602111" y="1021064"/>
                  </a:lnTo>
                  <a:lnTo>
                    <a:pt x="601071" y="1020291"/>
                  </a:lnTo>
                  <a:lnTo>
                    <a:pt x="600315" y="1019517"/>
                  </a:lnTo>
                  <a:lnTo>
                    <a:pt x="598425" y="1019131"/>
                  </a:lnTo>
                  <a:lnTo>
                    <a:pt x="597574" y="1018551"/>
                  </a:lnTo>
                  <a:lnTo>
                    <a:pt x="597290" y="1018068"/>
                  </a:lnTo>
                  <a:lnTo>
                    <a:pt x="596629" y="1017778"/>
                  </a:lnTo>
                  <a:lnTo>
                    <a:pt x="595778" y="1017874"/>
                  </a:lnTo>
                  <a:lnTo>
                    <a:pt x="594076" y="1016618"/>
                  </a:lnTo>
                  <a:lnTo>
                    <a:pt x="592848" y="1016328"/>
                  </a:lnTo>
                  <a:lnTo>
                    <a:pt x="591808" y="1016231"/>
                  </a:lnTo>
                  <a:lnTo>
                    <a:pt x="590957" y="1015845"/>
                  </a:lnTo>
                  <a:lnTo>
                    <a:pt x="590674" y="1015071"/>
                  </a:lnTo>
                  <a:lnTo>
                    <a:pt x="589539" y="1014588"/>
                  </a:lnTo>
                  <a:lnTo>
                    <a:pt x="587460" y="1014395"/>
                  </a:lnTo>
                  <a:lnTo>
                    <a:pt x="585758" y="1012848"/>
                  </a:lnTo>
                  <a:lnTo>
                    <a:pt x="584530" y="1012558"/>
                  </a:lnTo>
                  <a:lnTo>
                    <a:pt x="583206" y="1012558"/>
                  </a:lnTo>
                  <a:lnTo>
                    <a:pt x="582167" y="1012268"/>
                  </a:lnTo>
                  <a:lnTo>
                    <a:pt x="581032" y="1010915"/>
                  </a:lnTo>
                  <a:lnTo>
                    <a:pt x="578953" y="1010625"/>
                  </a:lnTo>
                  <a:lnTo>
                    <a:pt x="577535" y="1009465"/>
                  </a:lnTo>
                  <a:lnTo>
                    <a:pt x="576495" y="1008595"/>
                  </a:lnTo>
                  <a:lnTo>
                    <a:pt x="575361" y="1008402"/>
                  </a:lnTo>
                  <a:lnTo>
                    <a:pt x="574416" y="1007822"/>
                  </a:lnTo>
                  <a:lnTo>
                    <a:pt x="572998" y="1006469"/>
                  </a:lnTo>
                  <a:lnTo>
                    <a:pt x="572242" y="1006179"/>
                  </a:lnTo>
                  <a:lnTo>
                    <a:pt x="570162" y="1006179"/>
                  </a:lnTo>
                  <a:lnTo>
                    <a:pt x="569028" y="1005309"/>
                  </a:lnTo>
                  <a:lnTo>
                    <a:pt x="568083" y="1004729"/>
                  </a:lnTo>
                  <a:lnTo>
                    <a:pt x="566192" y="1004149"/>
                  </a:lnTo>
                  <a:lnTo>
                    <a:pt x="564774" y="1002603"/>
                  </a:lnTo>
                  <a:lnTo>
                    <a:pt x="563735" y="1002506"/>
                  </a:lnTo>
                  <a:lnTo>
                    <a:pt x="562317" y="1001250"/>
                  </a:lnTo>
                  <a:lnTo>
                    <a:pt x="560048" y="1000960"/>
                  </a:lnTo>
                  <a:lnTo>
                    <a:pt x="559008" y="1000573"/>
                  </a:lnTo>
                  <a:lnTo>
                    <a:pt x="558441" y="999896"/>
                  </a:lnTo>
                  <a:lnTo>
                    <a:pt x="556834" y="999896"/>
                  </a:lnTo>
                  <a:lnTo>
                    <a:pt x="555511" y="998640"/>
                  </a:lnTo>
                  <a:lnTo>
                    <a:pt x="553904" y="998543"/>
                  </a:lnTo>
                  <a:lnTo>
                    <a:pt x="552864" y="997963"/>
                  </a:lnTo>
                  <a:lnTo>
                    <a:pt x="552203" y="997093"/>
                  </a:lnTo>
                  <a:lnTo>
                    <a:pt x="551352" y="996514"/>
                  </a:lnTo>
                  <a:lnTo>
                    <a:pt x="549178" y="996030"/>
                  </a:lnTo>
                  <a:lnTo>
                    <a:pt x="548138" y="995450"/>
                  </a:lnTo>
                  <a:lnTo>
                    <a:pt x="547666" y="994774"/>
                  </a:lnTo>
                  <a:lnTo>
                    <a:pt x="546720" y="994580"/>
                  </a:lnTo>
                  <a:lnTo>
                    <a:pt x="546153" y="994774"/>
                  </a:lnTo>
                  <a:lnTo>
                    <a:pt x="545208" y="994484"/>
                  </a:lnTo>
                  <a:lnTo>
                    <a:pt x="543696" y="993421"/>
                  </a:lnTo>
                  <a:lnTo>
                    <a:pt x="542372" y="992841"/>
                  </a:lnTo>
                  <a:lnTo>
                    <a:pt x="541427" y="992744"/>
                  </a:lnTo>
                  <a:lnTo>
                    <a:pt x="539820" y="992357"/>
                  </a:lnTo>
                  <a:lnTo>
                    <a:pt x="539064" y="991777"/>
                  </a:lnTo>
                  <a:lnTo>
                    <a:pt x="538402" y="990618"/>
                  </a:lnTo>
                  <a:lnTo>
                    <a:pt x="536985" y="990328"/>
                  </a:lnTo>
                  <a:lnTo>
                    <a:pt x="536134" y="990231"/>
                  </a:lnTo>
                  <a:lnTo>
                    <a:pt x="534811" y="989361"/>
                  </a:lnTo>
                  <a:lnTo>
                    <a:pt x="531691" y="988974"/>
                  </a:lnTo>
                  <a:lnTo>
                    <a:pt x="530746" y="987911"/>
                  </a:lnTo>
                  <a:lnTo>
                    <a:pt x="529801" y="986945"/>
                  </a:lnTo>
                  <a:lnTo>
                    <a:pt x="528572" y="986848"/>
                  </a:lnTo>
                  <a:lnTo>
                    <a:pt x="528288" y="986268"/>
                  </a:lnTo>
                  <a:lnTo>
                    <a:pt x="525736" y="985205"/>
                  </a:lnTo>
                  <a:lnTo>
                    <a:pt x="524129" y="985398"/>
                  </a:lnTo>
                  <a:lnTo>
                    <a:pt x="522806" y="984238"/>
                  </a:lnTo>
                  <a:lnTo>
                    <a:pt x="522144" y="984238"/>
                  </a:lnTo>
                  <a:lnTo>
                    <a:pt x="520727" y="983658"/>
                  </a:lnTo>
                  <a:lnTo>
                    <a:pt x="519592" y="983755"/>
                  </a:lnTo>
                  <a:lnTo>
                    <a:pt x="517040" y="982595"/>
                  </a:lnTo>
                  <a:lnTo>
                    <a:pt x="514961" y="982305"/>
                  </a:lnTo>
                  <a:lnTo>
                    <a:pt x="513070" y="981145"/>
                  </a:lnTo>
                  <a:lnTo>
                    <a:pt x="511369" y="981049"/>
                  </a:lnTo>
                  <a:lnTo>
                    <a:pt x="510235" y="980759"/>
                  </a:lnTo>
                  <a:lnTo>
                    <a:pt x="508911" y="979599"/>
                  </a:lnTo>
                  <a:lnTo>
                    <a:pt x="507966" y="979599"/>
                  </a:lnTo>
                  <a:lnTo>
                    <a:pt x="506548" y="978922"/>
                  </a:lnTo>
                  <a:lnTo>
                    <a:pt x="504941" y="978729"/>
                  </a:lnTo>
                  <a:lnTo>
                    <a:pt x="503713" y="978052"/>
                  </a:lnTo>
                  <a:lnTo>
                    <a:pt x="502862" y="977859"/>
                  </a:lnTo>
                  <a:lnTo>
                    <a:pt x="501066" y="976893"/>
                  </a:lnTo>
                  <a:lnTo>
                    <a:pt x="499270" y="976119"/>
                  </a:lnTo>
                  <a:lnTo>
                    <a:pt x="497852" y="975733"/>
                  </a:lnTo>
                  <a:lnTo>
                    <a:pt x="496907" y="976119"/>
                  </a:lnTo>
                  <a:lnTo>
                    <a:pt x="495962" y="976023"/>
                  </a:lnTo>
                  <a:lnTo>
                    <a:pt x="495300" y="975249"/>
                  </a:lnTo>
                  <a:lnTo>
                    <a:pt x="494449" y="974863"/>
                  </a:lnTo>
                  <a:lnTo>
                    <a:pt x="492842" y="974766"/>
                  </a:lnTo>
                  <a:lnTo>
                    <a:pt x="492181" y="974090"/>
                  </a:lnTo>
                  <a:lnTo>
                    <a:pt x="491897" y="973316"/>
                  </a:lnTo>
                  <a:lnTo>
                    <a:pt x="490668" y="972930"/>
                  </a:lnTo>
                  <a:lnTo>
                    <a:pt x="489912" y="972736"/>
                  </a:lnTo>
                  <a:lnTo>
                    <a:pt x="489250" y="972930"/>
                  </a:lnTo>
                  <a:lnTo>
                    <a:pt x="488022" y="972930"/>
                  </a:lnTo>
                  <a:lnTo>
                    <a:pt x="486509" y="971480"/>
                  </a:lnTo>
                  <a:lnTo>
                    <a:pt x="484808" y="971093"/>
                  </a:lnTo>
                  <a:lnTo>
                    <a:pt x="483957" y="970127"/>
                  </a:lnTo>
                  <a:lnTo>
                    <a:pt x="482917" y="969740"/>
                  </a:lnTo>
                  <a:lnTo>
                    <a:pt x="481972" y="969160"/>
                  </a:lnTo>
                  <a:lnTo>
                    <a:pt x="481311" y="968484"/>
                  </a:lnTo>
                  <a:lnTo>
                    <a:pt x="480649" y="968097"/>
                  </a:lnTo>
                  <a:lnTo>
                    <a:pt x="479798" y="968290"/>
                  </a:lnTo>
                  <a:lnTo>
                    <a:pt x="478569" y="967710"/>
                  </a:lnTo>
                  <a:lnTo>
                    <a:pt x="474316" y="965584"/>
                  </a:lnTo>
                  <a:lnTo>
                    <a:pt x="471102" y="963941"/>
                  </a:lnTo>
                  <a:lnTo>
                    <a:pt x="464202" y="959688"/>
                  </a:lnTo>
                  <a:lnTo>
                    <a:pt x="462784" y="958721"/>
                  </a:lnTo>
                  <a:lnTo>
                    <a:pt x="461366" y="957562"/>
                  </a:lnTo>
                  <a:lnTo>
                    <a:pt x="459098" y="956498"/>
                  </a:lnTo>
                  <a:lnTo>
                    <a:pt x="457396" y="955145"/>
                  </a:lnTo>
                  <a:lnTo>
                    <a:pt x="454844" y="953405"/>
                  </a:lnTo>
                  <a:lnTo>
                    <a:pt x="453237" y="952342"/>
                  </a:lnTo>
                  <a:lnTo>
                    <a:pt x="450307" y="949443"/>
                  </a:lnTo>
                  <a:lnTo>
                    <a:pt x="449362" y="949153"/>
                  </a:lnTo>
                  <a:lnTo>
                    <a:pt x="447755" y="947896"/>
                  </a:lnTo>
                  <a:lnTo>
                    <a:pt x="445959" y="946736"/>
                  </a:lnTo>
                  <a:lnTo>
                    <a:pt x="444447" y="946060"/>
                  </a:lnTo>
                  <a:lnTo>
                    <a:pt x="443785" y="945190"/>
                  </a:lnTo>
                  <a:lnTo>
                    <a:pt x="442178" y="944223"/>
                  </a:lnTo>
                  <a:lnTo>
                    <a:pt x="440949" y="943160"/>
                  </a:lnTo>
                  <a:lnTo>
                    <a:pt x="440099" y="942483"/>
                  </a:lnTo>
                  <a:lnTo>
                    <a:pt x="438775" y="941807"/>
                  </a:lnTo>
                  <a:lnTo>
                    <a:pt x="436885" y="940357"/>
                  </a:lnTo>
                  <a:lnTo>
                    <a:pt x="435183" y="939294"/>
                  </a:lnTo>
                  <a:lnTo>
                    <a:pt x="434333" y="938907"/>
                  </a:lnTo>
                  <a:lnTo>
                    <a:pt x="432442" y="937554"/>
                  </a:lnTo>
                  <a:lnTo>
                    <a:pt x="431686" y="937264"/>
                  </a:lnTo>
                  <a:lnTo>
                    <a:pt x="431497" y="936491"/>
                  </a:lnTo>
                  <a:lnTo>
                    <a:pt x="430079" y="935621"/>
                  </a:lnTo>
                  <a:lnTo>
                    <a:pt x="427527" y="934171"/>
                  </a:lnTo>
                  <a:lnTo>
                    <a:pt x="426487" y="933591"/>
                  </a:lnTo>
                  <a:lnTo>
                    <a:pt x="424975" y="932431"/>
                  </a:lnTo>
                  <a:lnTo>
                    <a:pt x="424030" y="931851"/>
                  </a:lnTo>
                  <a:lnTo>
                    <a:pt x="423462" y="931078"/>
                  </a:lnTo>
                  <a:lnTo>
                    <a:pt x="422801" y="930401"/>
                  </a:lnTo>
                  <a:lnTo>
                    <a:pt x="422045" y="929628"/>
                  </a:lnTo>
                  <a:lnTo>
                    <a:pt x="421099" y="928468"/>
                  </a:lnTo>
                  <a:lnTo>
                    <a:pt x="420532" y="927502"/>
                  </a:lnTo>
                  <a:lnTo>
                    <a:pt x="419493" y="926342"/>
                  </a:lnTo>
                  <a:lnTo>
                    <a:pt x="419114" y="925762"/>
                  </a:lnTo>
                  <a:lnTo>
                    <a:pt x="417224" y="924506"/>
                  </a:lnTo>
                  <a:lnTo>
                    <a:pt x="415901" y="923346"/>
                  </a:lnTo>
                  <a:lnTo>
                    <a:pt x="413821" y="921219"/>
                  </a:lnTo>
                  <a:lnTo>
                    <a:pt x="412309" y="919963"/>
                  </a:lnTo>
                  <a:lnTo>
                    <a:pt x="410796" y="918223"/>
                  </a:lnTo>
                  <a:lnTo>
                    <a:pt x="409473" y="916870"/>
                  </a:lnTo>
                  <a:lnTo>
                    <a:pt x="408906" y="916290"/>
                  </a:lnTo>
                  <a:lnTo>
                    <a:pt x="403991" y="914453"/>
                  </a:lnTo>
                  <a:lnTo>
                    <a:pt x="400304" y="910007"/>
                  </a:lnTo>
                  <a:lnTo>
                    <a:pt x="398603" y="908654"/>
                  </a:lnTo>
                  <a:lnTo>
                    <a:pt x="396618" y="906238"/>
                  </a:lnTo>
                  <a:lnTo>
                    <a:pt x="394160" y="903241"/>
                  </a:lnTo>
                  <a:lnTo>
                    <a:pt x="391419" y="901115"/>
                  </a:lnTo>
                  <a:lnTo>
                    <a:pt x="388678" y="897249"/>
                  </a:lnTo>
                  <a:lnTo>
                    <a:pt x="387638" y="895122"/>
                  </a:lnTo>
                  <a:lnTo>
                    <a:pt x="384803" y="892223"/>
                  </a:lnTo>
                  <a:lnTo>
                    <a:pt x="382912" y="890870"/>
                  </a:lnTo>
                  <a:lnTo>
                    <a:pt x="380265" y="888453"/>
                  </a:lnTo>
                  <a:lnTo>
                    <a:pt x="377430" y="886617"/>
                  </a:lnTo>
                  <a:lnTo>
                    <a:pt x="376106" y="885167"/>
                  </a:lnTo>
                  <a:lnTo>
                    <a:pt x="374405" y="884394"/>
                  </a:lnTo>
                  <a:lnTo>
                    <a:pt x="370624" y="880914"/>
                  </a:lnTo>
                  <a:lnTo>
                    <a:pt x="367127" y="878594"/>
                  </a:lnTo>
                  <a:lnTo>
                    <a:pt x="362495" y="874825"/>
                  </a:lnTo>
                  <a:lnTo>
                    <a:pt x="358903" y="873278"/>
                  </a:lnTo>
                  <a:lnTo>
                    <a:pt x="357864" y="871345"/>
                  </a:lnTo>
                  <a:lnTo>
                    <a:pt x="357674" y="868542"/>
                  </a:lnTo>
                  <a:lnTo>
                    <a:pt x="356068" y="866802"/>
                  </a:lnTo>
                  <a:lnTo>
                    <a:pt x="354839" y="863999"/>
                  </a:lnTo>
                  <a:lnTo>
                    <a:pt x="352381" y="863613"/>
                  </a:lnTo>
                  <a:lnTo>
                    <a:pt x="350774" y="863323"/>
                  </a:lnTo>
                  <a:lnTo>
                    <a:pt x="348600" y="861486"/>
                  </a:lnTo>
                  <a:lnTo>
                    <a:pt x="345765" y="860230"/>
                  </a:lnTo>
                  <a:lnTo>
                    <a:pt x="343874" y="859843"/>
                  </a:lnTo>
                  <a:lnTo>
                    <a:pt x="342740" y="859070"/>
                  </a:lnTo>
                  <a:lnTo>
                    <a:pt x="340660" y="856847"/>
                  </a:lnTo>
                  <a:lnTo>
                    <a:pt x="338108" y="854141"/>
                  </a:lnTo>
                  <a:lnTo>
                    <a:pt x="334989" y="852691"/>
                  </a:lnTo>
                  <a:lnTo>
                    <a:pt x="332815" y="850081"/>
                  </a:lnTo>
                  <a:lnTo>
                    <a:pt x="328750" y="847955"/>
                  </a:lnTo>
                  <a:lnTo>
                    <a:pt x="325442" y="847278"/>
                  </a:lnTo>
                  <a:lnTo>
                    <a:pt x="322985" y="844958"/>
                  </a:lnTo>
                  <a:lnTo>
                    <a:pt x="319582" y="840802"/>
                  </a:lnTo>
                  <a:lnTo>
                    <a:pt x="317880" y="839062"/>
                  </a:lnTo>
                  <a:lnTo>
                    <a:pt x="314572" y="836839"/>
                  </a:lnTo>
                  <a:lnTo>
                    <a:pt x="312587" y="835100"/>
                  </a:lnTo>
                  <a:lnTo>
                    <a:pt x="310224" y="834520"/>
                  </a:lnTo>
                  <a:lnTo>
                    <a:pt x="307955" y="833360"/>
                  </a:lnTo>
                  <a:lnTo>
                    <a:pt x="305214" y="831717"/>
                  </a:lnTo>
                  <a:lnTo>
                    <a:pt x="303324" y="829107"/>
                  </a:lnTo>
                  <a:lnTo>
                    <a:pt x="301433" y="827850"/>
                  </a:lnTo>
                  <a:lnTo>
                    <a:pt x="297274" y="824371"/>
                  </a:lnTo>
                  <a:lnTo>
                    <a:pt x="294061" y="823114"/>
                  </a:lnTo>
                  <a:lnTo>
                    <a:pt x="291508" y="820601"/>
                  </a:lnTo>
                  <a:lnTo>
                    <a:pt x="289334" y="819151"/>
                  </a:lnTo>
                  <a:lnTo>
                    <a:pt x="287917" y="818668"/>
                  </a:lnTo>
                  <a:lnTo>
                    <a:pt x="285932" y="817992"/>
                  </a:lnTo>
                  <a:lnTo>
                    <a:pt x="283852" y="816735"/>
                  </a:lnTo>
                  <a:lnTo>
                    <a:pt x="282623" y="814995"/>
                  </a:lnTo>
                  <a:lnTo>
                    <a:pt x="281583" y="814609"/>
                  </a:lnTo>
                  <a:lnTo>
                    <a:pt x="280355" y="813449"/>
                  </a:lnTo>
                  <a:lnTo>
                    <a:pt x="278842" y="812772"/>
                  </a:lnTo>
                  <a:lnTo>
                    <a:pt x="277708" y="812386"/>
                  </a:lnTo>
                  <a:lnTo>
                    <a:pt x="276007" y="811032"/>
                  </a:lnTo>
                  <a:lnTo>
                    <a:pt x="274778" y="810742"/>
                  </a:lnTo>
                  <a:lnTo>
                    <a:pt x="272982" y="809003"/>
                  </a:lnTo>
                  <a:lnTo>
                    <a:pt x="269863" y="806780"/>
                  </a:lnTo>
                  <a:lnTo>
                    <a:pt x="267972" y="804750"/>
                  </a:lnTo>
                  <a:lnTo>
                    <a:pt x="265609" y="802333"/>
                  </a:lnTo>
                  <a:lnTo>
                    <a:pt x="263435" y="800690"/>
                  </a:lnTo>
                  <a:lnTo>
                    <a:pt x="261923" y="800014"/>
                  </a:lnTo>
                  <a:lnTo>
                    <a:pt x="260032" y="799047"/>
                  </a:lnTo>
                  <a:lnTo>
                    <a:pt x="258236" y="797597"/>
                  </a:lnTo>
                  <a:lnTo>
                    <a:pt x="256062" y="795858"/>
                  </a:lnTo>
                  <a:lnTo>
                    <a:pt x="254172" y="793731"/>
                  </a:lnTo>
                  <a:lnTo>
                    <a:pt x="252565" y="792765"/>
                  </a:lnTo>
                  <a:lnTo>
                    <a:pt x="250485" y="792088"/>
                  </a:lnTo>
                  <a:lnTo>
                    <a:pt x="247933" y="790542"/>
                  </a:lnTo>
                  <a:lnTo>
                    <a:pt x="246421" y="789575"/>
                  </a:lnTo>
                  <a:lnTo>
                    <a:pt x="243963" y="788029"/>
                  </a:lnTo>
                  <a:lnTo>
                    <a:pt x="242073" y="786965"/>
                  </a:lnTo>
                  <a:lnTo>
                    <a:pt x="239237" y="784742"/>
                  </a:lnTo>
                  <a:lnTo>
                    <a:pt x="237441" y="783196"/>
                  </a:lnTo>
                  <a:lnTo>
                    <a:pt x="235267" y="781746"/>
                  </a:lnTo>
                  <a:lnTo>
                    <a:pt x="232432" y="781263"/>
                  </a:lnTo>
                  <a:lnTo>
                    <a:pt x="230541" y="779136"/>
                  </a:lnTo>
                  <a:lnTo>
                    <a:pt x="228651" y="776913"/>
                  </a:lnTo>
                  <a:lnTo>
                    <a:pt x="224964" y="775270"/>
                  </a:lnTo>
                  <a:lnTo>
                    <a:pt x="222601" y="773434"/>
                  </a:lnTo>
                  <a:lnTo>
                    <a:pt x="221183" y="771307"/>
                  </a:lnTo>
                  <a:lnTo>
                    <a:pt x="218537" y="769084"/>
                  </a:lnTo>
                  <a:lnTo>
                    <a:pt x="216835" y="767151"/>
                  </a:lnTo>
                  <a:lnTo>
                    <a:pt x="214756" y="765121"/>
                  </a:lnTo>
                  <a:lnTo>
                    <a:pt x="212298" y="763575"/>
                  </a:lnTo>
                  <a:lnTo>
                    <a:pt x="209841" y="762318"/>
                  </a:lnTo>
                  <a:lnTo>
                    <a:pt x="205871" y="760965"/>
                  </a:lnTo>
                  <a:lnTo>
                    <a:pt x="203886" y="759129"/>
                  </a:lnTo>
                  <a:lnTo>
                    <a:pt x="202940" y="756712"/>
                  </a:lnTo>
                  <a:lnTo>
                    <a:pt x="200861" y="754972"/>
                  </a:lnTo>
                  <a:lnTo>
                    <a:pt x="197364" y="752459"/>
                  </a:lnTo>
                  <a:lnTo>
                    <a:pt x="195851" y="750816"/>
                  </a:lnTo>
                  <a:lnTo>
                    <a:pt x="194055" y="748593"/>
                  </a:lnTo>
                  <a:lnTo>
                    <a:pt x="192354" y="746757"/>
                  </a:lnTo>
                  <a:lnTo>
                    <a:pt x="191314" y="746177"/>
                  </a:lnTo>
                  <a:lnTo>
                    <a:pt x="189329" y="745114"/>
                  </a:lnTo>
                  <a:lnTo>
                    <a:pt x="187722" y="744244"/>
                  </a:lnTo>
                  <a:lnTo>
                    <a:pt x="185737" y="742601"/>
                  </a:lnTo>
                  <a:lnTo>
                    <a:pt x="181011" y="740764"/>
                  </a:lnTo>
                  <a:lnTo>
                    <a:pt x="177608" y="738251"/>
                  </a:lnTo>
                  <a:lnTo>
                    <a:pt x="175340" y="736608"/>
                  </a:lnTo>
                  <a:lnTo>
                    <a:pt x="173449" y="734772"/>
                  </a:lnTo>
                  <a:lnTo>
                    <a:pt x="170046" y="732838"/>
                  </a:lnTo>
                  <a:lnTo>
                    <a:pt x="167022" y="730615"/>
                  </a:lnTo>
                  <a:lnTo>
                    <a:pt x="164470" y="728779"/>
                  </a:lnTo>
                  <a:lnTo>
                    <a:pt x="161728" y="726459"/>
                  </a:lnTo>
                  <a:lnTo>
                    <a:pt x="158987" y="724526"/>
                  </a:lnTo>
                  <a:lnTo>
                    <a:pt x="157097" y="723946"/>
                  </a:lnTo>
                  <a:lnTo>
                    <a:pt x="154356" y="722013"/>
                  </a:lnTo>
                  <a:lnTo>
                    <a:pt x="151614" y="718823"/>
                  </a:lnTo>
                  <a:lnTo>
                    <a:pt x="148968" y="718050"/>
                  </a:lnTo>
                  <a:lnTo>
                    <a:pt x="145659" y="716407"/>
                  </a:lnTo>
                  <a:lnTo>
                    <a:pt x="142918" y="715151"/>
                  </a:lnTo>
                  <a:lnTo>
                    <a:pt x="140461" y="711961"/>
                  </a:lnTo>
                  <a:lnTo>
                    <a:pt x="135735" y="709061"/>
                  </a:lnTo>
                  <a:lnTo>
                    <a:pt x="130536" y="705002"/>
                  </a:lnTo>
                  <a:lnTo>
                    <a:pt x="128645" y="702779"/>
                  </a:lnTo>
                  <a:lnTo>
                    <a:pt x="126471" y="701232"/>
                  </a:lnTo>
                  <a:lnTo>
                    <a:pt x="124203" y="699589"/>
                  </a:lnTo>
                  <a:lnTo>
                    <a:pt x="122029" y="697656"/>
                  </a:lnTo>
                  <a:lnTo>
                    <a:pt x="118720" y="694563"/>
                  </a:lnTo>
                  <a:lnTo>
                    <a:pt x="115696" y="693500"/>
                  </a:lnTo>
                  <a:lnTo>
                    <a:pt x="113711" y="691083"/>
                  </a:lnTo>
                  <a:lnTo>
                    <a:pt x="110119" y="689054"/>
                  </a:lnTo>
                  <a:lnTo>
                    <a:pt x="106621" y="686927"/>
                  </a:lnTo>
                  <a:lnTo>
                    <a:pt x="103880" y="684414"/>
                  </a:lnTo>
                  <a:lnTo>
                    <a:pt x="101895" y="683158"/>
                  </a:lnTo>
                  <a:lnTo>
                    <a:pt x="99249" y="682868"/>
                  </a:lnTo>
                  <a:lnTo>
                    <a:pt x="97358" y="681128"/>
                  </a:lnTo>
                  <a:lnTo>
                    <a:pt x="93010" y="678325"/>
                  </a:lnTo>
                  <a:lnTo>
                    <a:pt x="91781" y="676875"/>
                  </a:lnTo>
                  <a:lnTo>
                    <a:pt x="88946" y="675619"/>
                  </a:lnTo>
                  <a:lnTo>
                    <a:pt x="86772" y="674169"/>
                  </a:lnTo>
                  <a:lnTo>
                    <a:pt x="83369" y="671946"/>
                  </a:lnTo>
                  <a:lnTo>
                    <a:pt x="79966" y="669723"/>
                  </a:lnTo>
                  <a:lnTo>
                    <a:pt x="77697" y="667306"/>
                  </a:lnTo>
                  <a:lnTo>
                    <a:pt x="74389" y="665277"/>
                  </a:lnTo>
                  <a:lnTo>
                    <a:pt x="71364" y="663730"/>
                  </a:lnTo>
                  <a:lnTo>
                    <a:pt x="69947" y="662860"/>
                  </a:lnTo>
                  <a:lnTo>
                    <a:pt x="67489" y="661604"/>
                  </a:lnTo>
                  <a:lnTo>
                    <a:pt x="64464" y="660057"/>
                  </a:lnTo>
                  <a:lnTo>
                    <a:pt x="63613" y="658124"/>
                  </a:lnTo>
                  <a:lnTo>
                    <a:pt x="61723" y="657447"/>
                  </a:lnTo>
                  <a:lnTo>
                    <a:pt x="59927" y="655611"/>
                  </a:lnTo>
                  <a:lnTo>
                    <a:pt x="54350" y="653388"/>
                  </a:lnTo>
                  <a:lnTo>
                    <a:pt x="49341" y="648555"/>
                  </a:lnTo>
                  <a:lnTo>
                    <a:pt x="44898" y="646332"/>
                  </a:lnTo>
                  <a:lnTo>
                    <a:pt x="42818" y="644689"/>
                  </a:lnTo>
                  <a:lnTo>
                    <a:pt x="40644" y="643143"/>
                  </a:lnTo>
                  <a:lnTo>
                    <a:pt x="39983" y="642659"/>
                  </a:lnTo>
                  <a:lnTo>
                    <a:pt x="39037" y="642273"/>
                  </a:lnTo>
                  <a:lnTo>
                    <a:pt x="37147" y="641016"/>
                  </a:lnTo>
                  <a:lnTo>
                    <a:pt x="34689" y="639663"/>
                  </a:lnTo>
                  <a:lnTo>
                    <a:pt x="31665" y="637826"/>
                  </a:lnTo>
                  <a:lnTo>
                    <a:pt x="28451" y="635990"/>
                  </a:lnTo>
                  <a:lnTo>
                    <a:pt x="25804" y="634347"/>
                  </a:lnTo>
                  <a:lnTo>
                    <a:pt x="22401" y="631544"/>
                  </a:lnTo>
                  <a:lnTo>
                    <a:pt x="19944" y="630867"/>
                  </a:lnTo>
                  <a:lnTo>
                    <a:pt x="18242" y="628838"/>
                  </a:lnTo>
                  <a:lnTo>
                    <a:pt x="14367" y="626614"/>
                  </a:lnTo>
                  <a:lnTo>
                    <a:pt x="12098" y="625745"/>
                  </a:lnTo>
                  <a:lnTo>
                    <a:pt x="10964" y="624488"/>
                  </a:lnTo>
                  <a:lnTo>
                    <a:pt x="7561" y="621878"/>
                  </a:lnTo>
                  <a:lnTo>
                    <a:pt x="2741" y="620429"/>
                  </a:lnTo>
                  <a:lnTo>
                    <a:pt x="0" y="619075"/>
                  </a:lnTo>
                  <a:lnTo>
                    <a:pt x="19188" y="591045"/>
                  </a:lnTo>
                  <a:lnTo>
                    <a:pt x="43953" y="604480"/>
                  </a:lnTo>
                  <a:lnTo>
                    <a:pt x="48395" y="607090"/>
                  </a:lnTo>
                  <a:lnTo>
                    <a:pt x="51042" y="608637"/>
                  </a:lnTo>
                  <a:lnTo>
                    <a:pt x="52932" y="609990"/>
                  </a:lnTo>
                  <a:lnTo>
                    <a:pt x="55768" y="611826"/>
                  </a:lnTo>
                  <a:lnTo>
                    <a:pt x="61250" y="615886"/>
                  </a:lnTo>
                  <a:lnTo>
                    <a:pt x="64370" y="618399"/>
                  </a:lnTo>
                  <a:lnTo>
                    <a:pt x="65315" y="619075"/>
                  </a:lnTo>
                  <a:lnTo>
                    <a:pt x="66260" y="619752"/>
                  </a:lnTo>
                  <a:lnTo>
                    <a:pt x="67772" y="621008"/>
                  </a:lnTo>
                  <a:lnTo>
                    <a:pt x="69190" y="622168"/>
                  </a:lnTo>
                  <a:lnTo>
                    <a:pt x="69663" y="622458"/>
                  </a:lnTo>
                  <a:lnTo>
                    <a:pt x="82329" y="632414"/>
                  </a:lnTo>
                  <a:lnTo>
                    <a:pt x="98303" y="644786"/>
                  </a:lnTo>
                  <a:lnTo>
                    <a:pt x="109268" y="653485"/>
                  </a:lnTo>
                  <a:lnTo>
                    <a:pt x="114561" y="657641"/>
                  </a:lnTo>
                  <a:lnTo>
                    <a:pt x="119382" y="661217"/>
                  </a:lnTo>
                  <a:lnTo>
                    <a:pt x="120233" y="661700"/>
                  </a:lnTo>
                  <a:lnTo>
                    <a:pt x="120800" y="660057"/>
                  </a:lnTo>
                  <a:lnTo>
                    <a:pt x="120894" y="659671"/>
                  </a:lnTo>
                  <a:lnTo>
                    <a:pt x="120989" y="659381"/>
                  </a:lnTo>
                  <a:lnTo>
                    <a:pt x="121367" y="658221"/>
                  </a:lnTo>
                  <a:lnTo>
                    <a:pt x="122312" y="656771"/>
                  </a:lnTo>
                  <a:lnTo>
                    <a:pt x="122879" y="655611"/>
                  </a:lnTo>
                  <a:lnTo>
                    <a:pt x="124014" y="653678"/>
                  </a:lnTo>
                  <a:lnTo>
                    <a:pt x="124675" y="652711"/>
                  </a:lnTo>
                  <a:lnTo>
                    <a:pt x="125715" y="651938"/>
                  </a:lnTo>
                  <a:lnTo>
                    <a:pt x="126566" y="651068"/>
                  </a:lnTo>
                  <a:lnTo>
                    <a:pt x="127227" y="650295"/>
                  </a:lnTo>
                  <a:lnTo>
                    <a:pt x="127606" y="649908"/>
                  </a:lnTo>
                  <a:lnTo>
                    <a:pt x="127984" y="649328"/>
                  </a:lnTo>
                  <a:lnTo>
                    <a:pt x="128267" y="648845"/>
                  </a:lnTo>
                  <a:lnTo>
                    <a:pt x="127227" y="647975"/>
                  </a:lnTo>
                  <a:lnTo>
                    <a:pt x="126093" y="647009"/>
                  </a:lnTo>
                  <a:lnTo>
                    <a:pt x="125904" y="646815"/>
                  </a:lnTo>
                  <a:lnTo>
                    <a:pt x="125621" y="646525"/>
                  </a:lnTo>
                  <a:lnTo>
                    <a:pt x="124297" y="645366"/>
                  </a:lnTo>
                  <a:lnTo>
                    <a:pt x="121272" y="640243"/>
                  </a:lnTo>
                  <a:lnTo>
                    <a:pt x="120705" y="639180"/>
                  </a:lnTo>
                  <a:lnTo>
                    <a:pt x="120516" y="638890"/>
                  </a:lnTo>
                  <a:lnTo>
                    <a:pt x="120989" y="636377"/>
                  </a:lnTo>
                  <a:lnTo>
                    <a:pt x="121462" y="632414"/>
                  </a:lnTo>
                  <a:lnTo>
                    <a:pt x="121556" y="631834"/>
                  </a:lnTo>
                  <a:lnTo>
                    <a:pt x="122501" y="627194"/>
                  </a:lnTo>
                  <a:lnTo>
                    <a:pt x="123163" y="623715"/>
                  </a:lnTo>
                  <a:lnTo>
                    <a:pt x="123257" y="620719"/>
                  </a:lnTo>
                  <a:lnTo>
                    <a:pt x="123163" y="616562"/>
                  </a:lnTo>
                  <a:lnTo>
                    <a:pt x="123257" y="613759"/>
                  </a:lnTo>
                  <a:lnTo>
                    <a:pt x="123068" y="608443"/>
                  </a:lnTo>
                  <a:lnTo>
                    <a:pt x="126944" y="608443"/>
                  </a:lnTo>
                  <a:lnTo>
                    <a:pt x="129969" y="608347"/>
                  </a:lnTo>
                  <a:lnTo>
                    <a:pt x="132237" y="608153"/>
                  </a:lnTo>
                  <a:lnTo>
                    <a:pt x="134411" y="607863"/>
                  </a:lnTo>
                  <a:lnTo>
                    <a:pt x="134978" y="607863"/>
                  </a:lnTo>
                  <a:lnTo>
                    <a:pt x="136680" y="607573"/>
                  </a:lnTo>
                  <a:lnTo>
                    <a:pt x="136774" y="607960"/>
                  </a:lnTo>
                  <a:lnTo>
                    <a:pt x="138192" y="608250"/>
                  </a:lnTo>
                  <a:lnTo>
                    <a:pt x="142918" y="609120"/>
                  </a:lnTo>
                  <a:lnTo>
                    <a:pt x="144903" y="609507"/>
                  </a:lnTo>
                  <a:lnTo>
                    <a:pt x="147455" y="609893"/>
                  </a:lnTo>
                  <a:lnTo>
                    <a:pt x="151331" y="610376"/>
                  </a:lnTo>
                  <a:lnTo>
                    <a:pt x="153788" y="610666"/>
                  </a:lnTo>
                  <a:lnTo>
                    <a:pt x="160121" y="611440"/>
                  </a:lnTo>
                  <a:lnTo>
                    <a:pt x="165887" y="612213"/>
                  </a:lnTo>
                  <a:lnTo>
                    <a:pt x="171086" y="612889"/>
                  </a:lnTo>
                  <a:lnTo>
                    <a:pt x="177325" y="613663"/>
                  </a:lnTo>
                  <a:lnTo>
                    <a:pt x="183847" y="614533"/>
                  </a:lnTo>
                  <a:lnTo>
                    <a:pt x="184036" y="614533"/>
                  </a:lnTo>
                  <a:lnTo>
                    <a:pt x="191976" y="615692"/>
                  </a:lnTo>
                  <a:lnTo>
                    <a:pt x="200955" y="616852"/>
                  </a:lnTo>
                  <a:lnTo>
                    <a:pt x="201901" y="616949"/>
                  </a:lnTo>
                  <a:lnTo>
                    <a:pt x="208139" y="617722"/>
                  </a:lnTo>
                  <a:lnTo>
                    <a:pt x="208045" y="619365"/>
                  </a:lnTo>
                  <a:lnTo>
                    <a:pt x="207005" y="631931"/>
                  </a:lnTo>
                  <a:lnTo>
                    <a:pt x="207761" y="632124"/>
                  </a:lnTo>
                  <a:lnTo>
                    <a:pt x="216646" y="633574"/>
                  </a:lnTo>
                  <a:lnTo>
                    <a:pt x="216646" y="636763"/>
                  </a:lnTo>
                  <a:lnTo>
                    <a:pt x="218348" y="636957"/>
                  </a:lnTo>
                  <a:lnTo>
                    <a:pt x="228367" y="632994"/>
                  </a:lnTo>
                  <a:lnTo>
                    <a:pt x="233471" y="630964"/>
                  </a:lnTo>
                  <a:lnTo>
                    <a:pt x="239710" y="625551"/>
                  </a:lnTo>
                  <a:lnTo>
                    <a:pt x="241600" y="618785"/>
                  </a:lnTo>
                  <a:lnTo>
                    <a:pt x="239899" y="609700"/>
                  </a:lnTo>
                  <a:lnTo>
                    <a:pt x="237536" y="601581"/>
                  </a:lnTo>
                  <a:lnTo>
                    <a:pt x="239048" y="590949"/>
                  </a:lnTo>
                  <a:lnTo>
                    <a:pt x="248595" y="577030"/>
                  </a:lnTo>
                  <a:lnTo>
                    <a:pt x="259465" y="567462"/>
                  </a:lnTo>
                  <a:lnTo>
                    <a:pt x="269485" y="559149"/>
                  </a:lnTo>
                  <a:lnTo>
                    <a:pt x="273455" y="554510"/>
                  </a:lnTo>
                  <a:lnTo>
                    <a:pt x="274589" y="553253"/>
                  </a:lnTo>
                  <a:lnTo>
                    <a:pt x="273644" y="551707"/>
                  </a:lnTo>
                  <a:lnTo>
                    <a:pt x="272037" y="549290"/>
                  </a:lnTo>
                  <a:lnTo>
                    <a:pt x="270052" y="545618"/>
                  </a:lnTo>
                  <a:lnTo>
                    <a:pt x="269579" y="544844"/>
                  </a:lnTo>
                  <a:lnTo>
                    <a:pt x="266554" y="540398"/>
                  </a:lnTo>
                  <a:lnTo>
                    <a:pt x="264002" y="537305"/>
                  </a:lnTo>
                  <a:lnTo>
                    <a:pt x="262868" y="532762"/>
                  </a:lnTo>
                  <a:lnTo>
                    <a:pt x="261828" y="527930"/>
                  </a:lnTo>
                  <a:lnTo>
                    <a:pt x="261545" y="525997"/>
                  </a:lnTo>
                  <a:lnTo>
                    <a:pt x="261356" y="524450"/>
                  </a:lnTo>
                  <a:lnTo>
                    <a:pt x="261167" y="523290"/>
                  </a:lnTo>
                  <a:lnTo>
                    <a:pt x="261167" y="522034"/>
                  </a:lnTo>
                  <a:lnTo>
                    <a:pt x="261261" y="519617"/>
                  </a:lnTo>
                  <a:lnTo>
                    <a:pt x="261261" y="518941"/>
                  </a:lnTo>
                  <a:lnTo>
                    <a:pt x="261545" y="516331"/>
                  </a:lnTo>
                  <a:lnTo>
                    <a:pt x="262017" y="514108"/>
                  </a:lnTo>
                  <a:lnTo>
                    <a:pt x="262679" y="511595"/>
                  </a:lnTo>
                  <a:lnTo>
                    <a:pt x="263246" y="509855"/>
                  </a:lnTo>
                  <a:lnTo>
                    <a:pt x="264002" y="507922"/>
                  </a:lnTo>
                  <a:lnTo>
                    <a:pt x="264664" y="506279"/>
                  </a:lnTo>
                  <a:lnTo>
                    <a:pt x="265987" y="502799"/>
                  </a:lnTo>
                  <a:lnTo>
                    <a:pt x="266554" y="501156"/>
                  </a:lnTo>
                  <a:lnTo>
                    <a:pt x="274778" y="479795"/>
                  </a:lnTo>
                  <a:lnTo>
                    <a:pt x="275439" y="478152"/>
                  </a:lnTo>
                  <a:lnTo>
                    <a:pt x="275723" y="477282"/>
                  </a:lnTo>
                  <a:lnTo>
                    <a:pt x="276385" y="475639"/>
                  </a:lnTo>
                  <a:lnTo>
                    <a:pt x="301811" y="485498"/>
                  </a:lnTo>
                  <a:lnTo>
                    <a:pt x="304647" y="485691"/>
                  </a:lnTo>
                  <a:lnTo>
                    <a:pt x="305781" y="485401"/>
                  </a:lnTo>
                  <a:lnTo>
                    <a:pt x="308333" y="484145"/>
                  </a:lnTo>
                  <a:lnTo>
                    <a:pt x="313438" y="481052"/>
                  </a:lnTo>
                  <a:lnTo>
                    <a:pt x="331397" y="456502"/>
                  </a:lnTo>
                  <a:lnTo>
                    <a:pt x="360794" y="415520"/>
                  </a:lnTo>
                  <a:lnTo>
                    <a:pt x="365709" y="402568"/>
                  </a:lnTo>
                  <a:lnTo>
                    <a:pt x="373460" y="386620"/>
                  </a:lnTo>
                  <a:lnTo>
                    <a:pt x="382629" y="371542"/>
                  </a:lnTo>
                  <a:lnTo>
                    <a:pt x="396429" y="353854"/>
                  </a:lnTo>
                  <a:lnTo>
                    <a:pt x="412498" y="334329"/>
                  </a:lnTo>
                  <a:lnTo>
                    <a:pt x="422990" y="326597"/>
                  </a:lnTo>
                  <a:lnTo>
                    <a:pt x="480932" y="292574"/>
                  </a:lnTo>
                  <a:lnTo>
                    <a:pt x="481689" y="289192"/>
                  </a:lnTo>
                  <a:lnTo>
                    <a:pt x="479798" y="278656"/>
                  </a:lnTo>
                  <a:lnTo>
                    <a:pt x="475167" y="263385"/>
                  </a:lnTo>
                  <a:lnTo>
                    <a:pt x="470629" y="247823"/>
                  </a:lnTo>
                  <a:lnTo>
                    <a:pt x="465903" y="227429"/>
                  </a:lnTo>
                  <a:lnTo>
                    <a:pt x="470251" y="232165"/>
                  </a:lnTo>
                  <a:lnTo>
                    <a:pt x="476868" y="238931"/>
                  </a:lnTo>
                  <a:lnTo>
                    <a:pt x="483107" y="243570"/>
                  </a:lnTo>
                  <a:lnTo>
                    <a:pt x="490007" y="245503"/>
                  </a:lnTo>
                  <a:lnTo>
                    <a:pt x="499270" y="250143"/>
                  </a:lnTo>
                  <a:lnTo>
                    <a:pt x="509289" y="252173"/>
                  </a:lnTo>
                  <a:lnTo>
                    <a:pt x="519025" y="252173"/>
                  </a:lnTo>
                  <a:lnTo>
                    <a:pt x="526965" y="252946"/>
                  </a:lnTo>
                  <a:lnTo>
                    <a:pt x="530841" y="254299"/>
                  </a:lnTo>
                  <a:lnTo>
                    <a:pt x="535378" y="257779"/>
                  </a:lnTo>
                  <a:lnTo>
                    <a:pt x="539159" y="264641"/>
                  </a:lnTo>
                  <a:lnTo>
                    <a:pt x="545397" y="271504"/>
                  </a:lnTo>
                  <a:lnTo>
                    <a:pt x="550312" y="277206"/>
                  </a:lnTo>
                  <a:lnTo>
                    <a:pt x="554282" y="283972"/>
                  </a:lnTo>
                  <a:lnTo>
                    <a:pt x="566570" y="292188"/>
                  </a:lnTo>
                  <a:lnTo>
                    <a:pt x="572053" y="296731"/>
                  </a:lnTo>
                  <a:lnTo>
                    <a:pt x="576117" y="300210"/>
                  </a:lnTo>
                  <a:lnTo>
                    <a:pt x="579614" y="305043"/>
                  </a:lnTo>
                  <a:lnTo>
                    <a:pt x="580465" y="305816"/>
                  </a:lnTo>
                  <a:lnTo>
                    <a:pt x="588878" y="313259"/>
                  </a:lnTo>
                  <a:lnTo>
                    <a:pt x="593982" y="321088"/>
                  </a:lnTo>
                  <a:lnTo>
                    <a:pt x="598519" y="323504"/>
                  </a:lnTo>
                  <a:lnTo>
                    <a:pt x="609295" y="331043"/>
                  </a:lnTo>
                  <a:lnTo>
                    <a:pt x="614021" y="333460"/>
                  </a:lnTo>
                  <a:lnTo>
                    <a:pt x="615155" y="334233"/>
                  </a:lnTo>
                  <a:lnTo>
                    <a:pt x="618747" y="336553"/>
                  </a:lnTo>
                  <a:lnTo>
                    <a:pt x="625080" y="341385"/>
                  </a:lnTo>
                  <a:lnTo>
                    <a:pt x="627821" y="341965"/>
                  </a:lnTo>
                  <a:lnTo>
                    <a:pt x="636045" y="342449"/>
                  </a:lnTo>
                  <a:lnTo>
                    <a:pt x="638597" y="343028"/>
                  </a:lnTo>
                  <a:lnTo>
                    <a:pt x="642661" y="345541"/>
                  </a:lnTo>
                  <a:lnTo>
                    <a:pt x="649940" y="349891"/>
                  </a:lnTo>
                  <a:lnTo>
                    <a:pt x="654760" y="351341"/>
                  </a:lnTo>
                  <a:lnTo>
                    <a:pt x="656273" y="351921"/>
                  </a:lnTo>
                  <a:lnTo>
                    <a:pt x="654571" y="353467"/>
                  </a:lnTo>
                  <a:lnTo>
                    <a:pt x="653059" y="354820"/>
                  </a:lnTo>
                  <a:lnTo>
                    <a:pt x="652397" y="356077"/>
                  </a:lnTo>
                  <a:lnTo>
                    <a:pt x="652964" y="357720"/>
                  </a:lnTo>
                  <a:lnTo>
                    <a:pt x="652586" y="363423"/>
                  </a:lnTo>
                  <a:lnTo>
                    <a:pt x="650318" y="368255"/>
                  </a:lnTo>
                  <a:lnTo>
                    <a:pt x="642850" y="381111"/>
                  </a:lnTo>
                  <a:lnTo>
                    <a:pt x="640204" y="387296"/>
                  </a:lnTo>
                  <a:lnTo>
                    <a:pt x="638880" y="394739"/>
                  </a:lnTo>
                  <a:lnTo>
                    <a:pt x="641622" y="399378"/>
                  </a:lnTo>
                  <a:lnTo>
                    <a:pt x="647577" y="407207"/>
                  </a:lnTo>
                  <a:lnTo>
                    <a:pt x="654099" y="414263"/>
                  </a:lnTo>
                  <a:lnTo>
                    <a:pt x="656084" y="417743"/>
                  </a:lnTo>
                  <a:lnTo>
                    <a:pt x="659014" y="421609"/>
                  </a:lnTo>
                  <a:lnTo>
                    <a:pt x="679336" y="437654"/>
                  </a:lnTo>
                  <a:lnTo>
                    <a:pt x="682172" y="440070"/>
                  </a:lnTo>
                  <a:lnTo>
                    <a:pt x="687371" y="450509"/>
                  </a:lnTo>
                  <a:lnTo>
                    <a:pt x="695311" y="465780"/>
                  </a:lnTo>
                  <a:lnTo>
                    <a:pt x="695311" y="467907"/>
                  </a:lnTo>
                  <a:lnTo>
                    <a:pt x="693420" y="472546"/>
                  </a:lnTo>
                  <a:lnTo>
                    <a:pt x="693798" y="476799"/>
                  </a:lnTo>
                  <a:lnTo>
                    <a:pt x="697201" y="482018"/>
                  </a:lnTo>
                  <a:lnTo>
                    <a:pt x="707221" y="488978"/>
                  </a:lnTo>
                  <a:lnTo>
                    <a:pt x="703251" y="499610"/>
                  </a:lnTo>
                  <a:lnTo>
                    <a:pt x="696445" y="516524"/>
                  </a:lnTo>
                  <a:lnTo>
                    <a:pt x="696350" y="516718"/>
                  </a:lnTo>
                  <a:lnTo>
                    <a:pt x="695405" y="519134"/>
                  </a:lnTo>
                  <a:lnTo>
                    <a:pt x="692286" y="526673"/>
                  </a:lnTo>
                  <a:lnTo>
                    <a:pt x="694082" y="527253"/>
                  </a:lnTo>
                  <a:lnTo>
                    <a:pt x="702305" y="530539"/>
                  </a:lnTo>
                  <a:lnTo>
                    <a:pt x="703629" y="531119"/>
                  </a:lnTo>
                  <a:lnTo>
                    <a:pt x="704101" y="531313"/>
                  </a:lnTo>
                  <a:lnTo>
                    <a:pt x="704857" y="531603"/>
                  </a:lnTo>
                  <a:lnTo>
                    <a:pt x="704952" y="531216"/>
                  </a:lnTo>
                  <a:lnTo>
                    <a:pt x="708166" y="522807"/>
                  </a:lnTo>
                  <a:lnTo>
                    <a:pt x="708544" y="521454"/>
                  </a:lnTo>
                  <a:lnTo>
                    <a:pt x="709584" y="520197"/>
                  </a:lnTo>
                  <a:lnTo>
                    <a:pt x="710623" y="518941"/>
                  </a:lnTo>
                  <a:lnTo>
                    <a:pt x="714971" y="513528"/>
                  </a:lnTo>
                  <a:lnTo>
                    <a:pt x="716389" y="511982"/>
                  </a:lnTo>
                  <a:lnTo>
                    <a:pt x="722628" y="504442"/>
                  </a:lnTo>
                  <a:lnTo>
                    <a:pt x="728394" y="497483"/>
                  </a:lnTo>
                  <a:lnTo>
                    <a:pt x="728677" y="497870"/>
                  </a:lnTo>
                  <a:lnTo>
                    <a:pt x="728866" y="498063"/>
                  </a:lnTo>
                  <a:lnTo>
                    <a:pt x="729433" y="498546"/>
                  </a:lnTo>
                  <a:lnTo>
                    <a:pt x="730662" y="499610"/>
                  </a:lnTo>
                  <a:lnTo>
                    <a:pt x="733309" y="501833"/>
                  </a:lnTo>
                  <a:lnTo>
                    <a:pt x="734254" y="502606"/>
                  </a:lnTo>
                  <a:lnTo>
                    <a:pt x="735105" y="503283"/>
                  </a:lnTo>
                  <a:lnTo>
                    <a:pt x="735577" y="503669"/>
                  </a:lnTo>
                  <a:lnTo>
                    <a:pt x="736334" y="504249"/>
                  </a:lnTo>
                  <a:lnTo>
                    <a:pt x="737090" y="504636"/>
                  </a:lnTo>
                  <a:lnTo>
                    <a:pt x="738319" y="504926"/>
                  </a:lnTo>
                  <a:lnTo>
                    <a:pt x="739642" y="505216"/>
                  </a:lnTo>
                  <a:lnTo>
                    <a:pt x="740398" y="505312"/>
                  </a:lnTo>
                  <a:lnTo>
                    <a:pt x="741721" y="505409"/>
                  </a:lnTo>
                  <a:lnTo>
                    <a:pt x="742383" y="505796"/>
                  </a:lnTo>
                  <a:lnTo>
                    <a:pt x="744084" y="506955"/>
                  </a:lnTo>
                  <a:lnTo>
                    <a:pt x="744274" y="507149"/>
                  </a:lnTo>
                  <a:lnTo>
                    <a:pt x="744274" y="507439"/>
                  </a:lnTo>
                  <a:lnTo>
                    <a:pt x="744274" y="508019"/>
                  </a:lnTo>
                  <a:lnTo>
                    <a:pt x="744179" y="510822"/>
                  </a:lnTo>
                  <a:lnTo>
                    <a:pt x="743895" y="511595"/>
                  </a:lnTo>
                  <a:lnTo>
                    <a:pt x="743801" y="512175"/>
                  </a:lnTo>
                  <a:lnTo>
                    <a:pt x="743706" y="512658"/>
                  </a:lnTo>
                  <a:lnTo>
                    <a:pt x="743801" y="513335"/>
                  </a:lnTo>
                  <a:lnTo>
                    <a:pt x="743895" y="513721"/>
                  </a:lnTo>
                  <a:lnTo>
                    <a:pt x="744179" y="514398"/>
                  </a:lnTo>
                  <a:lnTo>
                    <a:pt x="746069" y="516621"/>
                  </a:lnTo>
                  <a:lnTo>
                    <a:pt x="746826" y="517394"/>
                  </a:lnTo>
                  <a:lnTo>
                    <a:pt x="747109" y="517588"/>
                  </a:lnTo>
                  <a:lnTo>
                    <a:pt x="747487" y="517684"/>
                  </a:lnTo>
                  <a:lnTo>
                    <a:pt x="747865" y="517684"/>
                  </a:lnTo>
                  <a:lnTo>
                    <a:pt x="748338" y="517684"/>
                  </a:lnTo>
                  <a:lnTo>
                    <a:pt x="748811" y="517684"/>
                  </a:lnTo>
                  <a:lnTo>
                    <a:pt x="749283" y="517878"/>
                  </a:lnTo>
                  <a:lnTo>
                    <a:pt x="749661" y="518167"/>
                  </a:lnTo>
                  <a:lnTo>
                    <a:pt x="750134" y="518457"/>
                  </a:lnTo>
                  <a:lnTo>
                    <a:pt x="750323" y="518554"/>
                  </a:lnTo>
                  <a:lnTo>
                    <a:pt x="750701" y="518651"/>
                  </a:lnTo>
                  <a:lnTo>
                    <a:pt x="751079" y="519134"/>
                  </a:lnTo>
                  <a:lnTo>
                    <a:pt x="751268" y="519617"/>
                  </a:lnTo>
                  <a:lnTo>
                    <a:pt x="751363" y="519907"/>
                  </a:lnTo>
                  <a:lnTo>
                    <a:pt x="751457" y="520197"/>
                  </a:lnTo>
                  <a:lnTo>
                    <a:pt x="751646" y="520777"/>
                  </a:lnTo>
                  <a:lnTo>
                    <a:pt x="751741" y="520970"/>
                  </a:lnTo>
                  <a:lnTo>
                    <a:pt x="751835" y="521260"/>
                  </a:lnTo>
                  <a:lnTo>
                    <a:pt x="751835" y="521550"/>
                  </a:lnTo>
                  <a:lnTo>
                    <a:pt x="752119" y="522227"/>
                  </a:lnTo>
                  <a:lnTo>
                    <a:pt x="752875" y="522807"/>
                  </a:lnTo>
                  <a:lnTo>
                    <a:pt x="754198" y="524257"/>
                  </a:lnTo>
                  <a:lnTo>
                    <a:pt x="754293" y="524450"/>
                  </a:lnTo>
                  <a:lnTo>
                    <a:pt x="754482" y="524740"/>
                  </a:lnTo>
                  <a:lnTo>
                    <a:pt x="754766" y="525127"/>
                  </a:lnTo>
                  <a:lnTo>
                    <a:pt x="755333" y="525610"/>
                  </a:lnTo>
                  <a:lnTo>
                    <a:pt x="755711" y="525610"/>
                  </a:lnTo>
                  <a:lnTo>
                    <a:pt x="757412" y="525900"/>
                  </a:lnTo>
                  <a:lnTo>
                    <a:pt x="757979" y="526093"/>
                  </a:lnTo>
                  <a:lnTo>
                    <a:pt x="758452" y="526093"/>
                  </a:lnTo>
                  <a:lnTo>
                    <a:pt x="758925" y="526093"/>
                  </a:lnTo>
                  <a:lnTo>
                    <a:pt x="759303" y="526190"/>
                  </a:lnTo>
                  <a:lnTo>
                    <a:pt x="759492" y="526287"/>
                  </a:lnTo>
                  <a:lnTo>
                    <a:pt x="759775" y="526480"/>
                  </a:lnTo>
                  <a:lnTo>
                    <a:pt x="760531" y="526770"/>
                  </a:lnTo>
                  <a:lnTo>
                    <a:pt x="761004" y="527156"/>
                  </a:lnTo>
                  <a:lnTo>
                    <a:pt x="761288" y="527543"/>
                  </a:lnTo>
                  <a:lnTo>
                    <a:pt x="761760" y="527930"/>
                  </a:lnTo>
                  <a:lnTo>
                    <a:pt x="765352" y="519521"/>
                  </a:lnTo>
                  <a:lnTo>
                    <a:pt x="767999" y="512368"/>
                  </a:lnTo>
                  <a:lnTo>
                    <a:pt x="768849" y="508115"/>
                  </a:lnTo>
                  <a:lnTo>
                    <a:pt x="772441" y="504152"/>
                  </a:lnTo>
                  <a:lnTo>
                    <a:pt x="774993" y="501446"/>
                  </a:lnTo>
                  <a:lnTo>
                    <a:pt x="779058" y="497097"/>
                  </a:lnTo>
                  <a:lnTo>
                    <a:pt x="784162" y="493037"/>
                  </a:lnTo>
                  <a:lnTo>
                    <a:pt x="787092" y="490717"/>
                  </a:lnTo>
                  <a:lnTo>
                    <a:pt x="790401" y="486561"/>
                  </a:lnTo>
                  <a:lnTo>
                    <a:pt x="794276" y="478056"/>
                  </a:lnTo>
                  <a:lnTo>
                    <a:pt x="798719" y="474383"/>
                  </a:lnTo>
                  <a:lnTo>
                    <a:pt x="804296" y="472256"/>
                  </a:lnTo>
                  <a:lnTo>
                    <a:pt x="806659" y="472933"/>
                  </a:lnTo>
                  <a:lnTo>
                    <a:pt x="809305" y="476606"/>
                  </a:lnTo>
                  <a:lnTo>
                    <a:pt x="812236" y="479892"/>
                  </a:lnTo>
                  <a:lnTo>
                    <a:pt x="815733" y="483372"/>
                  </a:lnTo>
                  <a:lnTo>
                    <a:pt x="818758" y="486271"/>
                  </a:lnTo>
                  <a:lnTo>
                    <a:pt x="819325" y="486465"/>
                  </a:lnTo>
                  <a:lnTo>
                    <a:pt x="821121" y="487045"/>
                  </a:lnTo>
                  <a:lnTo>
                    <a:pt x="822917" y="487528"/>
                  </a:lnTo>
                  <a:lnTo>
                    <a:pt x="826603" y="487431"/>
                  </a:lnTo>
                  <a:lnTo>
                    <a:pt x="828872" y="489074"/>
                  </a:lnTo>
                  <a:lnTo>
                    <a:pt x="831140" y="492071"/>
                  </a:lnTo>
                  <a:lnTo>
                    <a:pt x="836055" y="502509"/>
                  </a:lnTo>
                  <a:lnTo>
                    <a:pt x="838891" y="508889"/>
                  </a:lnTo>
                  <a:lnTo>
                    <a:pt x="840214" y="514108"/>
                  </a:lnTo>
                  <a:lnTo>
                    <a:pt x="841160" y="518941"/>
                  </a:lnTo>
                  <a:lnTo>
                    <a:pt x="842199" y="522324"/>
                  </a:lnTo>
                  <a:lnTo>
                    <a:pt x="847304" y="527253"/>
                  </a:lnTo>
                  <a:lnTo>
                    <a:pt x="851841" y="531216"/>
                  </a:lnTo>
                  <a:lnTo>
                    <a:pt x="855244" y="534406"/>
                  </a:lnTo>
                  <a:lnTo>
                    <a:pt x="860159" y="534212"/>
                  </a:lnTo>
                  <a:lnTo>
                    <a:pt x="875188" y="525320"/>
                  </a:lnTo>
                  <a:lnTo>
                    <a:pt x="888610" y="517491"/>
                  </a:lnTo>
                  <a:lnTo>
                    <a:pt x="916494" y="503476"/>
                  </a:lnTo>
                  <a:lnTo>
                    <a:pt x="919425" y="499513"/>
                  </a:lnTo>
                  <a:lnTo>
                    <a:pt x="916873" y="486755"/>
                  </a:lnTo>
                  <a:lnTo>
                    <a:pt x="911863" y="473223"/>
                  </a:lnTo>
                  <a:lnTo>
                    <a:pt x="912052" y="472353"/>
                  </a:lnTo>
                  <a:lnTo>
                    <a:pt x="913753" y="465587"/>
                  </a:lnTo>
                  <a:lnTo>
                    <a:pt x="913470" y="464234"/>
                  </a:lnTo>
                  <a:lnTo>
                    <a:pt x="912524" y="459498"/>
                  </a:lnTo>
                  <a:lnTo>
                    <a:pt x="905908" y="453022"/>
                  </a:lnTo>
                  <a:lnTo>
                    <a:pt x="906002" y="450606"/>
                  </a:lnTo>
                  <a:lnTo>
                    <a:pt x="906097" y="446256"/>
                  </a:lnTo>
                  <a:lnTo>
                    <a:pt x="912619" y="441327"/>
                  </a:lnTo>
                  <a:lnTo>
                    <a:pt x="916400" y="437074"/>
                  </a:lnTo>
                  <a:lnTo>
                    <a:pt x="917534" y="430888"/>
                  </a:lnTo>
                  <a:lnTo>
                    <a:pt x="917912" y="427602"/>
                  </a:lnTo>
                  <a:lnTo>
                    <a:pt x="918101" y="425765"/>
                  </a:lnTo>
                  <a:lnTo>
                    <a:pt x="917723" y="422479"/>
                  </a:lnTo>
                  <a:lnTo>
                    <a:pt x="916022" y="421126"/>
                  </a:lnTo>
                  <a:lnTo>
                    <a:pt x="913375" y="419676"/>
                  </a:lnTo>
                  <a:lnTo>
                    <a:pt x="911768" y="417839"/>
                  </a:lnTo>
                  <a:lnTo>
                    <a:pt x="911485" y="415423"/>
                  </a:lnTo>
                  <a:lnTo>
                    <a:pt x="910918" y="410590"/>
                  </a:lnTo>
                  <a:lnTo>
                    <a:pt x="910918" y="402181"/>
                  </a:lnTo>
                  <a:lnTo>
                    <a:pt x="904206" y="391453"/>
                  </a:lnTo>
                  <a:lnTo>
                    <a:pt x="901371" y="385653"/>
                  </a:lnTo>
                  <a:lnTo>
                    <a:pt x="900993" y="383527"/>
                  </a:lnTo>
                  <a:lnTo>
                    <a:pt x="903167" y="382174"/>
                  </a:lnTo>
                  <a:lnTo>
                    <a:pt x="904301" y="381401"/>
                  </a:lnTo>
                  <a:lnTo>
                    <a:pt x="908933" y="378114"/>
                  </a:lnTo>
                  <a:lnTo>
                    <a:pt x="907326" y="373668"/>
                  </a:lnTo>
                  <a:lnTo>
                    <a:pt x="902127" y="363133"/>
                  </a:lnTo>
                  <a:lnTo>
                    <a:pt x="901087" y="361200"/>
                  </a:lnTo>
                  <a:lnTo>
                    <a:pt x="899102" y="356657"/>
                  </a:lnTo>
                  <a:lnTo>
                    <a:pt x="898251" y="354917"/>
                  </a:lnTo>
                  <a:lnTo>
                    <a:pt x="897495" y="353371"/>
                  </a:lnTo>
                  <a:lnTo>
                    <a:pt x="897306" y="353177"/>
                  </a:lnTo>
                  <a:lnTo>
                    <a:pt x="896077" y="352791"/>
                  </a:lnTo>
                  <a:lnTo>
                    <a:pt x="895227" y="352887"/>
                  </a:lnTo>
                  <a:lnTo>
                    <a:pt x="894754" y="352694"/>
                  </a:lnTo>
                  <a:lnTo>
                    <a:pt x="895416" y="351534"/>
                  </a:lnTo>
                  <a:lnTo>
                    <a:pt x="898251" y="347281"/>
                  </a:lnTo>
                  <a:lnTo>
                    <a:pt x="900236" y="344092"/>
                  </a:lnTo>
                  <a:lnTo>
                    <a:pt x="903450" y="341579"/>
                  </a:lnTo>
                  <a:lnTo>
                    <a:pt x="907042" y="341192"/>
                  </a:lnTo>
                  <a:lnTo>
                    <a:pt x="909783" y="337906"/>
                  </a:lnTo>
                  <a:lnTo>
                    <a:pt x="911485" y="336456"/>
                  </a:lnTo>
                  <a:lnTo>
                    <a:pt x="912241" y="335586"/>
                  </a:lnTo>
                  <a:lnTo>
                    <a:pt x="912997" y="334813"/>
                  </a:lnTo>
                  <a:lnTo>
                    <a:pt x="913375" y="333750"/>
                  </a:lnTo>
                  <a:lnTo>
                    <a:pt x="913848" y="332880"/>
                  </a:lnTo>
                  <a:lnTo>
                    <a:pt x="914226" y="332010"/>
                  </a:lnTo>
                  <a:lnTo>
                    <a:pt x="914698" y="331043"/>
                  </a:lnTo>
                  <a:lnTo>
                    <a:pt x="915360" y="330270"/>
                  </a:lnTo>
                  <a:lnTo>
                    <a:pt x="916211" y="329497"/>
                  </a:lnTo>
                  <a:lnTo>
                    <a:pt x="917062" y="328820"/>
                  </a:lnTo>
                  <a:lnTo>
                    <a:pt x="917818" y="328240"/>
                  </a:lnTo>
                  <a:lnTo>
                    <a:pt x="918668" y="327757"/>
                  </a:lnTo>
                  <a:lnTo>
                    <a:pt x="919519" y="327177"/>
                  </a:lnTo>
                  <a:lnTo>
                    <a:pt x="920370" y="326597"/>
                  </a:lnTo>
                  <a:lnTo>
                    <a:pt x="921221" y="326114"/>
                  </a:lnTo>
                  <a:lnTo>
                    <a:pt x="922260" y="325631"/>
                  </a:lnTo>
                  <a:lnTo>
                    <a:pt x="923206" y="325051"/>
                  </a:lnTo>
                  <a:lnTo>
                    <a:pt x="924151" y="324567"/>
                  </a:lnTo>
                  <a:lnTo>
                    <a:pt x="925001" y="323987"/>
                  </a:lnTo>
                  <a:lnTo>
                    <a:pt x="925852" y="323311"/>
                  </a:lnTo>
                  <a:lnTo>
                    <a:pt x="926703" y="322731"/>
                  </a:lnTo>
                  <a:lnTo>
                    <a:pt x="927554" y="322248"/>
                  </a:lnTo>
                  <a:lnTo>
                    <a:pt x="928404" y="321764"/>
                  </a:lnTo>
                  <a:lnTo>
                    <a:pt x="929255" y="321281"/>
                  </a:lnTo>
                  <a:lnTo>
                    <a:pt x="930200" y="320701"/>
                  </a:lnTo>
                  <a:lnTo>
                    <a:pt x="931145" y="320025"/>
                  </a:lnTo>
                  <a:lnTo>
                    <a:pt x="931902" y="319251"/>
                  </a:lnTo>
                  <a:lnTo>
                    <a:pt x="932752" y="318768"/>
                  </a:lnTo>
                  <a:lnTo>
                    <a:pt x="933603" y="318285"/>
                  </a:lnTo>
                  <a:lnTo>
                    <a:pt x="934548" y="317511"/>
                  </a:lnTo>
                  <a:lnTo>
                    <a:pt x="935872" y="316932"/>
                  </a:lnTo>
                  <a:lnTo>
                    <a:pt x="937006" y="316448"/>
                  </a:lnTo>
                  <a:lnTo>
                    <a:pt x="937857" y="316062"/>
                  </a:lnTo>
                  <a:lnTo>
                    <a:pt x="938707" y="315675"/>
                  </a:lnTo>
                  <a:lnTo>
                    <a:pt x="939653" y="315288"/>
                  </a:lnTo>
                  <a:lnTo>
                    <a:pt x="940503" y="314902"/>
                  </a:lnTo>
                  <a:lnTo>
                    <a:pt x="941448" y="314612"/>
                  </a:lnTo>
                  <a:lnTo>
                    <a:pt x="942299" y="314515"/>
                  </a:lnTo>
                  <a:lnTo>
                    <a:pt x="943244" y="314419"/>
                  </a:lnTo>
                  <a:lnTo>
                    <a:pt x="944284" y="314225"/>
                  </a:lnTo>
                  <a:lnTo>
                    <a:pt x="945324" y="314032"/>
                  </a:lnTo>
                  <a:lnTo>
                    <a:pt x="946364" y="313839"/>
                  </a:lnTo>
                  <a:lnTo>
                    <a:pt x="947403" y="313549"/>
                  </a:lnTo>
                  <a:lnTo>
                    <a:pt x="948443" y="313259"/>
                  </a:lnTo>
                  <a:lnTo>
                    <a:pt x="949577" y="313065"/>
                  </a:lnTo>
                  <a:lnTo>
                    <a:pt x="950523" y="312969"/>
                  </a:lnTo>
                  <a:lnTo>
                    <a:pt x="951468" y="312679"/>
                  </a:lnTo>
                  <a:lnTo>
                    <a:pt x="952791" y="312389"/>
                  </a:lnTo>
                  <a:lnTo>
                    <a:pt x="953831" y="312002"/>
                  </a:lnTo>
                  <a:lnTo>
                    <a:pt x="954776" y="311519"/>
                  </a:lnTo>
                  <a:lnTo>
                    <a:pt x="955627" y="311036"/>
                  </a:lnTo>
                  <a:lnTo>
                    <a:pt x="956667" y="310552"/>
                  </a:lnTo>
                  <a:lnTo>
                    <a:pt x="957895" y="309972"/>
                  </a:lnTo>
                  <a:lnTo>
                    <a:pt x="958652" y="309392"/>
                  </a:lnTo>
                  <a:lnTo>
                    <a:pt x="959502" y="308909"/>
                  </a:lnTo>
                  <a:lnTo>
                    <a:pt x="960259" y="308426"/>
                  </a:lnTo>
                  <a:lnTo>
                    <a:pt x="961204" y="307846"/>
                  </a:lnTo>
                  <a:lnTo>
                    <a:pt x="962149" y="307266"/>
                  </a:lnTo>
                  <a:lnTo>
                    <a:pt x="963094" y="306493"/>
                  </a:lnTo>
                  <a:lnTo>
                    <a:pt x="964039" y="305816"/>
                  </a:lnTo>
                  <a:lnTo>
                    <a:pt x="964985" y="305140"/>
                  </a:lnTo>
                  <a:lnTo>
                    <a:pt x="965835" y="304850"/>
                  </a:lnTo>
                  <a:lnTo>
                    <a:pt x="967064" y="304366"/>
                  </a:lnTo>
                  <a:lnTo>
                    <a:pt x="968293" y="304076"/>
                  </a:lnTo>
                  <a:lnTo>
                    <a:pt x="969427" y="303883"/>
                  </a:lnTo>
                  <a:lnTo>
                    <a:pt x="970467" y="303786"/>
                  </a:lnTo>
                  <a:lnTo>
                    <a:pt x="971507" y="303786"/>
                  </a:lnTo>
                  <a:lnTo>
                    <a:pt x="972452" y="303786"/>
                  </a:lnTo>
                  <a:lnTo>
                    <a:pt x="973492" y="303690"/>
                  </a:lnTo>
                  <a:lnTo>
                    <a:pt x="974532" y="303690"/>
                  </a:lnTo>
                  <a:lnTo>
                    <a:pt x="975571" y="303690"/>
                  </a:lnTo>
                  <a:lnTo>
                    <a:pt x="976611" y="303690"/>
                  </a:lnTo>
                  <a:lnTo>
                    <a:pt x="977556" y="303883"/>
                  </a:lnTo>
                  <a:lnTo>
                    <a:pt x="978501" y="303883"/>
                  </a:lnTo>
                  <a:lnTo>
                    <a:pt x="979447" y="303883"/>
                  </a:lnTo>
                  <a:lnTo>
                    <a:pt x="980297" y="304173"/>
                  </a:lnTo>
                  <a:lnTo>
                    <a:pt x="981243" y="304270"/>
                  </a:lnTo>
                  <a:lnTo>
                    <a:pt x="982188" y="304366"/>
                  </a:lnTo>
                  <a:lnTo>
                    <a:pt x="983133" y="304463"/>
                  </a:lnTo>
                  <a:lnTo>
                    <a:pt x="984267" y="304560"/>
                  </a:lnTo>
                  <a:lnTo>
                    <a:pt x="985213" y="304656"/>
                  </a:lnTo>
                  <a:lnTo>
                    <a:pt x="986252" y="304656"/>
                  </a:lnTo>
                  <a:lnTo>
                    <a:pt x="987292" y="304753"/>
                  </a:lnTo>
                  <a:lnTo>
                    <a:pt x="988237" y="304850"/>
                  </a:lnTo>
                  <a:lnTo>
                    <a:pt x="989183" y="304850"/>
                  </a:lnTo>
                  <a:lnTo>
                    <a:pt x="990033" y="304850"/>
                  </a:lnTo>
                  <a:lnTo>
                    <a:pt x="990979" y="304946"/>
                  </a:lnTo>
                  <a:lnTo>
                    <a:pt x="992585" y="305043"/>
                  </a:lnTo>
                  <a:lnTo>
                    <a:pt x="993625" y="304946"/>
                  </a:lnTo>
                  <a:lnTo>
                    <a:pt x="994759" y="304850"/>
                  </a:lnTo>
                  <a:lnTo>
                    <a:pt x="995705" y="304560"/>
                  </a:lnTo>
                  <a:lnTo>
                    <a:pt x="996839" y="304753"/>
                  </a:lnTo>
                  <a:lnTo>
                    <a:pt x="997690" y="304850"/>
                  </a:lnTo>
                  <a:lnTo>
                    <a:pt x="998729" y="304946"/>
                  </a:lnTo>
                  <a:lnTo>
                    <a:pt x="999769" y="305043"/>
                  </a:lnTo>
                  <a:lnTo>
                    <a:pt x="1000903" y="305236"/>
                  </a:lnTo>
                  <a:lnTo>
                    <a:pt x="1001943" y="305430"/>
                  </a:lnTo>
                  <a:lnTo>
                    <a:pt x="1002983" y="305623"/>
                  </a:lnTo>
                  <a:lnTo>
                    <a:pt x="1004117" y="305816"/>
                  </a:lnTo>
                  <a:lnTo>
                    <a:pt x="1005157" y="305720"/>
                  </a:lnTo>
                  <a:lnTo>
                    <a:pt x="1006102" y="305526"/>
                  </a:lnTo>
                  <a:lnTo>
                    <a:pt x="1007142" y="305430"/>
                  </a:lnTo>
                  <a:lnTo>
                    <a:pt x="1008182" y="305526"/>
                  </a:lnTo>
                  <a:lnTo>
                    <a:pt x="1009316" y="305430"/>
                  </a:lnTo>
                  <a:lnTo>
                    <a:pt x="1010545" y="305236"/>
                  </a:lnTo>
                  <a:lnTo>
                    <a:pt x="1011774" y="305140"/>
                  </a:lnTo>
                  <a:lnTo>
                    <a:pt x="1012908" y="305043"/>
                  </a:lnTo>
                  <a:lnTo>
                    <a:pt x="1014137" y="304946"/>
                  </a:lnTo>
                  <a:lnTo>
                    <a:pt x="1015460" y="304946"/>
                  </a:lnTo>
                  <a:lnTo>
                    <a:pt x="1016783" y="304753"/>
                  </a:lnTo>
                  <a:lnTo>
                    <a:pt x="1018012" y="304560"/>
                  </a:lnTo>
                  <a:lnTo>
                    <a:pt x="1019241" y="304560"/>
                  </a:lnTo>
                  <a:lnTo>
                    <a:pt x="1020470" y="304463"/>
                  </a:lnTo>
                  <a:lnTo>
                    <a:pt x="1021604" y="304463"/>
                  </a:lnTo>
                  <a:lnTo>
                    <a:pt x="1022738" y="304366"/>
                  </a:lnTo>
                  <a:lnTo>
                    <a:pt x="1023873" y="304270"/>
                  </a:lnTo>
                  <a:lnTo>
                    <a:pt x="1025007" y="304173"/>
                  </a:lnTo>
                  <a:lnTo>
                    <a:pt x="1025952" y="303980"/>
                  </a:lnTo>
                  <a:lnTo>
                    <a:pt x="1026897" y="303883"/>
                  </a:lnTo>
                  <a:lnTo>
                    <a:pt x="1027842" y="303593"/>
                  </a:lnTo>
                  <a:lnTo>
                    <a:pt x="1028977" y="303303"/>
                  </a:lnTo>
                  <a:lnTo>
                    <a:pt x="1030206" y="303110"/>
                  </a:lnTo>
                  <a:lnTo>
                    <a:pt x="1031340" y="302723"/>
                  </a:lnTo>
                  <a:lnTo>
                    <a:pt x="1032474" y="302433"/>
                  </a:lnTo>
                  <a:lnTo>
                    <a:pt x="1033514" y="301853"/>
                  </a:lnTo>
                  <a:lnTo>
                    <a:pt x="1034743" y="301467"/>
                  </a:lnTo>
                  <a:lnTo>
                    <a:pt x="1035877" y="301080"/>
                  </a:lnTo>
                  <a:lnTo>
                    <a:pt x="1037011" y="300597"/>
                  </a:lnTo>
                  <a:lnTo>
                    <a:pt x="1038145" y="300210"/>
                  </a:lnTo>
                  <a:lnTo>
                    <a:pt x="1039374" y="299824"/>
                  </a:lnTo>
                  <a:lnTo>
                    <a:pt x="1040414" y="299534"/>
                  </a:lnTo>
                  <a:lnTo>
                    <a:pt x="1041359" y="299147"/>
                  </a:lnTo>
                  <a:lnTo>
                    <a:pt x="1042399" y="298857"/>
                  </a:lnTo>
                  <a:lnTo>
                    <a:pt x="1043439" y="298374"/>
                  </a:lnTo>
                  <a:lnTo>
                    <a:pt x="1044384" y="297987"/>
                  </a:lnTo>
                  <a:lnTo>
                    <a:pt x="1045424" y="297504"/>
                  </a:lnTo>
                  <a:lnTo>
                    <a:pt x="1046464" y="297214"/>
                  </a:lnTo>
                  <a:lnTo>
                    <a:pt x="1047409" y="296924"/>
                  </a:lnTo>
                  <a:lnTo>
                    <a:pt x="1048259" y="296634"/>
                  </a:lnTo>
                  <a:lnTo>
                    <a:pt x="1049016" y="296537"/>
                  </a:lnTo>
                  <a:lnTo>
                    <a:pt x="1050055" y="296151"/>
                  </a:lnTo>
                  <a:lnTo>
                    <a:pt x="1051001" y="295764"/>
                  </a:lnTo>
                  <a:lnTo>
                    <a:pt x="1052040" y="295764"/>
                  </a:lnTo>
                  <a:lnTo>
                    <a:pt x="1053080" y="295764"/>
                  </a:lnTo>
                  <a:lnTo>
                    <a:pt x="1054025" y="295571"/>
                  </a:lnTo>
                  <a:lnTo>
                    <a:pt x="1054876" y="295184"/>
                  </a:lnTo>
                  <a:lnTo>
                    <a:pt x="1055727" y="294798"/>
                  </a:lnTo>
                  <a:lnTo>
                    <a:pt x="1056672" y="294314"/>
                  </a:lnTo>
                  <a:lnTo>
                    <a:pt x="1057523" y="293928"/>
                  </a:lnTo>
                  <a:lnTo>
                    <a:pt x="1058468" y="293541"/>
                  </a:lnTo>
                  <a:lnTo>
                    <a:pt x="1059413" y="292961"/>
                  </a:lnTo>
                  <a:lnTo>
                    <a:pt x="1060264" y="292285"/>
                  </a:lnTo>
                  <a:lnTo>
                    <a:pt x="1061209" y="291608"/>
                  </a:lnTo>
                  <a:lnTo>
                    <a:pt x="1062060" y="290835"/>
                  </a:lnTo>
                  <a:lnTo>
                    <a:pt x="1062911" y="289965"/>
                  </a:lnTo>
                  <a:lnTo>
                    <a:pt x="1063667" y="289095"/>
                  </a:lnTo>
                  <a:lnTo>
                    <a:pt x="1064612" y="288418"/>
                  </a:lnTo>
                  <a:lnTo>
                    <a:pt x="1065652" y="287838"/>
                  </a:lnTo>
                  <a:lnTo>
                    <a:pt x="1066597" y="287355"/>
                  </a:lnTo>
                  <a:lnTo>
                    <a:pt x="1067542" y="286775"/>
                  </a:lnTo>
                  <a:lnTo>
                    <a:pt x="1068487" y="286099"/>
                  </a:lnTo>
                  <a:lnTo>
                    <a:pt x="1069433" y="285615"/>
                  </a:lnTo>
                  <a:lnTo>
                    <a:pt x="1070283" y="284939"/>
                  </a:lnTo>
                  <a:lnTo>
                    <a:pt x="1071229" y="284165"/>
                  </a:lnTo>
                  <a:lnTo>
                    <a:pt x="1072079" y="283296"/>
                  </a:lnTo>
                  <a:lnTo>
                    <a:pt x="1073024" y="282426"/>
                  </a:lnTo>
                  <a:lnTo>
                    <a:pt x="1073875" y="281556"/>
                  </a:lnTo>
                  <a:lnTo>
                    <a:pt x="1074915" y="280783"/>
                  </a:lnTo>
                  <a:lnTo>
                    <a:pt x="1076049" y="280009"/>
                  </a:lnTo>
                  <a:lnTo>
                    <a:pt x="1077089" y="279139"/>
                  </a:lnTo>
                  <a:lnTo>
                    <a:pt x="1078034" y="278270"/>
                  </a:lnTo>
                  <a:lnTo>
                    <a:pt x="1079074" y="277303"/>
                  </a:lnTo>
                  <a:lnTo>
                    <a:pt x="1080114" y="276336"/>
                  </a:lnTo>
                  <a:lnTo>
                    <a:pt x="1081059" y="275467"/>
                  </a:lnTo>
                  <a:lnTo>
                    <a:pt x="1082193" y="274500"/>
                  </a:lnTo>
                  <a:lnTo>
                    <a:pt x="1083138" y="273727"/>
                  </a:lnTo>
                  <a:lnTo>
                    <a:pt x="1084178" y="272857"/>
                  </a:lnTo>
                  <a:lnTo>
                    <a:pt x="1085123" y="272084"/>
                  </a:lnTo>
                  <a:lnTo>
                    <a:pt x="1085974" y="271504"/>
                  </a:lnTo>
                  <a:lnTo>
                    <a:pt x="1086919" y="270827"/>
                  </a:lnTo>
                  <a:lnTo>
                    <a:pt x="1087959" y="270054"/>
                  </a:lnTo>
                  <a:lnTo>
                    <a:pt x="1088999" y="269184"/>
                  </a:lnTo>
                  <a:lnTo>
                    <a:pt x="1089850" y="268411"/>
                  </a:lnTo>
                  <a:lnTo>
                    <a:pt x="1091835" y="266864"/>
                  </a:lnTo>
                  <a:lnTo>
                    <a:pt x="1095143" y="263965"/>
                  </a:lnTo>
                  <a:lnTo>
                    <a:pt x="1097033" y="262225"/>
                  </a:lnTo>
                  <a:lnTo>
                    <a:pt x="1098829" y="260002"/>
                  </a:lnTo>
                  <a:lnTo>
                    <a:pt x="1100153" y="258262"/>
                  </a:lnTo>
                  <a:lnTo>
                    <a:pt x="1101287" y="256425"/>
                  </a:lnTo>
                  <a:lnTo>
                    <a:pt x="1102516" y="254686"/>
                  </a:lnTo>
                  <a:lnTo>
                    <a:pt x="1106013" y="251013"/>
                  </a:lnTo>
                  <a:lnTo>
                    <a:pt x="1122271" y="232552"/>
                  </a:lnTo>
                  <a:lnTo>
                    <a:pt x="1126430" y="227236"/>
                  </a:lnTo>
                  <a:lnTo>
                    <a:pt x="1129833" y="223563"/>
                  </a:lnTo>
                  <a:lnTo>
                    <a:pt x="1132668" y="220760"/>
                  </a:lnTo>
                  <a:lnTo>
                    <a:pt x="1136827" y="216894"/>
                  </a:lnTo>
                  <a:lnTo>
                    <a:pt x="1143917" y="210708"/>
                  </a:lnTo>
                  <a:lnTo>
                    <a:pt x="1147509" y="206841"/>
                  </a:lnTo>
                  <a:lnTo>
                    <a:pt x="1150722" y="203169"/>
                  </a:lnTo>
                  <a:lnTo>
                    <a:pt x="1152518" y="200172"/>
                  </a:lnTo>
                  <a:lnTo>
                    <a:pt x="1153936" y="197079"/>
                  </a:lnTo>
                  <a:lnTo>
                    <a:pt x="1154787" y="193503"/>
                  </a:lnTo>
                  <a:lnTo>
                    <a:pt x="1155543" y="189927"/>
                  </a:lnTo>
                  <a:lnTo>
                    <a:pt x="1156205" y="185287"/>
                  </a:lnTo>
                  <a:lnTo>
                    <a:pt x="1156772" y="181421"/>
                  </a:lnTo>
                  <a:lnTo>
                    <a:pt x="1157055" y="180068"/>
                  </a:lnTo>
                  <a:lnTo>
                    <a:pt x="1157434" y="178811"/>
                  </a:lnTo>
                  <a:lnTo>
                    <a:pt x="1158001" y="177555"/>
                  </a:lnTo>
                  <a:lnTo>
                    <a:pt x="1160080" y="173979"/>
                  </a:lnTo>
                  <a:lnTo>
                    <a:pt x="1165562" y="164313"/>
                  </a:lnTo>
                  <a:lnTo>
                    <a:pt x="1169154" y="157354"/>
                  </a:lnTo>
                  <a:lnTo>
                    <a:pt x="1170100" y="155421"/>
                  </a:lnTo>
                  <a:lnTo>
                    <a:pt x="1171139" y="153971"/>
                  </a:lnTo>
                  <a:lnTo>
                    <a:pt x="1172463" y="152521"/>
                  </a:lnTo>
                  <a:lnTo>
                    <a:pt x="1175015" y="150298"/>
                  </a:lnTo>
                  <a:lnTo>
                    <a:pt x="1177472" y="148365"/>
                  </a:lnTo>
                  <a:lnTo>
                    <a:pt x="1179741" y="146239"/>
                  </a:lnTo>
                  <a:lnTo>
                    <a:pt x="1181631" y="144209"/>
                  </a:lnTo>
                  <a:lnTo>
                    <a:pt x="1182766" y="143242"/>
                  </a:lnTo>
                  <a:lnTo>
                    <a:pt x="1184278" y="142469"/>
                  </a:lnTo>
                  <a:lnTo>
                    <a:pt x="1186074" y="141696"/>
                  </a:lnTo>
                  <a:lnTo>
                    <a:pt x="1187681" y="141213"/>
                  </a:lnTo>
                  <a:lnTo>
                    <a:pt x="1189477" y="140246"/>
                  </a:lnTo>
                  <a:lnTo>
                    <a:pt x="1191178" y="139569"/>
                  </a:lnTo>
                  <a:lnTo>
                    <a:pt x="1192312" y="139279"/>
                  </a:lnTo>
                  <a:lnTo>
                    <a:pt x="1193447" y="139183"/>
                  </a:lnTo>
                  <a:lnTo>
                    <a:pt x="1195243" y="139279"/>
                  </a:lnTo>
                  <a:lnTo>
                    <a:pt x="1198078" y="139473"/>
                  </a:lnTo>
                  <a:lnTo>
                    <a:pt x="1200536" y="139569"/>
                  </a:lnTo>
                  <a:lnTo>
                    <a:pt x="1203372" y="139763"/>
                  </a:lnTo>
                  <a:lnTo>
                    <a:pt x="1208665" y="139956"/>
                  </a:lnTo>
                  <a:lnTo>
                    <a:pt x="1214431" y="140343"/>
                  </a:lnTo>
                  <a:lnTo>
                    <a:pt x="1218401" y="140439"/>
                  </a:lnTo>
                  <a:lnTo>
                    <a:pt x="1221993" y="140536"/>
                  </a:lnTo>
                  <a:lnTo>
                    <a:pt x="1225774" y="140439"/>
                  </a:lnTo>
                  <a:lnTo>
                    <a:pt x="1228326" y="140246"/>
                  </a:lnTo>
                  <a:lnTo>
                    <a:pt x="1230500" y="139666"/>
                  </a:lnTo>
                  <a:lnTo>
                    <a:pt x="1232485" y="139183"/>
                  </a:lnTo>
                  <a:lnTo>
                    <a:pt x="1233241" y="138700"/>
                  </a:lnTo>
                  <a:lnTo>
                    <a:pt x="1233808" y="138023"/>
                  </a:lnTo>
                  <a:lnTo>
                    <a:pt x="1234753" y="137153"/>
                  </a:lnTo>
                  <a:lnTo>
                    <a:pt x="1236077" y="136090"/>
                  </a:lnTo>
                  <a:lnTo>
                    <a:pt x="1238156" y="134833"/>
                  </a:lnTo>
                  <a:lnTo>
                    <a:pt x="1239385" y="134060"/>
                  </a:lnTo>
                  <a:lnTo>
                    <a:pt x="1240614" y="133384"/>
                  </a:lnTo>
                  <a:lnTo>
                    <a:pt x="1241748" y="132610"/>
                  </a:lnTo>
                  <a:lnTo>
                    <a:pt x="1242599" y="132417"/>
                  </a:lnTo>
                  <a:lnTo>
                    <a:pt x="1243071" y="132417"/>
                  </a:lnTo>
                  <a:lnTo>
                    <a:pt x="1243828" y="132320"/>
                  </a:lnTo>
                  <a:lnTo>
                    <a:pt x="1244962" y="132320"/>
                  </a:lnTo>
                  <a:lnTo>
                    <a:pt x="1246569" y="132417"/>
                  </a:lnTo>
                  <a:lnTo>
                    <a:pt x="1247419" y="132514"/>
                  </a:lnTo>
                  <a:lnTo>
                    <a:pt x="1248932" y="132997"/>
                  </a:lnTo>
                  <a:lnTo>
                    <a:pt x="1249972" y="133190"/>
                  </a:lnTo>
                  <a:lnTo>
                    <a:pt x="1251389" y="133094"/>
                  </a:lnTo>
                  <a:lnTo>
                    <a:pt x="1254698" y="133094"/>
                  </a:lnTo>
                  <a:lnTo>
                    <a:pt x="1257344" y="133094"/>
                  </a:lnTo>
                  <a:lnTo>
                    <a:pt x="1259140" y="133190"/>
                  </a:lnTo>
                  <a:lnTo>
                    <a:pt x="1260464" y="133384"/>
                  </a:lnTo>
                  <a:lnTo>
                    <a:pt x="1261692" y="133577"/>
                  </a:lnTo>
                  <a:lnTo>
                    <a:pt x="1263677" y="133480"/>
                  </a:lnTo>
                  <a:lnTo>
                    <a:pt x="1265284" y="133480"/>
                  </a:lnTo>
                  <a:lnTo>
                    <a:pt x="1266702" y="133867"/>
                  </a:lnTo>
                  <a:lnTo>
                    <a:pt x="1267553" y="134350"/>
                  </a:lnTo>
                  <a:lnTo>
                    <a:pt x="1268214" y="135123"/>
                  </a:lnTo>
                  <a:lnTo>
                    <a:pt x="1269349" y="135703"/>
                  </a:lnTo>
                  <a:lnTo>
                    <a:pt x="1270105" y="135993"/>
                  </a:lnTo>
                  <a:lnTo>
                    <a:pt x="1271145" y="135897"/>
                  </a:lnTo>
                  <a:lnTo>
                    <a:pt x="1272279" y="135703"/>
                  </a:lnTo>
                  <a:lnTo>
                    <a:pt x="1273319" y="135607"/>
                  </a:lnTo>
                  <a:lnTo>
                    <a:pt x="1274642" y="135800"/>
                  </a:lnTo>
                  <a:lnTo>
                    <a:pt x="1276249" y="135993"/>
                  </a:lnTo>
                  <a:lnTo>
                    <a:pt x="1276722" y="136187"/>
                  </a:lnTo>
                  <a:lnTo>
                    <a:pt x="1276911" y="136090"/>
                  </a:lnTo>
                  <a:lnTo>
                    <a:pt x="1278045" y="135123"/>
                  </a:lnTo>
                  <a:lnTo>
                    <a:pt x="1295248" y="134447"/>
                  </a:lnTo>
                  <a:lnTo>
                    <a:pt x="1329276" y="139666"/>
                  </a:lnTo>
                  <a:lnTo>
                    <a:pt x="1356593" y="141793"/>
                  </a:lnTo>
                  <a:lnTo>
                    <a:pt x="1371717" y="149042"/>
                  </a:lnTo>
                  <a:lnTo>
                    <a:pt x="1383438" y="162767"/>
                  </a:lnTo>
                  <a:lnTo>
                    <a:pt x="1387881" y="167599"/>
                  </a:lnTo>
                  <a:lnTo>
                    <a:pt x="1391661" y="171756"/>
                  </a:lnTo>
                  <a:lnTo>
                    <a:pt x="1395631" y="176105"/>
                  </a:lnTo>
                  <a:lnTo>
                    <a:pt x="1410377" y="182098"/>
                  </a:lnTo>
                  <a:lnTo>
                    <a:pt x="1427675" y="180551"/>
                  </a:lnTo>
                  <a:lnTo>
                    <a:pt x="1428242" y="180165"/>
                  </a:lnTo>
                  <a:lnTo>
                    <a:pt x="1442609" y="168663"/>
                  </a:lnTo>
                  <a:lnTo>
                    <a:pt x="1450833" y="158611"/>
                  </a:lnTo>
                  <a:lnTo>
                    <a:pt x="1479190" y="140053"/>
                  </a:lnTo>
                  <a:lnTo>
                    <a:pt x="1501119" y="125844"/>
                  </a:lnTo>
                  <a:lnTo>
                    <a:pt x="1515770" y="110380"/>
                  </a:lnTo>
                  <a:lnTo>
                    <a:pt x="1533824" y="93658"/>
                  </a:lnTo>
                  <a:lnTo>
                    <a:pt x="1551878" y="71331"/>
                  </a:lnTo>
                  <a:lnTo>
                    <a:pt x="1571255" y="62342"/>
                  </a:lnTo>
                  <a:lnTo>
                    <a:pt x="1576359" y="60022"/>
                  </a:lnTo>
                  <a:lnTo>
                    <a:pt x="1585528" y="55866"/>
                  </a:lnTo>
                  <a:lnTo>
                    <a:pt x="1599328" y="47747"/>
                  </a:lnTo>
                  <a:lnTo>
                    <a:pt x="1607741" y="35279"/>
                  </a:lnTo>
                  <a:lnTo>
                    <a:pt x="1615775" y="18461"/>
                  </a:lnTo>
                  <a:lnTo>
                    <a:pt x="1628347" y="11211"/>
                  </a:lnTo>
                  <a:lnTo>
                    <a:pt x="1653585" y="4349"/>
                  </a:lnTo>
                  <a:lnTo>
                    <a:pt x="1653963" y="4252"/>
                  </a:lnTo>
                  <a:lnTo>
                    <a:pt x="1687613" y="0"/>
                  </a:lnTo>
                  <a:lnTo>
                    <a:pt x="1691772" y="966"/>
                  </a:lnTo>
                  <a:lnTo>
                    <a:pt x="1707274" y="4349"/>
                  </a:lnTo>
                  <a:lnTo>
                    <a:pt x="1716915" y="6765"/>
                  </a:lnTo>
                  <a:lnTo>
                    <a:pt x="1719089" y="7345"/>
                  </a:lnTo>
                  <a:lnTo>
                    <a:pt x="1730507" y="4056"/>
                  </a:lnTo>
                  <a:lnTo>
                    <a:pt x="1730507" y="6630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665244" y="4062703"/>
              <a:ext cx="99419" cy="211281"/>
            </a:xfrm>
            <a:custGeom>
              <a:avLst/>
              <a:pathLst>
                <a:path w="99419" h="211281">
                  <a:moveTo>
                    <a:pt x="1304" y="476"/>
                  </a:moveTo>
                  <a:lnTo>
                    <a:pt x="5368" y="1926"/>
                  </a:lnTo>
                  <a:lnTo>
                    <a:pt x="6503" y="2312"/>
                  </a:lnTo>
                  <a:lnTo>
                    <a:pt x="10567" y="3762"/>
                  </a:lnTo>
                  <a:lnTo>
                    <a:pt x="10756" y="3859"/>
                  </a:lnTo>
                  <a:lnTo>
                    <a:pt x="15671" y="5695"/>
                  </a:lnTo>
                  <a:lnTo>
                    <a:pt x="20870" y="7628"/>
                  </a:lnTo>
                  <a:lnTo>
                    <a:pt x="21910" y="6372"/>
                  </a:lnTo>
                  <a:lnTo>
                    <a:pt x="22572" y="5405"/>
                  </a:lnTo>
                  <a:lnTo>
                    <a:pt x="22950" y="5695"/>
                  </a:lnTo>
                  <a:lnTo>
                    <a:pt x="37034" y="15554"/>
                  </a:lnTo>
                  <a:lnTo>
                    <a:pt x="49511" y="23673"/>
                  </a:lnTo>
                  <a:lnTo>
                    <a:pt x="64823" y="33822"/>
                  </a:lnTo>
                  <a:lnTo>
                    <a:pt x="73236" y="39621"/>
                  </a:lnTo>
                  <a:lnTo>
                    <a:pt x="74087" y="40104"/>
                  </a:lnTo>
                  <a:lnTo>
                    <a:pt x="78151" y="42907"/>
                  </a:lnTo>
                  <a:lnTo>
                    <a:pt x="82121" y="45614"/>
                  </a:lnTo>
                  <a:lnTo>
                    <a:pt x="84106" y="46967"/>
                  </a:lnTo>
                  <a:lnTo>
                    <a:pt x="86847" y="48803"/>
                  </a:lnTo>
                  <a:lnTo>
                    <a:pt x="87225" y="49093"/>
                  </a:lnTo>
                  <a:lnTo>
                    <a:pt x="88360" y="49770"/>
                  </a:lnTo>
                  <a:lnTo>
                    <a:pt x="91857" y="52283"/>
                  </a:lnTo>
                  <a:lnTo>
                    <a:pt x="94504" y="54023"/>
                  </a:lnTo>
                  <a:lnTo>
                    <a:pt x="97056" y="55859"/>
                  </a:lnTo>
                  <a:lnTo>
                    <a:pt x="99419" y="57406"/>
                  </a:lnTo>
                  <a:lnTo>
                    <a:pt x="98852" y="58566"/>
                  </a:lnTo>
                  <a:lnTo>
                    <a:pt x="92330" y="71807"/>
                  </a:lnTo>
                  <a:lnTo>
                    <a:pt x="76922" y="64075"/>
                  </a:lnTo>
                  <a:lnTo>
                    <a:pt x="76261" y="65718"/>
                  </a:lnTo>
                  <a:lnTo>
                    <a:pt x="72763" y="75287"/>
                  </a:lnTo>
                  <a:lnTo>
                    <a:pt x="70117" y="82246"/>
                  </a:lnTo>
                  <a:lnTo>
                    <a:pt x="70022" y="82536"/>
                  </a:lnTo>
                  <a:lnTo>
                    <a:pt x="68321" y="87079"/>
                  </a:lnTo>
                  <a:lnTo>
                    <a:pt x="67848" y="88432"/>
                  </a:lnTo>
                  <a:lnTo>
                    <a:pt x="67754" y="88722"/>
                  </a:lnTo>
                  <a:lnTo>
                    <a:pt x="66619" y="91525"/>
                  </a:lnTo>
                  <a:lnTo>
                    <a:pt x="62933" y="101287"/>
                  </a:lnTo>
                  <a:lnTo>
                    <a:pt x="67186" y="103704"/>
                  </a:lnTo>
                  <a:lnTo>
                    <a:pt x="66997" y="104090"/>
                  </a:lnTo>
                  <a:lnTo>
                    <a:pt x="65201" y="107956"/>
                  </a:lnTo>
                  <a:lnTo>
                    <a:pt x="64918" y="109310"/>
                  </a:lnTo>
                  <a:lnTo>
                    <a:pt x="64634" y="109986"/>
                  </a:lnTo>
                  <a:lnTo>
                    <a:pt x="64445" y="110276"/>
                  </a:lnTo>
                  <a:lnTo>
                    <a:pt x="60475" y="118395"/>
                  </a:lnTo>
                  <a:lnTo>
                    <a:pt x="59152" y="121198"/>
                  </a:lnTo>
                  <a:lnTo>
                    <a:pt x="58774" y="121778"/>
                  </a:lnTo>
                  <a:lnTo>
                    <a:pt x="58301" y="122745"/>
                  </a:lnTo>
                  <a:lnTo>
                    <a:pt x="57262" y="126514"/>
                  </a:lnTo>
                  <a:lnTo>
                    <a:pt x="55844" y="129607"/>
                  </a:lnTo>
                  <a:lnTo>
                    <a:pt x="55655" y="129994"/>
                  </a:lnTo>
                  <a:lnTo>
                    <a:pt x="53575" y="134536"/>
                  </a:lnTo>
                  <a:lnTo>
                    <a:pt x="52819" y="136276"/>
                  </a:lnTo>
                  <a:lnTo>
                    <a:pt x="52724" y="136470"/>
                  </a:lnTo>
                  <a:lnTo>
                    <a:pt x="52535" y="136373"/>
                  </a:lnTo>
                  <a:lnTo>
                    <a:pt x="51212" y="135696"/>
                  </a:lnTo>
                  <a:lnTo>
                    <a:pt x="50361" y="135213"/>
                  </a:lnTo>
                  <a:lnTo>
                    <a:pt x="49889" y="135020"/>
                  </a:lnTo>
                  <a:lnTo>
                    <a:pt x="48282" y="138016"/>
                  </a:lnTo>
                  <a:lnTo>
                    <a:pt x="44406" y="145459"/>
                  </a:lnTo>
                  <a:lnTo>
                    <a:pt x="46391" y="146232"/>
                  </a:lnTo>
                  <a:lnTo>
                    <a:pt x="45919" y="147682"/>
                  </a:lnTo>
                  <a:lnTo>
                    <a:pt x="46297" y="148745"/>
                  </a:lnTo>
                  <a:lnTo>
                    <a:pt x="45352" y="152611"/>
                  </a:lnTo>
                  <a:lnTo>
                    <a:pt x="44879" y="156574"/>
                  </a:lnTo>
                  <a:lnTo>
                    <a:pt x="46013" y="161407"/>
                  </a:lnTo>
                  <a:lnTo>
                    <a:pt x="47337" y="165369"/>
                  </a:lnTo>
                  <a:lnTo>
                    <a:pt x="46202" y="169429"/>
                  </a:lnTo>
                  <a:lnTo>
                    <a:pt x="45919" y="171169"/>
                  </a:lnTo>
                  <a:lnTo>
                    <a:pt x="45919" y="171942"/>
                  </a:lnTo>
                  <a:lnTo>
                    <a:pt x="46108" y="173488"/>
                  </a:lnTo>
                  <a:lnTo>
                    <a:pt x="46391" y="174358"/>
                  </a:lnTo>
                  <a:lnTo>
                    <a:pt x="46486" y="174552"/>
                  </a:lnTo>
                  <a:lnTo>
                    <a:pt x="47526" y="176775"/>
                  </a:lnTo>
                  <a:lnTo>
                    <a:pt x="48376" y="179288"/>
                  </a:lnTo>
                  <a:lnTo>
                    <a:pt x="48944" y="181028"/>
                  </a:lnTo>
                  <a:lnTo>
                    <a:pt x="49133" y="182187"/>
                  </a:lnTo>
                  <a:lnTo>
                    <a:pt x="49416" y="186054"/>
                  </a:lnTo>
                  <a:lnTo>
                    <a:pt x="48660" y="195526"/>
                  </a:lnTo>
                  <a:lnTo>
                    <a:pt x="47904" y="203838"/>
                  </a:lnTo>
                  <a:lnTo>
                    <a:pt x="45163" y="211281"/>
                  </a:lnTo>
                  <a:lnTo>
                    <a:pt x="44501" y="211281"/>
                  </a:lnTo>
                  <a:lnTo>
                    <a:pt x="44217" y="210991"/>
                  </a:lnTo>
                  <a:lnTo>
                    <a:pt x="43839" y="210604"/>
                  </a:lnTo>
                  <a:lnTo>
                    <a:pt x="43272" y="210217"/>
                  </a:lnTo>
                  <a:lnTo>
                    <a:pt x="42610" y="209734"/>
                  </a:lnTo>
                  <a:lnTo>
                    <a:pt x="42232" y="209444"/>
                  </a:lnTo>
                  <a:lnTo>
                    <a:pt x="41949" y="209251"/>
                  </a:lnTo>
                  <a:lnTo>
                    <a:pt x="41854" y="209058"/>
                  </a:lnTo>
                  <a:lnTo>
                    <a:pt x="41665" y="208864"/>
                  </a:lnTo>
                  <a:lnTo>
                    <a:pt x="40720" y="208284"/>
                  </a:lnTo>
                  <a:lnTo>
                    <a:pt x="39869" y="207801"/>
                  </a:lnTo>
                  <a:lnTo>
                    <a:pt x="39208" y="207511"/>
                  </a:lnTo>
                  <a:lnTo>
                    <a:pt x="38546" y="207028"/>
                  </a:lnTo>
                  <a:lnTo>
                    <a:pt x="38168" y="206448"/>
                  </a:lnTo>
                  <a:lnTo>
                    <a:pt x="37790" y="205965"/>
                  </a:lnTo>
                  <a:lnTo>
                    <a:pt x="37601" y="205288"/>
                  </a:lnTo>
                  <a:lnTo>
                    <a:pt x="37412" y="204805"/>
                  </a:lnTo>
                  <a:lnTo>
                    <a:pt x="37128" y="204321"/>
                  </a:lnTo>
                  <a:lnTo>
                    <a:pt x="36939" y="203742"/>
                  </a:lnTo>
                  <a:lnTo>
                    <a:pt x="36656" y="203548"/>
                  </a:lnTo>
                  <a:lnTo>
                    <a:pt x="36372" y="203162"/>
                  </a:lnTo>
                  <a:lnTo>
                    <a:pt x="36088" y="202968"/>
                  </a:lnTo>
                  <a:lnTo>
                    <a:pt x="35710" y="202678"/>
                  </a:lnTo>
                  <a:lnTo>
                    <a:pt x="35616" y="202485"/>
                  </a:lnTo>
                  <a:lnTo>
                    <a:pt x="35427" y="202292"/>
                  </a:lnTo>
                  <a:lnTo>
                    <a:pt x="34954" y="202098"/>
                  </a:lnTo>
                  <a:lnTo>
                    <a:pt x="34387" y="201518"/>
                  </a:lnTo>
                  <a:lnTo>
                    <a:pt x="33536" y="200649"/>
                  </a:lnTo>
                  <a:lnTo>
                    <a:pt x="32780" y="199875"/>
                  </a:lnTo>
                  <a:lnTo>
                    <a:pt x="31929" y="199392"/>
                  </a:lnTo>
                  <a:lnTo>
                    <a:pt x="31268" y="199102"/>
                  </a:lnTo>
                  <a:lnTo>
                    <a:pt x="30984" y="198812"/>
                  </a:lnTo>
                  <a:lnTo>
                    <a:pt x="30322" y="198619"/>
                  </a:lnTo>
                  <a:lnTo>
                    <a:pt x="29661" y="198136"/>
                  </a:lnTo>
                  <a:lnTo>
                    <a:pt x="29188" y="197749"/>
                  </a:lnTo>
                  <a:lnTo>
                    <a:pt x="28716" y="197362"/>
                  </a:lnTo>
                  <a:lnTo>
                    <a:pt x="26636" y="196299"/>
                  </a:lnTo>
                  <a:lnTo>
                    <a:pt x="25313" y="195139"/>
                  </a:lnTo>
                  <a:lnTo>
                    <a:pt x="23611" y="193979"/>
                  </a:lnTo>
                  <a:lnTo>
                    <a:pt x="22288" y="193109"/>
                  </a:lnTo>
                  <a:lnTo>
                    <a:pt x="21059" y="192336"/>
                  </a:lnTo>
                  <a:lnTo>
                    <a:pt x="18980" y="190693"/>
                  </a:lnTo>
                  <a:lnTo>
                    <a:pt x="16900" y="189147"/>
                  </a:lnTo>
                  <a:lnTo>
                    <a:pt x="15388" y="188180"/>
                  </a:lnTo>
                  <a:lnTo>
                    <a:pt x="14632" y="187697"/>
                  </a:lnTo>
                  <a:lnTo>
                    <a:pt x="14065" y="187310"/>
                  </a:lnTo>
                  <a:lnTo>
                    <a:pt x="13308" y="186924"/>
                  </a:lnTo>
                  <a:lnTo>
                    <a:pt x="12741" y="186440"/>
                  </a:lnTo>
                  <a:lnTo>
                    <a:pt x="12458" y="185860"/>
                  </a:lnTo>
                  <a:lnTo>
                    <a:pt x="11796" y="185184"/>
                  </a:lnTo>
                  <a:lnTo>
                    <a:pt x="11134" y="184990"/>
                  </a:lnTo>
                  <a:lnTo>
                    <a:pt x="10567" y="184700"/>
                  </a:lnTo>
                  <a:lnTo>
                    <a:pt x="9811" y="184217"/>
                  </a:lnTo>
                  <a:lnTo>
                    <a:pt x="9338" y="183637"/>
                  </a:lnTo>
                  <a:lnTo>
                    <a:pt x="8960" y="183154"/>
                  </a:lnTo>
                  <a:lnTo>
                    <a:pt x="8677" y="182864"/>
                  </a:lnTo>
                  <a:lnTo>
                    <a:pt x="8299" y="182767"/>
                  </a:lnTo>
                  <a:lnTo>
                    <a:pt x="7826" y="182381"/>
                  </a:lnTo>
                  <a:lnTo>
                    <a:pt x="7259" y="181897"/>
                  </a:lnTo>
                  <a:lnTo>
                    <a:pt x="6692" y="181414"/>
                  </a:lnTo>
                  <a:lnTo>
                    <a:pt x="6314" y="180834"/>
                  </a:lnTo>
                  <a:lnTo>
                    <a:pt x="6030" y="180641"/>
                  </a:lnTo>
                  <a:lnTo>
                    <a:pt x="5652" y="180448"/>
                  </a:lnTo>
                  <a:lnTo>
                    <a:pt x="5274" y="180351"/>
                  </a:lnTo>
                  <a:lnTo>
                    <a:pt x="4707" y="180061"/>
                  </a:lnTo>
                  <a:lnTo>
                    <a:pt x="4234" y="179384"/>
                  </a:lnTo>
                  <a:lnTo>
                    <a:pt x="3762" y="179094"/>
                  </a:lnTo>
                  <a:lnTo>
                    <a:pt x="3572" y="178708"/>
                  </a:lnTo>
                  <a:lnTo>
                    <a:pt x="2911" y="178418"/>
                  </a:lnTo>
                  <a:lnTo>
                    <a:pt x="2344" y="177935"/>
                  </a:lnTo>
                  <a:lnTo>
                    <a:pt x="1871" y="177451"/>
                  </a:lnTo>
                  <a:lnTo>
                    <a:pt x="1304" y="177258"/>
                  </a:lnTo>
                  <a:lnTo>
                    <a:pt x="737" y="177065"/>
                  </a:lnTo>
                  <a:lnTo>
                    <a:pt x="170" y="176775"/>
                  </a:lnTo>
                  <a:lnTo>
                    <a:pt x="0" y="176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1754077" y="4226334"/>
              <a:ext cx="517324" cy="360620"/>
            </a:xfrm>
            <a:custGeom>
              <a:avLst/>
              <a:pathLst>
                <a:path w="517324" h="360620">
                  <a:moveTo>
                    <a:pt x="271564" y="9665"/>
                  </a:moveTo>
                  <a:lnTo>
                    <a:pt x="271659" y="16431"/>
                  </a:lnTo>
                  <a:lnTo>
                    <a:pt x="271659" y="22423"/>
                  </a:lnTo>
                  <a:lnTo>
                    <a:pt x="271753" y="25130"/>
                  </a:lnTo>
                  <a:lnTo>
                    <a:pt x="272037" y="27643"/>
                  </a:lnTo>
                  <a:lnTo>
                    <a:pt x="272320" y="29479"/>
                  </a:lnTo>
                  <a:lnTo>
                    <a:pt x="272415" y="30059"/>
                  </a:lnTo>
                  <a:lnTo>
                    <a:pt x="272604" y="31122"/>
                  </a:lnTo>
                  <a:lnTo>
                    <a:pt x="273076" y="32669"/>
                  </a:lnTo>
                  <a:lnTo>
                    <a:pt x="273833" y="34699"/>
                  </a:lnTo>
                  <a:lnTo>
                    <a:pt x="275156" y="38372"/>
                  </a:lnTo>
                  <a:lnTo>
                    <a:pt x="275629" y="39821"/>
                  </a:lnTo>
                  <a:lnTo>
                    <a:pt x="278937" y="47650"/>
                  </a:lnTo>
                  <a:lnTo>
                    <a:pt x="279882" y="50453"/>
                  </a:lnTo>
                  <a:lnTo>
                    <a:pt x="280449" y="53353"/>
                  </a:lnTo>
                  <a:lnTo>
                    <a:pt x="280922" y="55769"/>
                  </a:lnTo>
                  <a:lnTo>
                    <a:pt x="281678" y="62342"/>
                  </a:lnTo>
                  <a:lnTo>
                    <a:pt x="282812" y="72201"/>
                  </a:lnTo>
                  <a:lnTo>
                    <a:pt x="282812" y="72491"/>
                  </a:lnTo>
                  <a:lnTo>
                    <a:pt x="283001" y="74327"/>
                  </a:lnTo>
                  <a:lnTo>
                    <a:pt x="283190" y="77420"/>
                  </a:lnTo>
                  <a:lnTo>
                    <a:pt x="283758" y="82060"/>
                  </a:lnTo>
                  <a:lnTo>
                    <a:pt x="284514" y="91725"/>
                  </a:lnTo>
                  <a:lnTo>
                    <a:pt x="284608" y="92498"/>
                  </a:lnTo>
                  <a:lnTo>
                    <a:pt x="284703" y="94818"/>
                  </a:lnTo>
                  <a:lnTo>
                    <a:pt x="284797" y="98201"/>
                  </a:lnTo>
                  <a:lnTo>
                    <a:pt x="284797" y="100521"/>
                  </a:lnTo>
                  <a:lnTo>
                    <a:pt x="284892" y="103034"/>
                  </a:lnTo>
                  <a:lnTo>
                    <a:pt x="284892" y="105064"/>
                  </a:lnTo>
                  <a:lnTo>
                    <a:pt x="284797" y="107480"/>
                  </a:lnTo>
                  <a:lnTo>
                    <a:pt x="284608" y="111153"/>
                  </a:lnTo>
                  <a:lnTo>
                    <a:pt x="284419" y="114922"/>
                  </a:lnTo>
                  <a:lnTo>
                    <a:pt x="283568" y="126328"/>
                  </a:lnTo>
                  <a:lnTo>
                    <a:pt x="283190" y="131257"/>
                  </a:lnTo>
                  <a:lnTo>
                    <a:pt x="283001" y="133673"/>
                  </a:lnTo>
                  <a:lnTo>
                    <a:pt x="282718" y="136863"/>
                  </a:lnTo>
                  <a:lnTo>
                    <a:pt x="282812" y="139183"/>
                  </a:lnTo>
                  <a:lnTo>
                    <a:pt x="282907" y="141503"/>
                  </a:lnTo>
                  <a:lnTo>
                    <a:pt x="283096" y="143726"/>
                  </a:lnTo>
                  <a:lnTo>
                    <a:pt x="283096" y="144112"/>
                  </a:lnTo>
                  <a:lnTo>
                    <a:pt x="283568" y="146915"/>
                  </a:lnTo>
                  <a:lnTo>
                    <a:pt x="284041" y="149332"/>
                  </a:lnTo>
                  <a:lnTo>
                    <a:pt x="284230" y="150491"/>
                  </a:lnTo>
                  <a:lnTo>
                    <a:pt x="284608" y="152135"/>
                  </a:lnTo>
                  <a:lnTo>
                    <a:pt x="285270" y="156387"/>
                  </a:lnTo>
                  <a:lnTo>
                    <a:pt x="285648" y="157644"/>
                  </a:lnTo>
                  <a:lnTo>
                    <a:pt x="287633" y="157644"/>
                  </a:lnTo>
                  <a:lnTo>
                    <a:pt x="288200" y="157644"/>
                  </a:lnTo>
                  <a:lnTo>
                    <a:pt x="289712" y="157741"/>
                  </a:lnTo>
                  <a:lnTo>
                    <a:pt x="290752" y="157741"/>
                  </a:lnTo>
                  <a:lnTo>
                    <a:pt x="290941" y="157741"/>
                  </a:lnTo>
                  <a:lnTo>
                    <a:pt x="292548" y="157837"/>
                  </a:lnTo>
                  <a:lnTo>
                    <a:pt x="293777" y="158224"/>
                  </a:lnTo>
                  <a:lnTo>
                    <a:pt x="295100" y="158707"/>
                  </a:lnTo>
                  <a:lnTo>
                    <a:pt x="295289" y="158804"/>
                  </a:lnTo>
                  <a:lnTo>
                    <a:pt x="297274" y="160254"/>
                  </a:lnTo>
                  <a:lnTo>
                    <a:pt x="300015" y="162187"/>
                  </a:lnTo>
                  <a:lnTo>
                    <a:pt x="301622" y="163347"/>
                  </a:lnTo>
                  <a:lnTo>
                    <a:pt x="302473" y="163927"/>
                  </a:lnTo>
                  <a:lnTo>
                    <a:pt x="309468" y="163347"/>
                  </a:lnTo>
                  <a:lnTo>
                    <a:pt x="319582" y="162670"/>
                  </a:lnTo>
                  <a:lnTo>
                    <a:pt x="329223" y="161993"/>
                  </a:lnTo>
                  <a:lnTo>
                    <a:pt x="330263" y="161897"/>
                  </a:lnTo>
                  <a:lnTo>
                    <a:pt x="348884" y="160834"/>
                  </a:lnTo>
                  <a:lnTo>
                    <a:pt x="350018" y="160737"/>
                  </a:lnTo>
                  <a:lnTo>
                    <a:pt x="357013" y="160254"/>
                  </a:lnTo>
                  <a:lnTo>
                    <a:pt x="358147" y="160157"/>
                  </a:lnTo>
                  <a:lnTo>
                    <a:pt x="358147" y="171176"/>
                  </a:lnTo>
                  <a:lnTo>
                    <a:pt x="359565" y="171176"/>
                  </a:lnTo>
                  <a:lnTo>
                    <a:pt x="363251" y="171079"/>
                  </a:lnTo>
                  <a:lnTo>
                    <a:pt x="367316" y="171079"/>
                  </a:lnTo>
                  <a:lnTo>
                    <a:pt x="367032" y="159577"/>
                  </a:lnTo>
                  <a:lnTo>
                    <a:pt x="379320" y="159287"/>
                  </a:lnTo>
                  <a:lnTo>
                    <a:pt x="391514" y="158997"/>
                  </a:lnTo>
                  <a:lnTo>
                    <a:pt x="392175" y="158997"/>
                  </a:lnTo>
                  <a:lnTo>
                    <a:pt x="400021" y="158900"/>
                  </a:lnTo>
                  <a:lnTo>
                    <a:pt x="399832" y="153778"/>
                  </a:lnTo>
                  <a:lnTo>
                    <a:pt x="405787" y="153488"/>
                  </a:lnTo>
                  <a:lnTo>
                    <a:pt x="405692" y="149912"/>
                  </a:lnTo>
                  <a:lnTo>
                    <a:pt x="405692" y="149042"/>
                  </a:lnTo>
                  <a:lnTo>
                    <a:pt x="405692" y="146529"/>
                  </a:lnTo>
                  <a:lnTo>
                    <a:pt x="405787" y="144789"/>
                  </a:lnTo>
                  <a:lnTo>
                    <a:pt x="405976" y="143532"/>
                  </a:lnTo>
                  <a:lnTo>
                    <a:pt x="406070" y="143146"/>
                  </a:lnTo>
                  <a:lnTo>
                    <a:pt x="407488" y="141889"/>
                  </a:lnTo>
                  <a:lnTo>
                    <a:pt x="408244" y="141406"/>
                  </a:lnTo>
                  <a:lnTo>
                    <a:pt x="409000" y="140923"/>
                  </a:lnTo>
                  <a:lnTo>
                    <a:pt x="411931" y="138893"/>
                  </a:lnTo>
                  <a:lnTo>
                    <a:pt x="418264" y="134737"/>
                  </a:lnTo>
                  <a:lnTo>
                    <a:pt x="418925" y="134350"/>
                  </a:lnTo>
                  <a:lnTo>
                    <a:pt x="421478" y="132707"/>
                  </a:lnTo>
                  <a:lnTo>
                    <a:pt x="422234" y="132224"/>
                  </a:lnTo>
                  <a:lnTo>
                    <a:pt x="422612" y="131934"/>
                  </a:lnTo>
                  <a:lnTo>
                    <a:pt x="422801" y="131837"/>
                  </a:lnTo>
                  <a:lnTo>
                    <a:pt x="423462" y="131354"/>
                  </a:lnTo>
                  <a:lnTo>
                    <a:pt x="426204" y="129614"/>
                  </a:lnTo>
                  <a:lnTo>
                    <a:pt x="428189" y="128261"/>
                  </a:lnTo>
                  <a:lnTo>
                    <a:pt x="432726" y="125265"/>
                  </a:lnTo>
                  <a:lnTo>
                    <a:pt x="433671" y="124685"/>
                  </a:lnTo>
                  <a:lnTo>
                    <a:pt x="434522" y="124105"/>
                  </a:lnTo>
                  <a:lnTo>
                    <a:pt x="435183" y="123621"/>
                  </a:lnTo>
                  <a:lnTo>
                    <a:pt x="435845" y="124588"/>
                  </a:lnTo>
                  <a:lnTo>
                    <a:pt x="438586" y="128937"/>
                  </a:lnTo>
                  <a:lnTo>
                    <a:pt x="440099" y="131450"/>
                  </a:lnTo>
                  <a:lnTo>
                    <a:pt x="440288" y="131644"/>
                  </a:lnTo>
                  <a:lnTo>
                    <a:pt x="441705" y="133867"/>
                  </a:lnTo>
                  <a:lnTo>
                    <a:pt x="443879" y="137250"/>
                  </a:lnTo>
                  <a:lnTo>
                    <a:pt x="444352" y="138023"/>
                  </a:lnTo>
                  <a:lnTo>
                    <a:pt x="444730" y="138603"/>
                  </a:lnTo>
                  <a:lnTo>
                    <a:pt x="445864" y="140246"/>
                  </a:lnTo>
                  <a:lnTo>
                    <a:pt x="448322" y="143822"/>
                  </a:lnTo>
                  <a:lnTo>
                    <a:pt x="448417" y="144016"/>
                  </a:lnTo>
                  <a:lnTo>
                    <a:pt x="449645" y="145949"/>
                  </a:lnTo>
                  <a:lnTo>
                    <a:pt x="452481" y="150202"/>
                  </a:lnTo>
                  <a:lnTo>
                    <a:pt x="456640" y="156387"/>
                  </a:lnTo>
                  <a:lnTo>
                    <a:pt x="457018" y="156967"/>
                  </a:lnTo>
                  <a:lnTo>
                    <a:pt x="457491" y="157547"/>
                  </a:lnTo>
                  <a:lnTo>
                    <a:pt x="460137" y="161510"/>
                  </a:lnTo>
                  <a:lnTo>
                    <a:pt x="460894" y="162670"/>
                  </a:lnTo>
                  <a:lnTo>
                    <a:pt x="464391" y="167889"/>
                  </a:lnTo>
                  <a:lnTo>
                    <a:pt x="465053" y="168953"/>
                  </a:lnTo>
                  <a:lnTo>
                    <a:pt x="470062" y="176395"/>
                  </a:lnTo>
                  <a:lnTo>
                    <a:pt x="472331" y="179778"/>
                  </a:lnTo>
                  <a:lnTo>
                    <a:pt x="476584" y="186157"/>
                  </a:lnTo>
                  <a:lnTo>
                    <a:pt x="476963" y="186640"/>
                  </a:lnTo>
                  <a:lnTo>
                    <a:pt x="478569" y="189154"/>
                  </a:lnTo>
                  <a:lnTo>
                    <a:pt x="483485" y="196693"/>
                  </a:lnTo>
                  <a:lnTo>
                    <a:pt x="486415" y="201332"/>
                  </a:lnTo>
                  <a:lnTo>
                    <a:pt x="497096" y="217473"/>
                  </a:lnTo>
                  <a:lnTo>
                    <a:pt x="500121" y="222210"/>
                  </a:lnTo>
                  <a:lnTo>
                    <a:pt x="500310" y="222403"/>
                  </a:lnTo>
                  <a:lnTo>
                    <a:pt x="501349" y="224046"/>
                  </a:lnTo>
                  <a:lnTo>
                    <a:pt x="503051" y="226559"/>
                  </a:lnTo>
                  <a:lnTo>
                    <a:pt x="503902" y="227912"/>
                  </a:lnTo>
                  <a:lnTo>
                    <a:pt x="508911" y="235065"/>
                  </a:lnTo>
                  <a:lnTo>
                    <a:pt x="511369" y="238544"/>
                  </a:lnTo>
                  <a:lnTo>
                    <a:pt x="514110" y="242410"/>
                  </a:lnTo>
                  <a:lnTo>
                    <a:pt x="514772" y="243377"/>
                  </a:lnTo>
                  <a:lnTo>
                    <a:pt x="515811" y="245117"/>
                  </a:lnTo>
                  <a:lnTo>
                    <a:pt x="516946" y="246857"/>
                  </a:lnTo>
                  <a:lnTo>
                    <a:pt x="517324" y="247437"/>
                  </a:lnTo>
                  <a:lnTo>
                    <a:pt x="516946" y="247823"/>
                  </a:lnTo>
                  <a:lnTo>
                    <a:pt x="516568" y="248306"/>
                  </a:lnTo>
                  <a:lnTo>
                    <a:pt x="516284" y="248693"/>
                  </a:lnTo>
                  <a:lnTo>
                    <a:pt x="516001" y="249273"/>
                  </a:lnTo>
                  <a:lnTo>
                    <a:pt x="515811" y="249756"/>
                  </a:lnTo>
                  <a:lnTo>
                    <a:pt x="515717" y="250336"/>
                  </a:lnTo>
                  <a:lnTo>
                    <a:pt x="515622" y="250819"/>
                  </a:lnTo>
                  <a:lnTo>
                    <a:pt x="515528" y="251399"/>
                  </a:lnTo>
                  <a:lnTo>
                    <a:pt x="515244" y="251399"/>
                  </a:lnTo>
                  <a:lnTo>
                    <a:pt x="514583" y="251303"/>
                  </a:lnTo>
                  <a:lnTo>
                    <a:pt x="514205" y="251303"/>
                  </a:lnTo>
                  <a:lnTo>
                    <a:pt x="511369" y="250819"/>
                  </a:lnTo>
                  <a:lnTo>
                    <a:pt x="510991" y="250819"/>
                  </a:lnTo>
                  <a:lnTo>
                    <a:pt x="509667" y="250626"/>
                  </a:lnTo>
                  <a:lnTo>
                    <a:pt x="507210" y="250240"/>
                  </a:lnTo>
                  <a:lnTo>
                    <a:pt x="505508" y="249950"/>
                  </a:lnTo>
                  <a:lnTo>
                    <a:pt x="501633" y="249466"/>
                  </a:lnTo>
                  <a:lnTo>
                    <a:pt x="500782" y="249273"/>
                  </a:lnTo>
                  <a:lnTo>
                    <a:pt x="499932" y="249176"/>
                  </a:lnTo>
                  <a:lnTo>
                    <a:pt x="498230" y="248790"/>
                  </a:lnTo>
                  <a:lnTo>
                    <a:pt x="497285" y="248693"/>
                  </a:lnTo>
                  <a:lnTo>
                    <a:pt x="496245" y="248500"/>
                  </a:lnTo>
                  <a:lnTo>
                    <a:pt x="495300" y="248306"/>
                  </a:lnTo>
                  <a:lnTo>
                    <a:pt x="494827" y="248210"/>
                  </a:lnTo>
                  <a:lnTo>
                    <a:pt x="493599" y="248016"/>
                  </a:lnTo>
                  <a:lnTo>
                    <a:pt x="493031" y="247920"/>
                  </a:lnTo>
                  <a:lnTo>
                    <a:pt x="490385" y="247533"/>
                  </a:lnTo>
                  <a:lnTo>
                    <a:pt x="487171" y="246953"/>
                  </a:lnTo>
                  <a:lnTo>
                    <a:pt x="486131" y="246760"/>
                  </a:lnTo>
                  <a:lnTo>
                    <a:pt x="484524" y="246470"/>
                  </a:lnTo>
                  <a:lnTo>
                    <a:pt x="483579" y="246373"/>
                  </a:lnTo>
                  <a:lnTo>
                    <a:pt x="481972" y="246083"/>
                  </a:lnTo>
                  <a:lnTo>
                    <a:pt x="481689" y="246083"/>
                  </a:lnTo>
                  <a:lnTo>
                    <a:pt x="480649" y="245890"/>
                  </a:lnTo>
                  <a:lnTo>
                    <a:pt x="480460" y="245890"/>
                  </a:lnTo>
                  <a:lnTo>
                    <a:pt x="477813" y="245407"/>
                  </a:lnTo>
                  <a:lnTo>
                    <a:pt x="477435" y="245407"/>
                  </a:lnTo>
                  <a:lnTo>
                    <a:pt x="477152" y="245310"/>
                  </a:lnTo>
                  <a:lnTo>
                    <a:pt x="476963" y="245310"/>
                  </a:lnTo>
                  <a:lnTo>
                    <a:pt x="476301" y="245213"/>
                  </a:lnTo>
                  <a:lnTo>
                    <a:pt x="473087" y="244730"/>
                  </a:lnTo>
                  <a:lnTo>
                    <a:pt x="470913" y="244344"/>
                  </a:lnTo>
                  <a:lnTo>
                    <a:pt x="468455" y="243957"/>
                  </a:lnTo>
                  <a:lnTo>
                    <a:pt x="468077" y="243860"/>
                  </a:lnTo>
                  <a:lnTo>
                    <a:pt x="466376" y="243667"/>
                  </a:lnTo>
                  <a:lnTo>
                    <a:pt x="462784" y="243087"/>
                  </a:lnTo>
                  <a:lnTo>
                    <a:pt x="460799" y="242797"/>
                  </a:lnTo>
                  <a:lnTo>
                    <a:pt x="459287" y="242507"/>
                  </a:lnTo>
                  <a:lnTo>
                    <a:pt x="458341" y="242410"/>
                  </a:lnTo>
                  <a:lnTo>
                    <a:pt x="457963" y="242314"/>
                  </a:lnTo>
                  <a:lnTo>
                    <a:pt x="457207" y="242217"/>
                  </a:lnTo>
                  <a:lnTo>
                    <a:pt x="455128" y="241927"/>
                  </a:lnTo>
                  <a:lnTo>
                    <a:pt x="446904" y="240574"/>
                  </a:lnTo>
                  <a:lnTo>
                    <a:pt x="445770" y="240381"/>
                  </a:lnTo>
                  <a:lnTo>
                    <a:pt x="444258" y="240187"/>
                  </a:lnTo>
                  <a:lnTo>
                    <a:pt x="443690" y="240091"/>
                  </a:lnTo>
                  <a:lnTo>
                    <a:pt x="441516" y="239801"/>
                  </a:lnTo>
                  <a:lnTo>
                    <a:pt x="440760" y="239704"/>
                  </a:lnTo>
                  <a:lnTo>
                    <a:pt x="440477" y="239704"/>
                  </a:lnTo>
                  <a:lnTo>
                    <a:pt x="440193" y="239607"/>
                  </a:lnTo>
                  <a:lnTo>
                    <a:pt x="439626" y="243667"/>
                  </a:lnTo>
                  <a:lnTo>
                    <a:pt x="439626" y="243860"/>
                  </a:lnTo>
                  <a:lnTo>
                    <a:pt x="439626" y="244634"/>
                  </a:lnTo>
                  <a:lnTo>
                    <a:pt x="439626" y="244827"/>
                  </a:lnTo>
                  <a:lnTo>
                    <a:pt x="440193" y="250530"/>
                  </a:lnTo>
                  <a:lnTo>
                    <a:pt x="440382" y="253139"/>
                  </a:lnTo>
                  <a:lnTo>
                    <a:pt x="440666" y="255846"/>
                  </a:lnTo>
                  <a:lnTo>
                    <a:pt x="441233" y="261548"/>
                  </a:lnTo>
                  <a:lnTo>
                    <a:pt x="441044" y="261548"/>
                  </a:lnTo>
                  <a:lnTo>
                    <a:pt x="439153" y="261838"/>
                  </a:lnTo>
                  <a:lnTo>
                    <a:pt x="433576" y="262321"/>
                  </a:lnTo>
                  <a:lnTo>
                    <a:pt x="432726" y="262418"/>
                  </a:lnTo>
                  <a:lnTo>
                    <a:pt x="432348" y="262418"/>
                  </a:lnTo>
                  <a:lnTo>
                    <a:pt x="431591" y="262515"/>
                  </a:lnTo>
                  <a:lnTo>
                    <a:pt x="431024" y="262515"/>
                  </a:lnTo>
                  <a:lnTo>
                    <a:pt x="430079" y="262611"/>
                  </a:lnTo>
                  <a:lnTo>
                    <a:pt x="426393" y="262998"/>
                  </a:lnTo>
                  <a:lnTo>
                    <a:pt x="423746" y="263191"/>
                  </a:lnTo>
                  <a:lnTo>
                    <a:pt x="419398" y="262418"/>
                  </a:lnTo>
                  <a:lnTo>
                    <a:pt x="418831" y="265318"/>
                  </a:lnTo>
                  <a:lnTo>
                    <a:pt x="418453" y="267154"/>
                  </a:lnTo>
                  <a:lnTo>
                    <a:pt x="417980" y="267058"/>
                  </a:lnTo>
                  <a:lnTo>
                    <a:pt x="416846" y="266864"/>
                  </a:lnTo>
                  <a:lnTo>
                    <a:pt x="416090" y="266671"/>
                  </a:lnTo>
                  <a:lnTo>
                    <a:pt x="415617" y="266574"/>
                  </a:lnTo>
                  <a:lnTo>
                    <a:pt x="412876" y="265898"/>
                  </a:lnTo>
                  <a:lnTo>
                    <a:pt x="412403" y="267831"/>
                  </a:lnTo>
                  <a:lnTo>
                    <a:pt x="412309" y="268411"/>
                  </a:lnTo>
                  <a:lnTo>
                    <a:pt x="412214" y="268701"/>
                  </a:lnTo>
                  <a:lnTo>
                    <a:pt x="412120" y="269184"/>
                  </a:lnTo>
                  <a:lnTo>
                    <a:pt x="411836" y="270247"/>
                  </a:lnTo>
                  <a:lnTo>
                    <a:pt x="410513" y="271697"/>
                  </a:lnTo>
                  <a:lnTo>
                    <a:pt x="410135" y="272180"/>
                  </a:lnTo>
                  <a:lnTo>
                    <a:pt x="408622" y="273727"/>
                  </a:lnTo>
                  <a:lnTo>
                    <a:pt x="407866" y="274597"/>
                  </a:lnTo>
                  <a:lnTo>
                    <a:pt x="407772" y="274403"/>
                  </a:lnTo>
                  <a:lnTo>
                    <a:pt x="407110" y="273147"/>
                  </a:lnTo>
                  <a:lnTo>
                    <a:pt x="407015" y="272857"/>
                  </a:lnTo>
                  <a:lnTo>
                    <a:pt x="406543" y="271890"/>
                  </a:lnTo>
                  <a:lnTo>
                    <a:pt x="406354" y="271407"/>
                  </a:lnTo>
                  <a:lnTo>
                    <a:pt x="406070" y="270924"/>
                  </a:lnTo>
                  <a:lnTo>
                    <a:pt x="406637" y="267444"/>
                  </a:lnTo>
                  <a:lnTo>
                    <a:pt x="407015" y="265704"/>
                  </a:lnTo>
                  <a:lnTo>
                    <a:pt x="407205" y="264641"/>
                  </a:lnTo>
                  <a:lnTo>
                    <a:pt x="407205" y="264448"/>
                  </a:lnTo>
                  <a:lnTo>
                    <a:pt x="407205" y="264061"/>
                  </a:lnTo>
                  <a:lnTo>
                    <a:pt x="407015" y="262805"/>
                  </a:lnTo>
                  <a:lnTo>
                    <a:pt x="406826" y="260872"/>
                  </a:lnTo>
                  <a:lnTo>
                    <a:pt x="406259" y="261065"/>
                  </a:lnTo>
                  <a:lnTo>
                    <a:pt x="405314" y="261355"/>
                  </a:lnTo>
                  <a:lnTo>
                    <a:pt x="404558" y="261548"/>
                  </a:lnTo>
                  <a:lnTo>
                    <a:pt x="404180" y="261645"/>
                  </a:lnTo>
                  <a:lnTo>
                    <a:pt x="403235" y="261935"/>
                  </a:lnTo>
                  <a:lnTo>
                    <a:pt x="402951" y="261548"/>
                  </a:lnTo>
                  <a:lnTo>
                    <a:pt x="402289" y="259905"/>
                  </a:lnTo>
                  <a:lnTo>
                    <a:pt x="400777" y="256715"/>
                  </a:lnTo>
                  <a:lnTo>
                    <a:pt x="400304" y="256909"/>
                  </a:lnTo>
                  <a:lnTo>
                    <a:pt x="398508" y="257392"/>
                  </a:lnTo>
                  <a:lnTo>
                    <a:pt x="398319" y="257392"/>
                  </a:lnTo>
                  <a:lnTo>
                    <a:pt x="397847" y="257585"/>
                  </a:lnTo>
                  <a:lnTo>
                    <a:pt x="394822" y="258262"/>
                  </a:lnTo>
                  <a:lnTo>
                    <a:pt x="392175" y="258455"/>
                  </a:lnTo>
                  <a:lnTo>
                    <a:pt x="391892" y="258455"/>
                  </a:lnTo>
                  <a:lnTo>
                    <a:pt x="391325" y="258455"/>
                  </a:lnTo>
                  <a:lnTo>
                    <a:pt x="387733" y="258359"/>
                  </a:lnTo>
                  <a:lnTo>
                    <a:pt x="387071" y="258359"/>
                  </a:lnTo>
                  <a:lnTo>
                    <a:pt x="386409" y="258262"/>
                  </a:lnTo>
                  <a:lnTo>
                    <a:pt x="385275" y="258165"/>
                  </a:lnTo>
                  <a:lnTo>
                    <a:pt x="384235" y="258069"/>
                  </a:lnTo>
                  <a:lnTo>
                    <a:pt x="383290" y="258069"/>
                  </a:lnTo>
                  <a:lnTo>
                    <a:pt x="383290" y="258262"/>
                  </a:lnTo>
                  <a:lnTo>
                    <a:pt x="383196" y="258552"/>
                  </a:lnTo>
                  <a:lnTo>
                    <a:pt x="382156" y="262225"/>
                  </a:lnTo>
                  <a:lnTo>
                    <a:pt x="380549" y="264351"/>
                  </a:lnTo>
                  <a:lnTo>
                    <a:pt x="379698" y="263578"/>
                  </a:lnTo>
                  <a:lnTo>
                    <a:pt x="379509" y="263385"/>
                  </a:lnTo>
                  <a:lnTo>
                    <a:pt x="377902" y="261838"/>
                  </a:lnTo>
                  <a:lnTo>
                    <a:pt x="377808" y="262128"/>
                  </a:lnTo>
                  <a:lnTo>
                    <a:pt x="375350" y="267637"/>
                  </a:lnTo>
                  <a:lnTo>
                    <a:pt x="374689" y="267058"/>
                  </a:lnTo>
                  <a:lnTo>
                    <a:pt x="372893" y="265511"/>
                  </a:lnTo>
                  <a:lnTo>
                    <a:pt x="372326" y="265028"/>
                  </a:lnTo>
                  <a:lnTo>
                    <a:pt x="370057" y="262901"/>
                  </a:lnTo>
                  <a:lnTo>
                    <a:pt x="368734" y="261742"/>
                  </a:lnTo>
                  <a:lnTo>
                    <a:pt x="368545" y="261548"/>
                  </a:lnTo>
                  <a:lnTo>
                    <a:pt x="367221" y="262805"/>
                  </a:lnTo>
                  <a:lnTo>
                    <a:pt x="366938" y="263191"/>
                  </a:lnTo>
                  <a:lnTo>
                    <a:pt x="366843" y="263481"/>
                  </a:lnTo>
                  <a:lnTo>
                    <a:pt x="366749" y="263771"/>
                  </a:lnTo>
                  <a:lnTo>
                    <a:pt x="366749" y="264448"/>
                  </a:lnTo>
                  <a:lnTo>
                    <a:pt x="366749" y="264738"/>
                  </a:lnTo>
                  <a:lnTo>
                    <a:pt x="366749" y="265028"/>
                  </a:lnTo>
                  <a:lnTo>
                    <a:pt x="366654" y="266091"/>
                  </a:lnTo>
                  <a:lnTo>
                    <a:pt x="366654" y="266381"/>
                  </a:lnTo>
                  <a:lnTo>
                    <a:pt x="362968" y="266478"/>
                  </a:lnTo>
                  <a:lnTo>
                    <a:pt x="361644" y="266478"/>
                  </a:lnTo>
                  <a:lnTo>
                    <a:pt x="360321" y="266478"/>
                  </a:lnTo>
                  <a:lnTo>
                    <a:pt x="360321" y="267058"/>
                  </a:lnTo>
                  <a:lnTo>
                    <a:pt x="360321" y="268217"/>
                  </a:lnTo>
                  <a:lnTo>
                    <a:pt x="360416" y="269764"/>
                  </a:lnTo>
                  <a:lnTo>
                    <a:pt x="360416" y="271504"/>
                  </a:lnTo>
                  <a:lnTo>
                    <a:pt x="360510" y="274017"/>
                  </a:lnTo>
                  <a:lnTo>
                    <a:pt x="356257" y="274113"/>
                  </a:lnTo>
                  <a:lnTo>
                    <a:pt x="352854" y="274210"/>
                  </a:lnTo>
                  <a:lnTo>
                    <a:pt x="351247" y="274210"/>
                  </a:lnTo>
                  <a:lnTo>
                    <a:pt x="349451" y="274210"/>
                  </a:lnTo>
                  <a:lnTo>
                    <a:pt x="348128" y="271697"/>
                  </a:lnTo>
                  <a:lnTo>
                    <a:pt x="347939" y="271214"/>
                  </a:lnTo>
                  <a:lnTo>
                    <a:pt x="346521" y="268314"/>
                  </a:lnTo>
                  <a:lnTo>
                    <a:pt x="346048" y="267541"/>
                  </a:lnTo>
                  <a:lnTo>
                    <a:pt x="345292" y="268894"/>
                  </a:lnTo>
                  <a:lnTo>
                    <a:pt x="343874" y="271214"/>
                  </a:lnTo>
                  <a:lnTo>
                    <a:pt x="340566" y="277013"/>
                  </a:lnTo>
                  <a:lnTo>
                    <a:pt x="339621" y="278463"/>
                  </a:lnTo>
                  <a:lnTo>
                    <a:pt x="339526" y="278753"/>
                  </a:lnTo>
                  <a:lnTo>
                    <a:pt x="338108" y="281073"/>
                  </a:lnTo>
                  <a:lnTo>
                    <a:pt x="337163" y="282716"/>
                  </a:lnTo>
                  <a:lnTo>
                    <a:pt x="335083" y="286292"/>
                  </a:lnTo>
                  <a:lnTo>
                    <a:pt x="334989" y="286485"/>
                  </a:lnTo>
                  <a:lnTo>
                    <a:pt x="334894" y="286679"/>
                  </a:lnTo>
                  <a:lnTo>
                    <a:pt x="334138" y="288032"/>
                  </a:lnTo>
                  <a:lnTo>
                    <a:pt x="333571" y="288902"/>
                  </a:lnTo>
                  <a:lnTo>
                    <a:pt x="331964" y="291705"/>
                  </a:lnTo>
                  <a:lnTo>
                    <a:pt x="331019" y="293251"/>
                  </a:lnTo>
                  <a:lnTo>
                    <a:pt x="330830" y="293541"/>
                  </a:lnTo>
                  <a:lnTo>
                    <a:pt x="330546" y="294024"/>
                  </a:lnTo>
                  <a:lnTo>
                    <a:pt x="330452" y="294218"/>
                  </a:lnTo>
                  <a:lnTo>
                    <a:pt x="330263" y="294604"/>
                  </a:lnTo>
                  <a:lnTo>
                    <a:pt x="329979" y="294991"/>
                  </a:lnTo>
                  <a:lnTo>
                    <a:pt x="329790" y="295377"/>
                  </a:lnTo>
                  <a:lnTo>
                    <a:pt x="329601" y="295667"/>
                  </a:lnTo>
                  <a:lnTo>
                    <a:pt x="329223" y="296247"/>
                  </a:lnTo>
                  <a:lnTo>
                    <a:pt x="327049" y="299534"/>
                  </a:lnTo>
                  <a:lnTo>
                    <a:pt x="325820" y="301370"/>
                  </a:lnTo>
                  <a:lnTo>
                    <a:pt x="325537" y="301757"/>
                  </a:lnTo>
                  <a:lnTo>
                    <a:pt x="324875" y="302337"/>
                  </a:lnTo>
                  <a:lnTo>
                    <a:pt x="324686" y="302530"/>
                  </a:lnTo>
                  <a:lnTo>
                    <a:pt x="322512" y="304656"/>
                  </a:lnTo>
                  <a:lnTo>
                    <a:pt x="322228" y="305043"/>
                  </a:lnTo>
                  <a:lnTo>
                    <a:pt x="321945" y="305333"/>
                  </a:lnTo>
                  <a:lnTo>
                    <a:pt x="321756" y="305526"/>
                  </a:lnTo>
                  <a:lnTo>
                    <a:pt x="319676" y="306879"/>
                  </a:lnTo>
                  <a:lnTo>
                    <a:pt x="318258" y="307749"/>
                  </a:lnTo>
                  <a:lnTo>
                    <a:pt x="317880" y="307943"/>
                  </a:lnTo>
                  <a:lnTo>
                    <a:pt x="316462" y="308523"/>
                  </a:lnTo>
                  <a:lnTo>
                    <a:pt x="316084" y="308619"/>
                  </a:lnTo>
                  <a:lnTo>
                    <a:pt x="315234" y="309006"/>
                  </a:lnTo>
                  <a:lnTo>
                    <a:pt x="312493" y="309972"/>
                  </a:lnTo>
                  <a:lnTo>
                    <a:pt x="312114" y="310069"/>
                  </a:lnTo>
                  <a:lnTo>
                    <a:pt x="312303" y="310552"/>
                  </a:lnTo>
                  <a:lnTo>
                    <a:pt x="312965" y="312485"/>
                  </a:lnTo>
                  <a:lnTo>
                    <a:pt x="311358" y="313355"/>
                  </a:lnTo>
                  <a:lnTo>
                    <a:pt x="307388" y="315772"/>
                  </a:lnTo>
                  <a:lnTo>
                    <a:pt x="305403" y="316738"/>
                  </a:lnTo>
                  <a:lnTo>
                    <a:pt x="305025" y="316932"/>
                  </a:lnTo>
                  <a:lnTo>
                    <a:pt x="301244" y="318671"/>
                  </a:lnTo>
                  <a:lnTo>
                    <a:pt x="299165" y="319251"/>
                  </a:lnTo>
                  <a:lnTo>
                    <a:pt x="297274" y="319735"/>
                  </a:lnTo>
                  <a:lnTo>
                    <a:pt x="295573" y="320121"/>
                  </a:lnTo>
                  <a:lnTo>
                    <a:pt x="294439" y="320411"/>
                  </a:lnTo>
                  <a:lnTo>
                    <a:pt x="293021" y="320894"/>
                  </a:lnTo>
                  <a:lnTo>
                    <a:pt x="291886" y="321474"/>
                  </a:lnTo>
                  <a:lnTo>
                    <a:pt x="291697" y="321571"/>
                  </a:lnTo>
                  <a:lnTo>
                    <a:pt x="290185" y="322344"/>
                  </a:lnTo>
                  <a:lnTo>
                    <a:pt x="289807" y="322538"/>
                  </a:lnTo>
                  <a:lnTo>
                    <a:pt x="289429" y="322731"/>
                  </a:lnTo>
                  <a:lnTo>
                    <a:pt x="288673" y="323214"/>
                  </a:lnTo>
                  <a:lnTo>
                    <a:pt x="287444" y="324471"/>
                  </a:lnTo>
                  <a:lnTo>
                    <a:pt x="286026" y="325824"/>
                  </a:lnTo>
                  <a:lnTo>
                    <a:pt x="285553" y="326404"/>
                  </a:lnTo>
                  <a:lnTo>
                    <a:pt x="284136" y="328144"/>
                  </a:lnTo>
                  <a:lnTo>
                    <a:pt x="284041" y="328434"/>
                  </a:lnTo>
                  <a:lnTo>
                    <a:pt x="281867" y="332493"/>
                  </a:lnTo>
                  <a:lnTo>
                    <a:pt x="281678" y="332686"/>
                  </a:lnTo>
                  <a:lnTo>
                    <a:pt x="279977" y="335779"/>
                  </a:lnTo>
                  <a:lnTo>
                    <a:pt x="277708" y="339742"/>
                  </a:lnTo>
                  <a:lnTo>
                    <a:pt x="276574" y="341869"/>
                  </a:lnTo>
                  <a:lnTo>
                    <a:pt x="276007" y="342449"/>
                  </a:lnTo>
                  <a:lnTo>
                    <a:pt x="274494" y="344285"/>
                  </a:lnTo>
                  <a:lnTo>
                    <a:pt x="273360" y="345348"/>
                  </a:lnTo>
                  <a:lnTo>
                    <a:pt x="272509" y="346025"/>
                  </a:lnTo>
                  <a:lnTo>
                    <a:pt x="271753" y="346798"/>
                  </a:lnTo>
                  <a:lnTo>
                    <a:pt x="271564" y="346991"/>
                  </a:lnTo>
                  <a:lnTo>
                    <a:pt x="270997" y="347571"/>
                  </a:lnTo>
                  <a:lnTo>
                    <a:pt x="270146" y="348344"/>
                  </a:lnTo>
                  <a:lnTo>
                    <a:pt x="269579" y="349021"/>
                  </a:lnTo>
                  <a:lnTo>
                    <a:pt x="268256" y="350664"/>
                  </a:lnTo>
                  <a:lnTo>
                    <a:pt x="267027" y="352501"/>
                  </a:lnTo>
                  <a:lnTo>
                    <a:pt x="266649" y="353274"/>
                  </a:lnTo>
                  <a:lnTo>
                    <a:pt x="266554" y="353467"/>
                  </a:lnTo>
                  <a:lnTo>
                    <a:pt x="265042" y="354240"/>
                  </a:lnTo>
                  <a:lnTo>
                    <a:pt x="264191" y="354724"/>
                  </a:lnTo>
                  <a:lnTo>
                    <a:pt x="263530" y="355207"/>
                  </a:lnTo>
                  <a:lnTo>
                    <a:pt x="263152" y="355497"/>
                  </a:lnTo>
                  <a:lnTo>
                    <a:pt x="261639" y="356270"/>
                  </a:lnTo>
                  <a:lnTo>
                    <a:pt x="257575" y="358010"/>
                  </a:lnTo>
                  <a:lnTo>
                    <a:pt x="254455" y="359363"/>
                  </a:lnTo>
                  <a:lnTo>
                    <a:pt x="251998" y="360426"/>
                  </a:lnTo>
                  <a:lnTo>
                    <a:pt x="251525" y="360620"/>
                  </a:lnTo>
                  <a:lnTo>
                    <a:pt x="251336" y="360330"/>
                  </a:lnTo>
                  <a:lnTo>
                    <a:pt x="254361" y="358977"/>
                  </a:lnTo>
                  <a:lnTo>
                    <a:pt x="260599" y="356270"/>
                  </a:lnTo>
                  <a:lnTo>
                    <a:pt x="262017" y="355400"/>
                  </a:lnTo>
                  <a:lnTo>
                    <a:pt x="261828" y="354144"/>
                  </a:lnTo>
                  <a:lnTo>
                    <a:pt x="261450" y="350954"/>
                  </a:lnTo>
                  <a:lnTo>
                    <a:pt x="261356" y="349601"/>
                  </a:lnTo>
                  <a:lnTo>
                    <a:pt x="260694" y="348731"/>
                  </a:lnTo>
                  <a:lnTo>
                    <a:pt x="260505" y="348151"/>
                  </a:lnTo>
                  <a:lnTo>
                    <a:pt x="260316" y="347861"/>
                  </a:lnTo>
                  <a:lnTo>
                    <a:pt x="260127" y="347475"/>
                  </a:lnTo>
                  <a:lnTo>
                    <a:pt x="259654" y="346798"/>
                  </a:lnTo>
                  <a:lnTo>
                    <a:pt x="259182" y="345928"/>
                  </a:lnTo>
                  <a:lnTo>
                    <a:pt x="258803" y="345155"/>
                  </a:lnTo>
                  <a:lnTo>
                    <a:pt x="258898" y="344382"/>
                  </a:lnTo>
                  <a:lnTo>
                    <a:pt x="258803" y="344092"/>
                  </a:lnTo>
                  <a:lnTo>
                    <a:pt x="258331" y="343898"/>
                  </a:lnTo>
                  <a:lnTo>
                    <a:pt x="258047" y="343415"/>
                  </a:lnTo>
                  <a:lnTo>
                    <a:pt x="257858" y="343028"/>
                  </a:lnTo>
                  <a:lnTo>
                    <a:pt x="257575" y="342449"/>
                  </a:lnTo>
                  <a:lnTo>
                    <a:pt x="257291" y="341482"/>
                  </a:lnTo>
                  <a:lnTo>
                    <a:pt x="257008" y="340902"/>
                  </a:lnTo>
                  <a:lnTo>
                    <a:pt x="256818" y="340225"/>
                  </a:lnTo>
                  <a:lnTo>
                    <a:pt x="256629" y="339549"/>
                  </a:lnTo>
                  <a:lnTo>
                    <a:pt x="256440" y="338872"/>
                  </a:lnTo>
                  <a:lnTo>
                    <a:pt x="256251" y="338099"/>
                  </a:lnTo>
                  <a:lnTo>
                    <a:pt x="255873" y="337326"/>
                  </a:lnTo>
                  <a:lnTo>
                    <a:pt x="255306" y="336456"/>
                  </a:lnTo>
                  <a:lnTo>
                    <a:pt x="254550" y="336359"/>
                  </a:lnTo>
                  <a:lnTo>
                    <a:pt x="252754" y="336553"/>
                  </a:lnTo>
                  <a:lnTo>
                    <a:pt x="252754" y="335779"/>
                  </a:lnTo>
                  <a:lnTo>
                    <a:pt x="256440" y="334909"/>
                  </a:lnTo>
                  <a:lnTo>
                    <a:pt x="256818" y="334716"/>
                  </a:lnTo>
                  <a:lnTo>
                    <a:pt x="257197" y="334716"/>
                  </a:lnTo>
                  <a:lnTo>
                    <a:pt x="257291" y="334426"/>
                  </a:lnTo>
                  <a:lnTo>
                    <a:pt x="257291" y="334136"/>
                  </a:lnTo>
                  <a:lnTo>
                    <a:pt x="257386" y="333846"/>
                  </a:lnTo>
                  <a:lnTo>
                    <a:pt x="257386" y="333460"/>
                  </a:lnTo>
                  <a:lnTo>
                    <a:pt x="257102" y="332976"/>
                  </a:lnTo>
                  <a:lnTo>
                    <a:pt x="257008" y="332493"/>
                  </a:lnTo>
                  <a:lnTo>
                    <a:pt x="256724" y="332010"/>
                  </a:lnTo>
                  <a:lnTo>
                    <a:pt x="256913" y="331623"/>
                  </a:lnTo>
                  <a:lnTo>
                    <a:pt x="256818" y="331237"/>
                  </a:lnTo>
                  <a:lnTo>
                    <a:pt x="256440" y="330850"/>
                  </a:lnTo>
                  <a:lnTo>
                    <a:pt x="256346" y="330560"/>
                  </a:lnTo>
                  <a:lnTo>
                    <a:pt x="255968" y="329980"/>
                  </a:lnTo>
                  <a:lnTo>
                    <a:pt x="255968" y="329207"/>
                  </a:lnTo>
                  <a:lnTo>
                    <a:pt x="255779" y="328434"/>
                  </a:lnTo>
                  <a:lnTo>
                    <a:pt x="255212" y="327757"/>
                  </a:lnTo>
                  <a:lnTo>
                    <a:pt x="254928" y="327274"/>
                  </a:lnTo>
                  <a:lnTo>
                    <a:pt x="254833" y="325824"/>
                  </a:lnTo>
                  <a:lnTo>
                    <a:pt x="254455" y="324761"/>
                  </a:lnTo>
                  <a:lnTo>
                    <a:pt x="253888" y="324084"/>
                  </a:lnTo>
                  <a:lnTo>
                    <a:pt x="253510" y="323311"/>
                  </a:lnTo>
                  <a:lnTo>
                    <a:pt x="253038" y="322828"/>
                  </a:lnTo>
                  <a:lnTo>
                    <a:pt x="252754" y="322054"/>
                  </a:lnTo>
                  <a:lnTo>
                    <a:pt x="252376" y="321861"/>
                  </a:lnTo>
                  <a:lnTo>
                    <a:pt x="251903" y="321184"/>
                  </a:lnTo>
                  <a:lnTo>
                    <a:pt x="251998" y="320314"/>
                  </a:lnTo>
                  <a:lnTo>
                    <a:pt x="251620" y="319348"/>
                  </a:lnTo>
                  <a:lnTo>
                    <a:pt x="250958" y="318188"/>
                  </a:lnTo>
                  <a:lnTo>
                    <a:pt x="250296" y="317028"/>
                  </a:lnTo>
                  <a:lnTo>
                    <a:pt x="249351" y="315578"/>
                  </a:lnTo>
                  <a:lnTo>
                    <a:pt x="248500" y="313645"/>
                  </a:lnTo>
                  <a:lnTo>
                    <a:pt x="248406" y="312872"/>
                  </a:lnTo>
                  <a:lnTo>
                    <a:pt x="247461" y="311809"/>
                  </a:lnTo>
                  <a:lnTo>
                    <a:pt x="246894" y="310746"/>
                  </a:lnTo>
                  <a:lnTo>
                    <a:pt x="245759" y="309586"/>
                  </a:lnTo>
                  <a:lnTo>
                    <a:pt x="245192" y="308233"/>
                  </a:lnTo>
                  <a:lnTo>
                    <a:pt x="245098" y="308039"/>
                  </a:lnTo>
                  <a:lnTo>
                    <a:pt x="244341" y="306783"/>
                  </a:lnTo>
                  <a:lnTo>
                    <a:pt x="242924" y="304753"/>
                  </a:lnTo>
                  <a:lnTo>
                    <a:pt x="242356" y="303690"/>
                  </a:lnTo>
                  <a:lnTo>
                    <a:pt x="241411" y="302047"/>
                  </a:lnTo>
                  <a:lnTo>
                    <a:pt x="240277" y="300790"/>
                  </a:lnTo>
                  <a:lnTo>
                    <a:pt x="239899" y="300114"/>
                  </a:lnTo>
                  <a:lnTo>
                    <a:pt x="238954" y="299050"/>
                  </a:lnTo>
                  <a:lnTo>
                    <a:pt x="238197" y="298567"/>
                  </a:lnTo>
                  <a:lnTo>
                    <a:pt x="237630" y="298470"/>
                  </a:lnTo>
                  <a:lnTo>
                    <a:pt x="236780" y="298954"/>
                  </a:lnTo>
                  <a:lnTo>
                    <a:pt x="235267" y="300017"/>
                  </a:lnTo>
                  <a:lnTo>
                    <a:pt x="234889" y="299534"/>
                  </a:lnTo>
                  <a:lnTo>
                    <a:pt x="236212" y="298567"/>
                  </a:lnTo>
                  <a:lnTo>
                    <a:pt x="236685" y="297891"/>
                  </a:lnTo>
                  <a:lnTo>
                    <a:pt x="236496" y="297214"/>
                  </a:lnTo>
                  <a:lnTo>
                    <a:pt x="236118" y="296441"/>
                  </a:lnTo>
                  <a:lnTo>
                    <a:pt x="235740" y="295957"/>
                  </a:lnTo>
                  <a:lnTo>
                    <a:pt x="235078" y="295764"/>
                  </a:lnTo>
                  <a:lnTo>
                    <a:pt x="234889" y="295377"/>
                  </a:lnTo>
                  <a:lnTo>
                    <a:pt x="234417" y="294894"/>
                  </a:lnTo>
                  <a:lnTo>
                    <a:pt x="233849" y="294218"/>
                  </a:lnTo>
                  <a:lnTo>
                    <a:pt x="233282" y="293734"/>
                  </a:lnTo>
                  <a:lnTo>
                    <a:pt x="232526" y="293154"/>
                  </a:lnTo>
                  <a:lnTo>
                    <a:pt x="231675" y="292381"/>
                  </a:lnTo>
                  <a:lnTo>
                    <a:pt x="230352" y="291221"/>
                  </a:lnTo>
                  <a:lnTo>
                    <a:pt x="228556" y="289868"/>
                  </a:lnTo>
                  <a:lnTo>
                    <a:pt x="227233" y="288612"/>
                  </a:lnTo>
                  <a:lnTo>
                    <a:pt x="226098" y="287935"/>
                  </a:lnTo>
                  <a:lnTo>
                    <a:pt x="225059" y="287065"/>
                  </a:lnTo>
                  <a:lnTo>
                    <a:pt x="224114" y="286775"/>
                  </a:lnTo>
                  <a:lnTo>
                    <a:pt x="222979" y="285615"/>
                  </a:lnTo>
                  <a:lnTo>
                    <a:pt x="221561" y="284842"/>
                  </a:lnTo>
                  <a:lnTo>
                    <a:pt x="220238" y="283779"/>
                  </a:lnTo>
                  <a:lnTo>
                    <a:pt x="219482" y="283102"/>
                  </a:lnTo>
                  <a:lnTo>
                    <a:pt x="218820" y="282812"/>
                  </a:lnTo>
                  <a:lnTo>
                    <a:pt x="217780" y="282039"/>
                  </a:lnTo>
                  <a:lnTo>
                    <a:pt x="216835" y="281459"/>
                  </a:lnTo>
                  <a:lnTo>
                    <a:pt x="215606" y="280299"/>
                  </a:lnTo>
                  <a:lnTo>
                    <a:pt x="214850" y="280009"/>
                  </a:lnTo>
                  <a:lnTo>
                    <a:pt x="214189" y="279236"/>
                  </a:lnTo>
                  <a:lnTo>
                    <a:pt x="212771" y="278559"/>
                  </a:lnTo>
                  <a:lnTo>
                    <a:pt x="211258" y="277786"/>
                  </a:lnTo>
                  <a:lnTo>
                    <a:pt x="209841" y="276916"/>
                  </a:lnTo>
                  <a:lnTo>
                    <a:pt x="209084" y="276433"/>
                  </a:lnTo>
                  <a:lnTo>
                    <a:pt x="208706" y="276240"/>
                  </a:lnTo>
                  <a:lnTo>
                    <a:pt x="206721" y="274790"/>
                  </a:lnTo>
                  <a:lnTo>
                    <a:pt x="205492" y="274113"/>
                  </a:lnTo>
                  <a:lnTo>
                    <a:pt x="204358" y="273437"/>
                  </a:lnTo>
                  <a:lnTo>
                    <a:pt x="203318" y="272664"/>
                  </a:lnTo>
                  <a:lnTo>
                    <a:pt x="201995" y="271987"/>
                  </a:lnTo>
                  <a:lnTo>
                    <a:pt x="200861" y="271310"/>
                  </a:lnTo>
                  <a:lnTo>
                    <a:pt x="200294" y="271117"/>
                  </a:lnTo>
                  <a:lnTo>
                    <a:pt x="198970" y="270440"/>
                  </a:lnTo>
                  <a:lnTo>
                    <a:pt x="197836" y="270054"/>
                  </a:lnTo>
                  <a:lnTo>
                    <a:pt x="196702" y="269474"/>
                  </a:lnTo>
                  <a:lnTo>
                    <a:pt x="196040" y="269184"/>
                  </a:lnTo>
                  <a:lnTo>
                    <a:pt x="195189" y="268797"/>
                  </a:lnTo>
                  <a:lnTo>
                    <a:pt x="194244" y="268894"/>
                  </a:lnTo>
                  <a:lnTo>
                    <a:pt x="193394" y="270150"/>
                  </a:lnTo>
                  <a:lnTo>
                    <a:pt x="192354" y="271697"/>
                  </a:lnTo>
                  <a:lnTo>
                    <a:pt x="191692" y="272664"/>
                  </a:lnTo>
                  <a:lnTo>
                    <a:pt x="180633" y="288998"/>
                  </a:lnTo>
                  <a:lnTo>
                    <a:pt x="179782" y="288418"/>
                  </a:lnTo>
                  <a:lnTo>
                    <a:pt x="186493" y="278753"/>
                  </a:lnTo>
                  <a:lnTo>
                    <a:pt x="186210" y="278463"/>
                  </a:lnTo>
                  <a:lnTo>
                    <a:pt x="188384" y="275467"/>
                  </a:lnTo>
                  <a:lnTo>
                    <a:pt x="188195" y="275370"/>
                  </a:lnTo>
                  <a:lnTo>
                    <a:pt x="188195" y="274887"/>
                  </a:lnTo>
                  <a:lnTo>
                    <a:pt x="187722" y="274983"/>
                  </a:lnTo>
                  <a:lnTo>
                    <a:pt x="187250" y="274693"/>
                  </a:lnTo>
                  <a:lnTo>
                    <a:pt x="187344" y="274210"/>
                  </a:lnTo>
                  <a:lnTo>
                    <a:pt x="186777" y="274017"/>
                  </a:lnTo>
                  <a:lnTo>
                    <a:pt x="186493" y="273630"/>
                  </a:lnTo>
                  <a:lnTo>
                    <a:pt x="186871" y="273050"/>
                  </a:lnTo>
                  <a:lnTo>
                    <a:pt x="186210" y="272760"/>
                  </a:lnTo>
                  <a:lnTo>
                    <a:pt x="186115" y="272277"/>
                  </a:lnTo>
                  <a:lnTo>
                    <a:pt x="186493" y="271890"/>
                  </a:lnTo>
                  <a:lnTo>
                    <a:pt x="186871" y="271794"/>
                  </a:lnTo>
                  <a:lnTo>
                    <a:pt x="187250" y="272277"/>
                  </a:lnTo>
                  <a:lnTo>
                    <a:pt x="187817" y="271987"/>
                  </a:lnTo>
                  <a:lnTo>
                    <a:pt x="188478" y="272277"/>
                  </a:lnTo>
                  <a:lnTo>
                    <a:pt x="188762" y="273147"/>
                  </a:lnTo>
                  <a:lnTo>
                    <a:pt x="189991" y="273630"/>
                  </a:lnTo>
                  <a:lnTo>
                    <a:pt x="194717" y="266671"/>
                  </a:lnTo>
                  <a:lnTo>
                    <a:pt x="194811" y="266091"/>
                  </a:lnTo>
                  <a:lnTo>
                    <a:pt x="194622" y="265414"/>
                  </a:lnTo>
                  <a:lnTo>
                    <a:pt x="194150" y="264641"/>
                  </a:lnTo>
                  <a:lnTo>
                    <a:pt x="193583" y="264158"/>
                  </a:lnTo>
                  <a:lnTo>
                    <a:pt x="192448" y="262805"/>
                  </a:lnTo>
                  <a:lnTo>
                    <a:pt x="191787" y="261935"/>
                  </a:lnTo>
                  <a:lnTo>
                    <a:pt x="191125" y="261258"/>
                  </a:lnTo>
                  <a:lnTo>
                    <a:pt x="190085" y="260388"/>
                  </a:lnTo>
                  <a:lnTo>
                    <a:pt x="189518" y="259518"/>
                  </a:lnTo>
                  <a:lnTo>
                    <a:pt x="188762" y="258552"/>
                  </a:lnTo>
                  <a:lnTo>
                    <a:pt x="187628" y="257392"/>
                  </a:lnTo>
                  <a:lnTo>
                    <a:pt x="186115" y="255846"/>
                  </a:lnTo>
                  <a:lnTo>
                    <a:pt x="185170" y="254976"/>
                  </a:lnTo>
                  <a:lnTo>
                    <a:pt x="184225" y="254106"/>
                  </a:lnTo>
                  <a:lnTo>
                    <a:pt x="182901" y="253043"/>
                  </a:lnTo>
                  <a:lnTo>
                    <a:pt x="181578" y="252076"/>
                  </a:lnTo>
                  <a:lnTo>
                    <a:pt x="180822" y="251303"/>
                  </a:lnTo>
                  <a:lnTo>
                    <a:pt x="180160" y="250626"/>
                  </a:lnTo>
                  <a:lnTo>
                    <a:pt x="179593" y="250336"/>
                  </a:lnTo>
                  <a:lnTo>
                    <a:pt x="179026" y="250530"/>
                  </a:lnTo>
                  <a:lnTo>
                    <a:pt x="178553" y="250626"/>
                  </a:lnTo>
                  <a:lnTo>
                    <a:pt x="178081" y="250336"/>
                  </a:lnTo>
                  <a:lnTo>
                    <a:pt x="177986" y="250046"/>
                  </a:lnTo>
                  <a:lnTo>
                    <a:pt x="178459" y="249756"/>
                  </a:lnTo>
                  <a:lnTo>
                    <a:pt x="179121" y="249466"/>
                  </a:lnTo>
                  <a:lnTo>
                    <a:pt x="179782" y="249273"/>
                  </a:lnTo>
                  <a:lnTo>
                    <a:pt x="179971" y="248886"/>
                  </a:lnTo>
                  <a:lnTo>
                    <a:pt x="179971" y="248403"/>
                  </a:lnTo>
                  <a:lnTo>
                    <a:pt x="179593" y="247727"/>
                  </a:lnTo>
                  <a:lnTo>
                    <a:pt x="179310" y="246857"/>
                  </a:lnTo>
                  <a:lnTo>
                    <a:pt x="178648" y="246373"/>
                  </a:lnTo>
                  <a:lnTo>
                    <a:pt x="177986" y="245600"/>
                  </a:lnTo>
                  <a:lnTo>
                    <a:pt x="177419" y="244924"/>
                  </a:lnTo>
                  <a:lnTo>
                    <a:pt x="177041" y="244150"/>
                  </a:lnTo>
                  <a:lnTo>
                    <a:pt x="176568" y="243474"/>
                  </a:lnTo>
                  <a:lnTo>
                    <a:pt x="175907" y="242894"/>
                  </a:lnTo>
                  <a:lnTo>
                    <a:pt x="175151" y="241927"/>
                  </a:lnTo>
                  <a:lnTo>
                    <a:pt x="174583" y="240767"/>
                  </a:lnTo>
                  <a:lnTo>
                    <a:pt x="173733" y="239801"/>
                  </a:lnTo>
                  <a:lnTo>
                    <a:pt x="173449" y="239221"/>
                  </a:lnTo>
                  <a:lnTo>
                    <a:pt x="172882" y="238834"/>
                  </a:lnTo>
                  <a:lnTo>
                    <a:pt x="172126" y="237771"/>
                  </a:lnTo>
                  <a:lnTo>
                    <a:pt x="171559" y="236901"/>
                  </a:lnTo>
                  <a:lnTo>
                    <a:pt x="170708" y="235548"/>
                  </a:lnTo>
                  <a:lnTo>
                    <a:pt x="169479" y="234485"/>
                  </a:lnTo>
                  <a:lnTo>
                    <a:pt x="167872" y="233422"/>
                  </a:lnTo>
                  <a:lnTo>
                    <a:pt x="166171" y="232842"/>
                  </a:lnTo>
                  <a:lnTo>
                    <a:pt x="159743" y="239704"/>
                  </a:lnTo>
                  <a:lnTo>
                    <a:pt x="158704" y="238641"/>
                  </a:lnTo>
                  <a:lnTo>
                    <a:pt x="165887" y="231102"/>
                  </a:lnTo>
                  <a:lnTo>
                    <a:pt x="166265" y="230329"/>
                  </a:lnTo>
                  <a:lnTo>
                    <a:pt x="166644" y="229652"/>
                  </a:lnTo>
                  <a:lnTo>
                    <a:pt x="166644" y="228685"/>
                  </a:lnTo>
                  <a:lnTo>
                    <a:pt x="165698" y="227042"/>
                  </a:lnTo>
                  <a:lnTo>
                    <a:pt x="165604" y="226849"/>
                  </a:lnTo>
                  <a:lnTo>
                    <a:pt x="164375" y="225206"/>
                  </a:lnTo>
                  <a:lnTo>
                    <a:pt x="162485" y="223273"/>
                  </a:lnTo>
                  <a:lnTo>
                    <a:pt x="161161" y="221726"/>
                  </a:lnTo>
                  <a:lnTo>
                    <a:pt x="159554" y="220180"/>
                  </a:lnTo>
                  <a:lnTo>
                    <a:pt x="158042" y="218537"/>
                  </a:lnTo>
                  <a:lnTo>
                    <a:pt x="156530" y="216894"/>
                  </a:lnTo>
                  <a:lnTo>
                    <a:pt x="155868" y="216314"/>
                  </a:lnTo>
                  <a:lnTo>
                    <a:pt x="154734" y="215154"/>
                  </a:lnTo>
                  <a:lnTo>
                    <a:pt x="153599" y="214091"/>
                  </a:lnTo>
                  <a:lnTo>
                    <a:pt x="151898" y="213124"/>
                  </a:lnTo>
                  <a:lnTo>
                    <a:pt x="149535" y="211191"/>
                  </a:lnTo>
                  <a:lnTo>
                    <a:pt x="147833" y="209838"/>
                  </a:lnTo>
                  <a:lnTo>
                    <a:pt x="146983" y="209161"/>
                  </a:lnTo>
                  <a:lnTo>
                    <a:pt x="144998" y="208678"/>
                  </a:lnTo>
                  <a:lnTo>
                    <a:pt x="142729" y="207905"/>
                  </a:lnTo>
                  <a:lnTo>
                    <a:pt x="142446" y="207808"/>
                  </a:lnTo>
                  <a:lnTo>
                    <a:pt x="141784" y="207518"/>
                  </a:lnTo>
                  <a:lnTo>
                    <a:pt x="141122" y="206648"/>
                  </a:lnTo>
                  <a:lnTo>
                    <a:pt x="140083" y="206261"/>
                  </a:lnTo>
                  <a:lnTo>
                    <a:pt x="139894" y="206358"/>
                  </a:lnTo>
                  <a:lnTo>
                    <a:pt x="139232" y="206455"/>
                  </a:lnTo>
                  <a:lnTo>
                    <a:pt x="138003" y="207808"/>
                  </a:lnTo>
                  <a:lnTo>
                    <a:pt x="137436" y="208388"/>
                  </a:lnTo>
                  <a:lnTo>
                    <a:pt x="136680" y="207615"/>
                  </a:lnTo>
                  <a:lnTo>
                    <a:pt x="138003" y="205875"/>
                  </a:lnTo>
                  <a:lnTo>
                    <a:pt x="136963" y="204135"/>
                  </a:lnTo>
                  <a:lnTo>
                    <a:pt x="135640" y="202782"/>
                  </a:lnTo>
                  <a:lnTo>
                    <a:pt x="133371" y="200945"/>
                  </a:lnTo>
                  <a:lnTo>
                    <a:pt x="131954" y="200076"/>
                  </a:lnTo>
                  <a:lnTo>
                    <a:pt x="130725" y="199302"/>
                  </a:lnTo>
                  <a:lnTo>
                    <a:pt x="130441" y="199206"/>
                  </a:lnTo>
                  <a:lnTo>
                    <a:pt x="129212" y="199012"/>
                  </a:lnTo>
                  <a:lnTo>
                    <a:pt x="128740" y="198626"/>
                  </a:lnTo>
                  <a:lnTo>
                    <a:pt x="127984" y="198239"/>
                  </a:lnTo>
                  <a:lnTo>
                    <a:pt x="126566" y="197563"/>
                  </a:lnTo>
                  <a:lnTo>
                    <a:pt x="125715" y="197176"/>
                  </a:lnTo>
                  <a:lnTo>
                    <a:pt x="124014" y="196596"/>
                  </a:lnTo>
                  <a:lnTo>
                    <a:pt x="121840" y="195919"/>
                  </a:lnTo>
                  <a:lnTo>
                    <a:pt x="120800" y="195436"/>
                  </a:lnTo>
                  <a:lnTo>
                    <a:pt x="120233" y="194953"/>
                  </a:lnTo>
                  <a:lnTo>
                    <a:pt x="119855" y="194760"/>
                  </a:lnTo>
                  <a:lnTo>
                    <a:pt x="119666" y="194566"/>
                  </a:lnTo>
                  <a:lnTo>
                    <a:pt x="119288" y="194373"/>
                  </a:lnTo>
                  <a:lnTo>
                    <a:pt x="118815" y="194180"/>
                  </a:lnTo>
                  <a:lnTo>
                    <a:pt x="118248" y="193986"/>
                  </a:lnTo>
                  <a:lnTo>
                    <a:pt x="117681" y="193696"/>
                  </a:lnTo>
                  <a:lnTo>
                    <a:pt x="117208" y="193310"/>
                  </a:lnTo>
                  <a:lnTo>
                    <a:pt x="116735" y="193020"/>
                  </a:lnTo>
                  <a:lnTo>
                    <a:pt x="116263" y="192730"/>
                  </a:lnTo>
                  <a:lnTo>
                    <a:pt x="115790" y="192536"/>
                  </a:lnTo>
                  <a:lnTo>
                    <a:pt x="115412" y="192440"/>
                  </a:lnTo>
                  <a:lnTo>
                    <a:pt x="115223" y="192150"/>
                  </a:lnTo>
                  <a:lnTo>
                    <a:pt x="115034" y="192053"/>
                  </a:lnTo>
                  <a:lnTo>
                    <a:pt x="114750" y="191763"/>
                  </a:lnTo>
                  <a:lnTo>
                    <a:pt x="114467" y="191570"/>
                  </a:lnTo>
                  <a:lnTo>
                    <a:pt x="114183" y="191377"/>
                  </a:lnTo>
                  <a:lnTo>
                    <a:pt x="113900" y="191183"/>
                  </a:lnTo>
                  <a:lnTo>
                    <a:pt x="113522" y="190797"/>
                  </a:lnTo>
                  <a:lnTo>
                    <a:pt x="113049" y="190603"/>
                  </a:lnTo>
                  <a:lnTo>
                    <a:pt x="112765" y="190313"/>
                  </a:lnTo>
                  <a:lnTo>
                    <a:pt x="112482" y="190120"/>
                  </a:lnTo>
                  <a:lnTo>
                    <a:pt x="112293" y="189927"/>
                  </a:lnTo>
                  <a:lnTo>
                    <a:pt x="111915" y="189637"/>
                  </a:lnTo>
                  <a:lnTo>
                    <a:pt x="111537" y="189347"/>
                  </a:lnTo>
                  <a:lnTo>
                    <a:pt x="111348" y="189347"/>
                  </a:lnTo>
                  <a:lnTo>
                    <a:pt x="111253" y="189057"/>
                  </a:lnTo>
                  <a:lnTo>
                    <a:pt x="110969" y="188767"/>
                  </a:lnTo>
                  <a:lnTo>
                    <a:pt x="110686" y="188670"/>
                  </a:lnTo>
                  <a:lnTo>
                    <a:pt x="110213" y="188090"/>
                  </a:lnTo>
                  <a:lnTo>
                    <a:pt x="109646" y="187704"/>
                  </a:lnTo>
                  <a:lnTo>
                    <a:pt x="109268" y="187220"/>
                  </a:lnTo>
                  <a:lnTo>
                    <a:pt x="108795" y="186834"/>
                  </a:lnTo>
                  <a:lnTo>
                    <a:pt x="108134" y="186447"/>
                  </a:lnTo>
                  <a:lnTo>
                    <a:pt x="107661" y="186157"/>
                  </a:lnTo>
                  <a:lnTo>
                    <a:pt x="107378" y="185771"/>
                  </a:lnTo>
                  <a:lnTo>
                    <a:pt x="107094" y="185577"/>
                  </a:lnTo>
                  <a:lnTo>
                    <a:pt x="106810" y="185384"/>
                  </a:lnTo>
                  <a:lnTo>
                    <a:pt x="106432" y="185191"/>
                  </a:lnTo>
                  <a:lnTo>
                    <a:pt x="106054" y="184901"/>
                  </a:lnTo>
                  <a:lnTo>
                    <a:pt x="105393" y="184224"/>
                  </a:lnTo>
                  <a:lnTo>
                    <a:pt x="105109" y="183934"/>
                  </a:lnTo>
                  <a:lnTo>
                    <a:pt x="104825" y="183741"/>
                  </a:lnTo>
                  <a:lnTo>
                    <a:pt x="104542" y="183548"/>
                  </a:lnTo>
                  <a:lnTo>
                    <a:pt x="103975" y="183064"/>
                  </a:lnTo>
                  <a:lnTo>
                    <a:pt x="103597" y="182871"/>
                  </a:lnTo>
                  <a:lnTo>
                    <a:pt x="103124" y="182484"/>
                  </a:lnTo>
                  <a:lnTo>
                    <a:pt x="102651" y="182098"/>
                  </a:lnTo>
                  <a:lnTo>
                    <a:pt x="102368" y="181904"/>
                  </a:lnTo>
                  <a:lnTo>
                    <a:pt x="101990" y="181614"/>
                  </a:lnTo>
                  <a:lnTo>
                    <a:pt x="101423" y="181228"/>
                  </a:lnTo>
                  <a:lnTo>
                    <a:pt x="100950" y="181034"/>
                  </a:lnTo>
                  <a:lnTo>
                    <a:pt x="100477" y="180745"/>
                  </a:lnTo>
                  <a:lnTo>
                    <a:pt x="99532" y="180358"/>
                  </a:lnTo>
                  <a:lnTo>
                    <a:pt x="99060" y="180068"/>
                  </a:lnTo>
                  <a:lnTo>
                    <a:pt x="98587" y="180068"/>
                  </a:lnTo>
                  <a:lnTo>
                    <a:pt x="98209" y="179971"/>
                  </a:lnTo>
                  <a:lnTo>
                    <a:pt x="97736" y="179875"/>
                  </a:lnTo>
                  <a:lnTo>
                    <a:pt x="97358" y="179778"/>
                  </a:lnTo>
                  <a:lnTo>
                    <a:pt x="96980" y="179875"/>
                  </a:lnTo>
                  <a:lnTo>
                    <a:pt x="96507" y="179875"/>
                  </a:lnTo>
                  <a:lnTo>
                    <a:pt x="91403" y="184997"/>
                  </a:lnTo>
                  <a:lnTo>
                    <a:pt x="90836" y="184321"/>
                  </a:lnTo>
                  <a:lnTo>
                    <a:pt x="94901" y="179971"/>
                  </a:lnTo>
                  <a:lnTo>
                    <a:pt x="95751" y="179101"/>
                  </a:lnTo>
                  <a:lnTo>
                    <a:pt x="96035" y="178425"/>
                  </a:lnTo>
                  <a:lnTo>
                    <a:pt x="96224" y="177748"/>
                  </a:lnTo>
                  <a:lnTo>
                    <a:pt x="96318" y="177168"/>
                  </a:lnTo>
                  <a:lnTo>
                    <a:pt x="96413" y="176588"/>
                  </a:lnTo>
                  <a:lnTo>
                    <a:pt x="96318" y="176105"/>
                  </a:lnTo>
                  <a:lnTo>
                    <a:pt x="96035" y="175525"/>
                  </a:lnTo>
                  <a:lnTo>
                    <a:pt x="95751" y="174655"/>
                  </a:lnTo>
                  <a:lnTo>
                    <a:pt x="95468" y="173882"/>
                  </a:lnTo>
                  <a:lnTo>
                    <a:pt x="94995" y="173012"/>
                  </a:lnTo>
                  <a:lnTo>
                    <a:pt x="94522" y="171659"/>
                  </a:lnTo>
                  <a:lnTo>
                    <a:pt x="94050" y="170886"/>
                  </a:lnTo>
                  <a:lnTo>
                    <a:pt x="93294" y="170112"/>
                  </a:lnTo>
                  <a:lnTo>
                    <a:pt x="92632" y="169629"/>
                  </a:lnTo>
                  <a:lnTo>
                    <a:pt x="91970" y="168953"/>
                  </a:lnTo>
                  <a:lnTo>
                    <a:pt x="91403" y="168373"/>
                  </a:lnTo>
                  <a:lnTo>
                    <a:pt x="90836" y="167986"/>
                  </a:lnTo>
                  <a:lnTo>
                    <a:pt x="90174" y="167503"/>
                  </a:lnTo>
                  <a:lnTo>
                    <a:pt x="89513" y="167309"/>
                  </a:lnTo>
                  <a:lnTo>
                    <a:pt x="88946" y="167406"/>
                  </a:lnTo>
                  <a:lnTo>
                    <a:pt x="88568" y="167889"/>
                  </a:lnTo>
                  <a:lnTo>
                    <a:pt x="87717" y="168179"/>
                  </a:lnTo>
                  <a:lnTo>
                    <a:pt x="87433" y="167503"/>
                  </a:lnTo>
                  <a:lnTo>
                    <a:pt x="88189" y="167116"/>
                  </a:lnTo>
                  <a:lnTo>
                    <a:pt x="89513" y="166440"/>
                  </a:lnTo>
                  <a:lnTo>
                    <a:pt x="90553" y="165860"/>
                  </a:lnTo>
                  <a:lnTo>
                    <a:pt x="91687" y="165183"/>
                  </a:lnTo>
                  <a:lnTo>
                    <a:pt x="92443" y="164700"/>
                  </a:lnTo>
                  <a:lnTo>
                    <a:pt x="93199" y="164313"/>
                  </a:lnTo>
                  <a:lnTo>
                    <a:pt x="93861" y="164023"/>
                  </a:lnTo>
                  <a:lnTo>
                    <a:pt x="94144" y="163637"/>
                  </a:lnTo>
                  <a:lnTo>
                    <a:pt x="94050" y="162960"/>
                  </a:lnTo>
                  <a:lnTo>
                    <a:pt x="93955" y="162670"/>
                  </a:lnTo>
                  <a:lnTo>
                    <a:pt x="93766" y="161993"/>
                  </a:lnTo>
                  <a:lnTo>
                    <a:pt x="93577" y="161414"/>
                  </a:lnTo>
                  <a:lnTo>
                    <a:pt x="93294" y="160447"/>
                  </a:lnTo>
                  <a:lnTo>
                    <a:pt x="92821" y="159384"/>
                  </a:lnTo>
                  <a:lnTo>
                    <a:pt x="92159" y="158611"/>
                  </a:lnTo>
                  <a:lnTo>
                    <a:pt x="91687" y="158127"/>
                  </a:lnTo>
                  <a:lnTo>
                    <a:pt x="91309" y="157644"/>
                  </a:lnTo>
                  <a:lnTo>
                    <a:pt x="90836" y="157354"/>
                  </a:lnTo>
                  <a:lnTo>
                    <a:pt x="90458" y="157161"/>
                  </a:lnTo>
                  <a:lnTo>
                    <a:pt x="89607" y="156581"/>
                  </a:lnTo>
                  <a:lnTo>
                    <a:pt x="89229" y="156291"/>
                  </a:lnTo>
                  <a:lnTo>
                    <a:pt x="89040" y="155904"/>
                  </a:lnTo>
                  <a:lnTo>
                    <a:pt x="88851" y="155421"/>
                  </a:lnTo>
                  <a:lnTo>
                    <a:pt x="88568" y="155034"/>
                  </a:lnTo>
                  <a:lnTo>
                    <a:pt x="88284" y="154744"/>
                  </a:lnTo>
                  <a:lnTo>
                    <a:pt x="87811" y="154164"/>
                  </a:lnTo>
                  <a:lnTo>
                    <a:pt x="87244" y="153681"/>
                  </a:lnTo>
                  <a:lnTo>
                    <a:pt x="86677" y="153198"/>
                  </a:lnTo>
                  <a:lnTo>
                    <a:pt x="86204" y="152908"/>
                  </a:lnTo>
                  <a:lnTo>
                    <a:pt x="85732" y="152521"/>
                  </a:lnTo>
                  <a:lnTo>
                    <a:pt x="85165" y="152328"/>
                  </a:lnTo>
                  <a:lnTo>
                    <a:pt x="84692" y="152038"/>
                  </a:lnTo>
                  <a:lnTo>
                    <a:pt x="84125" y="151651"/>
                  </a:lnTo>
                  <a:lnTo>
                    <a:pt x="83747" y="151361"/>
                  </a:lnTo>
                  <a:lnTo>
                    <a:pt x="83085" y="150975"/>
                  </a:lnTo>
                  <a:lnTo>
                    <a:pt x="82707" y="150781"/>
                  </a:lnTo>
                  <a:lnTo>
                    <a:pt x="82329" y="150781"/>
                  </a:lnTo>
                  <a:lnTo>
                    <a:pt x="81951" y="150975"/>
                  </a:lnTo>
                  <a:lnTo>
                    <a:pt x="81856" y="151265"/>
                  </a:lnTo>
                  <a:lnTo>
                    <a:pt x="81384" y="151458"/>
                  </a:lnTo>
                  <a:lnTo>
                    <a:pt x="81195" y="151265"/>
                  </a:lnTo>
                  <a:lnTo>
                    <a:pt x="81195" y="150975"/>
                  </a:lnTo>
                  <a:lnTo>
                    <a:pt x="81195" y="150781"/>
                  </a:lnTo>
                  <a:lnTo>
                    <a:pt x="81384" y="150491"/>
                  </a:lnTo>
                  <a:lnTo>
                    <a:pt x="81289" y="150105"/>
                  </a:lnTo>
                  <a:lnTo>
                    <a:pt x="81100" y="149718"/>
                  </a:lnTo>
                  <a:lnTo>
                    <a:pt x="80817" y="149428"/>
                  </a:lnTo>
                  <a:lnTo>
                    <a:pt x="80439" y="149138"/>
                  </a:lnTo>
                  <a:lnTo>
                    <a:pt x="79871" y="148848"/>
                  </a:lnTo>
                  <a:lnTo>
                    <a:pt x="79304" y="148558"/>
                  </a:lnTo>
                  <a:lnTo>
                    <a:pt x="78359" y="148075"/>
                  </a:lnTo>
                  <a:lnTo>
                    <a:pt x="77603" y="147688"/>
                  </a:lnTo>
                  <a:lnTo>
                    <a:pt x="76658" y="147399"/>
                  </a:lnTo>
                  <a:lnTo>
                    <a:pt x="75618" y="146819"/>
                  </a:lnTo>
                  <a:lnTo>
                    <a:pt x="74767" y="146625"/>
                  </a:lnTo>
                  <a:lnTo>
                    <a:pt x="74295" y="146335"/>
                  </a:lnTo>
                  <a:lnTo>
                    <a:pt x="73727" y="146045"/>
                  </a:lnTo>
                  <a:lnTo>
                    <a:pt x="73160" y="145755"/>
                  </a:lnTo>
                  <a:lnTo>
                    <a:pt x="72499" y="145562"/>
                  </a:lnTo>
                  <a:lnTo>
                    <a:pt x="71742" y="145272"/>
                  </a:lnTo>
                  <a:lnTo>
                    <a:pt x="71175" y="144885"/>
                  </a:lnTo>
                  <a:lnTo>
                    <a:pt x="70797" y="144692"/>
                  </a:lnTo>
                  <a:lnTo>
                    <a:pt x="70325" y="144499"/>
                  </a:lnTo>
                  <a:lnTo>
                    <a:pt x="69852" y="144209"/>
                  </a:lnTo>
                  <a:lnTo>
                    <a:pt x="69190" y="143919"/>
                  </a:lnTo>
                  <a:lnTo>
                    <a:pt x="68529" y="143532"/>
                  </a:lnTo>
                  <a:lnTo>
                    <a:pt x="66449" y="142372"/>
                  </a:lnTo>
                  <a:lnTo>
                    <a:pt x="64842" y="141213"/>
                  </a:lnTo>
                  <a:lnTo>
                    <a:pt x="63708" y="140149"/>
                  </a:lnTo>
                  <a:lnTo>
                    <a:pt x="62385" y="138796"/>
                  </a:lnTo>
                  <a:lnTo>
                    <a:pt x="60872" y="137733"/>
                  </a:lnTo>
                  <a:lnTo>
                    <a:pt x="59644" y="136766"/>
                  </a:lnTo>
                  <a:lnTo>
                    <a:pt x="58131" y="135607"/>
                  </a:lnTo>
                  <a:lnTo>
                    <a:pt x="56713" y="134253"/>
                  </a:lnTo>
                  <a:lnTo>
                    <a:pt x="55484" y="133673"/>
                  </a:lnTo>
                  <a:lnTo>
                    <a:pt x="54823" y="133673"/>
                  </a:lnTo>
                  <a:lnTo>
                    <a:pt x="46977" y="141599"/>
                  </a:lnTo>
                  <a:lnTo>
                    <a:pt x="46032" y="140729"/>
                  </a:lnTo>
                  <a:lnTo>
                    <a:pt x="50097" y="136766"/>
                  </a:lnTo>
                  <a:lnTo>
                    <a:pt x="50286" y="136573"/>
                  </a:lnTo>
                  <a:lnTo>
                    <a:pt x="50758" y="135993"/>
                  </a:lnTo>
                  <a:lnTo>
                    <a:pt x="54634" y="132127"/>
                  </a:lnTo>
                  <a:lnTo>
                    <a:pt x="54634" y="130291"/>
                  </a:lnTo>
                  <a:lnTo>
                    <a:pt x="53972" y="128551"/>
                  </a:lnTo>
                  <a:lnTo>
                    <a:pt x="52743" y="126134"/>
                  </a:lnTo>
                  <a:lnTo>
                    <a:pt x="51136" y="123235"/>
                  </a:lnTo>
                  <a:lnTo>
                    <a:pt x="49341" y="120432"/>
                  </a:lnTo>
                  <a:lnTo>
                    <a:pt x="46221" y="116856"/>
                  </a:lnTo>
                  <a:lnTo>
                    <a:pt x="42724" y="112796"/>
                  </a:lnTo>
                  <a:lnTo>
                    <a:pt x="40455" y="109316"/>
                  </a:lnTo>
                  <a:lnTo>
                    <a:pt x="37525" y="106707"/>
                  </a:lnTo>
                  <a:lnTo>
                    <a:pt x="35446" y="104870"/>
                  </a:lnTo>
                  <a:lnTo>
                    <a:pt x="33083" y="102647"/>
                  </a:lnTo>
                  <a:lnTo>
                    <a:pt x="30058" y="100327"/>
                  </a:lnTo>
                  <a:lnTo>
                    <a:pt x="27695" y="98008"/>
                  </a:lnTo>
                  <a:lnTo>
                    <a:pt x="24386" y="95978"/>
                  </a:lnTo>
                  <a:lnTo>
                    <a:pt x="19849" y="92885"/>
                  </a:lnTo>
                  <a:lnTo>
                    <a:pt x="16447" y="90662"/>
                  </a:lnTo>
                  <a:lnTo>
                    <a:pt x="15785" y="90179"/>
                  </a:lnTo>
                  <a:lnTo>
                    <a:pt x="10397" y="87472"/>
                  </a:lnTo>
                  <a:lnTo>
                    <a:pt x="7278" y="85636"/>
                  </a:lnTo>
                  <a:lnTo>
                    <a:pt x="4915" y="83413"/>
                  </a:lnTo>
                  <a:lnTo>
                    <a:pt x="2363" y="81770"/>
                  </a:lnTo>
                  <a:lnTo>
                    <a:pt x="472" y="80417"/>
                  </a:lnTo>
                  <a:lnTo>
                    <a:pt x="0" y="80030"/>
                  </a:lnTo>
                  <a:lnTo>
                    <a:pt x="1606" y="78967"/>
                  </a:lnTo>
                  <a:lnTo>
                    <a:pt x="2930" y="78677"/>
                  </a:lnTo>
                  <a:lnTo>
                    <a:pt x="3686" y="78483"/>
                  </a:lnTo>
                  <a:lnTo>
                    <a:pt x="4253" y="78193"/>
                  </a:lnTo>
                  <a:lnTo>
                    <a:pt x="5198" y="77710"/>
                  </a:lnTo>
                  <a:lnTo>
                    <a:pt x="6805" y="76937"/>
                  </a:lnTo>
                  <a:lnTo>
                    <a:pt x="7467" y="76647"/>
                  </a:lnTo>
                  <a:lnTo>
                    <a:pt x="9263" y="75777"/>
                  </a:lnTo>
                  <a:lnTo>
                    <a:pt x="10113" y="75101"/>
                  </a:lnTo>
                  <a:lnTo>
                    <a:pt x="10681" y="74617"/>
                  </a:lnTo>
                  <a:lnTo>
                    <a:pt x="10964" y="74134"/>
                  </a:lnTo>
                  <a:lnTo>
                    <a:pt x="11342" y="73457"/>
                  </a:lnTo>
                  <a:lnTo>
                    <a:pt x="11153" y="72587"/>
                  </a:lnTo>
                  <a:lnTo>
                    <a:pt x="11059" y="71911"/>
                  </a:lnTo>
                  <a:lnTo>
                    <a:pt x="10964" y="71234"/>
                  </a:lnTo>
                  <a:lnTo>
                    <a:pt x="11153" y="70558"/>
                  </a:lnTo>
                  <a:lnTo>
                    <a:pt x="11437" y="70074"/>
                  </a:lnTo>
                  <a:lnTo>
                    <a:pt x="12098" y="69495"/>
                  </a:lnTo>
                  <a:lnTo>
                    <a:pt x="12760" y="69205"/>
                  </a:lnTo>
                  <a:lnTo>
                    <a:pt x="13233" y="68915"/>
                  </a:lnTo>
                  <a:lnTo>
                    <a:pt x="13705" y="68625"/>
                  </a:lnTo>
                  <a:lnTo>
                    <a:pt x="13894" y="68528"/>
                  </a:lnTo>
                  <a:lnTo>
                    <a:pt x="14367" y="68141"/>
                  </a:lnTo>
                  <a:lnTo>
                    <a:pt x="15029" y="67561"/>
                  </a:lnTo>
                  <a:lnTo>
                    <a:pt x="15785" y="66885"/>
                  </a:lnTo>
                  <a:lnTo>
                    <a:pt x="16257" y="66595"/>
                  </a:lnTo>
                  <a:lnTo>
                    <a:pt x="17203" y="66305"/>
                  </a:lnTo>
                  <a:lnTo>
                    <a:pt x="17486" y="66208"/>
                  </a:lnTo>
                  <a:lnTo>
                    <a:pt x="19282" y="66208"/>
                  </a:lnTo>
                  <a:lnTo>
                    <a:pt x="21362" y="66112"/>
                  </a:lnTo>
                  <a:lnTo>
                    <a:pt x="22685" y="66112"/>
                  </a:lnTo>
                  <a:lnTo>
                    <a:pt x="24386" y="65628"/>
                  </a:lnTo>
                  <a:lnTo>
                    <a:pt x="24859" y="65338"/>
                  </a:lnTo>
                  <a:lnTo>
                    <a:pt x="25615" y="64662"/>
                  </a:lnTo>
                  <a:lnTo>
                    <a:pt x="26466" y="63792"/>
                  </a:lnTo>
                  <a:lnTo>
                    <a:pt x="26750" y="63309"/>
                  </a:lnTo>
                  <a:lnTo>
                    <a:pt x="27128" y="62245"/>
                  </a:lnTo>
                  <a:lnTo>
                    <a:pt x="27789" y="59056"/>
                  </a:lnTo>
                  <a:lnTo>
                    <a:pt x="27884" y="58089"/>
                  </a:lnTo>
                  <a:lnTo>
                    <a:pt x="28356" y="54223"/>
                  </a:lnTo>
                  <a:lnTo>
                    <a:pt x="28829" y="54706"/>
                  </a:lnTo>
                  <a:lnTo>
                    <a:pt x="29113" y="54996"/>
                  </a:lnTo>
                  <a:lnTo>
                    <a:pt x="29396" y="55480"/>
                  </a:lnTo>
                  <a:lnTo>
                    <a:pt x="29869" y="55963"/>
                  </a:lnTo>
                  <a:lnTo>
                    <a:pt x="30719" y="56929"/>
                  </a:lnTo>
                  <a:lnTo>
                    <a:pt x="32043" y="58379"/>
                  </a:lnTo>
                  <a:lnTo>
                    <a:pt x="32421" y="58862"/>
                  </a:lnTo>
                  <a:lnTo>
                    <a:pt x="33650" y="60216"/>
                  </a:lnTo>
                  <a:lnTo>
                    <a:pt x="34595" y="61182"/>
                  </a:lnTo>
                  <a:lnTo>
                    <a:pt x="35729" y="62632"/>
                  </a:lnTo>
                  <a:lnTo>
                    <a:pt x="36863" y="63889"/>
                  </a:lnTo>
                  <a:lnTo>
                    <a:pt x="37242" y="64275"/>
                  </a:lnTo>
                  <a:lnTo>
                    <a:pt x="37714" y="64855"/>
                  </a:lnTo>
                  <a:lnTo>
                    <a:pt x="38376" y="65532"/>
                  </a:lnTo>
                  <a:lnTo>
                    <a:pt x="39416" y="66692"/>
                  </a:lnTo>
                  <a:lnTo>
                    <a:pt x="40077" y="67368"/>
                  </a:lnTo>
                  <a:lnTo>
                    <a:pt x="40455" y="67755"/>
                  </a:lnTo>
                  <a:lnTo>
                    <a:pt x="41212" y="68721"/>
                  </a:lnTo>
                  <a:lnTo>
                    <a:pt x="41968" y="69495"/>
                  </a:lnTo>
                  <a:lnTo>
                    <a:pt x="42724" y="70268"/>
                  </a:lnTo>
                  <a:lnTo>
                    <a:pt x="43197" y="70751"/>
                  </a:lnTo>
                  <a:lnTo>
                    <a:pt x="43669" y="71234"/>
                  </a:lnTo>
                  <a:lnTo>
                    <a:pt x="44236" y="71911"/>
                  </a:lnTo>
                  <a:lnTo>
                    <a:pt x="44425" y="72104"/>
                  </a:lnTo>
                  <a:lnTo>
                    <a:pt x="45843" y="70751"/>
                  </a:lnTo>
                  <a:lnTo>
                    <a:pt x="47072" y="69591"/>
                  </a:lnTo>
                  <a:lnTo>
                    <a:pt x="48490" y="68238"/>
                  </a:lnTo>
                  <a:lnTo>
                    <a:pt x="64464" y="52773"/>
                  </a:lnTo>
                  <a:lnTo>
                    <a:pt x="67867" y="56349"/>
                  </a:lnTo>
                  <a:lnTo>
                    <a:pt x="69379" y="57896"/>
                  </a:lnTo>
                  <a:lnTo>
                    <a:pt x="69852" y="58379"/>
                  </a:lnTo>
                  <a:lnTo>
                    <a:pt x="71175" y="59636"/>
                  </a:lnTo>
                  <a:lnTo>
                    <a:pt x="71648" y="60216"/>
                  </a:lnTo>
                  <a:lnTo>
                    <a:pt x="73255" y="61859"/>
                  </a:lnTo>
                  <a:lnTo>
                    <a:pt x="74200" y="62825"/>
                  </a:lnTo>
                  <a:lnTo>
                    <a:pt x="77792" y="66498"/>
                  </a:lnTo>
                  <a:lnTo>
                    <a:pt x="77981" y="66595"/>
                  </a:lnTo>
                  <a:lnTo>
                    <a:pt x="83369" y="72104"/>
                  </a:lnTo>
                  <a:lnTo>
                    <a:pt x="84692" y="73457"/>
                  </a:lnTo>
                  <a:lnTo>
                    <a:pt x="86394" y="75197"/>
                  </a:lnTo>
                  <a:lnTo>
                    <a:pt x="89324" y="78193"/>
                  </a:lnTo>
                  <a:lnTo>
                    <a:pt x="93577" y="74134"/>
                  </a:lnTo>
                  <a:lnTo>
                    <a:pt x="110213" y="73651"/>
                  </a:lnTo>
                  <a:lnTo>
                    <a:pt x="111253" y="73554"/>
                  </a:lnTo>
                  <a:lnTo>
                    <a:pt x="112293" y="73651"/>
                  </a:lnTo>
                  <a:lnTo>
                    <a:pt x="113333" y="73651"/>
                  </a:lnTo>
                  <a:lnTo>
                    <a:pt x="114372" y="73844"/>
                  </a:lnTo>
                  <a:lnTo>
                    <a:pt x="115318" y="74037"/>
                  </a:lnTo>
                  <a:lnTo>
                    <a:pt x="116357" y="74327"/>
                  </a:lnTo>
                  <a:lnTo>
                    <a:pt x="117303" y="74617"/>
                  </a:lnTo>
                  <a:lnTo>
                    <a:pt x="118342" y="75004"/>
                  </a:lnTo>
                  <a:lnTo>
                    <a:pt x="119288" y="75390"/>
                  </a:lnTo>
                  <a:lnTo>
                    <a:pt x="120233" y="75874"/>
                  </a:lnTo>
                  <a:lnTo>
                    <a:pt x="121083" y="76454"/>
                  </a:lnTo>
                  <a:lnTo>
                    <a:pt x="121934" y="77034"/>
                  </a:lnTo>
                  <a:lnTo>
                    <a:pt x="122785" y="77710"/>
                  </a:lnTo>
                  <a:lnTo>
                    <a:pt x="131481" y="69301"/>
                  </a:lnTo>
                  <a:lnTo>
                    <a:pt x="132899" y="67851"/>
                  </a:lnTo>
                  <a:lnTo>
                    <a:pt x="139421" y="61569"/>
                  </a:lnTo>
                  <a:lnTo>
                    <a:pt x="139610" y="61375"/>
                  </a:lnTo>
                  <a:lnTo>
                    <a:pt x="145376" y="55866"/>
                  </a:lnTo>
                  <a:lnTo>
                    <a:pt x="148023" y="53256"/>
                  </a:lnTo>
                  <a:lnTo>
                    <a:pt x="149251" y="54513"/>
                  </a:lnTo>
                  <a:lnTo>
                    <a:pt x="154545" y="60022"/>
                  </a:lnTo>
                  <a:lnTo>
                    <a:pt x="157475" y="63115"/>
                  </a:lnTo>
                  <a:lnTo>
                    <a:pt x="161350" y="66981"/>
                  </a:lnTo>
                  <a:lnTo>
                    <a:pt x="161634" y="66692"/>
                  </a:lnTo>
                  <a:lnTo>
                    <a:pt x="164375" y="63889"/>
                  </a:lnTo>
                  <a:lnTo>
                    <a:pt x="164564" y="63792"/>
                  </a:lnTo>
                  <a:lnTo>
                    <a:pt x="169101" y="59249"/>
                  </a:lnTo>
                  <a:lnTo>
                    <a:pt x="171842" y="62052"/>
                  </a:lnTo>
                  <a:lnTo>
                    <a:pt x="174489" y="64758"/>
                  </a:lnTo>
                  <a:lnTo>
                    <a:pt x="176190" y="66402"/>
                  </a:lnTo>
                  <a:lnTo>
                    <a:pt x="178175" y="68528"/>
                  </a:lnTo>
                  <a:lnTo>
                    <a:pt x="179310" y="69591"/>
                  </a:lnTo>
                  <a:lnTo>
                    <a:pt x="179593" y="69301"/>
                  </a:lnTo>
                  <a:lnTo>
                    <a:pt x="180066" y="69011"/>
                  </a:lnTo>
                  <a:lnTo>
                    <a:pt x="180444" y="68721"/>
                  </a:lnTo>
                  <a:lnTo>
                    <a:pt x="180917" y="68528"/>
                  </a:lnTo>
                  <a:lnTo>
                    <a:pt x="181389" y="68431"/>
                  </a:lnTo>
                  <a:lnTo>
                    <a:pt x="181862" y="68431"/>
                  </a:lnTo>
                  <a:lnTo>
                    <a:pt x="182429" y="68431"/>
                  </a:lnTo>
                  <a:lnTo>
                    <a:pt x="182901" y="68625"/>
                  </a:lnTo>
                  <a:lnTo>
                    <a:pt x="183374" y="68721"/>
                  </a:lnTo>
                  <a:lnTo>
                    <a:pt x="183752" y="69011"/>
                  </a:lnTo>
                  <a:lnTo>
                    <a:pt x="184130" y="69301"/>
                  </a:lnTo>
                  <a:lnTo>
                    <a:pt x="188667" y="63405"/>
                  </a:lnTo>
                  <a:lnTo>
                    <a:pt x="194244" y="56059"/>
                  </a:lnTo>
                  <a:lnTo>
                    <a:pt x="199538" y="49197"/>
                  </a:lnTo>
                  <a:lnTo>
                    <a:pt x="206816" y="39628"/>
                  </a:lnTo>
                  <a:lnTo>
                    <a:pt x="207288" y="39145"/>
                  </a:lnTo>
                  <a:lnTo>
                    <a:pt x="223263" y="18267"/>
                  </a:lnTo>
                  <a:lnTo>
                    <a:pt x="232148" y="6669"/>
                  </a:lnTo>
                  <a:lnTo>
                    <a:pt x="233282" y="6475"/>
                  </a:lnTo>
                  <a:lnTo>
                    <a:pt x="234038" y="6282"/>
                  </a:lnTo>
                  <a:lnTo>
                    <a:pt x="234511" y="6185"/>
                  </a:lnTo>
                  <a:lnTo>
                    <a:pt x="236496" y="5799"/>
                  </a:lnTo>
                  <a:lnTo>
                    <a:pt x="239993" y="5219"/>
                  </a:lnTo>
                  <a:lnTo>
                    <a:pt x="242640" y="4832"/>
                  </a:lnTo>
                  <a:lnTo>
                    <a:pt x="246515" y="4252"/>
                  </a:lnTo>
                  <a:lnTo>
                    <a:pt x="247555" y="4156"/>
                  </a:lnTo>
                  <a:lnTo>
                    <a:pt x="250202" y="3769"/>
                  </a:lnTo>
                  <a:lnTo>
                    <a:pt x="251431" y="3479"/>
                  </a:lnTo>
                  <a:lnTo>
                    <a:pt x="252187" y="3382"/>
                  </a:lnTo>
                  <a:lnTo>
                    <a:pt x="253227" y="3189"/>
                  </a:lnTo>
                  <a:lnTo>
                    <a:pt x="257102" y="2609"/>
                  </a:lnTo>
                  <a:lnTo>
                    <a:pt x="272037" y="0"/>
                  </a:lnTo>
                  <a:lnTo>
                    <a:pt x="271753" y="4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111049" y="3805981"/>
              <a:ext cx="1469057" cy="1741338"/>
            </a:xfrm>
            <a:custGeom>
              <a:avLst/>
              <a:pathLst>
                <a:path w="1469057" h="1741338">
                  <a:moveTo>
                    <a:pt x="295289" y="124105"/>
                  </a:moveTo>
                  <a:lnTo>
                    <a:pt x="484052" y="411847"/>
                  </a:lnTo>
                  <a:lnTo>
                    <a:pt x="752497" y="828430"/>
                  </a:lnTo>
                  <a:lnTo>
                    <a:pt x="757318" y="832780"/>
                  </a:lnTo>
                  <a:lnTo>
                    <a:pt x="759019" y="836549"/>
                  </a:lnTo>
                  <a:lnTo>
                    <a:pt x="760815" y="836356"/>
                  </a:lnTo>
                  <a:lnTo>
                    <a:pt x="762233" y="836259"/>
                  </a:lnTo>
                  <a:lnTo>
                    <a:pt x="763462" y="836163"/>
                  </a:lnTo>
                  <a:lnTo>
                    <a:pt x="764974" y="835583"/>
                  </a:lnTo>
                  <a:lnTo>
                    <a:pt x="766486" y="834906"/>
                  </a:lnTo>
                  <a:lnTo>
                    <a:pt x="767148" y="834616"/>
                  </a:lnTo>
                  <a:lnTo>
                    <a:pt x="767810" y="834133"/>
                  </a:lnTo>
                  <a:lnTo>
                    <a:pt x="768282" y="833650"/>
                  </a:lnTo>
                  <a:lnTo>
                    <a:pt x="768660" y="833263"/>
                  </a:lnTo>
                  <a:lnTo>
                    <a:pt x="769039" y="832876"/>
                  </a:lnTo>
                  <a:lnTo>
                    <a:pt x="769700" y="832490"/>
                  </a:lnTo>
                  <a:lnTo>
                    <a:pt x="770645" y="832297"/>
                  </a:lnTo>
                  <a:lnTo>
                    <a:pt x="771213" y="832007"/>
                  </a:lnTo>
                  <a:lnTo>
                    <a:pt x="771874" y="831717"/>
                  </a:lnTo>
                  <a:lnTo>
                    <a:pt x="772725" y="831523"/>
                  </a:lnTo>
                  <a:lnTo>
                    <a:pt x="773670" y="831233"/>
                  </a:lnTo>
                  <a:lnTo>
                    <a:pt x="774426" y="831137"/>
                  </a:lnTo>
                  <a:lnTo>
                    <a:pt x="775183" y="831137"/>
                  </a:lnTo>
                  <a:lnTo>
                    <a:pt x="775844" y="831330"/>
                  </a:lnTo>
                  <a:lnTo>
                    <a:pt x="776506" y="831427"/>
                  </a:lnTo>
                  <a:lnTo>
                    <a:pt x="777073" y="831330"/>
                  </a:lnTo>
                  <a:lnTo>
                    <a:pt x="777735" y="831523"/>
                  </a:lnTo>
                  <a:lnTo>
                    <a:pt x="778113" y="831717"/>
                  </a:lnTo>
                  <a:lnTo>
                    <a:pt x="778396" y="831427"/>
                  </a:lnTo>
                  <a:lnTo>
                    <a:pt x="778774" y="830653"/>
                  </a:lnTo>
                  <a:lnTo>
                    <a:pt x="779436" y="830170"/>
                  </a:lnTo>
                  <a:lnTo>
                    <a:pt x="780192" y="829590"/>
                  </a:lnTo>
                  <a:lnTo>
                    <a:pt x="780665" y="829590"/>
                  </a:lnTo>
                  <a:lnTo>
                    <a:pt x="781421" y="829300"/>
                  </a:lnTo>
                  <a:lnTo>
                    <a:pt x="782177" y="829107"/>
                  </a:lnTo>
                  <a:lnTo>
                    <a:pt x="782933" y="828817"/>
                  </a:lnTo>
                  <a:lnTo>
                    <a:pt x="783784" y="828720"/>
                  </a:lnTo>
                  <a:lnTo>
                    <a:pt x="784446" y="828720"/>
                  </a:lnTo>
                  <a:lnTo>
                    <a:pt x="785013" y="828237"/>
                  </a:lnTo>
                  <a:lnTo>
                    <a:pt x="785391" y="828334"/>
                  </a:lnTo>
                  <a:lnTo>
                    <a:pt x="786147" y="828334"/>
                  </a:lnTo>
                  <a:lnTo>
                    <a:pt x="786714" y="828527"/>
                  </a:lnTo>
                  <a:lnTo>
                    <a:pt x="787376" y="828624"/>
                  </a:lnTo>
                  <a:lnTo>
                    <a:pt x="787943" y="828914"/>
                  </a:lnTo>
                  <a:lnTo>
                    <a:pt x="788605" y="828914"/>
                  </a:lnTo>
                  <a:lnTo>
                    <a:pt x="789172" y="828430"/>
                  </a:lnTo>
                  <a:lnTo>
                    <a:pt x="789739" y="828140"/>
                  </a:lnTo>
                  <a:lnTo>
                    <a:pt x="790779" y="827464"/>
                  </a:lnTo>
                  <a:lnTo>
                    <a:pt x="791630" y="826981"/>
                  </a:lnTo>
                  <a:lnTo>
                    <a:pt x="792197" y="826787"/>
                  </a:lnTo>
                  <a:lnTo>
                    <a:pt x="792764" y="826981"/>
                  </a:lnTo>
                  <a:lnTo>
                    <a:pt x="793520" y="827077"/>
                  </a:lnTo>
                  <a:lnTo>
                    <a:pt x="794654" y="827174"/>
                  </a:lnTo>
                  <a:lnTo>
                    <a:pt x="795505" y="826884"/>
                  </a:lnTo>
                  <a:lnTo>
                    <a:pt x="796072" y="826787"/>
                  </a:lnTo>
                  <a:lnTo>
                    <a:pt x="796734" y="826497"/>
                  </a:lnTo>
                  <a:lnTo>
                    <a:pt x="798152" y="826497"/>
                  </a:lnTo>
                  <a:lnTo>
                    <a:pt x="798908" y="826304"/>
                  </a:lnTo>
                  <a:lnTo>
                    <a:pt x="799475" y="826207"/>
                  </a:lnTo>
                  <a:lnTo>
                    <a:pt x="800420" y="826014"/>
                  </a:lnTo>
                  <a:lnTo>
                    <a:pt x="800987" y="825821"/>
                  </a:lnTo>
                  <a:lnTo>
                    <a:pt x="801649" y="825627"/>
                  </a:lnTo>
                  <a:lnTo>
                    <a:pt x="802216" y="825531"/>
                  </a:lnTo>
                  <a:lnTo>
                    <a:pt x="803350" y="825821"/>
                  </a:lnTo>
                  <a:lnTo>
                    <a:pt x="804390" y="826111"/>
                  </a:lnTo>
                  <a:lnTo>
                    <a:pt x="805241" y="826497"/>
                  </a:lnTo>
                  <a:lnTo>
                    <a:pt x="805619" y="826691"/>
                  </a:lnTo>
                  <a:lnTo>
                    <a:pt x="806186" y="827077"/>
                  </a:lnTo>
                  <a:lnTo>
                    <a:pt x="807131" y="827077"/>
                  </a:lnTo>
                  <a:lnTo>
                    <a:pt x="808171" y="826787"/>
                  </a:lnTo>
                  <a:lnTo>
                    <a:pt x="808927" y="826207"/>
                  </a:lnTo>
                  <a:lnTo>
                    <a:pt x="809589" y="826014"/>
                  </a:lnTo>
                  <a:lnTo>
                    <a:pt x="810251" y="826111"/>
                  </a:lnTo>
                  <a:lnTo>
                    <a:pt x="811385" y="826111"/>
                  </a:lnTo>
                  <a:lnTo>
                    <a:pt x="811952" y="826014"/>
                  </a:lnTo>
                  <a:lnTo>
                    <a:pt x="812992" y="825724"/>
                  </a:lnTo>
                  <a:lnTo>
                    <a:pt x="814693" y="825627"/>
                  </a:lnTo>
                  <a:lnTo>
                    <a:pt x="817623" y="825241"/>
                  </a:lnTo>
                  <a:lnTo>
                    <a:pt x="818663" y="824757"/>
                  </a:lnTo>
                  <a:lnTo>
                    <a:pt x="819325" y="824564"/>
                  </a:lnTo>
                  <a:lnTo>
                    <a:pt x="820365" y="824371"/>
                  </a:lnTo>
                  <a:lnTo>
                    <a:pt x="821026" y="824371"/>
                  </a:lnTo>
                  <a:lnTo>
                    <a:pt x="822444" y="824274"/>
                  </a:lnTo>
                  <a:lnTo>
                    <a:pt x="823862" y="824178"/>
                  </a:lnTo>
                  <a:lnTo>
                    <a:pt x="824713" y="823984"/>
                  </a:lnTo>
                  <a:lnTo>
                    <a:pt x="826698" y="824081"/>
                  </a:lnTo>
                  <a:lnTo>
                    <a:pt x="827737" y="823984"/>
                  </a:lnTo>
                  <a:lnTo>
                    <a:pt x="828115" y="823984"/>
                  </a:lnTo>
                  <a:lnTo>
                    <a:pt x="829533" y="823888"/>
                  </a:lnTo>
                  <a:lnTo>
                    <a:pt x="831235" y="823888"/>
                  </a:lnTo>
                  <a:lnTo>
                    <a:pt x="833787" y="823888"/>
                  </a:lnTo>
                  <a:lnTo>
                    <a:pt x="835488" y="823791"/>
                  </a:lnTo>
                  <a:lnTo>
                    <a:pt x="837190" y="823501"/>
                  </a:lnTo>
                  <a:lnTo>
                    <a:pt x="838324" y="823308"/>
                  </a:lnTo>
                  <a:lnTo>
                    <a:pt x="840025" y="823308"/>
                  </a:lnTo>
                  <a:lnTo>
                    <a:pt x="841065" y="823114"/>
                  </a:lnTo>
                  <a:lnTo>
                    <a:pt x="842010" y="822921"/>
                  </a:lnTo>
                  <a:lnTo>
                    <a:pt x="843334" y="822438"/>
                  </a:lnTo>
                  <a:lnTo>
                    <a:pt x="844846" y="821664"/>
                  </a:lnTo>
                  <a:lnTo>
                    <a:pt x="845791" y="821375"/>
                  </a:lnTo>
                  <a:lnTo>
                    <a:pt x="846453" y="821375"/>
                  </a:lnTo>
                  <a:lnTo>
                    <a:pt x="847965" y="821181"/>
                  </a:lnTo>
                  <a:lnTo>
                    <a:pt x="848343" y="821085"/>
                  </a:lnTo>
                  <a:lnTo>
                    <a:pt x="849005" y="821181"/>
                  </a:lnTo>
                  <a:lnTo>
                    <a:pt x="849383" y="821085"/>
                  </a:lnTo>
                  <a:lnTo>
                    <a:pt x="850234" y="820795"/>
                  </a:lnTo>
                  <a:lnTo>
                    <a:pt x="850990" y="820311"/>
                  </a:lnTo>
                  <a:lnTo>
                    <a:pt x="851746" y="820021"/>
                  </a:lnTo>
                  <a:lnTo>
                    <a:pt x="852219" y="819828"/>
                  </a:lnTo>
                  <a:lnTo>
                    <a:pt x="852691" y="819635"/>
                  </a:lnTo>
                  <a:lnTo>
                    <a:pt x="853164" y="819441"/>
                  </a:lnTo>
                  <a:lnTo>
                    <a:pt x="854109" y="819248"/>
                  </a:lnTo>
                  <a:lnTo>
                    <a:pt x="855149" y="819055"/>
                  </a:lnTo>
                  <a:lnTo>
                    <a:pt x="855905" y="818861"/>
                  </a:lnTo>
                  <a:lnTo>
                    <a:pt x="856283" y="818668"/>
                  </a:lnTo>
                  <a:lnTo>
                    <a:pt x="856661" y="818378"/>
                  </a:lnTo>
                  <a:lnTo>
                    <a:pt x="857039" y="818185"/>
                  </a:lnTo>
                  <a:lnTo>
                    <a:pt x="857418" y="817702"/>
                  </a:lnTo>
                  <a:lnTo>
                    <a:pt x="857701" y="817508"/>
                  </a:lnTo>
                  <a:lnTo>
                    <a:pt x="858646" y="816735"/>
                  </a:lnTo>
                  <a:lnTo>
                    <a:pt x="860726" y="816058"/>
                  </a:lnTo>
                  <a:lnTo>
                    <a:pt x="863278" y="815285"/>
                  </a:lnTo>
                  <a:lnTo>
                    <a:pt x="863845" y="814995"/>
                  </a:lnTo>
                  <a:lnTo>
                    <a:pt x="866586" y="814319"/>
                  </a:lnTo>
                  <a:lnTo>
                    <a:pt x="868288" y="813932"/>
                  </a:lnTo>
                  <a:lnTo>
                    <a:pt x="870178" y="813739"/>
                  </a:lnTo>
                  <a:lnTo>
                    <a:pt x="871407" y="813642"/>
                  </a:lnTo>
                  <a:lnTo>
                    <a:pt x="872825" y="813449"/>
                  </a:lnTo>
                  <a:lnTo>
                    <a:pt x="873770" y="813352"/>
                  </a:lnTo>
                  <a:lnTo>
                    <a:pt x="875471" y="812676"/>
                  </a:lnTo>
                  <a:lnTo>
                    <a:pt x="876700" y="812289"/>
                  </a:lnTo>
                  <a:lnTo>
                    <a:pt x="877362" y="811902"/>
                  </a:lnTo>
                  <a:lnTo>
                    <a:pt x="878685" y="811419"/>
                  </a:lnTo>
                  <a:lnTo>
                    <a:pt x="881237" y="810356"/>
                  </a:lnTo>
                  <a:lnTo>
                    <a:pt x="882844" y="809389"/>
                  </a:lnTo>
                  <a:lnTo>
                    <a:pt x="884735" y="809003"/>
                  </a:lnTo>
                  <a:lnTo>
                    <a:pt x="885869" y="808616"/>
                  </a:lnTo>
                  <a:lnTo>
                    <a:pt x="887759" y="808036"/>
                  </a:lnTo>
                  <a:lnTo>
                    <a:pt x="889461" y="807746"/>
                  </a:lnTo>
                  <a:lnTo>
                    <a:pt x="891068" y="807166"/>
                  </a:lnTo>
                  <a:lnTo>
                    <a:pt x="891824" y="807166"/>
                  </a:lnTo>
                  <a:lnTo>
                    <a:pt x="892107" y="807166"/>
                  </a:lnTo>
                  <a:lnTo>
                    <a:pt x="892486" y="806973"/>
                  </a:lnTo>
                  <a:lnTo>
                    <a:pt x="892769" y="806876"/>
                  </a:lnTo>
                  <a:lnTo>
                    <a:pt x="892958" y="806683"/>
                  </a:lnTo>
                  <a:lnTo>
                    <a:pt x="893147" y="806586"/>
                  </a:lnTo>
                  <a:lnTo>
                    <a:pt x="893620" y="806200"/>
                  </a:lnTo>
                  <a:lnTo>
                    <a:pt x="893809" y="806006"/>
                  </a:lnTo>
                  <a:lnTo>
                    <a:pt x="894092" y="805813"/>
                  </a:lnTo>
                  <a:lnTo>
                    <a:pt x="895227" y="805330"/>
                  </a:lnTo>
                  <a:lnTo>
                    <a:pt x="895794" y="805040"/>
                  </a:lnTo>
                  <a:lnTo>
                    <a:pt x="896077" y="804846"/>
                  </a:lnTo>
                  <a:lnTo>
                    <a:pt x="896645" y="804750"/>
                  </a:lnTo>
                  <a:lnTo>
                    <a:pt x="897117" y="804653"/>
                  </a:lnTo>
                  <a:lnTo>
                    <a:pt x="897495" y="804557"/>
                  </a:lnTo>
                  <a:lnTo>
                    <a:pt x="898251" y="804460"/>
                  </a:lnTo>
                  <a:lnTo>
                    <a:pt x="898913" y="804363"/>
                  </a:lnTo>
                  <a:lnTo>
                    <a:pt x="899197" y="804267"/>
                  </a:lnTo>
                  <a:lnTo>
                    <a:pt x="899764" y="804170"/>
                  </a:lnTo>
                  <a:lnTo>
                    <a:pt x="900047" y="804073"/>
                  </a:lnTo>
                  <a:lnTo>
                    <a:pt x="900331" y="803880"/>
                  </a:lnTo>
                  <a:lnTo>
                    <a:pt x="900804" y="803590"/>
                  </a:lnTo>
                  <a:lnTo>
                    <a:pt x="900898" y="803397"/>
                  </a:lnTo>
                  <a:lnTo>
                    <a:pt x="901087" y="803397"/>
                  </a:lnTo>
                  <a:lnTo>
                    <a:pt x="901276" y="803300"/>
                  </a:lnTo>
                  <a:lnTo>
                    <a:pt x="902600" y="803203"/>
                  </a:lnTo>
                  <a:lnTo>
                    <a:pt x="903828" y="803107"/>
                  </a:lnTo>
                  <a:lnTo>
                    <a:pt x="904112" y="803107"/>
                  </a:lnTo>
                  <a:lnTo>
                    <a:pt x="904395" y="803010"/>
                  </a:lnTo>
                  <a:lnTo>
                    <a:pt x="905624" y="802720"/>
                  </a:lnTo>
                  <a:lnTo>
                    <a:pt x="906286" y="802527"/>
                  </a:lnTo>
                  <a:lnTo>
                    <a:pt x="907420" y="801947"/>
                  </a:lnTo>
                  <a:lnTo>
                    <a:pt x="907798" y="801947"/>
                  </a:lnTo>
                  <a:lnTo>
                    <a:pt x="908271" y="801657"/>
                  </a:lnTo>
                  <a:lnTo>
                    <a:pt x="908838" y="801270"/>
                  </a:lnTo>
                  <a:lnTo>
                    <a:pt x="909311" y="801077"/>
                  </a:lnTo>
                  <a:lnTo>
                    <a:pt x="909972" y="800690"/>
                  </a:lnTo>
                  <a:lnTo>
                    <a:pt x="910539" y="800400"/>
                  </a:lnTo>
                  <a:lnTo>
                    <a:pt x="910823" y="800304"/>
                  </a:lnTo>
                  <a:lnTo>
                    <a:pt x="911107" y="800207"/>
                  </a:lnTo>
                  <a:lnTo>
                    <a:pt x="911485" y="800110"/>
                  </a:lnTo>
                  <a:lnTo>
                    <a:pt x="911863" y="800014"/>
                  </a:lnTo>
                  <a:lnTo>
                    <a:pt x="912335" y="799917"/>
                  </a:lnTo>
                  <a:lnTo>
                    <a:pt x="912713" y="799917"/>
                  </a:lnTo>
                  <a:lnTo>
                    <a:pt x="913375" y="800014"/>
                  </a:lnTo>
                  <a:lnTo>
                    <a:pt x="913659" y="800110"/>
                  </a:lnTo>
                  <a:lnTo>
                    <a:pt x="915171" y="800014"/>
                  </a:lnTo>
                  <a:lnTo>
                    <a:pt x="915549" y="800014"/>
                  </a:lnTo>
                  <a:lnTo>
                    <a:pt x="916116" y="799820"/>
                  </a:lnTo>
                  <a:lnTo>
                    <a:pt x="916589" y="799820"/>
                  </a:lnTo>
                  <a:lnTo>
                    <a:pt x="916967" y="799820"/>
                  </a:lnTo>
                  <a:lnTo>
                    <a:pt x="917251" y="799724"/>
                  </a:lnTo>
                  <a:lnTo>
                    <a:pt x="917534" y="799530"/>
                  </a:lnTo>
                  <a:lnTo>
                    <a:pt x="918290" y="798951"/>
                  </a:lnTo>
                  <a:lnTo>
                    <a:pt x="918763" y="798661"/>
                  </a:lnTo>
                  <a:lnTo>
                    <a:pt x="919803" y="798081"/>
                  </a:lnTo>
                  <a:lnTo>
                    <a:pt x="920181" y="797791"/>
                  </a:lnTo>
                  <a:lnTo>
                    <a:pt x="920464" y="797597"/>
                  </a:lnTo>
                  <a:lnTo>
                    <a:pt x="920842" y="797404"/>
                  </a:lnTo>
                  <a:lnTo>
                    <a:pt x="921126" y="797307"/>
                  </a:lnTo>
                  <a:lnTo>
                    <a:pt x="921504" y="797211"/>
                  </a:lnTo>
                  <a:lnTo>
                    <a:pt x="921788" y="797114"/>
                  </a:lnTo>
                  <a:lnTo>
                    <a:pt x="922071" y="797114"/>
                  </a:lnTo>
                  <a:lnTo>
                    <a:pt x="922260" y="797114"/>
                  </a:lnTo>
                  <a:lnTo>
                    <a:pt x="922544" y="797114"/>
                  </a:lnTo>
                  <a:lnTo>
                    <a:pt x="923489" y="797307"/>
                  </a:lnTo>
                  <a:lnTo>
                    <a:pt x="924056" y="797404"/>
                  </a:lnTo>
                  <a:lnTo>
                    <a:pt x="924340" y="797404"/>
                  </a:lnTo>
                  <a:lnTo>
                    <a:pt x="925096" y="797307"/>
                  </a:lnTo>
                  <a:lnTo>
                    <a:pt x="925663" y="797211"/>
                  </a:lnTo>
                  <a:lnTo>
                    <a:pt x="926797" y="797017"/>
                  </a:lnTo>
                  <a:lnTo>
                    <a:pt x="928121" y="796921"/>
                  </a:lnTo>
                  <a:lnTo>
                    <a:pt x="928877" y="796727"/>
                  </a:lnTo>
                  <a:lnTo>
                    <a:pt x="929917" y="796534"/>
                  </a:lnTo>
                  <a:lnTo>
                    <a:pt x="930295" y="796437"/>
                  </a:lnTo>
                  <a:lnTo>
                    <a:pt x="931051" y="796148"/>
                  </a:lnTo>
                  <a:lnTo>
                    <a:pt x="931618" y="796051"/>
                  </a:lnTo>
                  <a:lnTo>
                    <a:pt x="931996" y="795954"/>
                  </a:lnTo>
                  <a:lnTo>
                    <a:pt x="933414" y="795761"/>
                  </a:lnTo>
                  <a:lnTo>
                    <a:pt x="933792" y="795664"/>
                  </a:lnTo>
                  <a:lnTo>
                    <a:pt x="934265" y="795664"/>
                  </a:lnTo>
                  <a:lnTo>
                    <a:pt x="935021" y="795374"/>
                  </a:lnTo>
                  <a:lnTo>
                    <a:pt x="935494" y="795278"/>
                  </a:lnTo>
                  <a:lnTo>
                    <a:pt x="935966" y="795181"/>
                  </a:lnTo>
                  <a:lnTo>
                    <a:pt x="936344" y="795084"/>
                  </a:lnTo>
                  <a:lnTo>
                    <a:pt x="937006" y="795181"/>
                  </a:lnTo>
                  <a:lnTo>
                    <a:pt x="938991" y="795084"/>
                  </a:lnTo>
                  <a:lnTo>
                    <a:pt x="940314" y="795084"/>
                  </a:lnTo>
                  <a:lnTo>
                    <a:pt x="940976" y="795084"/>
                  </a:lnTo>
                  <a:lnTo>
                    <a:pt x="941448" y="794988"/>
                  </a:lnTo>
                  <a:lnTo>
                    <a:pt x="941638" y="794988"/>
                  </a:lnTo>
                  <a:lnTo>
                    <a:pt x="942016" y="795084"/>
                  </a:lnTo>
                  <a:lnTo>
                    <a:pt x="942677" y="795278"/>
                  </a:lnTo>
                  <a:lnTo>
                    <a:pt x="942961" y="795374"/>
                  </a:lnTo>
                  <a:lnTo>
                    <a:pt x="943244" y="795374"/>
                  </a:lnTo>
                  <a:lnTo>
                    <a:pt x="943717" y="795374"/>
                  </a:lnTo>
                  <a:lnTo>
                    <a:pt x="944001" y="795374"/>
                  </a:lnTo>
                  <a:lnTo>
                    <a:pt x="945702" y="795181"/>
                  </a:lnTo>
                  <a:lnTo>
                    <a:pt x="947498" y="795084"/>
                  </a:lnTo>
                  <a:lnTo>
                    <a:pt x="947782" y="794988"/>
                  </a:lnTo>
                  <a:lnTo>
                    <a:pt x="948254" y="794891"/>
                  </a:lnTo>
                  <a:lnTo>
                    <a:pt x="948538" y="794794"/>
                  </a:lnTo>
                  <a:lnTo>
                    <a:pt x="948727" y="794891"/>
                  </a:lnTo>
                  <a:lnTo>
                    <a:pt x="949010" y="794891"/>
                  </a:lnTo>
                  <a:lnTo>
                    <a:pt x="949483" y="794891"/>
                  </a:lnTo>
                  <a:lnTo>
                    <a:pt x="949861" y="794988"/>
                  </a:lnTo>
                  <a:lnTo>
                    <a:pt x="950334" y="794988"/>
                  </a:lnTo>
                  <a:lnTo>
                    <a:pt x="950712" y="794891"/>
                  </a:lnTo>
                  <a:lnTo>
                    <a:pt x="951184" y="794794"/>
                  </a:lnTo>
                  <a:lnTo>
                    <a:pt x="951657" y="794601"/>
                  </a:lnTo>
                  <a:lnTo>
                    <a:pt x="952035" y="794601"/>
                  </a:lnTo>
                  <a:lnTo>
                    <a:pt x="952508" y="794504"/>
                  </a:lnTo>
                  <a:lnTo>
                    <a:pt x="952980" y="794601"/>
                  </a:lnTo>
                  <a:lnTo>
                    <a:pt x="953453" y="794698"/>
                  </a:lnTo>
                  <a:lnTo>
                    <a:pt x="953831" y="794601"/>
                  </a:lnTo>
                  <a:lnTo>
                    <a:pt x="954209" y="794408"/>
                  </a:lnTo>
                  <a:lnTo>
                    <a:pt x="954682" y="794311"/>
                  </a:lnTo>
                  <a:lnTo>
                    <a:pt x="955060" y="794311"/>
                  </a:lnTo>
                  <a:lnTo>
                    <a:pt x="955532" y="794214"/>
                  </a:lnTo>
                  <a:lnTo>
                    <a:pt x="955910" y="794118"/>
                  </a:lnTo>
                  <a:lnTo>
                    <a:pt x="956478" y="794021"/>
                  </a:lnTo>
                  <a:lnTo>
                    <a:pt x="956761" y="793924"/>
                  </a:lnTo>
                  <a:lnTo>
                    <a:pt x="957234" y="793634"/>
                  </a:lnTo>
                  <a:lnTo>
                    <a:pt x="957612" y="793441"/>
                  </a:lnTo>
                  <a:lnTo>
                    <a:pt x="958085" y="793248"/>
                  </a:lnTo>
                  <a:lnTo>
                    <a:pt x="958463" y="793055"/>
                  </a:lnTo>
                  <a:lnTo>
                    <a:pt x="958935" y="792861"/>
                  </a:lnTo>
                  <a:lnTo>
                    <a:pt x="959408" y="792861"/>
                  </a:lnTo>
                  <a:lnTo>
                    <a:pt x="959786" y="792765"/>
                  </a:lnTo>
                  <a:lnTo>
                    <a:pt x="960259" y="792668"/>
                  </a:lnTo>
                  <a:lnTo>
                    <a:pt x="960731" y="792475"/>
                  </a:lnTo>
                  <a:lnTo>
                    <a:pt x="960920" y="792475"/>
                  </a:lnTo>
                  <a:lnTo>
                    <a:pt x="961109" y="792475"/>
                  </a:lnTo>
                  <a:lnTo>
                    <a:pt x="961582" y="792378"/>
                  </a:lnTo>
                  <a:lnTo>
                    <a:pt x="961960" y="792281"/>
                  </a:lnTo>
                  <a:lnTo>
                    <a:pt x="962433" y="792185"/>
                  </a:lnTo>
                  <a:lnTo>
                    <a:pt x="962905" y="791991"/>
                  </a:lnTo>
                  <a:lnTo>
                    <a:pt x="964418" y="792088"/>
                  </a:lnTo>
                  <a:lnTo>
                    <a:pt x="965079" y="792185"/>
                  </a:lnTo>
                  <a:lnTo>
                    <a:pt x="965552" y="792378"/>
                  </a:lnTo>
                  <a:lnTo>
                    <a:pt x="965930" y="792475"/>
                  </a:lnTo>
                  <a:lnTo>
                    <a:pt x="966403" y="792571"/>
                  </a:lnTo>
                  <a:lnTo>
                    <a:pt x="966781" y="792571"/>
                  </a:lnTo>
                  <a:lnTo>
                    <a:pt x="967253" y="792571"/>
                  </a:lnTo>
                  <a:lnTo>
                    <a:pt x="967726" y="792668"/>
                  </a:lnTo>
                  <a:lnTo>
                    <a:pt x="968104" y="792861"/>
                  </a:lnTo>
                  <a:lnTo>
                    <a:pt x="968671" y="792861"/>
                  </a:lnTo>
                  <a:lnTo>
                    <a:pt x="969049" y="792861"/>
                  </a:lnTo>
                  <a:lnTo>
                    <a:pt x="969522" y="792765"/>
                  </a:lnTo>
                  <a:lnTo>
                    <a:pt x="969994" y="792861"/>
                  </a:lnTo>
                  <a:lnTo>
                    <a:pt x="970373" y="792958"/>
                  </a:lnTo>
                  <a:lnTo>
                    <a:pt x="971034" y="793055"/>
                  </a:lnTo>
                  <a:lnTo>
                    <a:pt x="971412" y="793055"/>
                  </a:lnTo>
                  <a:lnTo>
                    <a:pt x="971885" y="792958"/>
                  </a:lnTo>
                  <a:lnTo>
                    <a:pt x="972263" y="792861"/>
                  </a:lnTo>
                  <a:lnTo>
                    <a:pt x="972736" y="792668"/>
                  </a:lnTo>
                  <a:lnTo>
                    <a:pt x="973208" y="792475"/>
                  </a:lnTo>
                  <a:lnTo>
                    <a:pt x="973492" y="792281"/>
                  </a:lnTo>
                  <a:lnTo>
                    <a:pt x="973964" y="792088"/>
                  </a:lnTo>
                  <a:lnTo>
                    <a:pt x="974437" y="791991"/>
                  </a:lnTo>
                  <a:lnTo>
                    <a:pt x="974815" y="791895"/>
                  </a:lnTo>
                  <a:lnTo>
                    <a:pt x="975288" y="791895"/>
                  </a:lnTo>
                  <a:lnTo>
                    <a:pt x="975666" y="791701"/>
                  </a:lnTo>
                  <a:lnTo>
                    <a:pt x="976044" y="791701"/>
                  </a:lnTo>
                  <a:lnTo>
                    <a:pt x="976517" y="791508"/>
                  </a:lnTo>
                  <a:lnTo>
                    <a:pt x="976989" y="791411"/>
                  </a:lnTo>
                  <a:lnTo>
                    <a:pt x="977462" y="791411"/>
                  </a:lnTo>
                  <a:lnTo>
                    <a:pt x="977840" y="791411"/>
                  </a:lnTo>
                  <a:lnTo>
                    <a:pt x="978312" y="791315"/>
                  </a:lnTo>
                  <a:lnTo>
                    <a:pt x="978691" y="791315"/>
                  </a:lnTo>
                  <a:lnTo>
                    <a:pt x="979163" y="791218"/>
                  </a:lnTo>
                  <a:lnTo>
                    <a:pt x="979636" y="791315"/>
                  </a:lnTo>
                  <a:lnTo>
                    <a:pt x="980014" y="791411"/>
                  </a:lnTo>
                  <a:lnTo>
                    <a:pt x="980486" y="791508"/>
                  </a:lnTo>
                  <a:lnTo>
                    <a:pt x="980865" y="791605"/>
                  </a:lnTo>
                  <a:lnTo>
                    <a:pt x="981337" y="791701"/>
                  </a:lnTo>
                  <a:lnTo>
                    <a:pt x="981715" y="791798"/>
                  </a:lnTo>
                  <a:lnTo>
                    <a:pt x="982188" y="791991"/>
                  </a:lnTo>
                  <a:lnTo>
                    <a:pt x="982661" y="792185"/>
                  </a:lnTo>
                  <a:lnTo>
                    <a:pt x="983039" y="792281"/>
                  </a:lnTo>
                  <a:lnTo>
                    <a:pt x="983511" y="792571"/>
                  </a:lnTo>
                  <a:lnTo>
                    <a:pt x="983889" y="792475"/>
                  </a:lnTo>
                  <a:lnTo>
                    <a:pt x="984362" y="792571"/>
                  </a:lnTo>
                  <a:lnTo>
                    <a:pt x="984740" y="792765"/>
                  </a:lnTo>
                  <a:lnTo>
                    <a:pt x="985213" y="792861"/>
                  </a:lnTo>
                  <a:lnTo>
                    <a:pt x="985685" y="792861"/>
                  </a:lnTo>
                  <a:lnTo>
                    <a:pt x="986063" y="792958"/>
                  </a:lnTo>
                  <a:lnTo>
                    <a:pt x="986536" y="793151"/>
                  </a:lnTo>
                  <a:lnTo>
                    <a:pt x="986914" y="793151"/>
                  </a:lnTo>
                  <a:lnTo>
                    <a:pt x="987387" y="793151"/>
                  </a:lnTo>
                  <a:lnTo>
                    <a:pt x="987859" y="793345"/>
                  </a:lnTo>
                  <a:lnTo>
                    <a:pt x="988332" y="793441"/>
                  </a:lnTo>
                  <a:lnTo>
                    <a:pt x="988710" y="793538"/>
                  </a:lnTo>
                  <a:lnTo>
                    <a:pt x="989088" y="793538"/>
                  </a:lnTo>
                  <a:lnTo>
                    <a:pt x="989655" y="793441"/>
                  </a:lnTo>
                  <a:lnTo>
                    <a:pt x="990033" y="793538"/>
                  </a:lnTo>
                  <a:lnTo>
                    <a:pt x="990506" y="793538"/>
                  </a:lnTo>
                  <a:lnTo>
                    <a:pt x="990884" y="793538"/>
                  </a:lnTo>
                  <a:lnTo>
                    <a:pt x="991357" y="793538"/>
                  </a:lnTo>
                  <a:lnTo>
                    <a:pt x="991829" y="793731"/>
                  </a:lnTo>
                  <a:lnTo>
                    <a:pt x="992207" y="793828"/>
                  </a:lnTo>
                  <a:lnTo>
                    <a:pt x="992680" y="794021"/>
                  </a:lnTo>
                  <a:lnTo>
                    <a:pt x="992964" y="794214"/>
                  </a:lnTo>
                  <a:lnTo>
                    <a:pt x="993342" y="794408"/>
                  </a:lnTo>
                  <a:lnTo>
                    <a:pt x="993814" y="794601"/>
                  </a:lnTo>
                  <a:lnTo>
                    <a:pt x="994098" y="794794"/>
                  </a:lnTo>
                  <a:lnTo>
                    <a:pt x="994570" y="794891"/>
                  </a:lnTo>
                  <a:lnTo>
                    <a:pt x="995138" y="795181"/>
                  </a:lnTo>
                  <a:lnTo>
                    <a:pt x="995705" y="795374"/>
                  </a:lnTo>
                  <a:lnTo>
                    <a:pt x="996177" y="795568"/>
                  </a:lnTo>
                  <a:lnTo>
                    <a:pt x="996650" y="795471"/>
                  </a:lnTo>
                  <a:lnTo>
                    <a:pt x="997501" y="795374"/>
                  </a:lnTo>
                  <a:lnTo>
                    <a:pt x="998162" y="795664"/>
                  </a:lnTo>
                  <a:lnTo>
                    <a:pt x="998540" y="795664"/>
                  </a:lnTo>
                  <a:lnTo>
                    <a:pt x="999108" y="795858"/>
                  </a:lnTo>
                  <a:lnTo>
                    <a:pt x="999391" y="795761"/>
                  </a:lnTo>
                  <a:lnTo>
                    <a:pt x="999675" y="795664"/>
                  </a:lnTo>
                  <a:lnTo>
                    <a:pt x="999958" y="795568"/>
                  </a:lnTo>
                  <a:lnTo>
                    <a:pt x="1000242" y="795568"/>
                  </a:lnTo>
                  <a:lnTo>
                    <a:pt x="1000620" y="795761"/>
                  </a:lnTo>
                  <a:lnTo>
                    <a:pt x="1000809" y="795858"/>
                  </a:lnTo>
                  <a:lnTo>
                    <a:pt x="1001187" y="795858"/>
                  </a:lnTo>
                  <a:lnTo>
                    <a:pt x="1001471" y="795858"/>
                  </a:lnTo>
                  <a:lnTo>
                    <a:pt x="1002888" y="796341"/>
                  </a:lnTo>
                  <a:lnTo>
                    <a:pt x="1004117" y="796437"/>
                  </a:lnTo>
                  <a:lnTo>
                    <a:pt x="1004306" y="796534"/>
                  </a:lnTo>
                  <a:lnTo>
                    <a:pt x="1004873" y="796824"/>
                  </a:lnTo>
                  <a:lnTo>
                    <a:pt x="1005346" y="796824"/>
                  </a:lnTo>
                  <a:lnTo>
                    <a:pt x="1006197" y="796631"/>
                  </a:lnTo>
                  <a:lnTo>
                    <a:pt x="1006953" y="796824"/>
                  </a:lnTo>
                  <a:lnTo>
                    <a:pt x="1007615" y="796534"/>
                  </a:lnTo>
                  <a:lnTo>
                    <a:pt x="1008371" y="796727"/>
                  </a:lnTo>
                  <a:lnTo>
                    <a:pt x="1011301" y="796437"/>
                  </a:lnTo>
                  <a:lnTo>
                    <a:pt x="1014515" y="796437"/>
                  </a:lnTo>
                  <a:lnTo>
                    <a:pt x="1016405" y="795954"/>
                  </a:lnTo>
                  <a:lnTo>
                    <a:pt x="1019430" y="795278"/>
                  </a:lnTo>
                  <a:lnTo>
                    <a:pt x="1021415" y="795084"/>
                  </a:lnTo>
                  <a:lnTo>
                    <a:pt x="1023211" y="795374"/>
                  </a:lnTo>
                  <a:lnTo>
                    <a:pt x="1024440" y="795374"/>
                  </a:lnTo>
                  <a:lnTo>
                    <a:pt x="1025574" y="795084"/>
                  </a:lnTo>
                  <a:lnTo>
                    <a:pt x="1027275" y="794504"/>
                  </a:lnTo>
                  <a:lnTo>
                    <a:pt x="1028599" y="793634"/>
                  </a:lnTo>
                  <a:lnTo>
                    <a:pt x="1030111" y="792668"/>
                  </a:lnTo>
                  <a:lnTo>
                    <a:pt x="1031340" y="792668"/>
                  </a:lnTo>
                  <a:lnTo>
                    <a:pt x="1032758" y="793151"/>
                  </a:lnTo>
                  <a:lnTo>
                    <a:pt x="1033514" y="793538"/>
                  </a:lnTo>
                  <a:lnTo>
                    <a:pt x="1034459" y="794408"/>
                  </a:lnTo>
                  <a:lnTo>
                    <a:pt x="1035215" y="794794"/>
                  </a:lnTo>
                  <a:lnTo>
                    <a:pt x="1036161" y="795084"/>
                  </a:lnTo>
                  <a:lnTo>
                    <a:pt x="1037862" y="794504"/>
                  </a:lnTo>
                  <a:lnTo>
                    <a:pt x="1039658" y="794794"/>
                  </a:lnTo>
                  <a:lnTo>
                    <a:pt x="1041454" y="795471"/>
                  </a:lnTo>
                  <a:lnTo>
                    <a:pt x="1042588" y="796631"/>
                  </a:lnTo>
                  <a:lnTo>
                    <a:pt x="1044384" y="797597"/>
                  </a:lnTo>
                  <a:lnTo>
                    <a:pt x="1047598" y="798564"/>
                  </a:lnTo>
                  <a:lnTo>
                    <a:pt x="1050528" y="800207"/>
                  </a:lnTo>
                  <a:lnTo>
                    <a:pt x="1052418" y="800980"/>
                  </a:lnTo>
                  <a:lnTo>
                    <a:pt x="1053836" y="801850"/>
                  </a:lnTo>
                  <a:lnTo>
                    <a:pt x="1056483" y="806393"/>
                  </a:lnTo>
                  <a:lnTo>
                    <a:pt x="1057050" y="807939"/>
                  </a:lnTo>
                  <a:lnTo>
                    <a:pt x="1057806" y="809679"/>
                  </a:lnTo>
                  <a:lnTo>
                    <a:pt x="1058090" y="809679"/>
                  </a:lnTo>
                  <a:lnTo>
                    <a:pt x="1057995" y="809873"/>
                  </a:lnTo>
                  <a:lnTo>
                    <a:pt x="1059035" y="811226"/>
                  </a:lnTo>
                  <a:lnTo>
                    <a:pt x="1059602" y="812579"/>
                  </a:lnTo>
                  <a:lnTo>
                    <a:pt x="1060547" y="814125"/>
                  </a:lnTo>
                  <a:lnTo>
                    <a:pt x="1060831" y="814512"/>
                  </a:lnTo>
                  <a:lnTo>
                    <a:pt x="1061020" y="814802"/>
                  </a:lnTo>
                  <a:lnTo>
                    <a:pt x="1061115" y="814995"/>
                  </a:lnTo>
                  <a:lnTo>
                    <a:pt x="1061493" y="815285"/>
                  </a:lnTo>
                  <a:lnTo>
                    <a:pt x="1061682" y="815479"/>
                  </a:lnTo>
                  <a:lnTo>
                    <a:pt x="1063383" y="815092"/>
                  </a:lnTo>
                  <a:lnTo>
                    <a:pt x="1063761" y="814512"/>
                  </a:lnTo>
                  <a:lnTo>
                    <a:pt x="1064612" y="813449"/>
                  </a:lnTo>
                  <a:lnTo>
                    <a:pt x="1064990" y="812966"/>
                  </a:lnTo>
                  <a:lnTo>
                    <a:pt x="1065557" y="812676"/>
                  </a:lnTo>
                  <a:lnTo>
                    <a:pt x="1066124" y="812289"/>
                  </a:lnTo>
                  <a:lnTo>
                    <a:pt x="1066786" y="811902"/>
                  </a:lnTo>
                  <a:lnTo>
                    <a:pt x="1067164" y="811999"/>
                  </a:lnTo>
                  <a:lnTo>
                    <a:pt x="1067070" y="811709"/>
                  </a:lnTo>
                  <a:lnTo>
                    <a:pt x="1068204" y="811226"/>
                  </a:lnTo>
                  <a:lnTo>
                    <a:pt x="1069338" y="810839"/>
                  </a:lnTo>
                  <a:lnTo>
                    <a:pt x="1069811" y="810839"/>
                  </a:lnTo>
                  <a:lnTo>
                    <a:pt x="1071039" y="810742"/>
                  </a:lnTo>
                  <a:lnTo>
                    <a:pt x="1072174" y="810356"/>
                  </a:lnTo>
                  <a:lnTo>
                    <a:pt x="1072646" y="810163"/>
                  </a:lnTo>
                  <a:lnTo>
                    <a:pt x="1074348" y="809583"/>
                  </a:lnTo>
                  <a:lnTo>
                    <a:pt x="1075955" y="808809"/>
                  </a:lnTo>
                  <a:lnTo>
                    <a:pt x="1076427" y="808616"/>
                  </a:lnTo>
                  <a:lnTo>
                    <a:pt x="1077656" y="808326"/>
                  </a:lnTo>
                  <a:lnTo>
                    <a:pt x="1079074" y="807456"/>
                  </a:lnTo>
                  <a:lnTo>
                    <a:pt x="1079925" y="807263"/>
                  </a:lnTo>
                  <a:lnTo>
                    <a:pt x="1080586" y="806780"/>
                  </a:lnTo>
                  <a:lnTo>
                    <a:pt x="1081626" y="806586"/>
                  </a:lnTo>
                  <a:lnTo>
                    <a:pt x="1082382" y="806490"/>
                  </a:lnTo>
                  <a:lnTo>
                    <a:pt x="1082760" y="806393"/>
                  </a:lnTo>
                  <a:lnTo>
                    <a:pt x="1083327" y="806393"/>
                  </a:lnTo>
                  <a:lnTo>
                    <a:pt x="1083611" y="806393"/>
                  </a:lnTo>
                  <a:lnTo>
                    <a:pt x="1085974" y="805523"/>
                  </a:lnTo>
                  <a:lnTo>
                    <a:pt x="1087676" y="805523"/>
                  </a:lnTo>
                  <a:lnTo>
                    <a:pt x="1089377" y="806103"/>
                  </a:lnTo>
                  <a:lnTo>
                    <a:pt x="1089661" y="806006"/>
                  </a:lnTo>
                  <a:lnTo>
                    <a:pt x="1090417" y="805910"/>
                  </a:lnTo>
                  <a:lnTo>
                    <a:pt x="1091362" y="805716"/>
                  </a:lnTo>
                  <a:lnTo>
                    <a:pt x="1092402" y="805910"/>
                  </a:lnTo>
                  <a:lnTo>
                    <a:pt x="1092874" y="805910"/>
                  </a:lnTo>
                  <a:lnTo>
                    <a:pt x="1094670" y="806006"/>
                  </a:lnTo>
                  <a:lnTo>
                    <a:pt x="1096372" y="805813"/>
                  </a:lnTo>
                  <a:lnTo>
                    <a:pt x="1096561" y="805910"/>
                  </a:lnTo>
                  <a:lnTo>
                    <a:pt x="1097033" y="806006"/>
                  </a:lnTo>
                  <a:lnTo>
                    <a:pt x="1098168" y="806103"/>
                  </a:lnTo>
                  <a:lnTo>
                    <a:pt x="1099113" y="806200"/>
                  </a:lnTo>
                  <a:lnTo>
                    <a:pt x="1100058" y="806200"/>
                  </a:lnTo>
                  <a:lnTo>
                    <a:pt x="1101003" y="806103"/>
                  </a:lnTo>
                  <a:lnTo>
                    <a:pt x="1101570" y="805910"/>
                  </a:lnTo>
                  <a:lnTo>
                    <a:pt x="1102043" y="805620"/>
                  </a:lnTo>
                  <a:lnTo>
                    <a:pt x="1102232" y="805426"/>
                  </a:lnTo>
                  <a:lnTo>
                    <a:pt x="1102516" y="805330"/>
                  </a:lnTo>
                  <a:lnTo>
                    <a:pt x="1102988" y="805233"/>
                  </a:lnTo>
                  <a:lnTo>
                    <a:pt x="1103744" y="805040"/>
                  </a:lnTo>
                  <a:lnTo>
                    <a:pt x="1104312" y="805040"/>
                  </a:lnTo>
                  <a:lnTo>
                    <a:pt x="1104879" y="805040"/>
                  </a:lnTo>
                  <a:lnTo>
                    <a:pt x="1105918" y="804943"/>
                  </a:lnTo>
                  <a:lnTo>
                    <a:pt x="1106202" y="804943"/>
                  </a:lnTo>
                  <a:lnTo>
                    <a:pt x="1107147" y="804943"/>
                  </a:lnTo>
                  <a:lnTo>
                    <a:pt x="1107525" y="804943"/>
                  </a:lnTo>
                  <a:lnTo>
                    <a:pt x="1107998" y="804943"/>
                  </a:lnTo>
                  <a:lnTo>
                    <a:pt x="1108660" y="805233"/>
                  </a:lnTo>
                  <a:lnTo>
                    <a:pt x="1108943" y="805233"/>
                  </a:lnTo>
                  <a:lnTo>
                    <a:pt x="1109416" y="805233"/>
                  </a:lnTo>
                  <a:lnTo>
                    <a:pt x="1109794" y="805136"/>
                  </a:lnTo>
                  <a:lnTo>
                    <a:pt x="1110361" y="805040"/>
                  </a:lnTo>
                  <a:lnTo>
                    <a:pt x="1111495" y="804846"/>
                  </a:lnTo>
                  <a:lnTo>
                    <a:pt x="1112157" y="804557"/>
                  </a:lnTo>
                  <a:lnTo>
                    <a:pt x="1113102" y="804170"/>
                  </a:lnTo>
                  <a:lnTo>
                    <a:pt x="1114709" y="803397"/>
                  </a:lnTo>
                  <a:lnTo>
                    <a:pt x="1116316" y="802720"/>
                  </a:lnTo>
                  <a:lnTo>
                    <a:pt x="1118112" y="802623"/>
                  </a:lnTo>
                  <a:lnTo>
                    <a:pt x="1119813" y="802237"/>
                  </a:lnTo>
                  <a:lnTo>
                    <a:pt x="1120759" y="801754"/>
                  </a:lnTo>
                  <a:lnTo>
                    <a:pt x="1121231" y="801560"/>
                  </a:lnTo>
                  <a:lnTo>
                    <a:pt x="1121609" y="801174"/>
                  </a:lnTo>
                  <a:lnTo>
                    <a:pt x="1121798" y="801174"/>
                  </a:lnTo>
                  <a:lnTo>
                    <a:pt x="1121987" y="801077"/>
                  </a:lnTo>
                  <a:lnTo>
                    <a:pt x="1122460" y="800884"/>
                  </a:lnTo>
                  <a:lnTo>
                    <a:pt x="1122649" y="800884"/>
                  </a:lnTo>
                  <a:lnTo>
                    <a:pt x="1122933" y="800690"/>
                  </a:lnTo>
                  <a:lnTo>
                    <a:pt x="1123405" y="800690"/>
                  </a:lnTo>
                  <a:lnTo>
                    <a:pt x="1123878" y="800594"/>
                  </a:lnTo>
                  <a:lnTo>
                    <a:pt x="1124256" y="800594"/>
                  </a:lnTo>
                  <a:lnTo>
                    <a:pt x="1124729" y="800594"/>
                  </a:lnTo>
                  <a:lnTo>
                    <a:pt x="1125107" y="800690"/>
                  </a:lnTo>
                  <a:lnTo>
                    <a:pt x="1125296" y="800787"/>
                  </a:lnTo>
                  <a:lnTo>
                    <a:pt x="1125579" y="800787"/>
                  </a:lnTo>
                  <a:lnTo>
                    <a:pt x="1125957" y="800980"/>
                  </a:lnTo>
                  <a:lnTo>
                    <a:pt x="1126430" y="801270"/>
                  </a:lnTo>
                  <a:lnTo>
                    <a:pt x="1126808" y="801464"/>
                  </a:lnTo>
                  <a:lnTo>
                    <a:pt x="1127186" y="801657"/>
                  </a:lnTo>
                  <a:lnTo>
                    <a:pt x="1127564" y="801850"/>
                  </a:lnTo>
                  <a:lnTo>
                    <a:pt x="1127942" y="802140"/>
                  </a:lnTo>
                  <a:lnTo>
                    <a:pt x="1128320" y="802333"/>
                  </a:lnTo>
                  <a:lnTo>
                    <a:pt x="1128793" y="802527"/>
                  </a:lnTo>
                  <a:lnTo>
                    <a:pt x="1129266" y="802623"/>
                  </a:lnTo>
                  <a:lnTo>
                    <a:pt x="1129644" y="802720"/>
                  </a:lnTo>
                  <a:lnTo>
                    <a:pt x="1130116" y="802817"/>
                  </a:lnTo>
                  <a:lnTo>
                    <a:pt x="1130211" y="803107"/>
                  </a:lnTo>
                  <a:lnTo>
                    <a:pt x="1130778" y="803493"/>
                  </a:lnTo>
                  <a:lnTo>
                    <a:pt x="1131629" y="803783"/>
                  </a:lnTo>
                  <a:lnTo>
                    <a:pt x="1132007" y="803880"/>
                  </a:lnTo>
                  <a:lnTo>
                    <a:pt x="1132385" y="803880"/>
                  </a:lnTo>
                  <a:lnTo>
                    <a:pt x="1132952" y="803880"/>
                  </a:lnTo>
                  <a:lnTo>
                    <a:pt x="1133330" y="803783"/>
                  </a:lnTo>
                  <a:lnTo>
                    <a:pt x="1133803" y="803783"/>
                  </a:lnTo>
                  <a:lnTo>
                    <a:pt x="1134275" y="803783"/>
                  </a:lnTo>
                  <a:lnTo>
                    <a:pt x="1134748" y="803687"/>
                  </a:lnTo>
                  <a:lnTo>
                    <a:pt x="1135126" y="803590"/>
                  </a:lnTo>
                  <a:lnTo>
                    <a:pt x="1135504" y="803493"/>
                  </a:lnTo>
                  <a:lnTo>
                    <a:pt x="1135977" y="803493"/>
                  </a:lnTo>
                  <a:lnTo>
                    <a:pt x="1136449" y="803397"/>
                  </a:lnTo>
                  <a:lnTo>
                    <a:pt x="1136827" y="803397"/>
                  </a:lnTo>
                  <a:lnTo>
                    <a:pt x="1137300" y="803300"/>
                  </a:lnTo>
                  <a:lnTo>
                    <a:pt x="1137773" y="803397"/>
                  </a:lnTo>
                  <a:lnTo>
                    <a:pt x="1138245" y="803397"/>
                  </a:lnTo>
                  <a:lnTo>
                    <a:pt x="1138718" y="803397"/>
                  </a:lnTo>
                  <a:lnTo>
                    <a:pt x="1139191" y="803493"/>
                  </a:lnTo>
                  <a:lnTo>
                    <a:pt x="1139663" y="803590"/>
                  </a:lnTo>
                  <a:lnTo>
                    <a:pt x="1140136" y="803687"/>
                  </a:lnTo>
                  <a:lnTo>
                    <a:pt x="1140514" y="803783"/>
                  </a:lnTo>
                  <a:lnTo>
                    <a:pt x="1141081" y="803880"/>
                  </a:lnTo>
                  <a:lnTo>
                    <a:pt x="1141459" y="803783"/>
                  </a:lnTo>
                  <a:lnTo>
                    <a:pt x="1141932" y="803687"/>
                  </a:lnTo>
                  <a:lnTo>
                    <a:pt x="1142310" y="803493"/>
                  </a:lnTo>
                  <a:lnTo>
                    <a:pt x="1142499" y="803107"/>
                  </a:lnTo>
                  <a:lnTo>
                    <a:pt x="1142782" y="802623"/>
                  </a:lnTo>
                  <a:lnTo>
                    <a:pt x="1142971" y="802333"/>
                  </a:lnTo>
                  <a:lnTo>
                    <a:pt x="1143255" y="801947"/>
                  </a:lnTo>
                  <a:lnTo>
                    <a:pt x="1143539" y="801657"/>
                  </a:lnTo>
                  <a:lnTo>
                    <a:pt x="1144011" y="801077"/>
                  </a:lnTo>
                  <a:lnTo>
                    <a:pt x="1145051" y="800594"/>
                  </a:lnTo>
                  <a:lnTo>
                    <a:pt x="1145429" y="800304"/>
                  </a:lnTo>
                  <a:lnTo>
                    <a:pt x="1145713" y="800014"/>
                  </a:lnTo>
                  <a:lnTo>
                    <a:pt x="1145996" y="799530"/>
                  </a:lnTo>
                  <a:lnTo>
                    <a:pt x="1146091" y="799240"/>
                  </a:lnTo>
                  <a:lnTo>
                    <a:pt x="1146374" y="798757"/>
                  </a:lnTo>
                  <a:lnTo>
                    <a:pt x="1146658" y="798371"/>
                  </a:lnTo>
                  <a:lnTo>
                    <a:pt x="1146941" y="798081"/>
                  </a:lnTo>
                  <a:lnTo>
                    <a:pt x="1147225" y="797694"/>
                  </a:lnTo>
                  <a:lnTo>
                    <a:pt x="1147509" y="797404"/>
                  </a:lnTo>
                  <a:lnTo>
                    <a:pt x="1147792" y="797114"/>
                  </a:lnTo>
                  <a:lnTo>
                    <a:pt x="1148170" y="796824"/>
                  </a:lnTo>
                  <a:lnTo>
                    <a:pt x="1148548" y="796631"/>
                  </a:lnTo>
                  <a:lnTo>
                    <a:pt x="1148926" y="796341"/>
                  </a:lnTo>
                  <a:lnTo>
                    <a:pt x="1150061" y="795471"/>
                  </a:lnTo>
                  <a:lnTo>
                    <a:pt x="1150817" y="794698"/>
                  </a:lnTo>
                  <a:lnTo>
                    <a:pt x="1152424" y="793345"/>
                  </a:lnTo>
                  <a:lnTo>
                    <a:pt x="1153558" y="792958"/>
                  </a:lnTo>
                  <a:lnTo>
                    <a:pt x="1154787" y="792861"/>
                  </a:lnTo>
                  <a:lnTo>
                    <a:pt x="1156016" y="793828"/>
                  </a:lnTo>
                  <a:lnTo>
                    <a:pt x="1157528" y="794601"/>
                  </a:lnTo>
                  <a:lnTo>
                    <a:pt x="1159608" y="794891"/>
                  </a:lnTo>
                  <a:lnTo>
                    <a:pt x="1161782" y="794891"/>
                  </a:lnTo>
                  <a:lnTo>
                    <a:pt x="1164239" y="794311"/>
                  </a:lnTo>
                  <a:lnTo>
                    <a:pt x="1166035" y="794118"/>
                  </a:lnTo>
                  <a:lnTo>
                    <a:pt x="1167453" y="793634"/>
                  </a:lnTo>
                  <a:lnTo>
                    <a:pt x="1168965" y="791508"/>
                  </a:lnTo>
                  <a:lnTo>
                    <a:pt x="1169911" y="789768"/>
                  </a:lnTo>
                  <a:lnTo>
                    <a:pt x="1171801" y="788415"/>
                  </a:lnTo>
                  <a:lnTo>
                    <a:pt x="1173313" y="787255"/>
                  </a:lnTo>
                  <a:lnTo>
                    <a:pt x="1176527" y="785129"/>
                  </a:lnTo>
                  <a:lnTo>
                    <a:pt x="1179363" y="783679"/>
                  </a:lnTo>
                  <a:lnTo>
                    <a:pt x="1181159" y="782906"/>
                  </a:lnTo>
                  <a:lnTo>
                    <a:pt x="1182955" y="782229"/>
                  </a:lnTo>
                  <a:lnTo>
                    <a:pt x="1184940" y="781649"/>
                  </a:lnTo>
                  <a:lnTo>
                    <a:pt x="1187019" y="781843"/>
                  </a:lnTo>
                  <a:lnTo>
                    <a:pt x="1188153" y="781843"/>
                  </a:lnTo>
                  <a:lnTo>
                    <a:pt x="1189949" y="781649"/>
                  </a:lnTo>
                  <a:lnTo>
                    <a:pt x="1190895" y="781263"/>
                  </a:lnTo>
                  <a:lnTo>
                    <a:pt x="1191651" y="780876"/>
                  </a:lnTo>
                  <a:lnTo>
                    <a:pt x="1193163" y="779813"/>
                  </a:lnTo>
                  <a:lnTo>
                    <a:pt x="1194108" y="779813"/>
                  </a:lnTo>
                  <a:lnTo>
                    <a:pt x="1195999" y="779716"/>
                  </a:lnTo>
                  <a:lnTo>
                    <a:pt x="1197039" y="779523"/>
                  </a:lnTo>
                  <a:lnTo>
                    <a:pt x="1199118" y="778750"/>
                  </a:lnTo>
                  <a:lnTo>
                    <a:pt x="1200252" y="778363"/>
                  </a:lnTo>
                  <a:lnTo>
                    <a:pt x="1202048" y="777396"/>
                  </a:lnTo>
                  <a:lnTo>
                    <a:pt x="1204033" y="776237"/>
                  </a:lnTo>
                  <a:lnTo>
                    <a:pt x="1204979" y="775560"/>
                  </a:lnTo>
                  <a:lnTo>
                    <a:pt x="1205640" y="774690"/>
                  </a:lnTo>
                  <a:lnTo>
                    <a:pt x="1206869" y="773627"/>
                  </a:lnTo>
                  <a:lnTo>
                    <a:pt x="1207247" y="772274"/>
                  </a:lnTo>
                  <a:lnTo>
                    <a:pt x="1207625" y="771211"/>
                  </a:lnTo>
                  <a:lnTo>
                    <a:pt x="1208098" y="770534"/>
                  </a:lnTo>
                  <a:lnTo>
                    <a:pt x="1209610" y="769567"/>
                  </a:lnTo>
                  <a:lnTo>
                    <a:pt x="1211784" y="768987"/>
                  </a:lnTo>
                  <a:lnTo>
                    <a:pt x="1213108" y="769181"/>
                  </a:lnTo>
                  <a:lnTo>
                    <a:pt x="1214431" y="769374"/>
                  </a:lnTo>
                  <a:lnTo>
                    <a:pt x="1216321" y="769084"/>
                  </a:lnTo>
                  <a:lnTo>
                    <a:pt x="1217645" y="768697"/>
                  </a:lnTo>
                  <a:lnTo>
                    <a:pt x="1219630" y="767924"/>
                  </a:lnTo>
                  <a:lnTo>
                    <a:pt x="1221615" y="766958"/>
                  </a:lnTo>
                  <a:lnTo>
                    <a:pt x="1222465" y="767054"/>
                  </a:lnTo>
                  <a:lnTo>
                    <a:pt x="1223789" y="767054"/>
                  </a:lnTo>
                  <a:lnTo>
                    <a:pt x="1225868" y="767151"/>
                  </a:lnTo>
                  <a:lnTo>
                    <a:pt x="1227097" y="766958"/>
                  </a:lnTo>
                  <a:lnTo>
                    <a:pt x="1228798" y="766861"/>
                  </a:lnTo>
                  <a:lnTo>
                    <a:pt x="1230027" y="766184"/>
                  </a:lnTo>
                  <a:lnTo>
                    <a:pt x="1230594" y="765991"/>
                  </a:lnTo>
                  <a:lnTo>
                    <a:pt x="1231350" y="765991"/>
                  </a:lnTo>
                  <a:lnTo>
                    <a:pt x="1231918" y="765991"/>
                  </a:lnTo>
                  <a:lnTo>
                    <a:pt x="1232957" y="765991"/>
                  </a:lnTo>
                  <a:lnTo>
                    <a:pt x="1234942" y="765894"/>
                  </a:lnTo>
                  <a:lnTo>
                    <a:pt x="1236077" y="765218"/>
                  </a:lnTo>
                  <a:lnTo>
                    <a:pt x="1237211" y="764831"/>
                  </a:lnTo>
                  <a:lnTo>
                    <a:pt x="1238062" y="763575"/>
                  </a:lnTo>
                  <a:lnTo>
                    <a:pt x="1239385" y="762125"/>
                  </a:lnTo>
                  <a:lnTo>
                    <a:pt x="1241086" y="761158"/>
                  </a:lnTo>
                  <a:lnTo>
                    <a:pt x="1243544" y="760095"/>
                  </a:lnTo>
                  <a:lnTo>
                    <a:pt x="1247041" y="759419"/>
                  </a:lnTo>
                  <a:lnTo>
                    <a:pt x="1249310" y="759225"/>
                  </a:lnTo>
                  <a:lnTo>
                    <a:pt x="1252335" y="759225"/>
                  </a:lnTo>
                  <a:lnTo>
                    <a:pt x="1257628" y="759515"/>
                  </a:lnTo>
                  <a:lnTo>
                    <a:pt x="1261409" y="759032"/>
                  </a:lnTo>
                  <a:lnTo>
                    <a:pt x="1263205" y="759129"/>
                  </a:lnTo>
                  <a:lnTo>
                    <a:pt x="1265001" y="759032"/>
                  </a:lnTo>
                  <a:lnTo>
                    <a:pt x="1266040" y="758645"/>
                  </a:lnTo>
                  <a:lnTo>
                    <a:pt x="1266797" y="758065"/>
                  </a:lnTo>
                  <a:lnTo>
                    <a:pt x="1267931" y="756906"/>
                  </a:lnTo>
                  <a:lnTo>
                    <a:pt x="1269916" y="755649"/>
                  </a:lnTo>
                  <a:lnTo>
                    <a:pt x="1271995" y="754972"/>
                  </a:lnTo>
                  <a:lnTo>
                    <a:pt x="1274926" y="754876"/>
                  </a:lnTo>
                  <a:lnTo>
                    <a:pt x="1278517" y="754489"/>
                  </a:lnTo>
                  <a:lnTo>
                    <a:pt x="1280502" y="753619"/>
                  </a:lnTo>
                  <a:lnTo>
                    <a:pt x="1282204" y="752749"/>
                  </a:lnTo>
                  <a:lnTo>
                    <a:pt x="1284189" y="751203"/>
                  </a:lnTo>
                  <a:lnTo>
                    <a:pt x="1284756" y="749946"/>
                  </a:lnTo>
                  <a:lnTo>
                    <a:pt x="1286646" y="748690"/>
                  </a:lnTo>
                  <a:lnTo>
                    <a:pt x="1290616" y="746370"/>
                  </a:lnTo>
                  <a:lnTo>
                    <a:pt x="1292223" y="745307"/>
                  </a:lnTo>
                  <a:lnTo>
                    <a:pt x="1294964" y="743760"/>
                  </a:lnTo>
                  <a:lnTo>
                    <a:pt x="1297517" y="742504"/>
                  </a:lnTo>
                  <a:lnTo>
                    <a:pt x="1299029" y="741731"/>
                  </a:lnTo>
                  <a:lnTo>
                    <a:pt x="1301865" y="741827"/>
                  </a:lnTo>
                  <a:lnTo>
                    <a:pt x="1305551" y="742021"/>
                  </a:lnTo>
                  <a:lnTo>
                    <a:pt x="1307914" y="742214"/>
                  </a:lnTo>
                  <a:lnTo>
                    <a:pt x="1310277" y="742021"/>
                  </a:lnTo>
                  <a:lnTo>
                    <a:pt x="1312168" y="741344"/>
                  </a:lnTo>
                  <a:lnTo>
                    <a:pt x="1313585" y="740957"/>
                  </a:lnTo>
                  <a:lnTo>
                    <a:pt x="1315381" y="740957"/>
                  </a:lnTo>
                  <a:lnTo>
                    <a:pt x="1316610" y="740378"/>
                  </a:lnTo>
                  <a:lnTo>
                    <a:pt x="1317744" y="739894"/>
                  </a:lnTo>
                  <a:lnTo>
                    <a:pt x="1319257" y="739411"/>
                  </a:lnTo>
                  <a:lnTo>
                    <a:pt x="1320108" y="738638"/>
                  </a:lnTo>
                  <a:lnTo>
                    <a:pt x="1321053" y="738058"/>
                  </a:lnTo>
                  <a:lnTo>
                    <a:pt x="1322282" y="737575"/>
                  </a:lnTo>
                  <a:lnTo>
                    <a:pt x="1323510" y="737381"/>
                  </a:lnTo>
                  <a:lnTo>
                    <a:pt x="1325212" y="736801"/>
                  </a:lnTo>
                  <a:lnTo>
                    <a:pt x="1326157" y="735448"/>
                  </a:lnTo>
                  <a:lnTo>
                    <a:pt x="1327008" y="734482"/>
                  </a:lnTo>
                  <a:lnTo>
                    <a:pt x="1327953" y="733998"/>
                  </a:lnTo>
                  <a:lnTo>
                    <a:pt x="1329182" y="733418"/>
                  </a:lnTo>
                  <a:lnTo>
                    <a:pt x="1332963" y="732452"/>
                  </a:lnTo>
                  <a:lnTo>
                    <a:pt x="1334853" y="731485"/>
                  </a:lnTo>
                  <a:lnTo>
                    <a:pt x="1337027" y="730712"/>
                  </a:lnTo>
                  <a:lnTo>
                    <a:pt x="1338351" y="730229"/>
                  </a:lnTo>
                  <a:lnTo>
                    <a:pt x="1339768" y="729745"/>
                  </a:lnTo>
                  <a:lnTo>
                    <a:pt x="1341186" y="729745"/>
                  </a:lnTo>
                  <a:lnTo>
                    <a:pt x="1342888" y="729745"/>
                  </a:lnTo>
                  <a:lnTo>
                    <a:pt x="1344873" y="729842"/>
                  </a:lnTo>
                  <a:lnTo>
                    <a:pt x="1346196" y="729745"/>
                  </a:lnTo>
                  <a:lnTo>
                    <a:pt x="1347236" y="729649"/>
                  </a:lnTo>
                  <a:lnTo>
                    <a:pt x="1348464" y="729166"/>
                  </a:lnTo>
                  <a:lnTo>
                    <a:pt x="1349599" y="728779"/>
                  </a:lnTo>
                  <a:lnTo>
                    <a:pt x="1351584" y="728586"/>
                  </a:lnTo>
                  <a:lnTo>
                    <a:pt x="1353285" y="728876"/>
                  </a:lnTo>
                  <a:lnTo>
                    <a:pt x="1355365" y="729166"/>
                  </a:lnTo>
                  <a:lnTo>
                    <a:pt x="1357917" y="729359"/>
                  </a:lnTo>
                  <a:lnTo>
                    <a:pt x="1359051" y="729649"/>
                  </a:lnTo>
                  <a:lnTo>
                    <a:pt x="1361036" y="729939"/>
                  </a:lnTo>
                  <a:lnTo>
                    <a:pt x="1362737" y="730712"/>
                  </a:lnTo>
                  <a:lnTo>
                    <a:pt x="1364155" y="731582"/>
                  </a:lnTo>
                  <a:lnTo>
                    <a:pt x="1365668" y="732838"/>
                  </a:lnTo>
                  <a:lnTo>
                    <a:pt x="1366613" y="733612"/>
                  </a:lnTo>
                  <a:lnTo>
                    <a:pt x="1367464" y="734772"/>
                  </a:lnTo>
                  <a:lnTo>
                    <a:pt x="1368031" y="735545"/>
                  </a:lnTo>
                  <a:lnTo>
                    <a:pt x="1369354" y="736415"/>
                  </a:lnTo>
                  <a:lnTo>
                    <a:pt x="1370110" y="736898"/>
                  </a:lnTo>
                  <a:lnTo>
                    <a:pt x="1370961" y="737865"/>
                  </a:lnTo>
                  <a:lnTo>
                    <a:pt x="1372946" y="738541"/>
                  </a:lnTo>
                  <a:lnTo>
                    <a:pt x="1374458" y="738154"/>
                  </a:lnTo>
                  <a:lnTo>
                    <a:pt x="1375876" y="737381"/>
                  </a:lnTo>
                  <a:lnTo>
                    <a:pt x="1377010" y="736801"/>
                  </a:lnTo>
                  <a:lnTo>
                    <a:pt x="1378334" y="736318"/>
                  </a:lnTo>
                  <a:lnTo>
                    <a:pt x="1380035" y="736415"/>
                  </a:lnTo>
                  <a:lnTo>
                    <a:pt x="1380980" y="736995"/>
                  </a:lnTo>
                  <a:lnTo>
                    <a:pt x="1382020" y="737768"/>
                  </a:lnTo>
                  <a:lnTo>
                    <a:pt x="1383154" y="738638"/>
                  </a:lnTo>
                  <a:lnTo>
                    <a:pt x="1383816" y="739218"/>
                  </a:lnTo>
                  <a:lnTo>
                    <a:pt x="1385990" y="740571"/>
                  </a:lnTo>
                  <a:lnTo>
                    <a:pt x="1387219" y="741054"/>
                  </a:lnTo>
                  <a:lnTo>
                    <a:pt x="1388070" y="741151"/>
                  </a:lnTo>
                  <a:lnTo>
                    <a:pt x="1389298" y="739991"/>
                  </a:lnTo>
                  <a:lnTo>
                    <a:pt x="1389960" y="738928"/>
                  </a:lnTo>
                  <a:lnTo>
                    <a:pt x="1391000" y="737478"/>
                  </a:lnTo>
                  <a:lnTo>
                    <a:pt x="1391945" y="736221"/>
                  </a:lnTo>
                  <a:lnTo>
                    <a:pt x="1393174" y="734675"/>
                  </a:lnTo>
                  <a:lnTo>
                    <a:pt x="1394403" y="733708"/>
                  </a:lnTo>
                  <a:lnTo>
                    <a:pt x="1396104" y="733128"/>
                  </a:lnTo>
                  <a:lnTo>
                    <a:pt x="1396671" y="733032"/>
                  </a:lnTo>
                  <a:lnTo>
                    <a:pt x="1397995" y="732935"/>
                  </a:lnTo>
                  <a:lnTo>
                    <a:pt x="1398845" y="733225"/>
                  </a:lnTo>
                  <a:lnTo>
                    <a:pt x="1399412" y="733418"/>
                  </a:lnTo>
                  <a:lnTo>
                    <a:pt x="1401681" y="734482"/>
                  </a:lnTo>
                  <a:lnTo>
                    <a:pt x="1403477" y="735351"/>
                  </a:lnTo>
                  <a:lnTo>
                    <a:pt x="1405462" y="736898"/>
                  </a:lnTo>
                  <a:lnTo>
                    <a:pt x="1407258" y="738058"/>
                  </a:lnTo>
                  <a:lnTo>
                    <a:pt x="1409054" y="738928"/>
                  </a:lnTo>
                  <a:lnTo>
                    <a:pt x="1410755" y="739121"/>
                  </a:lnTo>
                  <a:lnTo>
                    <a:pt x="1412646" y="739314"/>
                  </a:lnTo>
                  <a:lnTo>
                    <a:pt x="1414631" y="739314"/>
                  </a:lnTo>
                  <a:lnTo>
                    <a:pt x="1415765" y="739314"/>
                  </a:lnTo>
                  <a:lnTo>
                    <a:pt x="1417183" y="739991"/>
                  </a:lnTo>
                  <a:lnTo>
                    <a:pt x="1418128" y="740571"/>
                  </a:lnTo>
                  <a:lnTo>
                    <a:pt x="1419451" y="741151"/>
                  </a:lnTo>
                  <a:lnTo>
                    <a:pt x="1421247" y="741924"/>
                  </a:lnTo>
                  <a:lnTo>
                    <a:pt x="1423988" y="742504"/>
                  </a:lnTo>
                  <a:lnTo>
                    <a:pt x="1425973" y="742987"/>
                  </a:lnTo>
                  <a:lnTo>
                    <a:pt x="1428147" y="743277"/>
                  </a:lnTo>
                  <a:lnTo>
                    <a:pt x="1429943" y="743954"/>
                  </a:lnTo>
                  <a:lnTo>
                    <a:pt x="1433157" y="743954"/>
                  </a:lnTo>
                  <a:lnTo>
                    <a:pt x="1435898" y="742504"/>
                  </a:lnTo>
                  <a:lnTo>
                    <a:pt x="1437127" y="741634"/>
                  </a:lnTo>
                  <a:lnTo>
                    <a:pt x="1438356" y="741151"/>
                  </a:lnTo>
                  <a:lnTo>
                    <a:pt x="1439868" y="741054"/>
                  </a:lnTo>
                  <a:lnTo>
                    <a:pt x="1441759" y="741247"/>
                  </a:lnTo>
                  <a:lnTo>
                    <a:pt x="1442987" y="741247"/>
                  </a:lnTo>
                  <a:lnTo>
                    <a:pt x="1444972" y="741247"/>
                  </a:lnTo>
                  <a:lnTo>
                    <a:pt x="1447903" y="741054"/>
                  </a:lnTo>
                  <a:lnTo>
                    <a:pt x="1449793" y="740764"/>
                  </a:lnTo>
                  <a:lnTo>
                    <a:pt x="1451495" y="740281"/>
                  </a:lnTo>
                  <a:lnTo>
                    <a:pt x="1452534" y="739508"/>
                  </a:lnTo>
                  <a:lnTo>
                    <a:pt x="1453952" y="738734"/>
                  </a:lnTo>
                  <a:lnTo>
                    <a:pt x="1455748" y="738444"/>
                  </a:lnTo>
                  <a:lnTo>
                    <a:pt x="1455937" y="738444"/>
                  </a:lnTo>
                  <a:lnTo>
                    <a:pt x="1456977" y="739218"/>
                  </a:lnTo>
                  <a:lnTo>
                    <a:pt x="1457922" y="740474"/>
                  </a:lnTo>
                  <a:lnTo>
                    <a:pt x="1458489" y="741537"/>
                  </a:lnTo>
                  <a:lnTo>
                    <a:pt x="1460002" y="742504"/>
                  </a:lnTo>
                  <a:lnTo>
                    <a:pt x="1460663" y="742601"/>
                  </a:lnTo>
                  <a:lnTo>
                    <a:pt x="1462081" y="742214"/>
                  </a:lnTo>
                  <a:lnTo>
                    <a:pt x="1463215" y="742214"/>
                  </a:lnTo>
                  <a:lnTo>
                    <a:pt x="1464350" y="742891"/>
                  </a:lnTo>
                  <a:lnTo>
                    <a:pt x="1465768" y="743277"/>
                  </a:lnTo>
                  <a:lnTo>
                    <a:pt x="1466996" y="743567"/>
                  </a:lnTo>
                  <a:lnTo>
                    <a:pt x="1469057" y="743263"/>
                  </a:lnTo>
                  <a:lnTo>
                    <a:pt x="1469057" y="1210988"/>
                  </a:lnTo>
                  <a:lnTo>
                    <a:pt x="1457639" y="1214277"/>
                  </a:lnTo>
                  <a:lnTo>
                    <a:pt x="1455464" y="1213698"/>
                  </a:lnTo>
                  <a:lnTo>
                    <a:pt x="1445823" y="1211281"/>
                  </a:lnTo>
                  <a:lnTo>
                    <a:pt x="1430321" y="1207898"/>
                  </a:lnTo>
                  <a:lnTo>
                    <a:pt x="1426162" y="1206932"/>
                  </a:lnTo>
                  <a:lnTo>
                    <a:pt x="1392512" y="1211185"/>
                  </a:lnTo>
                  <a:lnTo>
                    <a:pt x="1392134" y="1211281"/>
                  </a:lnTo>
                  <a:lnTo>
                    <a:pt x="1366896" y="1218144"/>
                  </a:lnTo>
                  <a:lnTo>
                    <a:pt x="1354325" y="1225393"/>
                  </a:lnTo>
                  <a:lnTo>
                    <a:pt x="1346290" y="1242211"/>
                  </a:lnTo>
                  <a:lnTo>
                    <a:pt x="1337878" y="1254679"/>
                  </a:lnTo>
                  <a:lnTo>
                    <a:pt x="1324078" y="1262798"/>
                  </a:lnTo>
                  <a:lnTo>
                    <a:pt x="1314909" y="1266955"/>
                  </a:lnTo>
                  <a:lnTo>
                    <a:pt x="1309805" y="1269274"/>
                  </a:lnTo>
                  <a:lnTo>
                    <a:pt x="1290427" y="1278263"/>
                  </a:lnTo>
                  <a:lnTo>
                    <a:pt x="1272373" y="1300590"/>
                  </a:lnTo>
                  <a:lnTo>
                    <a:pt x="1254320" y="1317312"/>
                  </a:lnTo>
                  <a:lnTo>
                    <a:pt x="1239669" y="1332777"/>
                  </a:lnTo>
                  <a:lnTo>
                    <a:pt x="1217739" y="1346985"/>
                  </a:lnTo>
                  <a:lnTo>
                    <a:pt x="1189382" y="1365543"/>
                  </a:lnTo>
                  <a:lnTo>
                    <a:pt x="1181159" y="1375595"/>
                  </a:lnTo>
                  <a:lnTo>
                    <a:pt x="1166791" y="1387097"/>
                  </a:lnTo>
                  <a:lnTo>
                    <a:pt x="1166224" y="1387483"/>
                  </a:lnTo>
                  <a:lnTo>
                    <a:pt x="1148926" y="1389030"/>
                  </a:lnTo>
                  <a:lnTo>
                    <a:pt x="1134181" y="1383037"/>
                  </a:lnTo>
                  <a:lnTo>
                    <a:pt x="1130211" y="1378688"/>
                  </a:lnTo>
                  <a:lnTo>
                    <a:pt x="1126430" y="1374532"/>
                  </a:lnTo>
                  <a:lnTo>
                    <a:pt x="1121987" y="1369699"/>
                  </a:lnTo>
                  <a:lnTo>
                    <a:pt x="1110267" y="1355974"/>
                  </a:lnTo>
                  <a:lnTo>
                    <a:pt x="1095143" y="1348725"/>
                  </a:lnTo>
                  <a:lnTo>
                    <a:pt x="1067826" y="1346598"/>
                  </a:lnTo>
                  <a:lnTo>
                    <a:pt x="1033797" y="1341379"/>
                  </a:lnTo>
                  <a:lnTo>
                    <a:pt x="1016594" y="1342056"/>
                  </a:lnTo>
                  <a:lnTo>
                    <a:pt x="1015460" y="1343022"/>
                  </a:lnTo>
                  <a:lnTo>
                    <a:pt x="1015271" y="1343119"/>
                  </a:lnTo>
                  <a:lnTo>
                    <a:pt x="1014798" y="1342925"/>
                  </a:lnTo>
                  <a:lnTo>
                    <a:pt x="1013191" y="1342732"/>
                  </a:lnTo>
                  <a:lnTo>
                    <a:pt x="1011868" y="1342539"/>
                  </a:lnTo>
                  <a:lnTo>
                    <a:pt x="1010828" y="1342635"/>
                  </a:lnTo>
                  <a:lnTo>
                    <a:pt x="1009694" y="1342829"/>
                  </a:lnTo>
                  <a:lnTo>
                    <a:pt x="1008654" y="1342925"/>
                  </a:lnTo>
                  <a:lnTo>
                    <a:pt x="1007898" y="1342635"/>
                  </a:lnTo>
                  <a:lnTo>
                    <a:pt x="1006764" y="1342056"/>
                  </a:lnTo>
                  <a:lnTo>
                    <a:pt x="1006102" y="1341282"/>
                  </a:lnTo>
                  <a:lnTo>
                    <a:pt x="1005251" y="1340799"/>
                  </a:lnTo>
                  <a:lnTo>
                    <a:pt x="1003834" y="1340412"/>
                  </a:lnTo>
                  <a:lnTo>
                    <a:pt x="1002227" y="1340412"/>
                  </a:lnTo>
                  <a:lnTo>
                    <a:pt x="1000242" y="1340509"/>
                  </a:lnTo>
                  <a:lnTo>
                    <a:pt x="999013" y="1340316"/>
                  </a:lnTo>
                  <a:lnTo>
                    <a:pt x="997690" y="1340122"/>
                  </a:lnTo>
                  <a:lnTo>
                    <a:pt x="995894" y="1340026"/>
                  </a:lnTo>
                  <a:lnTo>
                    <a:pt x="993247" y="1340026"/>
                  </a:lnTo>
                  <a:lnTo>
                    <a:pt x="989939" y="1340026"/>
                  </a:lnTo>
                  <a:lnTo>
                    <a:pt x="988521" y="1340122"/>
                  </a:lnTo>
                  <a:lnTo>
                    <a:pt x="987481" y="1339929"/>
                  </a:lnTo>
                  <a:lnTo>
                    <a:pt x="985969" y="1339446"/>
                  </a:lnTo>
                  <a:lnTo>
                    <a:pt x="985118" y="1339349"/>
                  </a:lnTo>
                  <a:lnTo>
                    <a:pt x="983511" y="1339253"/>
                  </a:lnTo>
                  <a:lnTo>
                    <a:pt x="982377" y="1339253"/>
                  </a:lnTo>
                  <a:lnTo>
                    <a:pt x="981621" y="1339349"/>
                  </a:lnTo>
                  <a:lnTo>
                    <a:pt x="981148" y="1339349"/>
                  </a:lnTo>
                  <a:lnTo>
                    <a:pt x="980297" y="1339542"/>
                  </a:lnTo>
                  <a:lnTo>
                    <a:pt x="979163" y="1340316"/>
                  </a:lnTo>
                  <a:lnTo>
                    <a:pt x="977934" y="1340992"/>
                  </a:lnTo>
                  <a:lnTo>
                    <a:pt x="976706" y="1341766"/>
                  </a:lnTo>
                  <a:lnTo>
                    <a:pt x="974626" y="1343022"/>
                  </a:lnTo>
                  <a:lnTo>
                    <a:pt x="973303" y="1344085"/>
                  </a:lnTo>
                  <a:lnTo>
                    <a:pt x="972357" y="1344955"/>
                  </a:lnTo>
                  <a:lnTo>
                    <a:pt x="971790" y="1345632"/>
                  </a:lnTo>
                  <a:lnTo>
                    <a:pt x="971034" y="1346115"/>
                  </a:lnTo>
                  <a:lnTo>
                    <a:pt x="969049" y="1346598"/>
                  </a:lnTo>
                  <a:lnTo>
                    <a:pt x="966875" y="1347178"/>
                  </a:lnTo>
                  <a:lnTo>
                    <a:pt x="964323" y="1347372"/>
                  </a:lnTo>
                  <a:lnTo>
                    <a:pt x="960542" y="1347468"/>
                  </a:lnTo>
                  <a:lnTo>
                    <a:pt x="956950" y="1347372"/>
                  </a:lnTo>
                  <a:lnTo>
                    <a:pt x="952980" y="1347275"/>
                  </a:lnTo>
                  <a:lnTo>
                    <a:pt x="947214" y="1346888"/>
                  </a:lnTo>
                  <a:lnTo>
                    <a:pt x="941921" y="1346695"/>
                  </a:lnTo>
                  <a:lnTo>
                    <a:pt x="939085" y="1346502"/>
                  </a:lnTo>
                  <a:lnTo>
                    <a:pt x="936628" y="1346405"/>
                  </a:lnTo>
                  <a:lnTo>
                    <a:pt x="933792" y="1346212"/>
                  </a:lnTo>
                  <a:lnTo>
                    <a:pt x="931996" y="1346115"/>
                  </a:lnTo>
                  <a:lnTo>
                    <a:pt x="930862" y="1346212"/>
                  </a:lnTo>
                  <a:lnTo>
                    <a:pt x="929728" y="1346502"/>
                  </a:lnTo>
                  <a:lnTo>
                    <a:pt x="928026" y="1347178"/>
                  </a:lnTo>
                  <a:lnTo>
                    <a:pt x="926230" y="1348145"/>
                  </a:lnTo>
                  <a:lnTo>
                    <a:pt x="924623" y="1348628"/>
                  </a:lnTo>
                  <a:lnTo>
                    <a:pt x="922827" y="1349401"/>
                  </a:lnTo>
                  <a:lnTo>
                    <a:pt x="921315" y="1350175"/>
                  </a:lnTo>
                  <a:lnTo>
                    <a:pt x="920181" y="1351141"/>
                  </a:lnTo>
                  <a:lnTo>
                    <a:pt x="918290" y="1353171"/>
                  </a:lnTo>
                  <a:lnTo>
                    <a:pt x="916022" y="1355297"/>
                  </a:lnTo>
                  <a:lnTo>
                    <a:pt x="913564" y="1357230"/>
                  </a:lnTo>
                  <a:lnTo>
                    <a:pt x="911012" y="1359453"/>
                  </a:lnTo>
                  <a:lnTo>
                    <a:pt x="909689" y="1360903"/>
                  </a:lnTo>
                  <a:lnTo>
                    <a:pt x="908649" y="1362353"/>
                  </a:lnTo>
                  <a:lnTo>
                    <a:pt x="907704" y="1364286"/>
                  </a:lnTo>
                  <a:lnTo>
                    <a:pt x="904112" y="1371245"/>
                  </a:lnTo>
                  <a:lnTo>
                    <a:pt x="898630" y="1380911"/>
                  </a:lnTo>
                  <a:lnTo>
                    <a:pt x="896550" y="1384487"/>
                  </a:lnTo>
                  <a:lnTo>
                    <a:pt x="895983" y="1385744"/>
                  </a:lnTo>
                  <a:lnTo>
                    <a:pt x="895605" y="1387000"/>
                  </a:lnTo>
                  <a:lnTo>
                    <a:pt x="895321" y="1388353"/>
                  </a:lnTo>
                  <a:lnTo>
                    <a:pt x="894754" y="1392220"/>
                  </a:lnTo>
                  <a:lnTo>
                    <a:pt x="894092" y="1396859"/>
                  </a:lnTo>
                  <a:lnTo>
                    <a:pt x="893336" y="1400435"/>
                  </a:lnTo>
                  <a:lnTo>
                    <a:pt x="892486" y="1404011"/>
                  </a:lnTo>
                  <a:lnTo>
                    <a:pt x="891068" y="1407104"/>
                  </a:lnTo>
                  <a:lnTo>
                    <a:pt x="889272" y="1410101"/>
                  </a:lnTo>
                  <a:lnTo>
                    <a:pt x="886058" y="1413774"/>
                  </a:lnTo>
                  <a:lnTo>
                    <a:pt x="882466" y="1417640"/>
                  </a:lnTo>
                  <a:lnTo>
                    <a:pt x="875377" y="1423826"/>
                  </a:lnTo>
                  <a:lnTo>
                    <a:pt x="871218" y="1427692"/>
                  </a:lnTo>
                  <a:lnTo>
                    <a:pt x="868382" y="1430495"/>
                  </a:lnTo>
                  <a:lnTo>
                    <a:pt x="864979" y="1434168"/>
                  </a:lnTo>
                  <a:lnTo>
                    <a:pt x="860820" y="1439484"/>
                  </a:lnTo>
                  <a:lnTo>
                    <a:pt x="844562" y="1457945"/>
                  </a:lnTo>
                  <a:lnTo>
                    <a:pt x="841065" y="1461618"/>
                  </a:lnTo>
                  <a:lnTo>
                    <a:pt x="839836" y="1463358"/>
                  </a:lnTo>
                  <a:lnTo>
                    <a:pt x="838702" y="1465194"/>
                  </a:lnTo>
                  <a:lnTo>
                    <a:pt x="837379" y="1466934"/>
                  </a:lnTo>
                  <a:lnTo>
                    <a:pt x="835583" y="1469157"/>
                  </a:lnTo>
                  <a:lnTo>
                    <a:pt x="833692" y="1470897"/>
                  </a:lnTo>
                  <a:lnTo>
                    <a:pt x="830384" y="1473796"/>
                  </a:lnTo>
                  <a:lnTo>
                    <a:pt x="828399" y="1475343"/>
                  </a:lnTo>
                  <a:lnTo>
                    <a:pt x="827548" y="1476116"/>
                  </a:lnTo>
                  <a:lnTo>
                    <a:pt x="826509" y="1476986"/>
                  </a:lnTo>
                  <a:lnTo>
                    <a:pt x="825469" y="1477759"/>
                  </a:lnTo>
                  <a:lnTo>
                    <a:pt x="824524" y="1478436"/>
                  </a:lnTo>
                  <a:lnTo>
                    <a:pt x="823673" y="1479016"/>
                  </a:lnTo>
                  <a:lnTo>
                    <a:pt x="822728" y="1479789"/>
                  </a:lnTo>
                  <a:lnTo>
                    <a:pt x="821688" y="1480659"/>
                  </a:lnTo>
                  <a:lnTo>
                    <a:pt x="820743" y="1481432"/>
                  </a:lnTo>
                  <a:lnTo>
                    <a:pt x="819608" y="1482399"/>
                  </a:lnTo>
                  <a:lnTo>
                    <a:pt x="818663" y="1483269"/>
                  </a:lnTo>
                  <a:lnTo>
                    <a:pt x="817623" y="1484235"/>
                  </a:lnTo>
                  <a:lnTo>
                    <a:pt x="816584" y="1485202"/>
                  </a:lnTo>
                  <a:lnTo>
                    <a:pt x="815638" y="1486072"/>
                  </a:lnTo>
                  <a:lnTo>
                    <a:pt x="814599" y="1486942"/>
                  </a:lnTo>
                  <a:lnTo>
                    <a:pt x="813464" y="1487715"/>
                  </a:lnTo>
                  <a:lnTo>
                    <a:pt x="812425" y="1488488"/>
                  </a:lnTo>
                  <a:lnTo>
                    <a:pt x="811574" y="1489358"/>
                  </a:lnTo>
                  <a:lnTo>
                    <a:pt x="810629" y="1490228"/>
                  </a:lnTo>
                  <a:lnTo>
                    <a:pt x="809778" y="1491098"/>
                  </a:lnTo>
                  <a:lnTo>
                    <a:pt x="808833" y="1491871"/>
                  </a:lnTo>
                  <a:lnTo>
                    <a:pt x="807982" y="1492548"/>
                  </a:lnTo>
                  <a:lnTo>
                    <a:pt x="807037" y="1493031"/>
                  </a:lnTo>
                  <a:lnTo>
                    <a:pt x="806092" y="1493707"/>
                  </a:lnTo>
                  <a:lnTo>
                    <a:pt x="805146" y="1494287"/>
                  </a:lnTo>
                  <a:lnTo>
                    <a:pt x="804201" y="1494771"/>
                  </a:lnTo>
                  <a:lnTo>
                    <a:pt x="803161" y="1495351"/>
                  </a:lnTo>
                  <a:lnTo>
                    <a:pt x="802216" y="1496027"/>
                  </a:lnTo>
                  <a:lnTo>
                    <a:pt x="801460" y="1496897"/>
                  </a:lnTo>
                  <a:lnTo>
                    <a:pt x="800609" y="1497767"/>
                  </a:lnTo>
                  <a:lnTo>
                    <a:pt x="799759" y="1498540"/>
                  </a:lnTo>
                  <a:lnTo>
                    <a:pt x="798813" y="1499217"/>
                  </a:lnTo>
                  <a:lnTo>
                    <a:pt x="797963" y="1499893"/>
                  </a:lnTo>
                  <a:lnTo>
                    <a:pt x="797017" y="1500473"/>
                  </a:lnTo>
                  <a:lnTo>
                    <a:pt x="796072" y="1500860"/>
                  </a:lnTo>
                  <a:lnTo>
                    <a:pt x="795221" y="1501246"/>
                  </a:lnTo>
                  <a:lnTo>
                    <a:pt x="794276" y="1501730"/>
                  </a:lnTo>
                  <a:lnTo>
                    <a:pt x="793425" y="1502116"/>
                  </a:lnTo>
                  <a:lnTo>
                    <a:pt x="792575" y="1502503"/>
                  </a:lnTo>
                  <a:lnTo>
                    <a:pt x="791630" y="1502696"/>
                  </a:lnTo>
                  <a:lnTo>
                    <a:pt x="790590" y="1502696"/>
                  </a:lnTo>
                  <a:lnTo>
                    <a:pt x="789550" y="1502696"/>
                  </a:lnTo>
                  <a:lnTo>
                    <a:pt x="788605" y="1503083"/>
                  </a:lnTo>
                  <a:lnTo>
                    <a:pt x="787565" y="1503470"/>
                  </a:lnTo>
                  <a:lnTo>
                    <a:pt x="786809" y="1503566"/>
                  </a:lnTo>
                  <a:lnTo>
                    <a:pt x="785958" y="1503856"/>
                  </a:lnTo>
                  <a:lnTo>
                    <a:pt x="785013" y="1504146"/>
                  </a:lnTo>
                  <a:lnTo>
                    <a:pt x="783973" y="1504436"/>
                  </a:lnTo>
                  <a:lnTo>
                    <a:pt x="782933" y="1504919"/>
                  </a:lnTo>
                  <a:lnTo>
                    <a:pt x="781988" y="1505306"/>
                  </a:lnTo>
                  <a:lnTo>
                    <a:pt x="780948" y="1505789"/>
                  </a:lnTo>
                  <a:lnTo>
                    <a:pt x="779909" y="1506079"/>
                  </a:lnTo>
                  <a:lnTo>
                    <a:pt x="778963" y="1506466"/>
                  </a:lnTo>
                  <a:lnTo>
                    <a:pt x="777924" y="1506756"/>
                  </a:lnTo>
                  <a:lnTo>
                    <a:pt x="776695" y="1507142"/>
                  </a:lnTo>
                  <a:lnTo>
                    <a:pt x="775561" y="1507529"/>
                  </a:lnTo>
                  <a:lnTo>
                    <a:pt x="774426" y="1508012"/>
                  </a:lnTo>
                  <a:lnTo>
                    <a:pt x="773292" y="1508399"/>
                  </a:lnTo>
                  <a:lnTo>
                    <a:pt x="772063" y="1508786"/>
                  </a:lnTo>
                  <a:lnTo>
                    <a:pt x="771024" y="1509365"/>
                  </a:lnTo>
                  <a:lnTo>
                    <a:pt x="769889" y="1509655"/>
                  </a:lnTo>
                  <a:lnTo>
                    <a:pt x="768755" y="1510042"/>
                  </a:lnTo>
                  <a:lnTo>
                    <a:pt x="767526" y="1510235"/>
                  </a:lnTo>
                  <a:lnTo>
                    <a:pt x="766392" y="1510525"/>
                  </a:lnTo>
                  <a:lnTo>
                    <a:pt x="765447" y="1510815"/>
                  </a:lnTo>
                  <a:lnTo>
                    <a:pt x="764501" y="1510912"/>
                  </a:lnTo>
                  <a:lnTo>
                    <a:pt x="763556" y="1511105"/>
                  </a:lnTo>
                  <a:lnTo>
                    <a:pt x="762422" y="1511202"/>
                  </a:lnTo>
                  <a:lnTo>
                    <a:pt x="761288" y="1511299"/>
                  </a:lnTo>
                  <a:lnTo>
                    <a:pt x="760153" y="1511395"/>
                  </a:lnTo>
                  <a:lnTo>
                    <a:pt x="759019" y="1511395"/>
                  </a:lnTo>
                  <a:lnTo>
                    <a:pt x="757790" y="1511492"/>
                  </a:lnTo>
                  <a:lnTo>
                    <a:pt x="756562" y="1511492"/>
                  </a:lnTo>
                  <a:lnTo>
                    <a:pt x="755333" y="1511685"/>
                  </a:lnTo>
                  <a:lnTo>
                    <a:pt x="754009" y="1511879"/>
                  </a:lnTo>
                  <a:lnTo>
                    <a:pt x="752686" y="1511879"/>
                  </a:lnTo>
                  <a:lnTo>
                    <a:pt x="751457" y="1511975"/>
                  </a:lnTo>
                  <a:lnTo>
                    <a:pt x="750323" y="1512072"/>
                  </a:lnTo>
                  <a:lnTo>
                    <a:pt x="749094" y="1512168"/>
                  </a:lnTo>
                  <a:lnTo>
                    <a:pt x="747865" y="1512362"/>
                  </a:lnTo>
                  <a:lnTo>
                    <a:pt x="746731" y="1512458"/>
                  </a:lnTo>
                  <a:lnTo>
                    <a:pt x="745691" y="1512362"/>
                  </a:lnTo>
                  <a:lnTo>
                    <a:pt x="744652" y="1512458"/>
                  </a:lnTo>
                  <a:lnTo>
                    <a:pt x="743706" y="1512652"/>
                  </a:lnTo>
                  <a:lnTo>
                    <a:pt x="742667" y="1512748"/>
                  </a:lnTo>
                  <a:lnTo>
                    <a:pt x="741532" y="1512555"/>
                  </a:lnTo>
                  <a:lnTo>
                    <a:pt x="740493" y="1512362"/>
                  </a:lnTo>
                  <a:lnTo>
                    <a:pt x="739453" y="1512168"/>
                  </a:lnTo>
                  <a:lnTo>
                    <a:pt x="738319" y="1511975"/>
                  </a:lnTo>
                  <a:lnTo>
                    <a:pt x="737279" y="1511879"/>
                  </a:lnTo>
                  <a:lnTo>
                    <a:pt x="736239" y="1511782"/>
                  </a:lnTo>
                  <a:lnTo>
                    <a:pt x="735388" y="1511685"/>
                  </a:lnTo>
                  <a:lnTo>
                    <a:pt x="734254" y="1511492"/>
                  </a:lnTo>
                  <a:lnTo>
                    <a:pt x="733309" y="1511782"/>
                  </a:lnTo>
                  <a:lnTo>
                    <a:pt x="732175" y="1511879"/>
                  </a:lnTo>
                  <a:lnTo>
                    <a:pt x="731135" y="1511975"/>
                  </a:lnTo>
                  <a:lnTo>
                    <a:pt x="729528" y="1511879"/>
                  </a:lnTo>
                  <a:lnTo>
                    <a:pt x="728583" y="1511782"/>
                  </a:lnTo>
                  <a:lnTo>
                    <a:pt x="727732" y="1511782"/>
                  </a:lnTo>
                  <a:lnTo>
                    <a:pt x="726787" y="1511782"/>
                  </a:lnTo>
                  <a:lnTo>
                    <a:pt x="725842" y="1511685"/>
                  </a:lnTo>
                  <a:lnTo>
                    <a:pt x="724802" y="1511589"/>
                  </a:lnTo>
                  <a:lnTo>
                    <a:pt x="723762" y="1511589"/>
                  </a:lnTo>
                  <a:lnTo>
                    <a:pt x="722817" y="1511492"/>
                  </a:lnTo>
                  <a:lnTo>
                    <a:pt x="721683" y="1511395"/>
                  </a:lnTo>
                  <a:lnTo>
                    <a:pt x="720737" y="1511299"/>
                  </a:lnTo>
                  <a:lnTo>
                    <a:pt x="719792" y="1511202"/>
                  </a:lnTo>
                  <a:lnTo>
                    <a:pt x="718847" y="1511105"/>
                  </a:lnTo>
                  <a:lnTo>
                    <a:pt x="717996" y="1510815"/>
                  </a:lnTo>
                  <a:lnTo>
                    <a:pt x="717051" y="1510815"/>
                  </a:lnTo>
                  <a:lnTo>
                    <a:pt x="716106" y="1510815"/>
                  </a:lnTo>
                  <a:lnTo>
                    <a:pt x="715160" y="1510622"/>
                  </a:lnTo>
                  <a:lnTo>
                    <a:pt x="714121" y="1510622"/>
                  </a:lnTo>
                  <a:lnTo>
                    <a:pt x="713081" y="1510622"/>
                  </a:lnTo>
                  <a:lnTo>
                    <a:pt x="712041" y="1510622"/>
                  </a:lnTo>
                  <a:lnTo>
                    <a:pt x="711001" y="1510719"/>
                  </a:lnTo>
                  <a:lnTo>
                    <a:pt x="710056" y="1510719"/>
                  </a:lnTo>
                  <a:lnTo>
                    <a:pt x="709016" y="1510719"/>
                  </a:lnTo>
                  <a:lnTo>
                    <a:pt x="707977" y="1510815"/>
                  </a:lnTo>
                  <a:lnTo>
                    <a:pt x="706842" y="1511009"/>
                  </a:lnTo>
                  <a:lnTo>
                    <a:pt x="705614" y="1511299"/>
                  </a:lnTo>
                  <a:lnTo>
                    <a:pt x="704385" y="1511782"/>
                  </a:lnTo>
                  <a:lnTo>
                    <a:pt x="703534" y="1512072"/>
                  </a:lnTo>
                  <a:lnTo>
                    <a:pt x="702589" y="1512748"/>
                  </a:lnTo>
                  <a:lnTo>
                    <a:pt x="701644" y="1513425"/>
                  </a:lnTo>
                  <a:lnTo>
                    <a:pt x="700698" y="1514198"/>
                  </a:lnTo>
                  <a:lnTo>
                    <a:pt x="699753" y="1514778"/>
                  </a:lnTo>
                  <a:lnTo>
                    <a:pt x="698808" y="1515358"/>
                  </a:lnTo>
                  <a:lnTo>
                    <a:pt x="698052" y="1515841"/>
                  </a:lnTo>
                  <a:lnTo>
                    <a:pt x="697201" y="1516325"/>
                  </a:lnTo>
                  <a:lnTo>
                    <a:pt x="696445" y="1516905"/>
                  </a:lnTo>
                  <a:lnTo>
                    <a:pt x="695216" y="1517485"/>
                  </a:lnTo>
                  <a:lnTo>
                    <a:pt x="694176" y="1517968"/>
                  </a:lnTo>
                  <a:lnTo>
                    <a:pt x="693326" y="1518451"/>
                  </a:lnTo>
                  <a:lnTo>
                    <a:pt x="692380" y="1518934"/>
                  </a:lnTo>
                  <a:lnTo>
                    <a:pt x="691341" y="1519321"/>
                  </a:lnTo>
                  <a:lnTo>
                    <a:pt x="690017" y="1519611"/>
                  </a:lnTo>
                  <a:lnTo>
                    <a:pt x="689072" y="1519901"/>
                  </a:lnTo>
                  <a:lnTo>
                    <a:pt x="688127" y="1519998"/>
                  </a:lnTo>
                  <a:lnTo>
                    <a:pt x="686993" y="1520191"/>
                  </a:lnTo>
                  <a:lnTo>
                    <a:pt x="685953" y="1520481"/>
                  </a:lnTo>
                  <a:lnTo>
                    <a:pt x="684913" y="1520771"/>
                  </a:lnTo>
                  <a:lnTo>
                    <a:pt x="683873" y="1520964"/>
                  </a:lnTo>
                  <a:lnTo>
                    <a:pt x="682834" y="1521157"/>
                  </a:lnTo>
                  <a:lnTo>
                    <a:pt x="681794" y="1521351"/>
                  </a:lnTo>
                  <a:lnTo>
                    <a:pt x="680849" y="1521447"/>
                  </a:lnTo>
                  <a:lnTo>
                    <a:pt x="679998" y="1521544"/>
                  </a:lnTo>
                  <a:lnTo>
                    <a:pt x="679053" y="1521834"/>
                  </a:lnTo>
                  <a:lnTo>
                    <a:pt x="678202" y="1522221"/>
                  </a:lnTo>
                  <a:lnTo>
                    <a:pt x="677257" y="1522607"/>
                  </a:lnTo>
                  <a:lnTo>
                    <a:pt x="676406" y="1522994"/>
                  </a:lnTo>
                  <a:lnTo>
                    <a:pt x="675555" y="1523380"/>
                  </a:lnTo>
                  <a:lnTo>
                    <a:pt x="674421" y="1523864"/>
                  </a:lnTo>
                  <a:lnTo>
                    <a:pt x="673098" y="1524444"/>
                  </a:lnTo>
                  <a:lnTo>
                    <a:pt x="672152" y="1525217"/>
                  </a:lnTo>
                  <a:lnTo>
                    <a:pt x="671302" y="1525700"/>
                  </a:lnTo>
                  <a:lnTo>
                    <a:pt x="670451" y="1526183"/>
                  </a:lnTo>
                  <a:lnTo>
                    <a:pt x="669695" y="1526957"/>
                  </a:lnTo>
                  <a:lnTo>
                    <a:pt x="668750" y="1527633"/>
                  </a:lnTo>
                  <a:lnTo>
                    <a:pt x="667804" y="1528213"/>
                  </a:lnTo>
                  <a:lnTo>
                    <a:pt x="666954" y="1528697"/>
                  </a:lnTo>
                  <a:lnTo>
                    <a:pt x="666103" y="1529180"/>
                  </a:lnTo>
                  <a:lnTo>
                    <a:pt x="665252" y="1529663"/>
                  </a:lnTo>
                  <a:lnTo>
                    <a:pt x="664402" y="1530243"/>
                  </a:lnTo>
                  <a:lnTo>
                    <a:pt x="663551" y="1530920"/>
                  </a:lnTo>
                  <a:lnTo>
                    <a:pt x="662700" y="1531500"/>
                  </a:lnTo>
                  <a:lnTo>
                    <a:pt x="661755" y="1531983"/>
                  </a:lnTo>
                  <a:lnTo>
                    <a:pt x="660810" y="1532563"/>
                  </a:lnTo>
                  <a:lnTo>
                    <a:pt x="659770" y="1533046"/>
                  </a:lnTo>
                  <a:lnTo>
                    <a:pt x="658919" y="1533529"/>
                  </a:lnTo>
                  <a:lnTo>
                    <a:pt x="658069" y="1534109"/>
                  </a:lnTo>
                  <a:lnTo>
                    <a:pt x="657218" y="1534689"/>
                  </a:lnTo>
                  <a:lnTo>
                    <a:pt x="656367" y="1535172"/>
                  </a:lnTo>
                  <a:lnTo>
                    <a:pt x="655611" y="1535752"/>
                  </a:lnTo>
                  <a:lnTo>
                    <a:pt x="654760" y="1536429"/>
                  </a:lnTo>
                  <a:lnTo>
                    <a:pt x="653910" y="1537202"/>
                  </a:lnTo>
                  <a:lnTo>
                    <a:pt x="653248" y="1537975"/>
                  </a:lnTo>
                  <a:lnTo>
                    <a:pt x="652775" y="1538942"/>
                  </a:lnTo>
                  <a:lnTo>
                    <a:pt x="652397" y="1539812"/>
                  </a:lnTo>
                  <a:lnTo>
                    <a:pt x="651925" y="1540682"/>
                  </a:lnTo>
                  <a:lnTo>
                    <a:pt x="651546" y="1541745"/>
                  </a:lnTo>
                  <a:lnTo>
                    <a:pt x="650790" y="1542518"/>
                  </a:lnTo>
                  <a:lnTo>
                    <a:pt x="650034" y="1543388"/>
                  </a:lnTo>
                  <a:lnTo>
                    <a:pt x="648333" y="1544838"/>
                  </a:lnTo>
                  <a:lnTo>
                    <a:pt x="645592" y="1548124"/>
                  </a:lnTo>
                  <a:lnTo>
                    <a:pt x="642000" y="1548511"/>
                  </a:lnTo>
                  <a:lnTo>
                    <a:pt x="638786" y="1551024"/>
                  </a:lnTo>
                  <a:lnTo>
                    <a:pt x="636801" y="1554213"/>
                  </a:lnTo>
                  <a:lnTo>
                    <a:pt x="633965" y="1558466"/>
                  </a:lnTo>
                  <a:lnTo>
                    <a:pt x="633304" y="1559626"/>
                  </a:lnTo>
                  <a:lnTo>
                    <a:pt x="633776" y="1559819"/>
                  </a:lnTo>
                  <a:lnTo>
                    <a:pt x="634627" y="1559723"/>
                  </a:lnTo>
                  <a:lnTo>
                    <a:pt x="635856" y="1560109"/>
                  </a:lnTo>
                  <a:lnTo>
                    <a:pt x="636045" y="1560303"/>
                  </a:lnTo>
                  <a:lnTo>
                    <a:pt x="636801" y="1561849"/>
                  </a:lnTo>
                  <a:lnTo>
                    <a:pt x="637652" y="1563589"/>
                  </a:lnTo>
                  <a:lnTo>
                    <a:pt x="639637" y="1568132"/>
                  </a:lnTo>
                  <a:lnTo>
                    <a:pt x="640676" y="1570065"/>
                  </a:lnTo>
                  <a:lnTo>
                    <a:pt x="645875" y="1580600"/>
                  </a:lnTo>
                  <a:lnTo>
                    <a:pt x="647482" y="1585046"/>
                  </a:lnTo>
                  <a:lnTo>
                    <a:pt x="642850" y="1588333"/>
                  </a:lnTo>
                  <a:lnTo>
                    <a:pt x="641716" y="1589106"/>
                  </a:lnTo>
                  <a:lnTo>
                    <a:pt x="639542" y="1590459"/>
                  </a:lnTo>
                  <a:lnTo>
                    <a:pt x="639920" y="1592586"/>
                  </a:lnTo>
                  <a:lnTo>
                    <a:pt x="642756" y="1598385"/>
                  </a:lnTo>
                  <a:lnTo>
                    <a:pt x="649467" y="1609114"/>
                  </a:lnTo>
                  <a:lnTo>
                    <a:pt x="649467" y="1617523"/>
                  </a:lnTo>
                  <a:lnTo>
                    <a:pt x="650034" y="1622355"/>
                  </a:lnTo>
                  <a:lnTo>
                    <a:pt x="650318" y="1624772"/>
                  </a:lnTo>
                  <a:lnTo>
                    <a:pt x="651925" y="1626608"/>
                  </a:lnTo>
                  <a:lnTo>
                    <a:pt x="654571" y="1628058"/>
                  </a:lnTo>
                  <a:lnTo>
                    <a:pt x="656273" y="1629411"/>
                  </a:lnTo>
                  <a:lnTo>
                    <a:pt x="656651" y="1632697"/>
                  </a:lnTo>
                  <a:lnTo>
                    <a:pt x="656462" y="1634534"/>
                  </a:lnTo>
                  <a:lnTo>
                    <a:pt x="656084" y="1637820"/>
                  </a:lnTo>
                  <a:lnTo>
                    <a:pt x="654949" y="1644006"/>
                  </a:lnTo>
                  <a:lnTo>
                    <a:pt x="651168" y="1648259"/>
                  </a:lnTo>
                  <a:lnTo>
                    <a:pt x="644646" y="1653188"/>
                  </a:lnTo>
                  <a:lnTo>
                    <a:pt x="644552" y="1657538"/>
                  </a:lnTo>
                  <a:lnTo>
                    <a:pt x="644457" y="1659954"/>
                  </a:lnTo>
                  <a:lnTo>
                    <a:pt x="651074" y="1666430"/>
                  </a:lnTo>
                  <a:lnTo>
                    <a:pt x="652019" y="1671166"/>
                  </a:lnTo>
                  <a:lnTo>
                    <a:pt x="652303" y="1672519"/>
                  </a:lnTo>
                  <a:lnTo>
                    <a:pt x="650601" y="1679285"/>
                  </a:lnTo>
                  <a:lnTo>
                    <a:pt x="650412" y="1680155"/>
                  </a:lnTo>
                  <a:lnTo>
                    <a:pt x="655422" y="1693687"/>
                  </a:lnTo>
                  <a:lnTo>
                    <a:pt x="657974" y="1706445"/>
                  </a:lnTo>
                  <a:lnTo>
                    <a:pt x="655044" y="1710408"/>
                  </a:lnTo>
                  <a:lnTo>
                    <a:pt x="627160" y="1724423"/>
                  </a:lnTo>
                  <a:lnTo>
                    <a:pt x="613737" y="1732252"/>
                  </a:lnTo>
                  <a:lnTo>
                    <a:pt x="598708" y="1741144"/>
                  </a:lnTo>
                  <a:lnTo>
                    <a:pt x="593793" y="1741338"/>
                  </a:lnTo>
                  <a:lnTo>
                    <a:pt x="590390" y="1738148"/>
                  </a:lnTo>
                  <a:lnTo>
                    <a:pt x="585853" y="1734185"/>
                  </a:lnTo>
                  <a:lnTo>
                    <a:pt x="580749" y="1729256"/>
                  </a:lnTo>
                  <a:lnTo>
                    <a:pt x="579709" y="1725873"/>
                  </a:lnTo>
                  <a:lnTo>
                    <a:pt x="578764" y="1721040"/>
                  </a:lnTo>
                  <a:lnTo>
                    <a:pt x="577440" y="1715821"/>
                  </a:lnTo>
                  <a:lnTo>
                    <a:pt x="574605" y="1709442"/>
                  </a:lnTo>
                  <a:lnTo>
                    <a:pt x="569690" y="1699003"/>
                  </a:lnTo>
                  <a:lnTo>
                    <a:pt x="567421" y="1696006"/>
                  </a:lnTo>
                  <a:lnTo>
                    <a:pt x="565152" y="1694363"/>
                  </a:lnTo>
                  <a:lnTo>
                    <a:pt x="561466" y="1694460"/>
                  </a:lnTo>
                  <a:lnTo>
                    <a:pt x="559670" y="1693977"/>
                  </a:lnTo>
                  <a:lnTo>
                    <a:pt x="557874" y="1693397"/>
                  </a:lnTo>
                  <a:lnTo>
                    <a:pt x="557307" y="1693203"/>
                  </a:lnTo>
                  <a:lnTo>
                    <a:pt x="554282" y="1690304"/>
                  </a:lnTo>
                  <a:lnTo>
                    <a:pt x="550785" y="1686824"/>
                  </a:lnTo>
                  <a:lnTo>
                    <a:pt x="547855" y="1683538"/>
                  </a:lnTo>
                  <a:lnTo>
                    <a:pt x="545208" y="1679865"/>
                  </a:lnTo>
                  <a:lnTo>
                    <a:pt x="542845" y="1679188"/>
                  </a:lnTo>
                  <a:lnTo>
                    <a:pt x="537268" y="1681315"/>
                  </a:lnTo>
                  <a:lnTo>
                    <a:pt x="532826" y="1684988"/>
                  </a:lnTo>
                  <a:lnTo>
                    <a:pt x="528950" y="1693493"/>
                  </a:lnTo>
                  <a:lnTo>
                    <a:pt x="525642" y="1697650"/>
                  </a:lnTo>
                  <a:lnTo>
                    <a:pt x="522712" y="1699969"/>
                  </a:lnTo>
                  <a:lnTo>
                    <a:pt x="517607" y="1704029"/>
                  </a:lnTo>
                  <a:lnTo>
                    <a:pt x="513543" y="1708378"/>
                  </a:lnTo>
                  <a:lnTo>
                    <a:pt x="510991" y="1711085"/>
                  </a:lnTo>
                  <a:lnTo>
                    <a:pt x="507399" y="1715048"/>
                  </a:lnTo>
                  <a:lnTo>
                    <a:pt x="506548" y="1719300"/>
                  </a:lnTo>
                  <a:lnTo>
                    <a:pt x="503902" y="1726453"/>
                  </a:lnTo>
                  <a:lnTo>
                    <a:pt x="500121" y="1734765"/>
                  </a:lnTo>
                  <a:lnTo>
                    <a:pt x="499743" y="1734379"/>
                  </a:lnTo>
                  <a:lnTo>
                    <a:pt x="499554" y="1733992"/>
                  </a:lnTo>
                  <a:lnTo>
                    <a:pt x="499081" y="1733702"/>
                  </a:lnTo>
                  <a:lnTo>
                    <a:pt x="498325" y="1733412"/>
                  </a:lnTo>
                  <a:lnTo>
                    <a:pt x="498041" y="1733219"/>
                  </a:lnTo>
                  <a:lnTo>
                    <a:pt x="497663" y="1733122"/>
                  </a:lnTo>
                  <a:lnTo>
                    <a:pt x="497474" y="1733025"/>
                  </a:lnTo>
                  <a:lnTo>
                    <a:pt x="497001" y="1733025"/>
                  </a:lnTo>
                  <a:lnTo>
                    <a:pt x="496529" y="1733025"/>
                  </a:lnTo>
                  <a:lnTo>
                    <a:pt x="495867" y="1732832"/>
                  </a:lnTo>
                  <a:lnTo>
                    <a:pt x="494260" y="1732542"/>
                  </a:lnTo>
                  <a:lnTo>
                    <a:pt x="493882" y="1732542"/>
                  </a:lnTo>
                  <a:lnTo>
                    <a:pt x="493315" y="1732059"/>
                  </a:lnTo>
                  <a:lnTo>
                    <a:pt x="493031" y="1731672"/>
                  </a:lnTo>
                  <a:lnTo>
                    <a:pt x="492842" y="1731382"/>
                  </a:lnTo>
                  <a:lnTo>
                    <a:pt x="492748" y="1731189"/>
                  </a:lnTo>
                  <a:lnTo>
                    <a:pt x="491425" y="1729739"/>
                  </a:lnTo>
                  <a:lnTo>
                    <a:pt x="490668" y="1729159"/>
                  </a:lnTo>
                  <a:lnTo>
                    <a:pt x="490385" y="1728483"/>
                  </a:lnTo>
                  <a:lnTo>
                    <a:pt x="490385" y="1728193"/>
                  </a:lnTo>
                  <a:lnTo>
                    <a:pt x="490290" y="1727903"/>
                  </a:lnTo>
                  <a:lnTo>
                    <a:pt x="490196" y="1727709"/>
                  </a:lnTo>
                  <a:lnTo>
                    <a:pt x="490007" y="1727129"/>
                  </a:lnTo>
                  <a:lnTo>
                    <a:pt x="489912" y="1726839"/>
                  </a:lnTo>
                  <a:lnTo>
                    <a:pt x="489818" y="1726549"/>
                  </a:lnTo>
                  <a:lnTo>
                    <a:pt x="489629" y="1726066"/>
                  </a:lnTo>
                  <a:lnTo>
                    <a:pt x="489250" y="1725583"/>
                  </a:lnTo>
                  <a:lnTo>
                    <a:pt x="488872" y="1725486"/>
                  </a:lnTo>
                  <a:lnTo>
                    <a:pt x="488683" y="1725390"/>
                  </a:lnTo>
                  <a:lnTo>
                    <a:pt x="488211" y="1725100"/>
                  </a:lnTo>
                  <a:lnTo>
                    <a:pt x="487833" y="1724810"/>
                  </a:lnTo>
                  <a:lnTo>
                    <a:pt x="487360" y="1724616"/>
                  </a:lnTo>
                  <a:lnTo>
                    <a:pt x="486887" y="1724616"/>
                  </a:lnTo>
                  <a:lnTo>
                    <a:pt x="486415" y="1724616"/>
                  </a:lnTo>
                  <a:lnTo>
                    <a:pt x="486037" y="1724616"/>
                  </a:lnTo>
                  <a:lnTo>
                    <a:pt x="485659" y="1724520"/>
                  </a:lnTo>
                  <a:lnTo>
                    <a:pt x="485375" y="1724326"/>
                  </a:lnTo>
                  <a:lnTo>
                    <a:pt x="484619" y="1723553"/>
                  </a:lnTo>
                  <a:lnTo>
                    <a:pt x="482634" y="1721233"/>
                  </a:lnTo>
                  <a:lnTo>
                    <a:pt x="482445" y="1720557"/>
                  </a:lnTo>
                  <a:lnTo>
                    <a:pt x="482350" y="1720267"/>
                  </a:lnTo>
                  <a:lnTo>
                    <a:pt x="482256" y="1719590"/>
                  </a:lnTo>
                  <a:lnTo>
                    <a:pt x="482350" y="1718914"/>
                  </a:lnTo>
                  <a:lnTo>
                    <a:pt x="482445" y="1718527"/>
                  </a:lnTo>
                  <a:lnTo>
                    <a:pt x="482728" y="1717754"/>
                  </a:lnTo>
                  <a:lnTo>
                    <a:pt x="482823" y="1714951"/>
                  </a:lnTo>
                  <a:lnTo>
                    <a:pt x="482823" y="1714371"/>
                  </a:lnTo>
                  <a:lnTo>
                    <a:pt x="482823" y="1714081"/>
                  </a:lnTo>
                  <a:lnTo>
                    <a:pt x="482634" y="1713888"/>
                  </a:lnTo>
                  <a:lnTo>
                    <a:pt x="480932" y="1712728"/>
                  </a:lnTo>
                  <a:lnTo>
                    <a:pt x="480271" y="1712341"/>
                  </a:lnTo>
                  <a:lnTo>
                    <a:pt x="478853" y="1712148"/>
                  </a:lnTo>
                  <a:lnTo>
                    <a:pt x="478191" y="1712148"/>
                  </a:lnTo>
                  <a:lnTo>
                    <a:pt x="476773" y="1711858"/>
                  </a:lnTo>
                  <a:lnTo>
                    <a:pt x="475639" y="1711568"/>
                  </a:lnTo>
                  <a:lnTo>
                    <a:pt x="474883" y="1711181"/>
                  </a:lnTo>
                  <a:lnTo>
                    <a:pt x="474127" y="1710601"/>
                  </a:lnTo>
                  <a:lnTo>
                    <a:pt x="473654" y="1710215"/>
                  </a:lnTo>
                  <a:lnTo>
                    <a:pt x="472803" y="1709538"/>
                  </a:lnTo>
                  <a:lnTo>
                    <a:pt x="471858" y="1708765"/>
                  </a:lnTo>
                  <a:lnTo>
                    <a:pt x="469212" y="1706542"/>
                  </a:lnTo>
                  <a:lnTo>
                    <a:pt x="467983" y="1705479"/>
                  </a:lnTo>
                  <a:lnTo>
                    <a:pt x="467416" y="1704995"/>
                  </a:lnTo>
                  <a:lnTo>
                    <a:pt x="467227" y="1704802"/>
                  </a:lnTo>
                  <a:lnTo>
                    <a:pt x="466943" y="1704415"/>
                  </a:lnTo>
                  <a:lnTo>
                    <a:pt x="461177" y="1711375"/>
                  </a:lnTo>
                  <a:lnTo>
                    <a:pt x="454939" y="1718914"/>
                  </a:lnTo>
                  <a:lnTo>
                    <a:pt x="453521" y="1720460"/>
                  </a:lnTo>
                  <a:lnTo>
                    <a:pt x="449173" y="1725873"/>
                  </a:lnTo>
                  <a:lnTo>
                    <a:pt x="448133" y="1727129"/>
                  </a:lnTo>
                  <a:lnTo>
                    <a:pt x="447093" y="1728386"/>
                  </a:lnTo>
                  <a:lnTo>
                    <a:pt x="446715" y="1729739"/>
                  </a:lnTo>
                  <a:lnTo>
                    <a:pt x="443501" y="1738148"/>
                  </a:lnTo>
                  <a:lnTo>
                    <a:pt x="443407" y="1738535"/>
                  </a:lnTo>
                  <a:lnTo>
                    <a:pt x="442651" y="1738245"/>
                  </a:lnTo>
                  <a:lnTo>
                    <a:pt x="442178" y="1738051"/>
                  </a:lnTo>
                  <a:lnTo>
                    <a:pt x="440855" y="1737472"/>
                  </a:lnTo>
                  <a:lnTo>
                    <a:pt x="432631" y="1734185"/>
                  </a:lnTo>
                  <a:lnTo>
                    <a:pt x="430835" y="1733605"/>
                  </a:lnTo>
                  <a:lnTo>
                    <a:pt x="433955" y="1726066"/>
                  </a:lnTo>
                  <a:lnTo>
                    <a:pt x="434900" y="1723650"/>
                  </a:lnTo>
                  <a:lnTo>
                    <a:pt x="434994" y="1723457"/>
                  </a:lnTo>
                  <a:lnTo>
                    <a:pt x="441800" y="1706542"/>
                  </a:lnTo>
                  <a:lnTo>
                    <a:pt x="445770" y="1695910"/>
                  </a:lnTo>
                  <a:lnTo>
                    <a:pt x="435750" y="1688951"/>
                  </a:lnTo>
                  <a:lnTo>
                    <a:pt x="432348" y="1683731"/>
                  </a:lnTo>
                  <a:lnTo>
                    <a:pt x="431970" y="1679478"/>
                  </a:lnTo>
                  <a:lnTo>
                    <a:pt x="433860" y="1674839"/>
                  </a:lnTo>
                  <a:lnTo>
                    <a:pt x="433860" y="1672713"/>
                  </a:lnTo>
                  <a:lnTo>
                    <a:pt x="425920" y="1657441"/>
                  </a:lnTo>
                  <a:lnTo>
                    <a:pt x="420721" y="1647002"/>
                  </a:lnTo>
                  <a:lnTo>
                    <a:pt x="417886" y="1644586"/>
                  </a:lnTo>
                  <a:lnTo>
                    <a:pt x="397563" y="1628541"/>
                  </a:lnTo>
                  <a:lnTo>
                    <a:pt x="394633" y="1624675"/>
                  </a:lnTo>
                  <a:lnTo>
                    <a:pt x="392648" y="1621195"/>
                  </a:lnTo>
                  <a:lnTo>
                    <a:pt x="386126" y="1614140"/>
                  </a:lnTo>
                  <a:lnTo>
                    <a:pt x="380171" y="1606311"/>
                  </a:lnTo>
                  <a:lnTo>
                    <a:pt x="377430" y="1601671"/>
                  </a:lnTo>
                  <a:lnTo>
                    <a:pt x="378753" y="1594229"/>
                  </a:lnTo>
                  <a:lnTo>
                    <a:pt x="381494" y="1588043"/>
                  </a:lnTo>
                  <a:lnTo>
                    <a:pt x="388867" y="1575188"/>
                  </a:lnTo>
                  <a:lnTo>
                    <a:pt x="391136" y="1570355"/>
                  </a:lnTo>
                  <a:lnTo>
                    <a:pt x="391514" y="1564652"/>
                  </a:lnTo>
                  <a:lnTo>
                    <a:pt x="390947" y="1563009"/>
                  </a:lnTo>
                  <a:lnTo>
                    <a:pt x="391608" y="1561753"/>
                  </a:lnTo>
                  <a:lnTo>
                    <a:pt x="393121" y="1560399"/>
                  </a:lnTo>
                  <a:lnTo>
                    <a:pt x="394822" y="1558853"/>
                  </a:lnTo>
                  <a:lnTo>
                    <a:pt x="393310" y="1558273"/>
                  </a:lnTo>
                  <a:lnTo>
                    <a:pt x="388489" y="1556823"/>
                  </a:lnTo>
                  <a:lnTo>
                    <a:pt x="381211" y="1552474"/>
                  </a:lnTo>
                  <a:lnTo>
                    <a:pt x="377146" y="1549961"/>
                  </a:lnTo>
                  <a:lnTo>
                    <a:pt x="374594" y="1549381"/>
                  </a:lnTo>
                  <a:lnTo>
                    <a:pt x="366371" y="1548897"/>
                  </a:lnTo>
                  <a:lnTo>
                    <a:pt x="363629" y="1548317"/>
                  </a:lnTo>
                  <a:lnTo>
                    <a:pt x="357296" y="1543485"/>
                  </a:lnTo>
                  <a:lnTo>
                    <a:pt x="353705" y="1541165"/>
                  </a:lnTo>
                  <a:lnTo>
                    <a:pt x="352570" y="1540392"/>
                  </a:lnTo>
                  <a:lnTo>
                    <a:pt x="347844" y="1537975"/>
                  </a:lnTo>
                  <a:lnTo>
                    <a:pt x="337068" y="1530436"/>
                  </a:lnTo>
                  <a:lnTo>
                    <a:pt x="332531" y="1528020"/>
                  </a:lnTo>
                  <a:lnTo>
                    <a:pt x="327427" y="1520191"/>
                  </a:lnTo>
                  <a:lnTo>
                    <a:pt x="319015" y="1512748"/>
                  </a:lnTo>
                  <a:lnTo>
                    <a:pt x="318164" y="1511975"/>
                  </a:lnTo>
                  <a:lnTo>
                    <a:pt x="314667" y="1507142"/>
                  </a:lnTo>
                  <a:lnTo>
                    <a:pt x="310602" y="1503663"/>
                  </a:lnTo>
                  <a:lnTo>
                    <a:pt x="305120" y="1499120"/>
                  </a:lnTo>
                  <a:lnTo>
                    <a:pt x="292832" y="1490904"/>
                  </a:lnTo>
                  <a:lnTo>
                    <a:pt x="288862" y="1484139"/>
                  </a:lnTo>
                  <a:lnTo>
                    <a:pt x="283947" y="1478436"/>
                  </a:lnTo>
                  <a:lnTo>
                    <a:pt x="277708" y="1471573"/>
                  </a:lnTo>
                  <a:lnTo>
                    <a:pt x="273927" y="1464711"/>
                  </a:lnTo>
                  <a:lnTo>
                    <a:pt x="269390" y="1461231"/>
                  </a:lnTo>
                  <a:lnTo>
                    <a:pt x="265515" y="1459878"/>
                  </a:lnTo>
                  <a:lnTo>
                    <a:pt x="257575" y="1459105"/>
                  </a:lnTo>
                  <a:lnTo>
                    <a:pt x="247839" y="1459105"/>
                  </a:lnTo>
                  <a:lnTo>
                    <a:pt x="237819" y="1457075"/>
                  </a:lnTo>
                  <a:lnTo>
                    <a:pt x="228556" y="1452436"/>
                  </a:lnTo>
                  <a:lnTo>
                    <a:pt x="221656" y="1450503"/>
                  </a:lnTo>
                  <a:lnTo>
                    <a:pt x="215417" y="1445863"/>
                  </a:lnTo>
                  <a:lnTo>
                    <a:pt x="208801" y="1439097"/>
                  </a:lnTo>
                  <a:lnTo>
                    <a:pt x="204453" y="1434361"/>
                  </a:lnTo>
                  <a:lnTo>
                    <a:pt x="202751" y="1429915"/>
                  </a:lnTo>
                  <a:lnTo>
                    <a:pt x="202751" y="1422086"/>
                  </a:lnTo>
                  <a:lnTo>
                    <a:pt x="203697" y="1419766"/>
                  </a:lnTo>
                  <a:lnTo>
                    <a:pt x="205776" y="1415320"/>
                  </a:lnTo>
                  <a:lnTo>
                    <a:pt x="208045" y="1409714"/>
                  </a:lnTo>
                  <a:lnTo>
                    <a:pt x="208139" y="1409521"/>
                  </a:lnTo>
                  <a:lnTo>
                    <a:pt x="208895" y="1403142"/>
                  </a:lnTo>
                  <a:lnTo>
                    <a:pt x="210030" y="1394733"/>
                  </a:lnTo>
                  <a:lnTo>
                    <a:pt x="209368" y="1388063"/>
                  </a:lnTo>
                  <a:lnTo>
                    <a:pt x="208139" y="1378978"/>
                  </a:lnTo>
                  <a:lnTo>
                    <a:pt x="205209" y="1373082"/>
                  </a:lnTo>
                  <a:lnTo>
                    <a:pt x="203035" y="1368829"/>
                  </a:lnTo>
                  <a:lnTo>
                    <a:pt x="195851" y="1359357"/>
                  </a:lnTo>
                  <a:lnTo>
                    <a:pt x="194244" y="1352881"/>
                  </a:lnTo>
                  <a:lnTo>
                    <a:pt x="195662" y="1347468"/>
                  </a:lnTo>
                  <a:lnTo>
                    <a:pt x="201995" y="1337996"/>
                  </a:lnTo>
                  <a:lnTo>
                    <a:pt x="208234" y="1326977"/>
                  </a:lnTo>
                  <a:lnTo>
                    <a:pt x="214567" y="1317215"/>
                  </a:lnTo>
                  <a:lnTo>
                    <a:pt x="222318" y="1307453"/>
                  </a:lnTo>
                  <a:lnTo>
                    <a:pt x="227327" y="1290345"/>
                  </a:lnTo>
                  <a:lnTo>
                    <a:pt x="234795" y="1262218"/>
                  </a:lnTo>
                  <a:lnTo>
                    <a:pt x="239048" y="1247527"/>
                  </a:lnTo>
                  <a:lnTo>
                    <a:pt x="242167" y="1243854"/>
                  </a:lnTo>
                  <a:lnTo>
                    <a:pt x="249068" y="1240664"/>
                  </a:lnTo>
                  <a:lnTo>
                    <a:pt x="250391" y="1240084"/>
                  </a:lnTo>
                  <a:lnTo>
                    <a:pt x="252659" y="1239021"/>
                  </a:lnTo>
                  <a:lnTo>
                    <a:pt x="255873" y="1236411"/>
                  </a:lnTo>
                  <a:lnTo>
                    <a:pt x="257480" y="1231289"/>
                  </a:lnTo>
                  <a:lnTo>
                    <a:pt x="258614" y="1223556"/>
                  </a:lnTo>
                  <a:lnTo>
                    <a:pt x="260221" y="1216694"/>
                  </a:lnTo>
                  <a:lnTo>
                    <a:pt x="261639" y="1210895"/>
                  </a:lnTo>
                  <a:lnTo>
                    <a:pt x="262962" y="1203162"/>
                  </a:lnTo>
                  <a:lnTo>
                    <a:pt x="265704" y="1193303"/>
                  </a:lnTo>
                  <a:lnTo>
                    <a:pt x="268539" y="1183638"/>
                  </a:lnTo>
                  <a:lnTo>
                    <a:pt x="273265" y="1175036"/>
                  </a:lnTo>
                  <a:lnTo>
                    <a:pt x="275723" y="1170686"/>
                  </a:lnTo>
                  <a:lnTo>
                    <a:pt x="278653" y="1161214"/>
                  </a:lnTo>
                  <a:lnTo>
                    <a:pt x="278370" y="1150678"/>
                  </a:lnTo>
                  <a:lnTo>
                    <a:pt x="277519" y="1144589"/>
                  </a:lnTo>
                  <a:lnTo>
                    <a:pt x="275156" y="1136277"/>
                  </a:lnTo>
                  <a:lnTo>
                    <a:pt x="269579" y="1124582"/>
                  </a:lnTo>
                  <a:lnTo>
                    <a:pt x="264002" y="1116463"/>
                  </a:lnTo>
                  <a:lnTo>
                    <a:pt x="263246" y="1108633"/>
                  </a:lnTo>
                  <a:lnTo>
                    <a:pt x="263057" y="1106894"/>
                  </a:lnTo>
                  <a:lnTo>
                    <a:pt x="263530" y="1105251"/>
                  </a:lnTo>
                  <a:lnTo>
                    <a:pt x="264947" y="1100321"/>
                  </a:lnTo>
                  <a:lnTo>
                    <a:pt x="267972" y="1094908"/>
                  </a:lnTo>
                  <a:lnTo>
                    <a:pt x="271280" y="1091912"/>
                  </a:lnTo>
                  <a:lnTo>
                    <a:pt x="278653" y="1081957"/>
                  </a:lnTo>
                  <a:lnTo>
                    <a:pt x="289145" y="1061079"/>
                  </a:lnTo>
                  <a:lnTo>
                    <a:pt x="296235" y="1048707"/>
                  </a:lnTo>
                  <a:lnTo>
                    <a:pt x="296896" y="1038365"/>
                  </a:lnTo>
                  <a:lnTo>
                    <a:pt x="297747" y="1029183"/>
                  </a:lnTo>
                  <a:lnTo>
                    <a:pt x="296235" y="1017294"/>
                  </a:lnTo>
                  <a:lnTo>
                    <a:pt x="293966" y="1011688"/>
                  </a:lnTo>
                  <a:lnTo>
                    <a:pt x="292548" y="1009852"/>
                  </a:lnTo>
                  <a:lnTo>
                    <a:pt x="289429" y="1003279"/>
                  </a:lnTo>
                  <a:lnTo>
                    <a:pt x="284230" y="986655"/>
                  </a:lnTo>
                  <a:lnTo>
                    <a:pt x="282340" y="979696"/>
                  </a:lnTo>
                  <a:lnTo>
                    <a:pt x="278937" y="968387"/>
                  </a:lnTo>
                  <a:lnTo>
                    <a:pt x="275534" y="948669"/>
                  </a:lnTo>
                  <a:lnTo>
                    <a:pt x="276574" y="935428"/>
                  </a:lnTo>
                  <a:lnTo>
                    <a:pt x="275534" y="925955"/>
                  </a:lnTo>
                  <a:lnTo>
                    <a:pt x="272509" y="919963"/>
                  </a:lnTo>
                  <a:lnTo>
                    <a:pt x="268350" y="917450"/>
                  </a:lnTo>
                  <a:lnTo>
                    <a:pt x="260410" y="914743"/>
                  </a:lnTo>
                  <a:lnTo>
                    <a:pt x="257480" y="913777"/>
                  </a:lnTo>
                  <a:lnTo>
                    <a:pt x="243396" y="910201"/>
                  </a:lnTo>
                  <a:lnTo>
                    <a:pt x="227894" y="904208"/>
                  </a:lnTo>
                  <a:lnTo>
                    <a:pt x="214945" y="901308"/>
                  </a:lnTo>
                  <a:lnTo>
                    <a:pt x="197742" y="891353"/>
                  </a:lnTo>
                  <a:lnTo>
                    <a:pt x="180066" y="878594"/>
                  </a:lnTo>
                  <a:lnTo>
                    <a:pt x="167778" y="863903"/>
                  </a:lnTo>
                  <a:lnTo>
                    <a:pt x="161161" y="850371"/>
                  </a:lnTo>
                  <a:lnTo>
                    <a:pt x="159176" y="842252"/>
                  </a:lnTo>
                  <a:lnTo>
                    <a:pt x="156151" y="828817"/>
                  </a:lnTo>
                  <a:lnTo>
                    <a:pt x="156341" y="820215"/>
                  </a:lnTo>
                  <a:lnTo>
                    <a:pt x="156151" y="819731"/>
                  </a:lnTo>
                  <a:lnTo>
                    <a:pt x="153694" y="806006"/>
                  </a:lnTo>
                  <a:lnTo>
                    <a:pt x="153505" y="800110"/>
                  </a:lnTo>
                  <a:lnTo>
                    <a:pt x="152371" y="794988"/>
                  </a:lnTo>
                  <a:lnTo>
                    <a:pt x="147644" y="788995"/>
                  </a:lnTo>
                  <a:lnTo>
                    <a:pt x="136585" y="780489"/>
                  </a:lnTo>
                  <a:lnTo>
                    <a:pt x="132615" y="776237"/>
                  </a:lnTo>
                  <a:lnTo>
                    <a:pt x="130441" y="773337"/>
                  </a:lnTo>
                  <a:lnTo>
                    <a:pt x="127606" y="767924"/>
                  </a:lnTo>
                  <a:lnTo>
                    <a:pt x="124486" y="760288"/>
                  </a:lnTo>
                  <a:lnTo>
                    <a:pt x="122029" y="755649"/>
                  </a:lnTo>
                  <a:lnTo>
                    <a:pt x="116641" y="748497"/>
                  </a:lnTo>
                  <a:lnTo>
                    <a:pt x="112954" y="742021"/>
                  </a:lnTo>
                  <a:lnTo>
                    <a:pt x="112765" y="741247"/>
                  </a:lnTo>
                  <a:lnTo>
                    <a:pt x="112293" y="739218"/>
                  </a:lnTo>
                  <a:lnTo>
                    <a:pt x="111537" y="731195"/>
                  </a:lnTo>
                  <a:lnTo>
                    <a:pt x="110875" y="728392"/>
                  </a:lnTo>
                  <a:lnTo>
                    <a:pt x="103691" y="719887"/>
                  </a:lnTo>
                  <a:lnTo>
                    <a:pt x="92727" y="710994"/>
                  </a:lnTo>
                  <a:lnTo>
                    <a:pt x="89891" y="709351"/>
                  </a:lnTo>
                  <a:lnTo>
                    <a:pt x="89135" y="707321"/>
                  </a:lnTo>
                  <a:lnTo>
                    <a:pt x="87906" y="704712"/>
                  </a:lnTo>
                  <a:lnTo>
                    <a:pt x="84881" y="701232"/>
                  </a:lnTo>
                  <a:lnTo>
                    <a:pt x="81951" y="699202"/>
                  </a:lnTo>
                  <a:lnTo>
                    <a:pt x="79021" y="698429"/>
                  </a:lnTo>
                  <a:lnTo>
                    <a:pt x="76563" y="698236"/>
                  </a:lnTo>
                  <a:lnTo>
                    <a:pt x="70892" y="697849"/>
                  </a:lnTo>
                  <a:lnTo>
                    <a:pt x="67016" y="697656"/>
                  </a:lnTo>
                  <a:lnTo>
                    <a:pt x="63141" y="697656"/>
                  </a:lnTo>
                  <a:lnTo>
                    <a:pt x="44803" y="692920"/>
                  </a:lnTo>
                  <a:lnTo>
                    <a:pt x="43102" y="692437"/>
                  </a:lnTo>
                  <a:lnTo>
                    <a:pt x="37809" y="690600"/>
                  </a:lnTo>
                  <a:lnTo>
                    <a:pt x="35540" y="689247"/>
                  </a:lnTo>
                  <a:lnTo>
                    <a:pt x="33650" y="686637"/>
                  </a:lnTo>
                  <a:lnTo>
                    <a:pt x="31570" y="683448"/>
                  </a:lnTo>
                  <a:lnTo>
                    <a:pt x="29302" y="679775"/>
                  </a:lnTo>
                  <a:lnTo>
                    <a:pt x="26277" y="677938"/>
                  </a:lnTo>
                  <a:lnTo>
                    <a:pt x="18148" y="673202"/>
                  </a:lnTo>
                  <a:lnTo>
                    <a:pt x="10870" y="670303"/>
                  </a:lnTo>
                  <a:lnTo>
                    <a:pt x="8412" y="666340"/>
                  </a:lnTo>
                  <a:lnTo>
                    <a:pt x="3969" y="662184"/>
                  </a:lnTo>
                  <a:lnTo>
                    <a:pt x="3119" y="661410"/>
                  </a:lnTo>
                  <a:lnTo>
                    <a:pt x="1606" y="659574"/>
                  </a:lnTo>
                  <a:lnTo>
                    <a:pt x="0" y="651068"/>
                  </a:lnTo>
                  <a:lnTo>
                    <a:pt x="1512" y="639180"/>
                  </a:lnTo>
                  <a:lnTo>
                    <a:pt x="5954" y="628644"/>
                  </a:lnTo>
                  <a:lnTo>
                    <a:pt x="17014" y="608637"/>
                  </a:lnTo>
                  <a:lnTo>
                    <a:pt x="17770" y="607670"/>
                  </a:lnTo>
                  <a:lnTo>
                    <a:pt x="19093" y="603224"/>
                  </a:lnTo>
                  <a:lnTo>
                    <a:pt x="22874" y="590755"/>
                  </a:lnTo>
                  <a:lnTo>
                    <a:pt x="29018" y="586309"/>
                  </a:lnTo>
                  <a:lnTo>
                    <a:pt x="37620" y="582926"/>
                  </a:lnTo>
                  <a:lnTo>
                    <a:pt x="43480" y="579543"/>
                  </a:lnTo>
                  <a:lnTo>
                    <a:pt x="48868" y="576934"/>
                  </a:lnTo>
                  <a:lnTo>
                    <a:pt x="52649" y="567945"/>
                  </a:lnTo>
                  <a:lnTo>
                    <a:pt x="53594" y="565818"/>
                  </a:lnTo>
                  <a:lnTo>
                    <a:pt x="56619" y="557506"/>
                  </a:lnTo>
                  <a:lnTo>
                    <a:pt x="58320" y="551707"/>
                  </a:lnTo>
                  <a:lnTo>
                    <a:pt x="57848" y="547647"/>
                  </a:lnTo>
                  <a:lnTo>
                    <a:pt x="60589" y="543588"/>
                  </a:lnTo>
                  <a:lnTo>
                    <a:pt x="62385" y="542525"/>
                  </a:lnTo>
                  <a:lnTo>
                    <a:pt x="66071" y="540205"/>
                  </a:lnTo>
                  <a:lnTo>
                    <a:pt x="75051" y="534985"/>
                  </a:lnTo>
                  <a:lnTo>
                    <a:pt x="75334" y="534599"/>
                  </a:lnTo>
                  <a:lnTo>
                    <a:pt x="78170" y="531796"/>
                  </a:lnTo>
                  <a:lnTo>
                    <a:pt x="79777" y="529863"/>
                  </a:lnTo>
                  <a:lnTo>
                    <a:pt x="82329" y="528800"/>
                  </a:lnTo>
                  <a:lnTo>
                    <a:pt x="89229" y="521454"/>
                  </a:lnTo>
                  <a:lnTo>
                    <a:pt x="93294" y="520681"/>
                  </a:lnTo>
                  <a:lnTo>
                    <a:pt x="108795" y="524450"/>
                  </a:lnTo>
                  <a:lnTo>
                    <a:pt x="134884" y="531313"/>
                  </a:lnTo>
                  <a:lnTo>
                    <a:pt x="138948" y="528316"/>
                  </a:lnTo>
                  <a:lnTo>
                    <a:pt x="142824" y="524643"/>
                  </a:lnTo>
                  <a:lnTo>
                    <a:pt x="151047" y="515558"/>
                  </a:lnTo>
                  <a:lnTo>
                    <a:pt x="154261" y="511982"/>
                  </a:lnTo>
                  <a:lnTo>
                    <a:pt x="154545" y="508792"/>
                  </a:lnTo>
                  <a:lnTo>
                    <a:pt x="156151" y="491587"/>
                  </a:lnTo>
                  <a:lnTo>
                    <a:pt x="160121" y="472256"/>
                  </a:lnTo>
                  <a:lnTo>
                    <a:pt x="170897" y="449059"/>
                  </a:lnTo>
                  <a:lnTo>
                    <a:pt x="186399" y="432531"/>
                  </a:lnTo>
                  <a:lnTo>
                    <a:pt x="194433" y="422092"/>
                  </a:lnTo>
                  <a:lnTo>
                    <a:pt x="203507" y="408754"/>
                  </a:lnTo>
                  <a:lnTo>
                    <a:pt x="209746" y="397735"/>
                  </a:lnTo>
                  <a:lnTo>
                    <a:pt x="212015" y="389133"/>
                  </a:lnTo>
                  <a:lnTo>
                    <a:pt x="210691" y="379177"/>
                  </a:lnTo>
                  <a:lnTo>
                    <a:pt x="209179" y="372218"/>
                  </a:lnTo>
                  <a:lnTo>
                    <a:pt x="201050" y="355787"/>
                  </a:lnTo>
                  <a:lnTo>
                    <a:pt x="197458" y="351341"/>
                  </a:lnTo>
                  <a:lnTo>
                    <a:pt x="196796" y="347475"/>
                  </a:lnTo>
                  <a:lnTo>
                    <a:pt x="194150" y="342835"/>
                  </a:lnTo>
                  <a:lnTo>
                    <a:pt x="192543" y="335103"/>
                  </a:lnTo>
                  <a:lnTo>
                    <a:pt x="193583" y="330270"/>
                  </a:lnTo>
                  <a:lnTo>
                    <a:pt x="196702" y="327854"/>
                  </a:lnTo>
                  <a:lnTo>
                    <a:pt x="201428" y="323891"/>
                  </a:lnTo>
                  <a:lnTo>
                    <a:pt x="210502" y="323987"/>
                  </a:lnTo>
                  <a:lnTo>
                    <a:pt x="214472" y="322441"/>
                  </a:lnTo>
                  <a:lnTo>
                    <a:pt x="221656" y="322441"/>
                  </a:lnTo>
                  <a:lnTo>
                    <a:pt x="226098" y="322151"/>
                  </a:lnTo>
                  <a:lnTo>
                    <a:pt x="230352" y="321958"/>
                  </a:lnTo>
                  <a:lnTo>
                    <a:pt x="233660" y="318478"/>
                  </a:lnTo>
                  <a:lnTo>
                    <a:pt x="239899" y="315868"/>
                  </a:lnTo>
                  <a:lnTo>
                    <a:pt x="249729" y="315385"/>
                  </a:lnTo>
                  <a:lnTo>
                    <a:pt x="254172" y="316642"/>
                  </a:lnTo>
                  <a:lnTo>
                    <a:pt x="258425" y="312872"/>
                  </a:lnTo>
                  <a:lnTo>
                    <a:pt x="261734" y="306976"/>
                  </a:lnTo>
                  <a:lnTo>
                    <a:pt x="265042" y="303497"/>
                  </a:lnTo>
                  <a:lnTo>
                    <a:pt x="267878" y="299437"/>
                  </a:lnTo>
                  <a:lnTo>
                    <a:pt x="271186" y="295088"/>
                  </a:lnTo>
                  <a:lnTo>
                    <a:pt x="273171" y="291801"/>
                  </a:lnTo>
                  <a:lnTo>
                    <a:pt x="272793" y="285615"/>
                  </a:lnTo>
                  <a:lnTo>
                    <a:pt x="267500" y="278946"/>
                  </a:lnTo>
                  <a:lnTo>
                    <a:pt x="261167" y="274210"/>
                  </a:lnTo>
                  <a:lnTo>
                    <a:pt x="258992" y="270344"/>
                  </a:lnTo>
                  <a:lnTo>
                    <a:pt x="252565" y="265028"/>
                  </a:lnTo>
                  <a:lnTo>
                    <a:pt x="248595" y="259808"/>
                  </a:lnTo>
                  <a:lnTo>
                    <a:pt x="247083" y="255846"/>
                  </a:lnTo>
                  <a:lnTo>
                    <a:pt x="247083" y="253236"/>
                  </a:lnTo>
                  <a:lnTo>
                    <a:pt x="245759" y="251013"/>
                  </a:lnTo>
                  <a:lnTo>
                    <a:pt x="249162" y="249563"/>
                  </a:lnTo>
                  <a:lnTo>
                    <a:pt x="250769" y="248306"/>
                  </a:lnTo>
                  <a:lnTo>
                    <a:pt x="253038" y="246373"/>
                  </a:lnTo>
                  <a:lnTo>
                    <a:pt x="255968" y="241057"/>
                  </a:lnTo>
                  <a:lnTo>
                    <a:pt x="256913" y="233422"/>
                  </a:lnTo>
                  <a:lnTo>
                    <a:pt x="256629" y="200462"/>
                  </a:lnTo>
                  <a:lnTo>
                    <a:pt x="257102" y="176105"/>
                  </a:lnTo>
                  <a:lnTo>
                    <a:pt x="255023" y="164313"/>
                  </a:lnTo>
                  <a:lnTo>
                    <a:pt x="250391" y="163347"/>
                  </a:lnTo>
                  <a:lnTo>
                    <a:pt x="247650" y="163733"/>
                  </a:lnTo>
                  <a:lnTo>
                    <a:pt x="238670" y="167889"/>
                  </a:lnTo>
                  <a:lnTo>
                    <a:pt x="229501" y="168663"/>
                  </a:lnTo>
                  <a:lnTo>
                    <a:pt x="220427" y="168179"/>
                  </a:lnTo>
                  <a:lnTo>
                    <a:pt x="217591" y="155518"/>
                  </a:lnTo>
                  <a:lnTo>
                    <a:pt x="214472" y="145852"/>
                  </a:lnTo>
                  <a:lnTo>
                    <a:pt x="209746" y="117242"/>
                  </a:lnTo>
                  <a:lnTo>
                    <a:pt x="209179" y="111153"/>
                  </a:lnTo>
                  <a:lnTo>
                    <a:pt x="207950" y="98491"/>
                  </a:lnTo>
                  <a:lnTo>
                    <a:pt x="202846" y="75874"/>
                  </a:lnTo>
                  <a:lnTo>
                    <a:pt x="204358" y="61279"/>
                  </a:lnTo>
                  <a:lnTo>
                    <a:pt x="212582" y="39918"/>
                  </a:lnTo>
                  <a:lnTo>
                    <a:pt x="214094" y="36052"/>
                  </a:lnTo>
                  <a:lnTo>
                    <a:pt x="216835" y="20394"/>
                  </a:lnTo>
                  <a:lnTo>
                    <a:pt x="221656" y="0"/>
                  </a:lnTo>
                  <a:lnTo>
                    <a:pt x="232526" y="23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665244" y="3875669"/>
              <a:ext cx="149327" cy="194663"/>
            </a:xfrm>
            <a:custGeom>
              <a:avLst/>
              <a:pathLst>
                <a:path w="149327" h="194663">
                  <a:moveTo>
                    <a:pt x="106130" y="483"/>
                  </a:moveTo>
                  <a:lnTo>
                    <a:pt x="106319" y="676"/>
                  </a:lnTo>
                  <a:lnTo>
                    <a:pt x="106508" y="869"/>
                  </a:lnTo>
                  <a:lnTo>
                    <a:pt x="106792" y="966"/>
                  </a:lnTo>
                  <a:lnTo>
                    <a:pt x="107075" y="1063"/>
                  </a:lnTo>
                  <a:lnTo>
                    <a:pt x="107359" y="1063"/>
                  </a:lnTo>
                  <a:lnTo>
                    <a:pt x="107642" y="1063"/>
                  </a:lnTo>
                  <a:lnTo>
                    <a:pt x="107926" y="1063"/>
                  </a:lnTo>
                  <a:lnTo>
                    <a:pt x="108115" y="966"/>
                  </a:lnTo>
                  <a:lnTo>
                    <a:pt x="108398" y="773"/>
                  </a:lnTo>
                  <a:lnTo>
                    <a:pt x="108871" y="1159"/>
                  </a:lnTo>
                  <a:lnTo>
                    <a:pt x="118229" y="8988"/>
                  </a:lnTo>
                  <a:lnTo>
                    <a:pt x="118418" y="9182"/>
                  </a:lnTo>
                  <a:lnTo>
                    <a:pt x="119174" y="9762"/>
                  </a:lnTo>
                  <a:lnTo>
                    <a:pt x="120025" y="10438"/>
                  </a:lnTo>
                  <a:lnTo>
                    <a:pt x="121348" y="11598"/>
                  </a:lnTo>
                  <a:lnTo>
                    <a:pt x="123522" y="13435"/>
                  </a:lnTo>
                  <a:lnTo>
                    <a:pt x="125129" y="14691"/>
                  </a:lnTo>
                  <a:lnTo>
                    <a:pt x="127398" y="16721"/>
                  </a:lnTo>
                  <a:lnTo>
                    <a:pt x="139307" y="26580"/>
                  </a:lnTo>
                  <a:lnTo>
                    <a:pt x="146491" y="32572"/>
                  </a:lnTo>
                  <a:lnTo>
                    <a:pt x="149327" y="34989"/>
                  </a:lnTo>
                  <a:lnTo>
                    <a:pt x="141954" y="44268"/>
                  </a:lnTo>
                  <a:lnTo>
                    <a:pt x="141765" y="44557"/>
                  </a:lnTo>
                  <a:lnTo>
                    <a:pt x="134109" y="54030"/>
                  </a:lnTo>
                  <a:lnTo>
                    <a:pt x="126452" y="63502"/>
                  </a:lnTo>
                  <a:lnTo>
                    <a:pt x="126358" y="63695"/>
                  </a:lnTo>
                  <a:lnTo>
                    <a:pt x="122766" y="68141"/>
                  </a:lnTo>
                  <a:lnTo>
                    <a:pt x="118796" y="73071"/>
                  </a:lnTo>
                  <a:lnTo>
                    <a:pt x="111329" y="82350"/>
                  </a:lnTo>
                  <a:lnTo>
                    <a:pt x="110856" y="83026"/>
                  </a:lnTo>
                  <a:lnTo>
                    <a:pt x="107642" y="86989"/>
                  </a:lnTo>
                  <a:lnTo>
                    <a:pt x="103672" y="91918"/>
                  </a:lnTo>
                  <a:lnTo>
                    <a:pt x="95921" y="101584"/>
                  </a:lnTo>
                  <a:lnTo>
                    <a:pt x="88360" y="111056"/>
                  </a:lnTo>
                  <a:lnTo>
                    <a:pt x="84484" y="115889"/>
                  </a:lnTo>
                  <a:lnTo>
                    <a:pt x="80798" y="120528"/>
                  </a:lnTo>
                  <a:lnTo>
                    <a:pt x="80042" y="121398"/>
                  </a:lnTo>
                  <a:lnTo>
                    <a:pt x="74843" y="127874"/>
                  </a:lnTo>
                  <a:lnTo>
                    <a:pt x="74654" y="128164"/>
                  </a:lnTo>
                  <a:lnTo>
                    <a:pt x="67848" y="135897"/>
                  </a:lnTo>
                  <a:lnTo>
                    <a:pt x="61704" y="144209"/>
                  </a:lnTo>
                  <a:lnTo>
                    <a:pt x="60759" y="145369"/>
                  </a:lnTo>
                  <a:lnTo>
                    <a:pt x="53197" y="154648"/>
                  </a:lnTo>
                  <a:lnTo>
                    <a:pt x="53103" y="154841"/>
                  </a:lnTo>
                  <a:lnTo>
                    <a:pt x="46108" y="163443"/>
                  </a:lnTo>
                  <a:lnTo>
                    <a:pt x="38262" y="173109"/>
                  </a:lnTo>
                  <a:lnTo>
                    <a:pt x="37412" y="174269"/>
                  </a:lnTo>
                  <a:lnTo>
                    <a:pt x="30606" y="182581"/>
                  </a:lnTo>
                  <a:lnTo>
                    <a:pt x="26353" y="187897"/>
                  </a:lnTo>
                  <a:lnTo>
                    <a:pt x="22572" y="192440"/>
                  </a:lnTo>
                  <a:lnTo>
                    <a:pt x="21910" y="193406"/>
                  </a:lnTo>
                  <a:lnTo>
                    <a:pt x="20870" y="194663"/>
                  </a:lnTo>
                  <a:lnTo>
                    <a:pt x="15671" y="192730"/>
                  </a:lnTo>
                  <a:lnTo>
                    <a:pt x="10756" y="190893"/>
                  </a:lnTo>
                  <a:lnTo>
                    <a:pt x="10567" y="190797"/>
                  </a:lnTo>
                  <a:lnTo>
                    <a:pt x="6503" y="189347"/>
                  </a:lnTo>
                  <a:lnTo>
                    <a:pt x="5368" y="188960"/>
                  </a:lnTo>
                  <a:lnTo>
                    <a:pt x="1304" y="187510"/>
                  </a:lnTo>
                  <a:lnTo>
                    <a:pt x="0" y="187034"/>
                  </a:lnTo>
                  <a:lnTo>
                    <a:pt x="0" y="10756"/>
                  </a:lnTo>
                  <a:lnTo>
                    <a:pt x="453" y="10728"/>
                  </a:lnTo>
                  <a:lnTo>
                    <a:pt x="6030" y="10728"/>
                  </a:lnTo>
                  <a:lnTo>
                    <a:pt x="7259" y="10632"/>
                  </a:lnTo>
                  <a:lnTo>
                    <a:pt x="31929" y="9568"/>
                  </a:lnTo>
                  <a:lnTo>
                    <a:pt x="33725" y="9472"/>
                  </a:lnTo>
                  <a:lnTo>
                    <a:pt x="38451" y="9375"/>
                  </a:lnTo>
                  <a:lnTo>
                    <a:pt x="40815" y="9278"/>
                  </a:lnTo>
                  <a:lnTo>
                    <a:pt x="41287" y="9278"/>
                  </a:lnTo>
                  <a:lnTo>
                    <a:pt x="49038" y="7732"/>
                  </a:lnTo>
                  <a:lnTo>
                    <a:pt x="49889" y="7539"/>
                  </a:lnTo>
                  <a:lnTo>
                    <a:pt x="51496" y="7345"/>
                  </a:lnTo>
                  <a:lnTo>
                    <a:pt x="52063" y="7249"/>
                  </a:lnTo>
                  <a:lnTo>
                    <a:pt x="58774" y="6379"/>
                  </a:lnTo>
                  <a:lnTo>
                    <a:pt x="60381" y="6572"/>
                  </a:lnTo>
                  <a:lnTo>
                    <a:pt x="65391" y="5412"/>
                  </a:lnTo>
                  <a:lnTo>
                    <a:pt x="69833" y="4832"/>
                  </a:lnTo>
                  <a:lnTo>
                    <a:pt x="73709" y="4349"/>
                  </a:lnTo>
                  <a:lnTo>
                    <a:pt x="80703" y="3382"/>
                  </a:lnTo>
                  <a:lnTo>
                    <a:pt x="81554" y="3286"/>
                  </a:lnTo>
                  <a:lnTo>
                    <a:pt x="87036" y="2513"/>
                  </a:lnTo>
                  <a:lnTo>
                    <a:pt x="98379" y="966"/>
                  </a:lnTo>
                  <a:lnTo>
                    <a:pt x="105846" y="0"/>
                  </a:lnTo>
                  <a:lnTo>
                    <a:pt x="10594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665244" y="1835394"/>
              <a:ext cx="134392" cy="468938"/>
            </a:xfrm>
            <a:custGeom>
              <a:avLst/>
              <a:pathLst>
                <a:path w="134392" h="468938">
                  <a:moveTo>
                    <a:pt x="8393" y="5975"/>
                  </a:moveTo>
                  <a:lnTo>
                    <a:pt x="10945" y="7232"/>
                  </a:lnTo>
                  <a:lnTo>
                    <a:pt x="18413" y="6555"/>
                  </a:lnTo>
                  <a:lnTo>
                    <a:pt x="24084" y="9938"/>
                  </a:lnTo>
                  <a:lnTo>
                    <a:pt x="26258" y="8005"/>
                  </a:lnTo>
                  <a:lnTo>
                    <a:pt x="38735" y="21536"/>
                  </a:lnTo>
                  <a:lnTo>
                    <a:pt x="44312" y="17767"/>
                  </a:lnTo>
                  <a:lnTo>
                    <a:pt x="52157" y="23373"/>
                  </a:lnTo>
                  <a:lnTo>
                    <a:pt x="54331" y="17477"/>
                  </a:lnTo>
                  <a:lnTo>
                    <a:pt x="60759" y="20860"/>
                  </a:lnTo>
                  <a:lnTo>
                    <a:pt x="60759" y="22116"/>
                  </a:lnTo>
                  <a:lnTo>
                    <a:pt x="60948" y="23953"/>
                  </a:lnTo>
                  <a:lnTo>
                    <a:pt x="62271" y="24919"/>
                  </a:lnTo>
                  <a:lnTo>
                    <a:pt x="54804" y="38741"/>
                  </a:lnTo>
                  <a:lnTo>
                    <a:pt x="54520" y="39224"/>
                  </a:lnTo>
                  <a:lnTo>
                    <a:pt x="65296" y="45700"/>
                  </a:lnTo>
                  <a:lnTo>
                    <a:pt x="65674" y="45990"/>
                  </a:lnTo>
                  <a:lnTo>
                    <a:pt x="65958" y="65998"/>
                  </a:lnTo>
                  <a:lnTo>
                    <a:pt x="69171" y="71700"/>
                  </a:lnTo>
                  <a:lnTo>
                    <a:pt x="69171" y="94221"/>
                  </a:lnTo>
                  <a:lnTo>
                    <a:pt x="65107" y="102630"/>
                  </a:lnTo>
                  <a:lnTo>
                    <a:pt x="60948" y="109493"/>
                  </a:lnTo>
                  <a:lnTo>
                    <a:pt x="62177" y="114422"/>
                  </a:lnTo>
                  <a:lnTo>
                    <a:pt x="63216" y="118675"/>
                  </a:lnTo>
                  <a:lnTo>
                    <a:pt x="62460" y="121478"/>
                  </a:lnTo>
                  <a:lnTo>
                    <a:pt x="60570" y="124861"/>
                  </a:lnTo>
                  <a:lnTo>
                    <a:pt x="57451" y="127664"/>
                  </a:lnTo>
                  <a:lnTo>
                    <a:pt x="54237" y="132303"/>
                  </a:lnTo>
                  <a:lnTo>
                    <a:pt x="54048" y="138103"/>
                  </a:lnTo>
                  <a:lnTo>
                    <a:pt x="55749" y="141485"/>
                  </a:lnTo>
                  <a:lnTo>
                    <a:pt x="58490" y="145255"/>
                  </a:lnTo>
                  <a:lnTo>
                    <a:pt x="60475" y="145835"/>
                  </a:lnTo>
                  <a:lnTo>
                    <a:pt x="60759" y="147961"/>
                  </a:lnTo>
                  <a:lnTo>
                    <a:pt x="62649" y="154437"/>
                  </a:lnTo>
                  <a:lnTo>
                    <a:pt x="65296" y="157240"/>
                  </a:lnTo>
                  <a:lnTo>
                    <a:pt x="67470" y="160043"/>
                  </a:lnTo>
                  <a:lnTo>
                    <a:pt x="69739" y="161493"/>
                  </a:lnTo>
                  <a:lnTo>
                    <a:pt x="75504" y="163426"/>
                  </a:lnTo>
                  <a:lnTo>
                    <a:pt x="76639" y="164973"/>
                  </a:lnTo>
                  <a:lnTo>
                    <a:pt x="77962" y="167196"/>
                  </a:lnTo>
                  <a:lnTo>
                    <a:pt x="78246" y="168452"/>
                  </a:lnTo>
                  <a:lnTo>
                    <a:pt x="80609" y="170095"/>
                  </a:lnTo>
                  <a:lnTo>
                    <a:pt x="80514" y="174928"/>
                  </a:lnTo>
                  <a:lnTo>
                    <a:pt x="82877" y="175798"/>
                  </a:lnTo>
                  <a:lnTo>
                    <a:pt x="108398" y="187107"/>
                  </a:lnTo>
                  <a:lnTo>
                    <a:pt x="112747" y="181404"/>
                  </a:lnTo>
                  <a:lnTo>
                    <a:pt x="134203" y="182854"/>
                  </a:lnTo>
                  <a:lnTo>
                    <a:pt x="133920" y="183627"/>
                  </a:lnTo>
                  <a:lnTo>
                    <a:pt x="133731" y="184980"/>
                  </a:lnTo>
                  <a:lnTo>
                    <a:pt x="134014" y="186237"/>
                  </a:lnTo>
                  <a:lnTo>
                    <a:pt x="134392" y="188653"/>
                  </a:lnTo>
                  <a:lnTo>
                    <a:pt x="133731" y="190200"/>
                  </a:lnTo>
                  <a:lnTo>
                    <a:pt x="131368" y="192133"/>
                  </a:lnTo>
                  <a:lnTo>
                    <a:pt x="130139" y="194356"/>
                  </a:lnTo>
                  <a:lnTo>
                    <a:pt x="129761" y="195902"/>
                  </a:lnTo>
                  <a:lnTo>
                    <a:pt x="129477" y="197062"/>
                  </a:lnTo>
                  <a:lnTo>
                    <a:pt x="127303" y="199285"/>
                  </a:lnTo>
                  <a:lnTo>
                    <a:pt x="126263" y="201895"/>
                  </a:lnTo>
                  <a:lnTo>
                    <a:pt x="126169" y="203248"/>
                  </a:lnTo>
                  <a:lnTo>
                    <a:pt x="126074" y="204021"/>
                  </a:lnTo>
                  <a:lnTo>
                    <a:pt x="126074" y="204795"/>
                  </a:lnTo>
                  <a:lnTo>
                    <a:pt x="127209" y="209531"/>
                  </a:lnTo>
                  <a:lnTo>
                    <a:pt x="126641" y="213493"/>
                  </a:lnTo>
                  <a:lnTo>
                    <a:pt x="126452" y="215620"/>
                  </a:lnTo>
                  <a:lnTo>
                    <a:pt x="126641" y="217070"/>
                  </a:lnTo>
                  <a:lnTo>
                    <a:pt x="127492" y="218906"/>
                  </a:lnTo>
                  <a:lnTo>
                    <a:pt x="125507" y="223159"/>
                  </a:lnTo>
                  <a:lnTo>
                    <a:pt x="124089" y="226059"/>
                  </a:lnTo>
                  <a:lnTo>
                    <a:pt x="122293" y="229925"/>
                  </a:lnTo>
                  <a:lnTo>
                    <a:pt x="127776" y="235241"/>
                  </a:lnTo>
                  <a:lnTo>
                    <a:pt x="105090" y="255828"/>
                  </a:lnTo>
                  <a:lnTo>
                    <a:pt x="99324" y="261241"/>
                  </a:lnTo>
                  <a:lnTo>
                    <a:pt x="98379" y="261144"/>
                  </a:lnTo>
                  <a:lnTo>
                    <a:pt x="97623" y="262014"/>
                  </a:lnTo>
                  <a:lnTo>
                    <a:pt x="92046" y="271100"/>
                  </a:lnTo>
                  <a:lnTo>
                    <a:pt x="81648" y="288015"/>
                  </a:lnTo>
                  <a:lnTo>
                    <a:pt x="92046" y="295844"/>
                  </a:lnTo>
                  <a:lnTo>
                    <a:pt x="99608" y="301546"/>
                  </a:lnTo>
                  <a:lnTo>
                    <a:pt x="103294" y="305123"/>
                  </a:lnTo>
                  <a:lnTo>
                    <a:pt x="103200" y="309182"/>
                  </a:lnTo>
                  <a:lnTo>
                    <a:pt x="101876" y="311888"/>
                  </a:lnTo>
                  <a:lnTo>
                    <a:pt x="104239" y="322714"/>
                  </a:lnTo>
                  <a:lnTo>
                    <a:pt x="105279" y="329770"/>
                  </a:lnTo>
                  <a:lnTo>
                    <a:pt x="108398" y="332186"/>
                  </a:lnTo>
                  <a:lnTo>
                    <a:pt x="105752" y="335666"/>
                  </a:lnTo>
                  <a:lnTo>
                    <a:pt x="105468" y="336149"/>
                  </a:lnTo>
                  <a:lnTo>
                    <a:pt x="103578" y="338855"/>
                  </a:lnTo>
                  <a:lnTo>
                    <a:pt x="102065" y="341175"/>
                  </a:lnTo>
                  <a:lnTo>
                    <a:pt x="100931" y="343591"/>
                  </a:lnTo>
                  <a:lnTo>
                    <a:pt x="100459" y="345524"/>
                  </a:lnTo>
                  <a:lnTo>
                    <a:pt x="99513" y="347941"/>
                  </a:lnTo>
                  <a:lnTo>
                    <a:pt x="98474" y="350164"/>
                  </a:lnTo>
                  <a:lnTo>
                    <a:pt x="97812" y="351324"/>
                  </a:lnTo>
                  <a:lnTo>
                    <a:pt x="97528" y="352097"/>
                  </a:lnTo>
                  <a:lnTo>
                    <a:pt x="96678" y="353740"/>
                  </a:lnTo>
                  <a:lnTo>
                    <a:pt x="92708" y="356543"/>
                  </a:lnTo>
                  <a:lnTo>
                    <a:pt x="89966" y="357993"/>
                  </a:lnTo>
                  <a:lnTo>
                    <a:pt x="85335" y="362246"/>
                  </a:lnTo>
                  <a:lnTo>
                    <a:pt x="81554" y="367078"/>
                  </a:lnTo>
                  <a:lnTo>
                    <a:pt x="76733" y="373264"/>
                  </a:lnTo>
                  <a:lnTo>
                    <a:pt x="73519" y="376744"/>
                  </a:lnTo>
                  <a:lnTo>
                    <a:pt x="68132" y="381963"/>
                  </a:lnTo>
                  <a:lnTo>
                    <a:pt x="61799" y="387473"/>
                  </a:lnTo>
                  <a:lnTo>
                    <a:pt x="57640" y="392305"/>
                  </a:lnTo>
                  <a:lnTo>
                    <a:pt x="54709" y="396075"/>
                  </a:lnTo>
                  <a:lnTo>
                    <a:pt x="50834" y="398685"/>
                  </a:lnTo>
                  <a:lnTo>
                    <a:pt x="47431" y="404097"/>
                  </a:lnTo>
                  <a:lnTo>
                    <a:pt x="44406" y="408930"/>
                  </a:lnTo>
                  <a:lnTo>
                    <a:pt x="41287" y="412796"/>
                  </a:lnTo>
                  <a:lnTo>
                    <a:pt x="37884" y="416856"/>
                  </a:lnTo>
                  <a:lnTo>
                    <a:pt x="34292" y="420625"/>
                  </a:lnTo>
                  <a:lnTo>
                    <a:pt x="33064" y="421592"/>
                  </a:lnTo>
                  <a:lnTo>
                    <a:pt x="32213" y="422365"/>
                  </a:lnTo>
                  <a:lnTo>
                    <a:pt x="30417" y="425361"/>
                  </a:lnTo>
                  <a:lnTo>
                    <a:pt x="27203" y="429324"/>
                  </a:lnTo>
                  <a:lnTo>
                    <a:pt x="24557" y="433094"/>
                  </a:lnTo>
                  <a:lnTo>
                    <a:pt x="21721" y="434640"/>
                  </a:lnTo>
                  <a:lnTo>
                    <a:pt x="17845" y="436960"/>
                  </a:lnTo>
                  <a:lnTo>
                    <a:pt x="15104" y="438990"/>
                  </a:lnTo>
                  <a:lnTo>
                    <a:pt x="11796" y="443629"/>
                  </a:lnTo>
                  <a:lnTo>
                    <a:pt x="9527" y="447785"/>
                  </a:lnTo>
                  <a:lnTo>
                    <a:pt x="7731" y="451458"/>
                  </a:lnTo>
                  <a:lnTo>
                    <a:pt x="6786" y="454745"/>
                  </a:lnTo>
                  <a:lnTo>
                    <a:pt x="4801" y="458417"/>
                  </a:lnTo>
                  <a:lnTo>
                    <a:pt x="3383" y="462574"/>
                  </a:lnTo>
                  <a:lnTo>
                    <a:pt x="2155" y="464990"/>
                  </a:lnTo>
                  <a:lnTo>
                    <a:pt x="0" y="468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912328" y="5649966"/>
              <a:ext cx="667778" cy="403361"/>
            </a:xfrm>
            <a:custGeom>
              <a:avLst/>
              <a:pathLst>
                <a:path w="667778" h="403361">
                  <a:moveTo>
                    <a:pt x="36762" y="372315"/>
                  </a:moveTo>
                  <a:lnTo>
                    <a:pt x="56328" y="350278"/>
                  </a:lnTo>
                  <a:lnTo>
                    <a:pt x="70790" y="336359"/>
                  </a:lnTo>
                  <a:lnTo>
                    <a:pt x="76745" y="325244"/>
                  </a:lnTo>
                  <a:lnTo>
                    <a:pt x="80431" y="317318"/>
                  </a:lnTo>
                  <a:lnTo>
                    <a:pt x="80998" y="316158"/>
                  </a:lnTo>
                  <a:lnTo>
                    <a:pt x="87237" y="312679"/>
                  </a:lnTo>
                  <a:lnTo>
                    <a:pt x="112096" y="305913"/>
                  </a:lnTo>
                  <a:lnTo>
                    <a:pt x="125424" y="302820"/>
                  </a:lnTo>
                  <a:lnTo>
                    <a:pt x="184785" y="280106"/>
                  </a:lnTo>
                  <a:lnTo>
                    <a:pt x="213520" y="263578"/>
                  </a:lnTo>
                  <a:lnTo>
                    <a:pt x="255299" y="233615"/>
                  </a:lnTo>
                  <a:lnTo>
                    <a:pt x="269383" y="219310"/>
                  </a:lnTo>
                  <a:lnTo>
                    <a:pt x="273258" y="213317"/>
                  </a:lnTo>
                  <a:lnTo>
                    <a:pt x="273542" y="212931"/>
                  </a:lnTo>
                  <a:lnTo>
                    <a:pt x="281387" y="202782"/>
                  </a:lnTo>
                  <a:lnTo>
                    <a:pt x="285641" y="196113"/>
                  </a:lnTo>
                  <a:lnTo>
                    <a:pt x="287720" y="191570"/>
                  </a:lnTo>
                  <a:lnTo>
                    <a:pt x="289422" y="189154"/>
                  </a:lnTo>
                  <a:lnTo>
                    <a:pt x="298307" y="181518"/>
                  </a:lnTo>
                  <a:lnTo>
                    <a:pt x="300953" y="176395"/>
                  </a:lnTo>
                  <a:lnTo>
                    <a:pt x="304073" y="172915"/>
                  </a:lnTo>
                  <a:lnTo>
                    <a:pt x="314281" y="166343"/>
                  </a:lnTo>
                  <a:lnTo>
                    <a:pt x="322127" y="160447"/>
                  </a:lnTo>
                  <a:lnTo>
                    <a:pt x="334415" y="148558"/>
                  </a:lnTo>
                  <a:lnTo>
                    <a:pt x="338574" y="145465"/>
                  </a:lnTo>
                  <a:lnTo>
                    <a:pt x="351051" y="139086"/>
                  </a:lnTo>
                  <a:lnTo>
                    <a:pt x="353886" y="138023"/>
                  </a:lnTo>
                  <a:lnTo>
                    <a:pt x="357100" y="137443"/>
                  </a:lnTo>
                  <a:lnTo>
                    <a:pt x="363339" y="137926"/>
                  </a:lnTo>
                  <a:lnTo>
                    <a:pt x="366174" y="137636"/>
                  </a:lnTo>
                  <a:lnTo>
                    <a:pt x="372129" y="133673"/>
                  </a:lnTo>
                  <a:lnTo>
                    <a:pt x="378273" y="128647"/>
                  </a:lnTo>
                  <a:lnTo>
                    <a:pt x="382243" y="127101"/>
                  </a:lnTo>
                  <a:lnTo>
                    <a:pt x="389332" y="127101"/>
                  </a:lnTo>
                  <a:lnTo>
                    <a:pt x="397178" y="129807"/>
                  </a:lnTo>
                  <a:lnTo>
                    <a:pt x="408332" y="131064"/>
                  </a:lnTo>
                  <a:lnTo>
                    <a:pt x="420525" y="134060"/>
                  </a:lnTo>
                  <a:lnTo>
                    <a:pt x="435932" y="134833"/>
                  </a:lnTo>
                  <a:lnTo>
                    <a:pt x="440847" y="135510"/>
                  </a:lnTo>
                  <a:lnTo>
                    <a:pt x="448693" y="134833"/>
                  </a:lnTo>
                  <a:lnTo>
                    <a:pt x="452663" y="133480"/>
                  </a:lnTo>
                  <a:lnTo>
                    <a:pt x="460603" y="127874"/>
                  </a:lnTo>
                  <a:lnTo>
                    <a:pt x="477617" y="118789"/>
                  </a:lnTo>
                  <a:lnTo>
                    <a:pt x="481870" y="118402"/>
                  </a:lnTo>
                  <a:lnTo>
                    <a:pt x="494820" y="119272"/>
                  </a:lnTo>
                  <a:lnTo>
                    <a:pt x="506068" y="119369"/>
                  </a:lnTo>
                  <a:lnTo>
                    <a:pt x="510889" y="118692"/>
                  </a:lnTo>
                  <a:lnTo>
                    <a:pt x="517317" y="116566"/>
                  </a:lnTo>
                  <a:lnTo>
                    <a:pt x="528470" y="108060"/>
                  </a:lnTo>
                  <a:lnTo>
                    <a:pt x="533007" y="105740"/>
                  </a:lnTo>
                  <a:lnTo>
                    <a:pt x="536221" y="104194"/>
                  </a:lnTo>
                  <a:lnTo>
                    <a:pt x="541798" y="103517"/>
                  </a:lnTo>
                  <a:lnTo>
                    <a:pt x="554370" y="103710"/>
                  </a:lnTo>
                  <a:lnTo>
                    <a:pt x="564767" y="101584"/>
                  </a:lnTo>
                  <a:lnTo>
                    <a:pt x="567792" y="99748"/>
                  </a:lnTo>
                  <a:lnTo>
                    <a:pt x="574219" y="92885"/>
                  </a:lnTo>
                  <a:lnTo>
                    <a:pt x="578000" y="87086"/>
                  </a:lnTo>
                  <a:lnTo>
                    <a:pt x="579135" y="84476"/>
                  </a:lnTo>
                  <a:lnTo>
                    <a:pt x="580458" y="79063"/>
                  </a:lnTo>
                  <a:lnTo>
                    <a:pt x="580741" y="75101"/>
                  </a:lnTo>
                  <a:lnTo>
                    <a:pt x="580741" y="69978"/>
                  </a:lnTo>
                  <a:lnTo>
                    <a:pt x="582065" y="65918"/>
                  </a:lnTo>
                  <a:lnTo>
                    <a:pt x="586413" y="58476"/>
                  </a:lnTo>
                  <a:lnTo>
                    <a:pt x="588020" y="53546"/>
                  </a:lnTo>
                  <a:lnTo>
                    <a:pt x="592273" y="45041"/>
                  </a:lnTo>
                  <a:lnTo>
                    <a:pt x="599268" y="35472"/>
                  </a:lnTo>
                  <a:lnTo>
                    <a:pt x="603522" y="26193"/>
                  </a:lnTo>
                  <a:lnTo>
                    <a:pt x="605790" y="22327"/>
                  </a:lnTo>
                  <a:lnTo>
                    <a:pt x="609004" y="19427"/>
                  </a:lnTo>
                  <a:lnTo>
                    <a:pt x="620252" y="15754"/>
                  </a:lnTo>
                  <a:lnTo>
                    <a:pt x="633769" y="10052"/>
                  </a:lnTo>
                  <a:lnTo>
                    <a:pt x="637550" y="7925"/>
                  </a:lnTo>
                  <a:lnTo>
                    <a:pt x="643883" y="2223"/>
                  </a:lnTo>
                  <a:lnTo>
                    <a:pt x="647191" y="193"/>
                  </a:lnTo>
                  <a:lnTo>
                    <a:pt x="648987" y="0"/>
                  </a:lnTo>
                  <a:lnTo>
                    <a:pt x="651256" y="289"/>
                  </a:lnTo>
                  <a:lnTo>
                    <a:pt x="654375" y="1449"/>
                  </a:lnTo>
                  <a:lnTo>
                    <a:pt x="655887" y="2416"/>
                  </a:lnTo>
                  <a:lnTo>
                    <a:pt x="658723" y="7539"/>
                  </a:lnTo>
                  <a:lnTo>
                    <a:pt x="662126" y="18074"/>
                  </a:lnTo>
                  <a:lnTo>
                    <a:pt x="664394" y="22617"/>
                  </a:lnTo>
                  <a:lnTo>
                    <a:pt x="666663" y="25420"/>
                  </a:lnTo>
                  <a:lnTo>
                    <a:pt x="667778" y="25976"/>
                  </a:lnTo>
                  <a:lnTo>
                    <a:pt x="667778" y="403361"/>
                  </a:lnTo>
                  <a:lnTo>
                    <a:pt x="0" y="403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783663" y="3201306"/>
              <a:ext cx="379509" cy="457661"/>
            </a:xfrm>
            <a:custGeom>
              <a:avLst/>
              <a:pathLst>
                <a:path w="379509" h="457661">
                  <a:moveTo>
                    <a:pt x="211920" y="5219"/>
                  </a:moveTo>
                  <a:lnTo>
                    <a:pt x="214850" y="4832"/>
                  </a:lnTo>
                  <a:lnTo>
                    <a:pt x="218537" y="5992"/>
                  </a:lnTo>
                  <a:lnTo>
                    <a:pt x="223168" y="8892"/>
                  </a:lnTo>
                  <a:lnTo>
                    <a:pt x="225720" y="12371"/>
                  </a:lnTo>
                  <a:lnTo>
                    <a:pt x="226855" y="14691"/>
                  </a:lnTo>
                  <a:lnTo>
                    <a:pt x="231014" y="21554"/>
                  </a:lnTo>
                  <a:lnTo>
                    <a:pt x="233471" y="25130"/>
                  </a:lnTo>
                  <a:lnTo>
                    <a:pt x="234795" y="31219"/>
                  </a:lnTo>
                  <a:lnTo>
                    <a:pt x="234795" y="36052"/>
                  </a:lnTo>
                  <a:lnTo>
                    <a:pt x="233093" y="39918"/>
                  </a:lnTo>
                  <a:lnTo>
                    <a:pt x="231959" y="41755"/>
                  </a:lnTo>
                  <a:lnTo>
                    <a:pt x="231959" y="49487"/>
                  </a:lnTo>
                  <a:lnTo>
                    <a:pt x="233093" y="54803"/>
                  </a:lnTo>
                  <a:lnTo>
                    <a:pt x="238765" y="61182"/>
                  </a:lnTo>
                  <a:lnTo>
                    <a:pt x="245665" y="74327"/>
                  </a:lnTo>
                  <a:lnTo>
                    <a:pt x="252470" y="81963"/>
                  </a:lnTo>
                  <a:lnTo>
                    <a:pt x="256535" y="82543"/>
                  </a:lnTo>
                  <a:lnTo>
                    <a:pt x="259182" y="86602"/>
                  </a:lnTo>
                  <a:lnTo>
                    <a:pt x="259749" y="92015"/>
                  </a:lnTo>
                  <a:lnTo>
                    <a:pt x="259749" y="94045"/>
                  </a:lnTo>
                  <a:lnTo>
                    <a:pt x="259749" y="100811"/>
                  </a:lnTo>
                  <a:lnTo>
                    <a:pt x="261356" y="116469"/>
                  </a:lnTo>
                  <a:lnTo>
                    <a:pt x="261545" y="118015"/>
                  </a:lnTo>
                  <a:lnTo>
                    <a:pt x="267972" y="118499"/>
                  </a:lnTo>
                  <a:lnTo>
                    <a:pt x="271470" y="120625"/>
                  </a:lnTo>
                  <a:lnTo>
                    <a:pt x="276196" y="121495"/>
                  </a:lnTo>
                  <a:lnTo>
                    <a:pt x="282340" y="122655"/>
                  </a:lnTo>
                  <a:lnTo>
                    <a:pt x="287538" y="124781"/>
                  </a:lnTo>
                  <a:lnTo>
                    <a:pt x="290752" y="129614"/>
                  </a:lnTo>
                  <a:lnTo>
                    <a:pt x="291225" y="134447"/>
                  </a:lnTo>
                  <a:lnTo>
                    <a:pt x="291130" y="140246"/>
                  </a:lnTo>
                  <a:lnTo>
                    <a:pt x="289145" y="144692"/>
                  </a:lnTo>
                  <a:lnTo>
                    <a:pt x="290091" y="156871"/>
                  </a:lnTo>
                  <a:lnTo>
                    <a:pt x="294722" y="163347"/>
                  </a:lnTo>
                  <a:lnTo>
                    <a:pt x="298409" y="169533"/>
                  </a:lnTo>
                  <a:lnTo>
                    <a:pt x="300677" y="171079"/>
                  </a:lnTo>
                  <a:lnTo>
                    <a:pt x="303135" y="172819"/>
                  </a:lnTo>
                  <a:lnTo>
                    <a:pt x="306538" y="177168"/>
                  </a:lnTo>
                  <a:lnTo>
                    <a:pt x="310413" y="181808"/>
                  </a:lnTo>
                  <a:lnTo>
                    <a:pt x="310791" y="188864"/>
                  </a:lnTo>
                  <a:lnTo>
                    <a:pt x="308806" y="195726"/>
                  </a:lnTo>
                  <a:lnTo>
                    <a:pt x="307483" y="205295"/>
                  </a:lnTo>
                  <a:lnTo>
                    <a:pt x="306538" y="213027"/>
                  </a:lnTo>
                  <a:lnTo>
                    <a:pt x="309562" y="218247"/>
                  </a:lnTo>
                  <a:lnTo>
                    <a:pt x="311453" y="223273"/>
                  </a:lnTo>
                  <a:lnTo>
                    <a:pt x="314383" y="225786"/>
                  </a:lnTo>
                  <a:lnTo>
                    <a:pt x="316841" y="231392"/>
                  </a:lnTo>
                  <a:lnTo>
                    <a:pt x="317030" y="235838"/>
                  </a:lnTo>
                  <a:lnTo>
                    <a:pt x="314194" y="242314"/>
                  </a:lnTo>
                  <a:lnTo>
                    <a:pt x="311075" y="248016"/>
                  </a:lnTo>
                  <a:lnTo>
                    <a:pt x="310980" y="258262"/>
                  </a:lnTo>
                  <a:lnTo>
                    <a:pt x="306443" y="262418"/>
                  </a:lnTo>
                  <a:lnTo>
                    <a:pt x="301622" y="269764"/>
                  </a:lnTo>
                  <a:lnTo>
                    <a:pt x="298314" y="271407"/>
                  </a:lnTo>
                  <a:lnTo>
                    <a:pt x="297274" y="271890"/>
                  </a:lnTo>
                  <a:lnTo>
                    <a:pt x="292643" y="273920"/>
                  </a:lnTo>
                  <a:lnTo>
                    <a:pt x="292454" y="276820"/>
                  </a:lnTo>
                  <a:lnTo>
                    <a:pt x="291981" y="277013"/>
                  </a:lnTo>
                  <a:lnTo>
                    <a:pt x="292359" y="278656"/>
                  </a:lnTo>
                  <a:lnTo>
                    <a:pt x="292170" y="281556"/>
                  </a:lnTo>
                  <a:lnTo>
                    <a:pt x="292265" y="283489"/>
                  </a:lnTo>
                  <a:lnTo>
                    <a:pt x="291697" y="283779"/>
                  </a:lnTo>
                  <a:lnTo>
                    <a:pt x="291697" y="285905"/>
                  </a:lnTo>
                  <a:lnTo>
                    <a:pt x="292265" y="286389"/>
                  </a:lnTo>
                  <a:lnTo>
                    <a:pt x="292548" y="287742"/>
                  </a:lnTo>
                  <a:lnTo>
                    <a:pt x="292926" y="288322"/>
                  </a:lnTo>
                  <a:lnTo>
                    <a:pt x="292926" y="289482"/>
                  </a:lnTo>
                  <a:lnTo>
                    <a:pt x="291603" y="290255"/>
                  </a:lnTo>
                  <a:lnTo>
                    <a:pt x="291319" y="290351"/>
                  </a:lnTo>
                  <a:lnTo>
                    <a:pt x="291414" y="291608"/>
                  </a:lnTo>
                  <a:lnTo>
                    <a:pt x="290185" y="293348"/>
                  </a:lnTo>
                  <a:lnTo>
                    <a:pt x="288767" y="297601"/>
                  </a:lnTo>
                  <a:lnTo>
                    <a:pt x="289051" y="298567"/>
                  </a:lnTo>
                  <a:lnTo>
                    <a:pt x="289712" y="299630"/>
                  </a:lnTo>
                  <a:lnTo>
                    <a:pt x="289807" y="300597"/>
                  </a:lnTo>
                  <a:lnTo>
                    <a:pt x="289996" y="302337"/>
                  </a:lnTo>
                  <a:lnTo>
                    <a:pt x="290941" y="303497"/>
                  </a:lnTo>
                  <a:lnTo>
                    <a:pt x="292265" y="304753"/>
                  </a:lnTo>
                  <a:lnTo>
                    <a:pt x="293682" y="306396"/>
                  </a:lnTo>
                  <a:lnTo>
                    <a:pt x="295856" y="309102"/>
                  </a:lnTo>
                  <a:lnTo>
                    <a:pt x="298125" y="312582"/>
                  </a:lnTo>
                  <a:lnTo>
                    <a:pt x="300205" y="315192"/>
                  </a:lnTo>
                  <a:lnTo>
                    <a:pt x="302095" y="316835"/>
                  </a:lnTo>
                  <a:lnTo>
                    <a:pt x="303985" y="319735"/>
                  </a:lnTo>
                  <a:lnTo>
                    <a:pt x="305120" y="322248"/>
                  </a:lnTo>
                  <a:lnTo>
                    <a:pt x="305970" y="322344"/>
                  </a:lnTo>
                  <a:lnTo>
                    <a:pt x="309184" y="324374"/>
                  </a:lnTo>
                  <a:lnTo>
                    <a:pt x="309657" y="324664"/>
                  </a:lnTo>
                  <a:lnTo>
                    <a:pt x="311264" y="326017"/>
                  </a:lnTo>
                  <a:lnTo>
                    <a:pt x="312493" y="328917"/>
                  </a:lnTo>
                  <a:lnTo>
                    <a:pt x="313343" y="329883"/>
                  </a:lnTo>
                  <a:lnTo>
                    <a:pt x="314572" y="331043"/>
                  </a:lnTo>
                  <a:lnTo>
                    <a:pt x="316179" y="332590"/>
                  </a:lnTo>
                  <a:lnTo>
                    <a:pt x="317313" y="335876"/>
                  </a:lnTo>
                  <a:lnTo>
                    <a:pt x="318353" y="339162"/>
                  </a:lnTo>
                  <a:lnTo>
                    <a:pt x="319771" y="340999"/>
                  </a:lnTo>
                  <a:lnTo>
                    <a:pt x="320905" y="343125"/>
                  </a:lnTo>
                  <a:lnTo>
                    <a:pt x="322606" y="347088"/>
                  </a:lnTo>
                  <a:lnTo>
                    <a:pt x="325348" y="352404"/>
                  </a:lnTo>
                  <a:lnTo>
                    <a:pt x="327805" y="356270"/>
                  </a:lnTo>
                  <a:lnTo>
                    <a:pt x="333099" y="361393"/>
                  </a:lnTo>
                  <a:lnTo>
                    <a:pt x="334233" y="363423"/>
                  </a:lnTo>
                  <a:lnTo>
                    <a:pt x="333099" y="367579"/>
                  </a:lnTo>
                  <a:lnTo>
                    <a:pt x="332626" y="370382"/>
                  </a:lnTo>
                  <a:lnTo>
                    <a:pt x="332437" y="373378"/>
                  </a:lnTo>
                  <a:lnTo>
                    <a:pt x="333760" y="375215"/>
                  </a:lnTo>
                  <a:lnTo>
                    <a:pt x="335083" y="376664"/>
                  </a:lnTo>
                  <a:lnTo>
                    <a:pt x="336501" y="377341"/>
                  </a:lnTo>
                  <a:lnTo>
                    <a:pt x="338108" y="378114"/>
                  </a:lnTo>
                  <a:lnTo>
                    <a:pt x="339526" y="378791"/>
                  </a:lnTo>
                  <a:lnTo>
                    <a:pt x="340944" y="379564"/>
                  </a:lnTo>
                  <a:lnTo>
                    <a:pt x="341511" y="380144"/>
                  </a:lnTo>
                  <a:lnTo>
                    <a:pt x="343307" y="380434"/>
                  </a:lnTo>
                  <a:lnTo>
                    <a:pt x="345576" y="380531"/>
                  </a:lnTo>
                  <a:lnTo>
                    <a:pt x="347182" y="380917"/>
                  </a:lnTo>
                  <a:lnTo>
                    <a:pt x="348317" y="381497"/>
                  </a:lnTo>
                  <a:lnTo>
                    <a:pt x="350963" y="381787"/>
                  </a:lnTo>
                  <a:lnTo>
                    <a:pt x="352192" y="382754"/>
                  </a:lnTo>
                  <a:lnTo>
                    <a:pt x="354933" y="384010"/>
                  </a:lnTo>
                  <a:lnTo>
                    <a:pt x="355690" y="384010"/>
                  </a:lnTo>
                  <a:lnTo>
                    <a:pt x="357391" y="384783"/>
                  </a:lnTo>
                  <a:lnTo>
                    <a:pt x="357580" y="385170"/>
                  </a:lnTo>
                  <a:lnTo>
                    <a:pt x="357674" y="385750"/>
                  </a:lnTo>
                  <a:lnTo>
                    <a:pt x="358903" y="385750"/>
                  </a:lnTo>
                  <a:lnTo>
                    <a:pt x="358809" y="386233"/>
                  </a:lnTo>
                  <a:lnTo>
                    <a:pt x="359659" y="386717"/>
                  </a:lnTo>
                  <a:lnTo>
                    <a:pt x="360132" y="386427"/>
                  </a:lnTo>
                  <a:lnTo>
                    <a:pt x="361455" y="387296"/>
                  </a:lnTo>
                  <a:lnTo>
                    <a:pt x="361644" y="387103"/>
                  </a:lnTo>
                  <a:lnTo>
                    <a:pt x="363440" y="387973"/>
                  </a:lnTo>
                  <a:lnTo>
                    <a:pt x="363724" y="387296"/>
                  </a:lnTo>
                  <a:lnTo>
                    <a:pt x="364197" y="387586"/>
                  </a:lnTo>
                  <a:lnTo>
                    <a:pt x="364480" y="387007"/>
                  </a:lnTo>
                  <a:lnTo>
                    <a:pt x="366276" y="387876"/>
                  </a:lnTo>
                  <a:lnTo>
                    <a:pt x="366560" y="387393"/>
                  </a:lnTo>
                  <a:lnTo>
                    <a:pt x="368639" y="388263"/>
                  </a:lnTo>
                  <a:lnTo>
                    <a:pt x="369395" y="388166"/>
                  </a:lnTo>
                  <a:lnTo>
                    <a:pt x="369584" y="390099"/>
                  </a:lnTo>
                  <a:lnTo>
                    <a:pt x="370908" y="389810"/>
                  </a:lnTo>
                  <a:lnTo>
                    <a:pt x="379509" y="391259"/>
                  </a:lnTo>
                  <a:lnTo>
                    <a:pt x="379320" y="392226"/>
                  </a:lnTo>
                  <a:lnTo>
                    <a:pt x="379320" y="392516"/>
                  </a:lnTo>
                  <a:lnTo>
                    <a:pt x="379320" y="396285"/>
                  </a:lnTo>
                  <a:lnTo>
                    <a:pt x="378848" y="399862"/>
                  </a:lnTo>
                  <a:lnTo>
                    <a:pt x="378564" y="401408"/>
                  </a:lnTo>
                  <a:lnTo>
                    <a:pt x="377997" y="405661"/>
                  </a:lnTo>
                  <a:lnTo>
                    <a:pt x="377808" y="406338"/>
                  </a:lnTo>
                  <a:lnTo>
                    <a:pt x="376390" y="412330"/>
                  </a:lnTo>
                  <a:lnTo>
                    <a:pt x="375634" y="413490"/>
                  </a:lnTo>
                  <a:lnTo>
                    <a:pt x="375256" y="414070"/>
                  </a:lnTo>
                  <a:lnTo>
                    <a:pt x="374689" y="414940"/>
                  </a:lnTo>
                  <a:lnTo>
                    <a:pt x="373554" y="416680"/>
                  </a:lnTo>
                  <a:lnTo>
                    <a:pt x="371286" y="420063"/>
                  </a:lnTo>
                  <a:lnTo>
                    <a:pt x="370813" y="421029"/>
                  </a:lnTo>
                  <a:lnTo>
                    <a:pt x="370530" y="421802"/>
                  </a:lnTo>
                  <a:lnTo>
                    <a:pt x="370057" y="422769"/>
                  </a:lnTo>
                  <a:lnTo>
                    <a:pt x="369773" y="423542"/>
                  </a:lnTo>
                  <a:lnTo>
                    <a:pt x="367599" y="428858"/>
                  </a:lnTo>
                  <a:lnTo>
                    <a:pt x="367410" y="429148"/>
                  </a:lnTo>
                  <a:lnTo>
                    <a:pt x="363818" y="436011"/>
                  </a:lnTo>
                  <a:lnTo>
                    <a:pt x="362779" y="437750"/>
                  </a:lnTo>
                  <a:lnTo>
                    <a:pt x="361739" y="439007"/>
                  </a:lnTo>
                  <a:lnTo>
                    <a:pt x="358242" y="443066"/>
                  </a:lnTo>
                  <a:lnTo>
                    <a:pt x="356351" y="445386"/>
                  </a:lnTo>
                  <a:lnTo>
                    <a:pt x="355973" y="445869"/>
                  </a:lnTo>
                  <a:lnTo>
                    <a:pt x="351530" y="448479"/>
                  </a:lnTo>
                  <a:lnTo>
                    <a:pt x="350585" y="449059"/>
                  </a:lnTo>
                  <a:lnTo>
                    <a:pt x="349167" y="449929"/>
                  </a:lnTo>
                  <a:lnTo>
                    <a:pt x="347939" y="450606"/>
                  </a:lnTo>
                  <a:lnTo>
                    <a:pt x="347466" y="450799"/>
                  </a:lnTo>
                  <a:lnTo>
                    <a:pt x="347182" y="450799"/>
                  </a:lnTo>
                  <a:lnTo>
                    <a:pt x="346426" y="450992"/>
                  </a:lnTo>
                  <a:lnTo>
                    <a:pt x="337919" y="453215"/>
                  </a:lnTo>
                  <a:lnTo>
                    <a:pt x="333099" y="454375"/>
                  </a:lnTo>
                  <a:lnTo>
                    <a:pt x="331208" y="454858"/>
                  </a:lnTo>
                  <a:lnTo>
                    <a:pt x="330263" y="455052"/>
                  </a:lnTo>
                  <a:lnTo>
                    <a:pt x="329885" y="455148"/>
                  </a:lnTo>
                  <a:lnTo>
                    <a:pt x="326576" y="455632"/>
                  </a:lnTo>
                  <a:lnTo>
                    <a:pt x="322323" y="456308"/>
                  </a:lnTo>
                  <a:lnTo>
                    <a:pt x="318731" y="456695"/>
                  </a:lnTo>
                  <a:lnTo>
                    <a:pt x="315328" y="457081"/>
                  </a:lnTo>
                  <a:lnTo>
                    <a:pt x="310508" y="457661"/>
                  </a:lnTo>
                  <a:lnTo>
                    <a:pt x="307955" y="457371"/>
                  </a:lnTo>
                  <a:lnTo>
                    <a:pt x="296707" y="456308"/>
                  </a:lnTo>
                  <a:lnTo>
                    <a:pt x="294439" y="456115"/>
                  </a:lnTo>
                  <a:lnTo>
                    <a:pt x="293399" y="456018"/>
                  </a:lnTo>
                  <a:lnTo>
                    <a:pt x="282434" y="455245"/>
                  </a:lnTo>
                  <a:lnTo>
                    <a:pt x="282245" y="455245"/>
                  </a:lnTo>
                  <a:lnTo>
                    <a:pt x="277424" y="454665"/>
                  </a:lnTo>
                  <a:lnTo>
                    <a:pt x="270524" y="453795"/>
                  </a:lnTo>
                  <a:lnTo>
                    <a:pt x="268823" y="453215"/>
                  </a:lnTo>
                  <a:lnTo>
                    <a:pt x="266554" y="452539"/>
                  </a:lnTo>
                  <a:lnTo>
                    <a:pt x="265893" y="452442"/>
                  </a:lnTo>
                  <a:lnTo>
                    <a:pt x="256346" y="451959"/>
                  </a:lnTo>
                  <a:lnTo>
                    <a:pt x="253794" y="451765"/>
                  </a:lnTo>
                  <a:lnTo>
                    <a:pt x="251525" y="451669"/>
                  </a:lnTo>
                  <a:lnTo>
                    <a:pt x="243018" y="451475"/>
                  </a:lnTo>
                  <a:lnTo>
                    <a:pt x="239048" y="451475"/>
                  </a:lnTo>
                  <a:lnTo>
                    <a:pt x="238008" y="451379"/>
                  </a:lnTo>
                  <a:lnTo>
                    <a:pt x="232904" y="451379"/>
                  </a:lnTo>
                  <a:lnTo>
                    <a:pt x="228745" y="450799"/>
                  </a:lnTo>
                  <a:lnTo>
                    <a:pt x="222601" y="449929"/>
                  </a:lnTo>
                  <a:lnTo>
                    <a:pt x="220522" y="449059"/>
                  </a:lnTo>
                  <a:lnTo>
                    <a:pt x="220049" y="448866"/>
                  </a:lnTo>
                  <a:lnTo>
                    <a:pt x="218064" y="448093"/>
                  </a:lnTo>
                  <a:lnTo>
                    <a:pt x="216552" y="447416"/>
                  </a:lnTo>
                  <a:lnTo>
                    <a:pt x="212393" y="445773"/>
                  </a:lnTo>
                  <a:lnTo>
                    <a:pt x="211447" y="445386"/>
                  </a:lnTo>
                  <a:lnTo>
                    <a:pt x="209746" y="444613"/>
                  </a:lnTo>
                  <a:lnTo>
                    <a:pt x="207950" y="443840"/>
                  </a:lnTo>
                  <a:lnTo>
                    <a:pt x="207667" y="443743"/>
                  </a:lnTo>
                  <a:lnTo>
                    <a:pt x="203224" y="441810"/>
                  </a:lnTo>
                  <a:lnTo>
                    <a:pt x="202468" y="441520"/>
                  </a:lnTo>
                  <a:lnTo>
                    <a:pt x="199538" y="440263"/>
                  </a:lnTo>
                  <a:lnTo>
                    <a:pt x="197931" y="439394"/>
                  </a:lnTo>
                  <a:lnTo>
                    <a:pt x="194811" y="437750"/>
                  </a:lnTo>
                  <a:lnTo>
                    <a:pt x="189235" y="434851"/>
                  </a:lnTo>
                  <a:lnTo>
                    <a:pt x="187628" y="433981"/>
                  </a:lnTo>
                  <a:lnTo>
                    <a:pt x="183563" y="432434"/>
                  </a:lnTo>
                  <a:lnTo>
                    <a:pt x="183374" y="432434"/>
                  </a:lnTo>
                  <a:lnTo>
                    <a:pt x="180538" y="431371"/>
                  </a:lnTo>
                  <a:lnTo>
                    <a:pt x="179121" y="430791"/>
                  </a:lnTo>
                  <a:lnTo>
                    <a:pt x="178837" y="430791"/>
                  </a:lnTo>
                  <a:lnTo>
                    <a:pt x="178648" y="430695"/>
                  </a:lnTo>
                  <a:lnTo>
                    <a:pt x="175812" y="429825"/>
                  </a:lnTo>
                  <a:lnTo>
                    <a:pt x="175623" y="429728"/>
                  </a:lnTo>
                  <a:lnTo>
                    <a:pt x="175340" y="429631"/>
                  </a:lnTo>
                  <a:lnTo>
                    <a:pt x="172882" y="428858"/>
                  </a:lnTo>
                  <a:lnTo>
                    <a:pt x="171181" y="428375"/>
                  </a:lnTo>
                  <a:lnTo>
                    <a:pt x="167872" y="427118"/>
                  </a:lnTo>
                  <a:lnTo>
                    <a:pt x="166171" y="426442"/>
                  </a:lnTo>
                  <a:lnTo>
                    <a:pt x="163619" y="425475"/>
                  </a:lnTo>
                  <a:lnTo>
                    <a:pt x="160783" y="424025"/>
                  </a:lnTo>
                  <a:lnTo>
                    <a:pt x="159932" y="423639"/>
                  </a:lnTo>
                  <a:lnTo>
                    <a:pt x="156813" y="421996"/>
                  </a:lnTo>
                  <a:lnTo>
                    <a:pt x="156435" y="421899"/>
                  </a:lnTo>
                  <a:lnTo>
                    <a:pt x="152843" y="420159"/>
                  </a:lnTo>
                  <a:lnTo>
                    <a:pt x="151236" y="419386"/>
                  </a:lnTo>
                  <a:lnTo>
                    <a:pt x="145848" y="416293"/>
                  </a:lnTo>
                  <a:lnTo>
                    <a:pt x="143296" y="414843"/>
                  </a:lnTo>
                  <a:lnTo>
                    <a:pt x="141311" y="413780"/>
                  </a:lnTo>
                  <a:lnTo>
                    <a:pt x="140555" y="413393"/>
                  </a:lnTo>
                  <a:lnTo>
                    <a:pt x="138192" y="412427"/>
                  </a:lnTo>
                  <a:lnTo>
                    <a:pt x="137247" y="412040"/>
                  </a:lnTo>
                  <a:lnTo>
                    <a:pt x="136680" y="411847"/>
                  </a:lnTo>
                  <a:lnTo>
                    <a:pt x="134411" y="410977"/>
                  </a:lnTo>
                  <a:lnTo>
                    <a:pt x="133182" y="410590"/>
                  </a:lnTo>
                  <a:lnTo>
                    <a:pt x="132993" y="410494"/>
                  </a:lnTo>
                  <a:lnTo>
                    <a:pt x="132237" y="410300"/>
                  </a:lnTo>
                  <a:lnTo>
                    <a:pt x="131292" y="409914"/>
                  </a:lnTo>
                  <a:lnTo>
                    <a:pt x="130063" y="409527"/>
                  </a:lnTo>
                  <a:lnTo>
                    <a:pt x="129780" y="409430"/>
                  </a:lnTo>
                  <a:lnTo>
                    <a:pt x="126849" y="408174"/>
                  </a:lnTo>
                  <a:lnTo>
                    <a:pt x="124108" y="407111"/>
                  </a:lnTo>
                  <a:lnTo>
                    <a:pt x="120233" y="406338"/>
                  </a:lnTo>
                  <a:lnTo>
                    <a:pt x="119193" y="406144"/>
                  </a:lnTo>
                  <a:lnTo>
                    <a:pt x="117397" y="406048"/>
                  </a:lnTo>
                  <a:lnTo>
                    <a:pt x="115507" y="405951"/>
                  </a:lnTo>
                  <a:lnTo>
                    <a:pt x="112860" y="405854"/>
                  </a:lnTo>
                  <a:lnTo>
                    <a:pt x="112671" y="405854"/>
                  </a:lnTo>
                  <a:lnTo>
                    <a:pt x="107945" y="406144"/>
                  </a:lnTo>
                  <a:lnTo>
                    <a:pt x="103030" y="406338"/>
                  </a:lnTo>
                  <a:lnTo>
                    <a:pt x="102368" y="406338"/>
                  </a:lnTo>
                  <a:lnTo>
                    <a:pt x="98209" y="406434"/>
                  </a:lnTo>
                  <a:lnTo>
                    <a:pt x="98020" y="406434"/>
                  </a:lnTo>
                  <a:lnTo>
                    <a:pt x="93955" y="406434"/>
                  </a:lnTo>
                  <a:lnTo>
                    <a:pt x="91687" y="406434"/>
                  </a:lnTo>
                  <a:lnTo>
                    <a:pt x="91025" y="406434"/>
                  </a:lnTo>
                  <a:lnTo>
                    <a:pt x="90363" y="406338"/>
                  </a:lnTo>
                  <a:lnTo>
                    <a:pt x="90174" y="406434"/>
                  </a:lnTo>
                  <a:lnTo>
                    <a:pt x="90080" y="405564"/>
                  </a:lnTo>
                  <a:lnTo>
                    <a:pt x="90080" y="403148"/>
                  </a:lnTo>
                  <a:lnTo>
                    <a:pt x="90080" y="402085"/>
                  </a:lnTo>
                  <a:lnTo>
                    <a:pt x="89985" y="401118"/>
                  </a:lnTo>
                  <a:lnTo>
                    <a:pt x="89891" y="400248"/>
                  </a:lnTo>
                  <a:lnTo>
                    <a:pt x="89796" y="399088"/>
                  </a:lnTo>
                  <a:lnTo>
                    <a:pt x="89796" y="398798"/>
                  </a:lnTo>
                  <a:lnTo>
                    <a:pt x="89796" y="398508"/>
                  </a:lnTo>
                  <a:lnTo>
                    <a:pt x="89607" y="397155"/>
                  </a:lnTo>
                  <a:lnTo>
                    <a:pt x="89607" y="396479"/>
                  </a:lnTo>
                  <a:lnTo>
                    <a:pt x="89513" y="395222"/>
                  </a:lnTo>
                  <a:lnTo>
                    <a:pt x="89324" y="393386"/>
                  </a:lnTo>
                  <a:lnTo>
                    <a:pt x="89135" y="390583"/>
                  </a:lnTo>
                  <a:lnTo>
                    <a:pt x="88946" y="388166"/>
                  </a:lnTo>
                  <a:lnTo>
                    <a:pt x="88851" y="387296"/>
                  </a:lnTo>
                  <a:lnTo>
                    <a:pt x="88757" y="386330"/>
                  </a:lnTo>
                  <a:lnTo>
                    <a:pt x="88568" y="384010"/>
                  </a:lnTo>
                  <a:lnTo>
                    <a:pt x="88473" y="382560"/>
                  </a:lnTo>
                  <a:lnTo>
                    <a:pt x="88189" y="378598"/>
                  </a:lnTo>
                  <a:lnTo>
                    <a:pt x="88000" y="376761"/>
                  </a:lnTo>
                  <a:lnTo>
                    <a:pt x="88000" y="376471"/>
                  </a:lnTo>
                  <a:lnTo>
                    <a:pt x="87906" y="375505"/>
                  </a:lnTo>
                  <a:lnTo>
                    <a:pt x="87622" y="371155"/>
                  </a:lnTo>
                  <a:lnTo>
                    <a:pt x="87528" y="370478"/>
                  </a:lnTo>
                  <a:lnTo>
                    <a:pt x="87433" y="370092"/>
                  </a:lnTo>
                  <a:lnTo>
                    <a:pt x="87433" y="369802"/>
                  </a:lnTo>
                  <a:lnTo>
                    <a:pt x="87433" y="369222"/>
                  </a:lnTo>
                  <a:lnTo>
                    <a:pt x="87244" y="367482"/>
                  </a:lnTo>
                  <a:lnTo>
                    <a:pt x="87150" y="365839"/>
                  </a:lnTo>
                  <a:lnTo>
                    <a:pt x="87055" y="365259"/>
                  </a:lnTo>
                  <a:lnTo>
                    <a:pt x="86488" y="358300"/>
                  </a:lnTo>
                  <a:lnTo>
                    <a:pt x="86394" y="356270"/>
                  </a:lnTo>
                  <a:lnTo>
                    <a:pt x="86299" y="354917"/>
                  </a:lnTo>
                  <a:lnTo>
                    <a:pt x="86110" y="353177"/>
                  </a:lnTo>
                  <a:lnTo>
                    <a:pt x="85921" y="350568"/>
                  </a:lnTo>
                  <a:lnTo>
                    <a:pt x="85826" y="349891"/>
                  </a:lnTo>
                  <a:lnTo>
                    <a:pt x="85637" y="346895"/>
                  </a:lnTo>
                  <a:lnTo>
                    <a:pt x="85543" y="346218"/>
                  </a:lnTo>
                  <a:lnTo>
                    <a:pt x="85354" y="343705"/>
                  </a:lnTo>
                  <a:lnTo>
                    <a:pt x="85165" y="340709"/>
                  </a:lnTo>
                  <a:lnTo>
                    <a:pt x="85070" y="339935"/>
                  </a:lnTo>
                  <a:lnTo>
                    <a:pt x="84787" y="335876"/>
                  </a:lnTo>
                  <a:lnTo>
                    <a:pt x="84598" y="334233"/>
                  </a:lnTo>
                  <a:lnTo>
                    <a:pt x="84503" y="332396"/>
                  </a:lnTo>
                  <a:lnTo>
                    <a:pt x="84409" y="331043"/>
                  </a:lnTo>
                  <a:lnTo>
                    <a:pt x="84314" y="330657"/>
                  </a:lnTo>
                  <a:lnTo>
                    <a:pt x="84030" y="326790"/>
                  </a:lnTo>
                  <a:lnTo>
                    <a:pt x="83936" y="325631"/>
                  </a:lnTo>
                  <a:lnTo>
                    <a:pt x="83841" y="325051"/>
                  </a:lnTo>
                  <a:lnTo>
                    <a:pt x="83652" y="321861"/>
                  </a:lnTo>
                  <a:lnTo>
                    <a:pt x="83180" y="316352"/>
                  </a:lnTo>
                  <a:lnTo>
                    <a:pt x="83180" y="316158"/>
                  </a:lnTo>
                  <a:lnTo>
                    <a:pt x="83180" y="315868"/>
                  </a:lnTo>
                  <a:lnTo>
                    <a:pt x="82991" y="314322"/>
                  </a:lnTo>
                  <a:lnTo>
                    <a:pt x="82991" y="313549"/>
                  </a:lnTo>
                  <a:lnTo>
                    <a:pt x="82896" y="312485"/>
                  </a:lnTo>
                  <a:lnTo>
                    <a:pt x="82707" y="310359"/>
                  </a:lnTo>
                  <a:lnTo>
                    <a:pt x="82613" y="309682"/>
                  </a:lnTo>
                  <a:lnTo>
                    <a:pt x="82518" y="307459"/>
                  </a:lnTo>
                  <a:lnTo>
                    <a:pt x="82424" y="306589"/>
                  </a:lnTo>
                  <a:lnTo>
                    <a:pt x="82235" y="306010"/>
                  </a:lnTo>
                  <a:lnTo>
                    <a:pt x="81478" y="304173"/>
                  </a:lnTo>
                  <a:lnTo>
                    <a:pt x="78926" y="302433"/>
                  </a:lnTo>
                  <a:lnTo>
                    <a:pt x="78170" y="301757"/>
                  </a:lnTo>
                  <a:lnTo>
                    <a:pt x="76469" y="300210"/>
                  </a:lnTo>
                  <a:lnTo>
                    <a:pt x="74862" y="298760"/>
                  </a:lnTo>
                  <a:lnTo>
                    <a:pt x="73160" y="297117"/>
                  </a:lnTo>
                  <a:lnTo>
                    <a:pt x="69757" y="293928"/>
                  </a:lnTo>
                  <a:lnTo>
                    <a:pt x="68812" y="293058"/>
                  </a:lnTo>
                  <a:lnTo>
                    <a:pt x="62385" y="287065"/>
                  </a:lnTo>
                  <a:lnTo>
                    <a:pt x="61345" y="286002"/>
                  </a:lnTo>
                  <a:lnTo>
                    <a:pt x="59738" y="284552"/>
                  </a:lnTo>
                  <a:lnTo>
                    <a:pt x="57186" y="282136"/>
                  </a:lnTo>
                  <a:lnTo>
                    <a:pt x="53500" y="278753"/>
                  </a:lnTo>
                  <a:lnTo>
                    <a:pt x="52176" y="277593"/>
                  </a:lnTo>
                  <a:lnTo>
                    <a:pt x="51042" y="276530"/>
                  </a:lnTo>
                  <a:lnTo>
                    <a:pt x="45087" y="270924"/>
                  </a:lnTo>
                  <a:lnTo>
                    <a:pt x="43480" y="269474"/>
                  </a:lnTo>
                  <a:lnTo>
                    <a:pt x="41684" y="267734"/>
                  </a:lnTo>
                  <a:lnTo>
                    <a:pt x="41306" y="267444"/>
                  </a:lnTo>
                  <a:lnTo>
                    <a:pt x="36391" y="262901"/>
                  </a:lnTo>
                  <a:lnTo>
                    <a:pt x="34689" y="261258"/>
                  </a:lnTo>
                  <a:lnTo>
                    <a:pt x="34217" y="260872"/>
                  </a:lnTo>
                  <a:lnTo>
                    <a:pt x="33744" y="260388"/>
                  </a:lnTo>
                  <a:lnTo>
                    <a:pt x="30625" y="257489"/>
                  </a:lnTo>
                  <a:lnTo>
                    <a:pt x="30058" y="256909"/>
                  </a:lnTo>
                  <a:lnTo>
                    <a:pt x="29869" y="256715"/>
                  </a:lnTo>
                  <a:lnTo>
                    <a:pt x="28734" y="255942"/>
                  </a:lnTo>
                  <a:lnTo>
                    <a:pt x="27411" y="254976"/>
                  </a:lnTo>
                  <a:lnTo>
                    <a:pt x="27033" y="254492"/>
                  </a:lnTo>
                  <a:lnTo>
                    <a:pt x="26371" y="253622"/>
                  </a:lnTo>
                  <a:lnTo>
                    <a:pt x="25710" y="252849"/>
                  </a:lnTo>
                  <a:lnTo>
                    <a:pt x="23725" y="250336"/>
                  </a:lnTo>
                  <a:lnTo>
                    <a:pt x="22780" y="248016"/>
                  </a:lnTo>
                  <a:lnTo>
                    <a:pt x="22118" y="245600"/>
                  </a:lnTo>
                  <a:lnTo>
                    <a:pt x="21456" y="242217"/>
                  </a:lnTo>
                  <a:lnTo>
                    <a:pt x="21173" y="240381"/>
                  </a:lnTo>
                  <a:lnTo>
                    <a:pt x="20606" y="237384"/>
                  </a:lnTo>
                  <a:lnTo>
                    <a:pt x="18715" y="226559"/>
                  </a:lnTo>
                  <a:lnTo>
                    <a:pt x="15501" y="208485"/>
                  </a:lnTo>
                  <a:lnTo>
                    <a:pt x="15407" y="206841"/>
                  </a:lnTo>
                  <a:lnTo>
                    <a:pt x="14745" y="203942"/>
                  </a:lnTo>
                  <a:lnTo>
                    <a:pt x="13233" y="196983"/>
                  </a:lnTo>
                  <a:lnTo>
                    <a:pt x="5954" y="163250"/>
                  </a:lnTo>
                  <a:lnTo>
                    <a:pt x="0" y="137250"/>
                  </a:lnTo>
                  <a:lnTo>
                    <a:pt x="283" y="137153"/>
                  </a:lnTo>
                  <a:lnTo>
                    <a:pt x="2457" y="136766"/>
                  </a:lnTo>
                  <a:lnTo>
                    <a:pt x="12004" y="134833"/>
                  </a:lnTo>
                  <a:lnTo>
                    <a:pt x="24670" y="132707"/>
                  </a:lnTo>
                  <a:lnTo>
                    <a:pt x="25521" y="133094"/>
                  </a:lnTo>
                  <a:lnTo>
                    <a:pt x="26750" y="133577"/>
                  </a:lnTo>
                  <a:lnTo>
                    <a:pt x="30058" y="135123"/>
                  </a:lnTo>
                  <a:lnTo>
                    <a:pt x="31003" y="135607"/>
                  </a:lnTo>
                  <a:lnTo>
                    <a:pt x="31665" y="136670"/>
                  </a:lnTo>
                  <a:lnTo>
                    <a:pt x="32043" y="137443"/>
                  </a:lnTo>
                  <a:lnTo>
                    <a:pt x="32894" y="139569"/>
                  </a:lnTo>
                  <a:lnTo>
                    <a:pt x="33555" y="141213"/>
                  </a:lnTo>
                  <a:lnTo>
                    <a:pt x="33839" y="141889"/>
                  </a:lnTo>
                  <a:lnTo>
                    <a:pt x="34028" y="142469"/>
                  </a:lnTo>
                  <a:lnTo>
                    <a:pt x="34122" y="142662"/>
                  </a:lnTo>
                  <a:lnTo>
                    <a:pt x="34595" y="144112"/>
                  </a:lnTo>
                  <a:lnTo>
                    <a:pt x="34784" y="144402"/>
                  </a:lnTo>
                  <a:lnTo>
                    <a:pt x="34878" y="145465"/>
                  </a:lnTo>
                  <a:lnTo>
                    <a:pt x="34973" y="145659"/>
                  </a:lnTo>
                  <a:lnTo>
                    <a:pt x="34878" y="146722"/>
                  </a:lnTo>
                  <a:lnTo>
                    <a:pt x="34689" y="148558"/>
                  </a:lnTo>
                  <a:lnTo>
                    <a:pt x="34689" y="148945"/>
                  </a:lnTo>
                  <a:lnTo>
                    <a:pt x="34689" y="149235"/>
                  </a:lnTo>
                  <a:lnTo>
                    <a:pt x="34689" y="150395"/>
                  </a:lnTo>
                  <a:lnTo>
                    <a:pt x="34784" y="150685"/>
                  </a:lnTo>
                  <a:lnTo>
                    <a:pt x="35162" y="151265"/>
                  </a:lnTo>
                  <a:lnTo>
                    <a:pt x="36013" y="151748"/>
                  </a:lnTo>
                  <a:lnTo>
                    <a:pt x="38092" y="152618"/>
                  </a:lnTo>
                  <a:lnTo>
                    <a:pt x="38659" y="152908"/>
                  </a:lnTo>
                  <a:lnTo>
                    <a:pt x="38943" y="153198"/>
                  </a:lnTo>
                  <a:lnTo>
                    <a:pt x="39227" y="153681"/>
                  </a:lnTo>
                  <a:lnTo>
                    <a:pt x="39321" y="154164"/>
                  </a:lnTo>
                  <a:lnTo>
                    <a:pt x="39321" y="155034"/>
                  </a:lnTo>
                  <a:lnTo>
                    <a:pt x="39227" y="155614"/>
                  </a:lnTo>
                  <a:lnTo>
                    <a:pt x="38376" y="159094"/>
                  </a:lnTo>
                  <a:lnTo>
                    <a:pt x="37620" y="163443"/>
                  </a:lnTo>
                  <a:lnTo>
                    <a:pt x="37431" y="164796"/>
                  </a:lnTo>
                  <a:lnTo>
                    <a:pt x="37620" y="165280"/>
                  </a:lnTo>
                  <a:lnTo>
                    <a:pt x="37714" y="165666"/>
                  </a:lnTo>
                  <a:lnTo>
                    <a:pt x="39037" y="169243"/>
                  </a:lnTo>
                  <a:lnTo>
                    <a:pt x="39510" y="169339"/>
                  </a:lnTo>
                  <a:lnTo>
                    <a:pt x="40739" y="169533"/>
                  </a:lnTo>
                  <a:lnTo>
                    <a:pt x="41022" y="170982"/>
                  </a:lnTo>
                  <a:lnTo>
                    <a:pt x="40833" y="171659"/>
                  </a:lnTo>
                  <a:lnTo>
                    <a:pt x="40833" y="171949"/>
                  </a:lnTo>
                  <a:lnTo>
                    <a:pt x="40361" y="172819"/>
                  </a:lnTo>
                  <a:lnTo>
                    <a:pt x="40172" y="173205"/>
                  </a:lnTo>
                  <a:lnTo>
                    <a:pt x="39794" y="174365"/>
                  </a:lnTo>
                  <a:lnTo>
                    <a:pt x="39699" y="175139"/>
                  </a:lnTo>
                  <a:lnTo>
                    <a:pt x="39605" y="176008"/>
                  </a:lnTo>
                  <a:lnTo>
                    <a:pt x="39605" y="176298"/>
                  </a:lnTo>
                  <a:lnTo>
                    <a:pt x="40833" y="177845"/>
                  </a:lnTo>
                  <a:lnTo>
                    <a:pt x="43480" y="180841"/>
                  </a:lnTo>
                  <a:lnTo>
                    <a:pt x="44236" y="182678"/>
                  </a:lnTo>
                  <a:lnTo>
                    <a:pt x="44425" y="183161"/>
                  </a:lnTo>
                  <a:lnTo>
                    <a:pt x="45465" y="184417"/>
                  </a:lnTo>
                  <a:lnTo>
                    <a:pt x="45560" y="184997"/>
                  </a:lnTo>
                  <a:lnTo>
                    <a:pt x="45843" y="186157"/>
                  </a:lnTo>
                  <a:lnTo>
                    <a:pt x="45843" y="186351"/>
                  </a:lnTo>
                  <a:lnTo>
                    <a:pt x="45843" y="186737"/>
                  </a:lnTo>
                  <a:lnTo>
                    <a:pt x="45938" y="187510"/>
                  </a:lnTo>
                  <a:lnTo>
                    <a:pt x="45938" y="188864"/>
                  </a:lnTo>
                  <a:lnTo>
                    <a:pt x="45938" y="189057"/>
                  </a:lnTo>
                  <a:lnTo>
                    <a:pt x="46032" y="189347"/>
                  </a:lnTo>
                  <a:lnTo>
                    <a:pt x="46032" y="189733"/>
                  </a:lnTo>
                  <a:lnTo>
                    <a:pt x="46032" y="190507"/>
                  </a:lnTo>
                  <a:lnTo>
                    <a:pt x="46032" y="190797"/>
                  </a:lnTo>
                  <a:lnTo>
                    <a:pt x="46127" y="191280"/>
                  </a:lnTo>
                  <a:lnTo>
                    <a:pt x="46127" y="191570"/>
                  </a:lnTo>
                  <a:lnTo>
                    <a:pt x="46221" y="192053"/>
                  </a:lnTo>
                  <a:lnTo>
                    <a:pt x="46221" y="192440"/>
                  </a:lnTo>
                  <a:lnTo>
                    <a:pt x="46316" y="192923"/>
                  </a:lnTo>
                  <a:lnTo>
                    <a:pt x="46505" y="193696"/>
                  </a:lnTo>
                  <a:lnTo>
                    <a:pt x="46599" y="193986"/>
                  </a:lnTo>
                  <a:lnTo>
                    <a:pt x="46694" y="194373"/>
                  </a:lnTo>
                  <a:lnTo>
                    <a:pt x="46977" y="195049"/>
                  </a:lnTo>
                  <a:lnTo>
                    <a:pt x="47356" y="196113"/>
                  </a:lnTo>
                  <a:lnTo>
                    <a:pt x="47450" y="196306"/>
                  </a:lnTo>
                  <a:lnTo>
                    <a:pt x="47545" y="196499"/>
                  </a:lnTo>
                  <a:lnTo>
                    <a:pt x="48112" y="197273"/>
                  </a:lnTo>
                  <a:lnTo>
                    <a:pt x="48301" y="197466"/>
                  </a:lnTo>
                  <a:lnTo>
                    <a:pt x="48490" y="197659"/>
                  </a:lnTo>
                  <a:lnTo>
                    <a:pt x="49341" y="199302"/>
                  </a:lnTo>
                  <a:lnTo>
                    <a:pt x="49624" y="199979"/>
                  </a:lnTo>
                  <a:lnTo>
                    <a:pt x="49719" y="200849"/>
                  </a:lnTo>
                  <a:lnTo>
                    <a:pt x="49719" y="201042"/>
                  </a:lnTo>
                  <a:lnTo>
                    <a:pt x="49813" y="201235"/>
                  </a:lnTo>
                  <a:lnTo>
                    <a:pt x="49908" y="201815"/>
                  </a:lnTo>
                  <a:lnTo>
                    <a:pt x="50569" y="202975"/>
                  </a:lnTo>
                  <a:lnTo>
                    <a:pt x="52365" y="202879"/>
                  </a:lnTo>
                  <a:lnTo>
                    <a:pt x="52554" y="202879"/>
                  </a:lnTo>
                  <a:lnTo>
                    <a:pt x="53027" y="202879"/>
                  </a:lnTo>
                  <a:lnTo>
                    <a:pt x="53689" y="202879"/>
                  </a:lnTo>
                  <a:lnTo>
                    <a:pt x="54161" y="202879"/>
                  </a:lnTo>
                  <a:lnTo>
                    <a:pt x="54445" y="202879"/>
                  </a:lnTo>
                  <a:lnTo>
                    <a:pt x="54728" y="202879"/>
                  </a:lnTo>
                  <a:lnTo>
                    <a:pt x="55012" y="202879"/>
                  </a:lnTo>
                  <a:lnTo>
                    <a:pt x="55768" y="202782"/>
                  </a:lnTo>
                  <a:lnTo>
                    <a:pt x="56524" y="202782"/>
                  </a:lnTo>
                  <a:lnTo>
                    <a:pt x="56902" y="202782"/>
                  </a:lnTo>
                  <a:lnTo>
                    <a:pt x="57564" y="202782"/>
                  </a:lnTo>
                  <a:lnTo>
                    <a:pt x="57942" y="202782"/>
                  </a:lnTo>
                  <a:lnTo>
                    <a:pt x="59360" y="202685"/>
                  </a:lnTo>
                  <a:lnTo>
                    <a:pt x="60778" y="202685"/>
                  </a:lnTo>
                  <a:lnTo>
                    <a:pt x="60967" y="202685"/>
                  </a:lnTo>
                  <a:lnTo>
                    <a:pt x="61156" y="202685"/>
                  </a:lnTo>
                  <a:lnTo>
                    <a:pt x="61818" y="202589"/>
                  </a:lnTo>
                  <a:lnTo>
                    <a:pt x="62007" y="202492"/>
                  </a:lnTo>
                  <a:lnTo>
                    <a:pt x="62668" y="202395"/>
                  </a:lnTo>
                  <a:lnTo>
                    <a:pt x="63046" y="202395"/>
                  </a:lnTo>
                  <a:lnTo>
                    <a:pt x="63613" y="202299"/>
                  </a:lnTo>
                  <a:lnTo>
                    <a:pt x="64275" y="202202"/>
                  </a:lnTo>
                  <a:lnTo>
                    <a:pt x="64559" y="201719"/>
                  </a:lnTo>
                  <a:lnTo>
                    <a:pt x="68151" y="200945"/>
                  </a:lnTo>
                  <a:lnTo>
                    <a:pt x="68718" y="199979"/>
                  </a:lnTo>
                  <a:lnTo>
                    <a:pt x="69947" y="198819"/>
                  </a:lnTo>
                  <a:lnTo>
                    <a:pt x="71931" y="196596"/>
                  </a:lnTo>
                  <a:lnTo>
                    <a:pt x="72404" y="194180"/>
                  </a:lnTo>
                  <a:lnTo>
                    <a:pt x="71931" y="192150"/>
                  </a:lnTo>
                  <a:lnTo>
                    <a:pt x="69947" y="188477"/>
                  </a:lnTo>
                  <a:lnTo>
                    <a:pt x="70230" y="185964"/>
                  </a:lnTo>
                  <a:lnTo>
                    <a:pt x="70419" y="181131"/>
                  </a:lnTo>
                  <a:lnTo>
                    <a:pt x="68907" y="177942"/>
                  </a:lnTo>
                  <a:lnTo>
                    <a:pt x="68151" y="174752"/>
                  </a:lnTo>
                  <a:lnTo>
                    <a:pt x="67489" y="171756"/>
                  </a:lnTo>
                  <a:lnTo>
                    <a:pt x="68907" y="169049"/>
                  </a:lnTo>
                  <a:lnTo>
                    <a:pt x="72877" y="163927"/>
                  </a:lnTo>
                  <a:lnTo>
                    <a:pt x="75240" y="156291"/>
                  </a:lnTo>
                  <a:lnTo>
                    <a:pt x="76091" y="145175"/>
                  </a:lnTo>
                  <a:lnTo>
                    <a:pt x="84030" y="132610"/>
                  </a:lnTo>
                  <a:lnTo>
                    <a:pt x="96791" y="125748"/>
                  </a:lnTo>
                  <a:lnTo>
                    <a:pt x="102462" y="118692"/>
                  </a:lnTo>
                  <a:lnTo>
                    <a:pt x="106149" y="109510"/>
                  </a:lnTo>
                  <a:lnTo>
                    <a:pt x="118153" y="98201"/>
                  </a:lnTo>
                  <a:lnTo>
                    <a:pt x="121745" y="94528"/>
                  </a:lnTo>
                  <a:lnTo>
                    <a:pt x="124675" y="91435"/>
                  </a:lnTo>
                  <a:lnTo>
                    <a:pt x="133088" y="82543"/>
                  </a:lnTo>
                  <a:lnTo>
                    <a:pt x="133371" y="79160"/>
                  </a:lnTo>
                  <a:lnTo>
                    <a:pt x="134978" y="76550"/>
                  </a:lnTo>
                  <a:lnTo>
                    <a:pt x="141122" y="72877"/>
                  </a:lnTo>
                  <a:lnTo>
                    <a:pt x="182618" y="42721"/>
                  </a:lnTo>
                  <a:lnTo>
                    <a:pt x="184792" y="39918"/>
                  </a:lnTo>
                  <a:lnTo>
                    <a:pt x="191976" y="30543"/>
                  </a:lnTo>
                  <a:lnTo>
                    <a:pt x="198970" y="18751"/>
                  </a:lnTo>
                  <a:lnTo>
                    <a:pt x="206627" y="3286"/>
                  </a:lnTo>
                  <a:lnTo>
                    <a:pt x="208706" y="0"/>
                  </a:lnTo>
                  <a:lnTo>
                    <a:pt x="210219" y="2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170262" y="4004800"/>
              <a:ext cx="320054" cy="313549"/>
            </a:xfrm>
            <a:custGeom>
              <a:avLst/>
              <a:pathLst>
                <a:path w="320054" h="313549">
                  <a:moveTo>
                    <a:pt x="236307" y="2416"/>
                  </a:moveTo>
                  <a:lnTo>
                    <a:pt x="242735" y="10825"/>
                  </a:lnTo>
                  <a:lnTo>
                    <a:pt x="244814" y="13628"/>
                  </a:lnTo>
                  <a:lnTo>
                    <a:pt x="251053" y="21650"/>
                  </a:lnTo>
                  <a:lnTo>
                    <a:pt x="251809" y="22617"/>
                  </a:lnTo>
                  <a:lnTo>
                    <a:pt x="253794" y="25130"/>
                  </a:lnTo>
                  <a:lnTo>
                    <a:pt x="257008" y="29383"/>
                  </a:lnTo>
                  <a:lnTo>
                    <a:pt x="261072" y="34699"/>
                  </a:lnTo>
                  <a:lnTo>
                    <a:pt x="262773" y="37115"/>
                  </a:lnTo>
                  <a:lnTo>
                    <a:pt x="263530" y="38468"/>
                  </a:lnTo>
                  <a:lnTo>
                    <a:pt x="264002" y="40015"/>
                  </a:lnTo>
                  <a:lnTo>
                    <a:pt x="264853" y="44074"/>
                  </a:lnTo>
                  <a:lnTo>
                    <a:pt x="265704" y="49294"/>
                  </a:lnTo>
                  <a:lnTo>
                    <a:pt x="277424" y="49197"/>
                  </a:lnTo>
                  <a:lnTo>
                    <a:pt x="283474" y="49004"/>
                  </a:lnTo>
                  <a:lnTo>
                    <a:pt x="283285" y="49487"/>
                  </a:lnTo>
                  <a:lnTo>
                    <a:pt x="283190" y="49680"/>
                  </a:lnTo>
                  <a:lnTo>
                    <a:pt x="283001" y="50163"/>
                  </a:lnTo>
                  <a:lnTo>
                    <a:pt x="282529" y="51903"/>
                  </a:lnTo>
                  <a:lnTo>
                    <a:pt x="282434" y="52193"/>
                  </a:lnTo>
                  <a:lnTo>
                    <a:pt x="282245" y="54126"/>
                  </a:lnTo>
                  <a:lnTo>
                    <a:pt x="282151" y="55673"/>
                  </a:lnTo>
                  <a:lnTo>
                    <a:pt x="282245" y="56639"/>
                  </a:lnTo>
                  <a:lnTo>
                    <a:pt x="282529" y="58283"/>
                  </a:lnTo>
                  <a:lnTo>
                    <a:pt x="282529" y="58669"/>
                  </a:lnTo>
                  <a:lnTo>
                    <a:pt x="282907" y="60022"/>
                  </a:lnTo>
                  <a:lnTo>
                    <a:pt x="283379" y="61279"/>
                  </a:lnTo>
                  <a:lnTo>
                    <a:pt x="284041" y="62922"/>
                  </a:lnTo>
                  <a:lnTo>
                    <a:pt x="285270" y="66402"/>
                  </a:lnTo>
                  <a:lnTo>
                    <a:pt x="285648" y="67271"/>
                  </a:lnTo>
                  <a:lnTo>
                    <a:pt x="285837" y="67851"/>
                  </a:lnTo>
                  <a:lnTo>
                    <a:pt x="286782" y="70171"/>
                  </a:lnTo>
                  <a:lnTo>
                    <a:pt x="287349" y="71621"/>
                  </a:lnTo>
                  <a:lnTo>
                    <a:pt x="288295" y="74231"/>
                  </a:lnTo>
                  <a:lnTo>
                    <a:pt x="289618" y="78677"/>
                  </a:lnTo>
                  <a:lnTo>
                    <a:pt x="290280" y="80707"/>
                  </a:lnTo>
                  <a:lnTo>
                    <a:pt x="290563" y="81480"/>
                  </a:lnTo>
                  <a:lnTo>
                    <a:pt x="291130" y="83510"/>
                  </a:lnTo>
                  <a:lnTo>
                    <a:pt x="291319" y="84089"/>
                  </a:lnTo>
                  <a:lnTo>
                    <a:pt x="291981" y="87279"/>
                  </a:lnTo>
                  <a:lnTo>
                    <a:pt x="292076" y="87472"/>
                  </a:lnTo>
                  <a:lnTo>
                    <a:pt x="292265" y="88536"/>
                  </a:lnTo>
                  <a:lnTo>
                    <a:pt x="292359" y="89115"/>
                  </a:lnTo>
                  <a:lnTo>
                    <a:pt x="292548" y="90952"/>
                  </a:lnTo>
                  <a:lnTo>
                    <a:pt x="293493" y="98201"/>
                  </a:lnTo>
                  <a:lnTo>
                    <a:pt x="294250" y="103710"/>
                  </a:lnTo>
                  <a:lnTo>
                    <a:pt x="296613" y="121398"/>
                  </a:lnTo>
                  <a:lnTo>
                    <a:pt x="296896" y="123041"/>
                  </a:lnTo>
                  <a:lnTo>
                    <a:pt x="297180" y="125458"/>
                  </a:lnTo>
                  <a:lnTo>
                    <a:pt x="298976" y="138410"/>
                  </a:lnTo>
                  <a:lnTo>
                    <a:pt x="299259" y="140633"/>
                  </a:lnTo>
                  <a:lnTo>
                    <a:pt x="300866" y="152328"/>
                  </a:lnTo>
                  <a:lnTo>
                    <a:pt x="301339" y="155421"/>
                  </a:lnTo>
                  <a:lnTo>
                    <a:pt x="301811" y="159480"/>
                  </a:lnTo>
                  <a:lnTo>
                    <a:pt x="302189" y="161897"/>
                  </a:lnTo>
                  <a:lnTo>
                    <a:pt x="302662" y="165860"/>
                  </a:lnTo>
                  <a:lnTo>
                    <a:pt x="303513" y="172626"/>
                  </a:lnTo>
                  <a:lnTo>
                    <a:pt x="304080" y="176202"/>
                  </a:lnTo>
                  <a:lnTo>
                    <a:pt x="304458" y="177845"/>
                  </a:lnTo>
                  <a:lnTo>
                    <a:pt x="304647" y="178811"/>
                  </a:lnTo>
                  <a:lnTo>
                    <a:pt x="305120" y="182774"/>
                  </a:lnTo>
                  <a:lnTo>
                    <a:pt x="305214" y="183064"/>
                  </a:lnTo>
                  <a:lnTo>
                    <a:pt x="305309" y="183548"/>
                  </a:lnTo>
                  <a:lnTo>
                    <a:pt x="305403" y="184514"/>
                  </a:lnTo>
                  <a:lnTo>
                    <a:pt x="308144" y="205198"/>
                  </a:lnTo>
                  <a:lnTo>
                    <a:pt x="309751" y="216990"/>
                  </a:lnTo>
                  <a:lnTo>
                    <a:pt x="310318" y="221243"/>
                  </a:lnTo>
                  <a:lnTo>
                    <a:pt x="310980" y="226076"/>
                  </a:lnTo>
                  <a:lnTo>
                    <a:pt x="311075" y="226656"/>
                  </a:lnTo>
                  <a:lnTo>
                    <a:pt x="311358" y="228395"/>
                  </a:lnTo>
                  <a:lnTo>
                    <a:pt x="311453" y="229169"/>
                  </a:lnTo>
                  <a:lnTo>
                    <a:pt x="311547" y="229652"/>
                  </a:lnTo>
                  <a:lnTo>
                    <a:pt x="312871" y="239318"/>
                  </a:lnTo>
                  <a:lnTo>
                    <a:pt x="312776" y="240187"/>
                  </a:lnTo>
                  <a:lnTo>
                    <a:pt x="314194" y="251013"/>
                  </a:lnTo>
                  <a:lnTo>
                    <a:pt x="314667" y="253816"/>
                  </a:lnTo>
                  <a:lnTo>
                    <a:pt x="316084" y="264061"/>
                  </a:lnTo>
                  <a:lnTo>
                    <a:pt x="317313" y="272857"/>
                  </a:lnTo>
                  <a:lnTo>
                    <a:pt x="317786" y="276046"/>
                  </a:lnTo>
                  <a:lnTo>
                    <a:pt x="318164" y="278270"/>
                  </a:lnTo>
                  <a:lnTo>
                    <a:pt x="319109" y="285809"/>
                  </a:lnTo>
                  <a:lnTo>
                    <a:pt x="319676" y="289868"/>
                  </a:lnTo>
                  <a:lnTo>
                    <a:pt x="320054" y="292671"/>
                  </a:lnTo>
                  <a:lnTo>
                    <a:pt x="319676" y="292671"/>
                  </a:lnTo>
                  <a:lnTo>
                    <a:pt x="319204" y="292671"/>
                  </a:lnTo>
                  <a:lnTo>
                    <a:pt x="315801" y="292961"/>
                  </a:lnTo>
                  <a:lnTo>
                    <a:pt x="312114" y="293154"/>
                  </a:lnTo>
                  <a:lnTo>
                    <a:pt x="293682" y="294411"/>
                  </a:lnTo>
                  <a:lnTo>
                    <a:pt x="289902" y="294701"/>
                  </a:lnTo>
                  <a:lnTo>
                    <a:pt x="284892" y="295088"/>
                  </a:lnTo>
                  <a:lnTo>
                    <a:pt x="275534" y="295764"/>
                  </a:lnTo>
                  <a:lnTo>
                    <a:pt x="266082" y="296441"/>
                  </a:lnTo>
                  <a:lnTo>
                    <a:pt x="263152" y="296731"/>
                  </a:lnTo>
                  <a:lnTo>
                    <a:pt x="260694" y="296827"/>
                  </a:lnTo>
                  <a:lnTo>
                    <a:pt x="251714" y="297504"/>
                  </a:lnTo>
                  <a:lnTo>
                    <a:pt x="240277" y="298277"/>
                  </a:lnTo>
                  <a:lnTo>
                    <a:pt x="240088" y="298277"/>
                  </a:lnTo>
                  <a:lnTo>
                    <a:pt x="238670" y="298374"/>
                  </a:lnTo>
                  <a:lnTo>
                    <a:pt x="232621" y="298857"/>
                  </a:lnTo>
                  <a:lnTo>
                    <a:pt x="224492" y="299437"/>
                  </a:lnTo>
                  <a:lnTo>
                    <a:pt x="216552" y="300017"/>
                  </a:lnTo>
                  <a:lnTo>
                    <a:pt x="213716" y="300210"/>
                  </a:lnTo>
                  <a:lnTo>
                    <a:pt x="208990" y="300597"/>
                  </a:lnTo>
                  <a:lnTo>
                    <a:pt x="182334" y="302433"/>
                  </a:lnTo>
                  <a:lnTo>
                    <a:pt x="176568" y="302820"/>
                  </a:lnTo>
                  <a:lnTo>
                    <a:pt x="175056" y="303013"/>
                  </a:lnTo>
                  <a:lnTo>
                    <a:pt x="173827" y="303110"/>
                  </a:lnTo>
                  <a:lnTo>
                    <a:pt x="169290" y="303497"/>
                  </a:lnTo>
                  <a:lnTo>
                    <a:pt x="131670" y="306010"/>
                  </a:lnTo>
                  <a:lnTo>
                    <a:pt x="122218" y="306686"/>
                  </a:lnTo>
                  <a:lnTo>
                    <a:pt x="112860" y="307363"/>
                  </a:lnTo>
                  <a:lnTo>
                    <a:pt x="112293" y="307459"/>
                  </a:lnTo>
                  <a:lnTo>
                    <a:pt x="109835" y="307653"/>
                  </a:lnTo>
                  <a:lnTo>
                    <a:pt x="93294" y="308716"/>
                  </a:lnTo>
                  <a:lnTo>
                    <a:pt x="92443" y="308716"/>
                  </a:lnTo>
                  <a:lnTo>
                    <a:pt x="83841" y="309296"/>
                  </a:lnTo>
                  <a:lnTo>
                    <a:pt x="82235" y="309392"/>
                  </a:lnTo>
                  <a:lnTo>
                    <a:pt x="68529" y="310359"/>
                  </a:lnTo>
                  <a:lnTo>
                    <a:pt x="56997" y="311132"/>
                  </a:lnTo>
                  <a:lnTo>
                    <a:pt x="56808" y="311229"/>
                  </a:lnTo>
                  <a:lnTo>
                    <a:pt x="55674" y="311326"/>
                  </a:lnTo>
                  <a:lnTo>
                    <a:pt x="41779" y="312195"/>
                  </a:lnTo>
                  <a:lnTo>
                    <a:pt x="40550" y="312292"/>
                  </a:lnTo>
                  <a:lnTo>
                    <a:pt x="36296" y="312582"/>
                  </a:lnTo>
                  <a:lnTo>
                    <a:pt x="23819" y="313549"/>
                  </a:lnTo>
                  <a:lnTo>
                    <a:pt x="23347" y="307653"/>
                  </a:lnTo>
                  <a:lnTo>
                    <a:pt x="22874" y="302143"/>
                  </a:lnTo>
                  <a:lnTo>
                    <a:pt x="22685" y="299727"/>
                  </a:lnTo>
                  <a:lnTo>
                    <a:pt x="22496" y="298084"/>
                  </a:lnTo>
                  <a:lnTo>
                    <a:pt x="22118" y="293444"/>
                  </a:lnTo>
                  <a:lnTo>
                    <a:pt x="21929" y="293444"/>
                  </a:lnTo>
                  <a:lnTo>
                    <a:pt x="21551" y="293154"/>
                  </a:lnTo>
                  <a:lnTo>
                    <a:pt x="21267" y="293058"/>
                  </a:lnTo>
                  <a:lnTo>
                    <a:pt x="21267" y="292768"/>
                  </a:lnTo>
                  <a:lnTo>
                    <a:pt x="21078" y="291995"/>
                  </a:lnTo>
                  <a:lnTo>
                    <a:pt x="20511" y="289288"/>
                  </a:lnTo>
                  <a:lnTo>
                    <a:pt x="20416" y="288805"/>
                  </a:lnTo>
                  <a:lnTo>
                    <a:pt x="19944" y="286389"/>
                  </a:lnTo>
                  <a:lnTo>
                    <a:pt x="19566" y="284455"/>
                  </a:lnTo>
                  <a:lnTo>
                    <a:pt x="19566" y="284262"/>
                  </a:lnTo>
                  <a:lnTo>
                    <a:pt x="18148" y="277496"/>
                  </a:lnTo>
                  <a:lnTo>
                    <a:pt x="16825" y="270924"/>
                  </a:lnTo>
                  <a:lnTo>
                    <a:pt x="16825" y="270634"/>
                  </a:lnTo>
                  <a:lnTo>
                    <a:pt x="16541" y="270054"/>
                  </a:lnTo>
                  <a:lnTo>
                    <a:pt x="15879" y="268314"/>
                  </a:lnTo>
                  <a:lnTo>
                    <a:pt x="15501" y="266381"/>
                  </a:lnTo>
                  <a:lnTo>
                    <a:pt x="15123" y="264448"/>
                  </a:lnTo>
                  <a:lnTo>
                    <a:pt x="14367" y="261065"/>
                  </a:lnTo>
                  <a:lnTo>
                    <a:pt x="13611" y="257005"/>
                  </a:lnTo>
                  <a:lnTo>
                    <a:pt x="11248" y="245407"/>
                  </a:lnTo>
                  <a:lnTo>
                    <a:pt x="8979" y="234581"/>
                  </a:lnTo>
                  <a:lnTo>
                    <a:pt x="6333" y="222016"/>
                  </a:lnTo>
                  <a:lnTo>
                    <a:pt x="4726" y="214960"/>
                  </a:lnTo>
                  <a:lnTo>
                    <a:pt x="567" y="195049"/>
                  </a:lnTo>
                  <a:lnTo>
                    <a:pt x="472" y="190603"/>
                  </a:lnTo>
                  <a:lnTo>
                    <a:pt x="0" y="185384"/>
                  </a:lnTo>
                  <a:lnTo>
                    <a:pt x="1606" y="183064"/>
                  </a:lnTo>
                  <a:lnTo>
                    <a:pt x="2268" y="178618"/>
                  </a:lnTo>
                  <a:lnTo>
                    <a:pt x="2268" y="177458"/>
                  </a:lnTo>
                  <a:lnTo>
                    <a:pt x="2079" y="176395"/>
                  </a:lnTo>
                  <a:lnTo>
                    <a:pt x="2079" y="176202"/>
                  </a:lnTo>
                  <a:lnTo>
                    <a:pt x="1890" y="175332"/>
                  </a:lnTo>
                  <a:lnTo>
                    <a:pt x="2646" y="173109"/>
                  </a:lnTo>
                  <a:lnTo>
                    <a:pt x="5482" y="164506"/>
                  </a:lnTo>
                  <a:lnTo>
                    <a:pt x="7278" y="160834"/>
                  </a:lnTo>
                  <a:lnTo>
                    <a:pt x="7561" y="160447"/>
                  </a:lnTo>
                  <a:lnTo>
                    <a:pt x="10303" y="155518"/>
                  </a:lnTo>
                  <a:lnTo>
                    <a:pt x="19849" y="137540"/>
                  </a:lnTo>
                  <a:lnTo>
                    <a:pt x="27506" y="123041"/>
                  </a:lnTo>
                  <a:lnTo>
                    <a:pt x="28356" y="121495"/>
                  </a:lnTo>
                  <a:lnTo>
                    <a:pt x="34973" y="109026"/>
                  </a:lnTo>
                  <a:lnTo>
                    <a:pt x="36485" y="106127"/>
                  </a:lnTo>
                  <a:lnTo>
                    <a:pt x="39037" y="101294"/>
                  </a:lnTo>
                  <a:lnTo>
                    <a:pt x="39888" y="99748"/>
                  </a:lnTo>
                  <a:lnTo>
                    <a:pt x="41401" y="96945"/>
                  </a:lnTo>
                  <a:lnTo>
                    <a:pt x="41684" y="96268"/>
                  </a:lnTo>
                  <a:lnTo>
                    <a:pt x="42724" y="92595"/>
                  </a:lnTo>
                  <a:lnTo>
                    <a:pt x="42724" y="92305"/>
                  </a:lnTo>
                  <a:lnTo>
                    <a:pt x="43007" y="90372"/>
                  </a:lnTo>
                  <a:lnTo>
                    <a:pt x="43102" y="90082"/>
                  </a:lnTo>
                  <a:lnTo>
                    <a:pt x="43102" y="87279"/>
                  </a:lnTo>
                  <a:lnTo>
                    <a:pt x="43007" y="86409"/>
                  </a:lnTo>
                  <a:lnTo>
                    <a:pt x="42913" y="86023"/>
                  </a:lnTo>
                  <a:lnTo>
                    <a:pt x="42724" y="84573"/>
                  </a:lnTo>
                  <a:lnTo>
                    <a:pt x="21362" y="87472"/>
                  </a:lnTo>
                  <a:lnTo>
                    <a:pt x="20038" y="78483"/>
                  </a:lnTo>
                  <a:lnTo>
                    <a:pt x="19660" y="75487"/>
                  </a:lnTo>
                  <a:lnTo>
                    <a:pt x="18810" y="69495"/>
                  </a:lnTo>
                  <a:lnTo>
                    <a:pt x="18715" y="68528"/>
                  </a:lnTo>
                  <a:lnTo>
                    <a:pt x="18526" y="66885"/>
                  </a:lnTo>
                  <a:lnTo>
                    <a:pt x="18431" y="65725"/>
                  </a:lnTo>
                  <a:lnTo>
                    <a:pt x="18526" y="64855"/>
                  </a:lnTo>
                  <a:lnTo>
                    <a:pt x="18526" y="63212"/>
                  </a:lnTo>
                  <a:lnTo>
                    <a:pt x="18904" y="60216"/>
                  </a:lnTo>
                  <a:lnTo>
                    <a:pt x="19471" y="57219"/>
                  </a:lnTo>
                  <a:lnTo>
                    <a:pt x="19471" y="56736"/>
                  </a:lnTo>
                  <a:lnTo>
                    <a:pt x="19755" y="53740"/>
                  </a:lnTo>
                  <a:lnTo>
                    <a:pt x="19755" y="51323"/>
                  </a:lnTo>
                  <a:lnTo>
                    <a:pt x="19471" y="48134"/>
                  </a:lnTo>
                  <a:lnTo>
                    <a:pt x="30909" y="46587"/>
                  </a:lnTo>
                  <a:lnTo>
                    <a:pt x="37147" y="45717"/>
                  </a:lnTo>
                  <a:lnTo>
                    <a:pt x="42535" y="44847"/>
                  </a:lnTo>
                  <a:lnTo>
                    <a:pt x="59076" y="42624"/>
                  </a:lnTo>
                  <a:lnTo>
                    <a:pt x="59644" y="42528"/>
                  </a:lnTo>
                  <a:lnTo>
                    <a:pt x="75334" y="40111"/>
                  </a:lnTo>
                  <a:lnTo>
                    <a:pt x="80817" y="39338"/>
                  </a:lnTo>
                  <a:lnTo>
                    <a:pt x="89985" y="38082"/>
                  </a:lnTo>
                  <a:lnTo>
                    <a:pt x="90742" y="37888"/>
                  </a:lnTo>
                  <a:lnTo>
                    <a:pt x="93672" y="37502"/>
                  </a:lnTo>
                  <a:lnTo>
                    <a:pt x="106716" y="35762"/>
                  </a:lnTo>
                  <a:lnTo>
                    <a:pt x="107378" y="35665"/>
                  </a:lnTo>
                  <a:lnTo>
                    <a:pt x="114089" y="34699"/>
                  </a:lnTo>
                  <a:lnTo>
                    <a:pt x="115034" y="34602"/>
                  </a:lnTo>
                  <a:lnTo>
                    <a:pt x="118248" y="34119"/>
                  </a:lnTo>
                  <a:lnTo>
                    <a:pt x="120422" y="33829"/>
                  </a:lnTo>
                  <a:lnTo>
                    <a:pt x="120705" y="33732"/>
                  </a:lnTo>
                  <a:lnTo>
                    <a:pt x="122879" y="33442"/>
                  </a:lnTo>
                  <a:lnTo>
                    <a:pt x="127889" y="31509"/>
                  </a:lnTo>
                  <a:lnTo>
                    <a:pt x="131292" y="29963"/>
                  </a:lnTo>
                  <a:lnTo>
                    <a:pt x="134222" y="28319"/>
                  </a:lnTo>
                  <a:lnTo>
                    <a:pt x="137341" y="26193"/>
                  </a:lnTo>
                  <a:lnTo>
                    <a:pt x="138003" y="25710"/>
                  </a:lnTo>
                  <a:lnTo>
                    <a:pt x="139988" y="24453"/>
                  </a:lnTo>
                  <a:lnTo>
                    <a:pt x="140839" y="23777"/>
                  </a:lnTo>
                  <a:lnTo>
                    <a:pt x="142068" y="23003"/>
                  </a:lnTo>
                  <a:lnTo>
                    <a:pt x="142729" y="22617"/>
                  </a:lnTo>
                  <a:lnTo>
                    <a:pt x="144053" y="21747"/>
                  </a:lnTo>
                  <a:lnTo>
                    <a:pt x="145376" y="20974"/>
                  </a:lnTo>
                  <a:lnTo>
                    <a:pt x="145754" y="20684"/>
                  </a:lnTo>
                  <a:lnTo>
                    <a:pt x="148306" y="19041"/>
                  </a:lnTo>
                  <a:lnTo>
                    <a:pt x="148873" y="18751"/>
                  </a:lnTo>
                  <a:lnTo>
                    <a:pt x="149062" y="18654"/>
                  </a:lnTo>
                  <a:lnTo>
                    <a:pt x="149251" y="18461"/>
                  </a:lnTo>
                  <a:lnTo>
                    <a:pt x="150764" y="17687"/>
                  </a:lnTo>
                  <a:lnTo>
                    <a:pt x="153694" y="16238"/>
                  </a:lnTo>
                  <a:lnTo>
                    <a:pt x="153883" y="16141"/>
                  </a:lnTo>
                  <a:lnTo>
                    <a:pt x="154828" y="15754"/>
                  </a:lnTo>
                  <a:lnTo>
                    <a:pt x="158136" y="14788"/>
                  </a:lnTo>
                  <a:lnTo>
                    <a:pt x="160594" y="14111"/>
                  </a:lnTo>
                  <a:lnTo>
                    <a:pt x="162106" y="13821"/>
                  </a:lnTo>
                  <a:lnTo>
                    <a:pt x="170424" y="11888"/>
                  </a:lnTo>
                  <a:lnTo>
                    <a:pt x="173638" y="10825"/>
                  </a:lnTo>
                  <a:lnTo>
                    <a:pt x="174300" y="10632"/>
                  </a:lnTo>
                  <a:lnTo>
                    <a:pt x="175340" y="10052"/>
                  </a:lnTo>
                  <a:lnTo>
                    <a:pt x="176474" y="16624"/>
                  </a:lnTo>
                  <a:lnTo>
                    <a:pt x="177514" y="16528"/>
                  </a:lnTo>
                  <a:lnTo>
                    <a:pt x="178175" y="16238"/>
                  </a:lnTo>
                  <a:lnTo>
                    <a:pt x="181011" y="14111"/>
                  </a:lnTo>
                  <a:lnTo>
                    <a:pt x="181578" y="15174"/>
                  </a:lnTo>
                  <a:lnTo>
                    <a:pt x="182334" y="17107"/>
                  </a:lnTo>
                  <a:lnTo>
                    <a:pt x="185170" y="17107"/>
                  </a:lnTo>
                  <a:lnTo>
                    <a:pt x="185643" y="17204"/>
                  </a:lnTo>
                  <a:lnTo>
                    <a:pt x="185832" y="17204"/>
                  </a:lnTo>
                  <a:lnTo>
                    <a:pt x="186021" y="17204"/>
                  </a:lnTo>
                  <a:lnTo>
                    <a:pt x="186210" y="17204"/>
                  </a:lnTo>
                  <a:lnTo>
                    <a:pt x="186399" y="17204"/>
                  </a:lnTo>
                  <a:lnTo>
                    <a:pt x="186777" y="17204"/>
                  </a:lnTo>
                  <a:lnTo>
                    <a:pt x="190369" y="17204"/>
                  </a:lnTo>
                  <a:lnTo>
                    <a:pt x="195095" y="17301"/>
                  </a:lnTo>
                  <a:lnTo>
                    <a:pt x="197174" y="17397"/>
                  </a:lnTo>
                  <a:lnTo>
                    <a:pt x="199538" y="17397"/>
                  </a:lnTo>
                  <a:lnTo>
                    <a:pt x="199916" y="17397"/>
                  </a:lnTo>
                  <a:lnTo>
                    <a:pt x="201144" y="17494"/>
                  </a:lnTo>
                  <a:lnTo>
                    <a:pt x="201523" y="17494"/>
                  </a:lnTo>
                  <a:lnTo>
                    <a:pt x="202184" y="17494"/>
                  </a:lnTo>
                  <a:lnTo>
                    <a:pt x="202562" y="17494"/>
                  </a:lnTo>
                  <a:lnTo>
                    <a:pt x="207572" y="17591"/>
                  </a:lnTo>
                  <a:lnTo>
                    <a:pt x="211069" y="17687"/>
                  </a:lnTo>
                  <a:lnTo>
                    <a:pt x="211258" y="17591"/>
                  </a:lnTo>
                  <a:lnTo>
                    <a:pt x="212771" y="17397"/>
                  </a:lnTo>
                  <a:lnTo>
                    <a:pt x="230541" y="3092"/>
                  </a:lnTo>
                  <a:lnTo>
                    <a:pt x="234511" y="0"/>
                  </a:lnTo>
                  <a:lnTo>
                    <a:pt x="235456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709651" y="4054867"/>
              <a:ext cx="503713" cy="251496"/>
            </a:xfrm>
            <a:custGeom>
              <a:avLst/>
              <a:pathLst>
                <a:path w="503713" h="251496">
                  <a:moveTo>
                    <a:pt x="115885" y="4446"/>
                  </a:moveTo>
                  <a:lnTo>
                    <a:pt x="116735" y="10438"/>
                  </a:lnTo>
                  <a:lnTo>
                    <a:pt x="117303" y="14401"/>
                  </a:lnTo>
                  <a:lnTo>
                    <a:pt x="117586" y="15948"/>
                  </a:lnTo>
                  <a:lnTo>
                    <a:pt x="119571" y="28416"/>
                  </a:lnTo>
                  <a:lnTo>
                    <a:pt x="119760" y="30156"/>
                  </a:lnTo>
                  <a:lnTo>
                    <a:pt x="119855" y="30639"/>
                  </a:lnTo>
                  <a:lnTo>
                    <a:pt x="119949" y="30929"/>
                  </a:lnTo>
                  <a:lnTo>
                    <a:pt x="120611" y="35375"/>
                  </a:lnTo>
                  <a:lnTo>
                    <a:pt x="121745" y="42818"/>
                  </a:lnTo>
                  <a:lnTo>
                    <a:pt x="121745" y="43011"/>
                  </a:lnTo>
                  <a:lnTo>
                    <a:pt x="121840" y="43494"/>
                  </a:lnTo>
                  <a:lnTo>
                    <a:pt x="121934" y="43881"/>
                  </a:lnTo>
                  <a:lnTo>
                    <a:pt x="123447" y="55576"/>
                  </a:lnTo>
                  <a:lnTo>
                    <a:pt x="123541" y="56156"/>
                  </a:lnTo>
                  <a:lnTo>
                    <a:pt x="123825" y="58476"/>
                  </a:lnTo>
                  <a:lnTo>
                    <a:pt x="124203" y="61086"/>
                  </a:lnTo>
                  <a:lnTo>
                    <a:pt x="124297" y="61955"/>
                  </a:lnTo>
                  <a:lnTo>
                    <a:pt x="124864" y="61859"/>
                  </a:lnTo>
                  <a:lnTo>
                    <a:pt x="135073" y="60506"/>
                  </a:lnTo>
                  <a:lnTo>
                    <a:pt x="135451" y="63405"/>
                  </a:lnTo>
                  <a:lnTo>
                    <a:pt x="145943" y="61955"/>
                  </a:lnTo>
                  <a:lnTo>
                    <a:pt x="146605" y="61955"/>
                  </a:lnTo>
                  <a:lnTo>
                    <a:pt x="146794" y="61859"/>
                  </a:lnTo>
                  <a:lnTo>
                    <a:pt x="156624" y="60506"/>
                  </a:lnTo>
                  <a:lnTo>
                    <a:pt x="156908" y="60506"/>
                  </a:lnTo>
                  <a:lnTo>
                    <a:pt x="157191" y="60409"/>
                  </a:lnTo>
                  <a:lnTo>
                    <a:pt x="167305" y="58959"/>
                  </a:lnTo>
                  <a:lnTo>
                    <a:pt x="166171" y="51227"/>
                  </a:lnTo>
                  <a:lnTo>
                    <a:pt x="169290" y="50840"/>
                  </a:lnTo>
                  <a:lnTo>
                    <a:pt x="181106" y="49100"/>
                  </a:lnTo>
                  <a:lnTo>
                    <a:pt x="181578" y="49100"/>
                  </a:lnTo>
                  <a:lnTo>
                    <a:pt x="182334" y="49004"/>
                  </a:lnTo>
                  <a:lnTo>
                    <a:pt x="183847" y="48714"/>
                  </a:lnTo>
                  <a:lnTo>
                    <a:pt x="185926" y="48424"/>
                  </a:lnTo>
                  <a:lnTo>
                    <a:pt x="188384" y="48134"/>
                  </a:lnTo>
                  <a:lnTo>
                    <a:pt x="189424" y="47940"/>
                  </a:lnTo>
                  <a:lnTo>
                    <a:pt x="191030" y="47747"/>
                  </a:lnTo>
                  <a:lnTo>
                    <a:pt x="191598" y="47650"/>
                  </a:lnTo>
                  <a:lnTo>
                    <a:pt x="194811" y="47167"/>
                  </a:lnTo>
                  <a:lnTo>
                    <a:pt x="195946" y="47071"/>
                  </a:lnTo>
                  <a:lnTo>
                    <a:pt x="198309" y="46684"/>
                  </a:lnTo>
                  <a:lnTo>
                    <a:pt x="200199" y="46394"/>
                  </a:lnTo>
                  <a:lnTo>
                    <a:pt x="202279" y="46104"/>
                  </a:lnTo>
                  <a:lnTo>
                    <a:pt x="204831" y="45717"/>
                  </a:lnTo>
                  <a:lnTo>
                    <a:pt x="205209" y="45717"/>
                  </a:lnTo>
                  <a:lnTo>
                    <a:pt x="214094" y="44461"/>
                  </a:lnTo>
                  <a:lnTo>
                    <a:pt x="229123" y="42238"/>
                  </a:lnTo>
                  <a:lnTo>
                    <a:pt x="255495" y="38662"/>
                  </a:lnTo>
                  <a:lnTo>
                    <a:pt x="255495" y="38952"/>
                  </a:lnTo>
                  <a:lnTo>
                    <a:pt x="256440" y="45137"/>
                  </a:lnTo>
                  <a:lnTo>
                    <a:pt x="257669" y="53353"/>
                  </a:lnTo>
                  <a:lnTo>
                    <a:pt x="257764" y="53836"/>
                  </a:lnTo>
                  <a:lnTo>
                    <a:pt x="258236" y="53836"/>
                  </a:lnTo>
                  <a:lnTo>
                    <a:pt x="260221" y="54126"/>
                  </a:lnTo>
                  <a:lnTo>
                    <a:pt x="271942" y="55673"/>
                  </a:lnTo>
                  <a:lnTo>
                    <a:pt x="280544" y="56736"/>
                  </a:lnTo>
                  <a:lnTo>
                    <a:pt x="287917" y="57703"/>
                  </a:lnTo>
                  <a:lnTo>
                    <a:pt x="291603" y="58186"/>
                  </a:lnTo>
                  <a:lnTo>
                    <a:pt x="289429" y="65242"/>
                  </a:lnTo>
                  <a:lnTo>
                    <a:pt x="290091" y="65145"/>
                  </a:lnTo>
                  <a:lnTo>
                    <a:pt x="296802" y="64178"/>
                  </a:lnTo>
                  <a:lnTo>
                    <a:pt x="359187" y="55093"/>
                  </a:lnTo>
                  <a:lnTo>
                    <a:pt x="394066" y="50067"/>
                  </a:lnTo>
                  <a:lnTo>
                    <a:pt x="423652" y="46007"/>
                  </a:lnTo>
                  <a:lnTo>
                    <a:pt x="438303" y="43978"/>
                  </a:lnTo>
                  <a:lnTo>
                    <a:pt x="438964" y="43881"/>
                  </a:lnTo>
                  <a:lnTo>
                    <a:pt x="444541" y="43011"/>
                  </a:lnTo>
                  <a:lnTo>
                    <a:pt x="446621" y="42721"/>
                  </a:lnTo>
                  <a:lnTo>
                    <a:pt x="457774" y="40981"/>
                  </a:lnTo>
                  <a:lnTo>
                    <a:pt x="470346" y="39048"/>
                  </a:lnTo>
                  <a:lnTo>
                    <a:pt x="481972" y="37405"/>
                  </a:lnTo>
                  <a:lnTo>
                    <a:pt x="503334" y="34505"/>
                  </a:lnTo>
                  <a:lnTo>
                    <a:pt x="503523" y="35955"/>
                  </a:lnTo>
                  <a:lnTo>
                    <a:pt x="503618" y="36342"/>
                  </a:lnTo>
                  <a:lnTo>
                    <a:pt x="503713" y="37212"/>
                  </a:lnTo>
                  <a:lnTo>
                    <a:pt x="503713" y="40015"/>
                  </a:lnTo>
                  <a:lnTo>
                    <a:pt x="503618" y="40305"/>
                  </a:lnTo>
                  <a:lnTo>
                    <a:pt x="503334" y="42238"/>
                  </a:lnTo>
                  <a:lnTo>
                    <a:pt x="503334" y="42528"/>
                  </a:lnTo>
                  <a:lnTo>
                    <a:pt x="502295" y="46201"/>
                  </a:lnTo>
                  <a:lnTo>
                    <a:pt x="502011" y="46877"/>
                  </a:lnTo>
                  <a:lnTo>
                    <a:pt x="500499" y="49680"/>
                  </a:lnTo>
                  <a:lnTo>
                    <a:pt x="499648" y="51227"/>
                  </a:lnTo>
                  <a:lnTo>
                    <a:pt x="497096" y="56059"/>
                  </a:lnTo>
                  <a:lnTo>
                    <a:pt x="495584" y="58959"/>
                  </a:lnTo>
                  <a:lnTo>
                    <a:pt x="488967" y="71428"/>
                  </a:lnTo>
                  <a:lnTo>
                    <a:pt x="488116" y="72974"/>
                  </a:lnTo>
                  <a:lnTo>
                    <a:pt x="480460" y="87472"/>
                  </a:lnTo>
                  <a:lnTo>
                    <a:pt x="470913" y="105450"/>
                  </a:lnTo>
                  <a:lnTo>
                    <a:pt x="468172" y="110380"/>
                  </a:lnTo>
                  <a:lnTo>
                    <a:pt x="467888" y="110766"/>
                  </a:lnTo>
                  <a:lnTo>
                    <a:pt x="466092" y="114439"/>
                  </a:lnTo>
                  <a:lnTo>
                    <a:pt x="463257" y="123041"/>
                  </a:lnTo>
                  <a:lnTo>
                    <a:pt x="462500" y="125265"/>
                  </a:lnTo>
                  <a:lnTo>
                    <a:pt x="462690" y="126134"/>
                  </a:lnTo>
                  <a:lnTo>
                    <a:pt x="462690" y="126328"/>
                  </a:lnTo>
                  <a:lnTo>
                    <a:pt x="462879" y="127391"/>
                  </a:lnTo>
                  <a:lnTo>
                    <a:pt x="462879" y="128551"/>
                  </a:lnTo>
                  <a:lnTo>
                    <a:pt x="462217" y="132997"/>
                  </a:lnTo>
                  <a:lnTo>
                    <a:pt x="460610" y="135317"/>
                  </a:lnTo>
                  <a:lnTo>
                    <a:pt x="461083" y="140536"/>
                  </a:lnTo>
                  <a:lnTo>
                    <a:pt x="461177" y="144982"/>
                  </a:lnTo>
                  <a:lnTo>
                    <a:pt x="465336" y="164893"/>
                  </a:lnTo>
                  <a:lnTo>
                    <a:pt x="466943" y="171949"/>
                  </a:lnTo>
                  <a:lnTo>
                    <a:pt x="469590" y="184514"/>
                  </a:lnTo>
                  <a:lnTo>
                    <a:pt x="471858" y="195339"/>
                  </a:lnTo>
                  <a:lnTo>
                    <a:pt x="474221" y="206938"/>
                  </a:lnTo>
                  <a:lnTo>
                    <a:pt x="474978" y="210998"/>
                  </a:lnTo>
                  <a:lnTo>
                    <a:pt x="475734" y="214381"/>
                  </a:lnTo>
                  <a:lnTo>
                    <a:pt x="465336" y="216314"/>
                  </a:lnTo>
                  <a:lnTo>
                    <a:pt x="461177" y="217087"/>
                  </a:lnTo>
                  <a:lnTo>
                    <a:pt x="458909" y="217473"/>
                  </a:lnTo>
                  <a:lnTo>
                    <a:pt x="455789" y="218053"/>
                  </a:lnTo>
                  <a:lnTo>
                    <a:pt x="446904" y="219697"/>
                  </a:lnTo>
                  <a:lnTo>
                    <a:pt x="445486" y="219987"/>
                  </a:lnTo>
                  <a:lnTo>
                    <a:pt x="440004" y="220953"/>
                  </a:lnTo>
                  <a:lnTo>
                    <a:pt x="438397" y="221243"/>
                  </a:lnTo>
                  <a:lnTo>
                    <a:pt x="435372" y="221823"/>
                  </a:lnTo>
                  <a:lnTo>
                    <a:pt x="433482" y="219117"/>
                  </a:lnTo>
                  <a:lnTo>
                    <a:pt x="429890" y="213994"/>
                  </a:lnTo>
                  <a:lnTo>
                    <a:pt x="429701" y="213607"/>
                  </a:lnTo>
                  <a:lnTo>
                    <a:pt x="420910" y="200945"/>
                  </a:lnTo>
                  <a:lnTo>
                    <a:pt x="418642" y="197756"/>
                  </a:lnTo>
                  <a:lnTo>
                    <a:pt x="418358" y="195823"/>
                  </a:lnTo>
                  <a:lnTo>
                    <a:pt x="418453" y="194276"/>
                  </a:lnTo>
                  <a:lnTo>
                    <a:pt x="419303" y="187317"/>
                  </a:lnTo>
                  <a:lnTo>
                    <a:pt x="419776" y="184514"/>
                  </a:lnTo>
                  <a:lnTo>
                    <a:pt x="420249" y="182581"/>
                  </a:lnTo>
                  <a:lnTo>
                    <a:pt x="420532" y="182001"/>
                  </a:lnTo>
                  <a:lnTo>
                    <a:pt x="421950" y="179198"/>
                  </a:lnTo>
                  <a:lnTo>
                    <a:pt x="422045" y="178908"/>
                  </a:lnTo>
                  <a:lnTo>
                    <a:pt x="422328" y="178328"/>
                  </a:lnTo>
                  <a:lnTo>
                    <a:pt x="421950" y="178135"/>
                  </a:lnTo>
                  <a:lnTo>
                    <a:pt x="420154" y="177072"/>
                  </a:lnTo>
                  <a:lnTo>
                    <a:pt x="418925" y="176395"/>
                  </a:lnTo>
                  <a:lnTo>
                    <a:pt x="418547" y="176202"/>
                  </a:lnTo>
                  <a:lnTo>
                    <a:pt x="418358" y="175815"/>
                  </a:lnTo>
                  <a:lnTo>
                    <a:pt x="418169" y="175525"/>
                  </a:lnTo>
                  <a:lnTo>
                    <a:pt x="418169" y="175332"/>
                  </a:lnTo>
                  <a:lnTo>
                    <a:pt x="418169" y="174945"/>
                  </a:lnTo>
                  <a:lnTo>
                    <a:pt x="418547" y="172046"/>
                  </a:lnTo>
                  <a:lnTo>
                    <a:pt x="418831" y="170209"/>
                  </a:lnTo>
                  <a:lnTo>
                    <a:pt x="418831" y="169823"/>
                  </a:lnTo>
                  <a:lnTo>
                    <a:pt x="419114" y="167406"/>
                  </a:lnTo>
                  <a:lnTo>
                    <a:pt x="419209" y="166633"/>
                  </a:lnTo>
                  <a:lnTo>
                    <a:pt x="419303" y="166053"/>
                  </a:lnTo>
                  <a:lnTo>
                    <a:pt x="417886" y="165763"/>
                  </a:lnTo>
                  <a:lnTo>
                    <a:pt x="411647" y="164796"/>
                  </a:lnTo>
                  <a:lnTo>
                    <a:pt x="410891" y="164603"/>
                  </a:lnTo>
                  <a:lnTo>
                    <a:pt x="409946" y="164506"/>
                  </a:lnTo>
                  <a:lnTo>
                    <a:pt x="406165" y="163830"/>
                  </a:lnTo>
                  <a:lnTo>
                    <a:pt x="397658" y="162477"/>
                  </a:lnTo>
                  <a:lnTo>
                    <a:pt x="389340" y="163443"/>
                  </a:lnTo>
                  <a:lnTo>
                    <a:pt x="375539" y="164893"/>
                  </a:lnTo>
                  <a:lnTo>
                    <a:pt x="368072" y="165763"/>
                  </a:lnTo>
                  <a:lnTo>
                    <a:pt x="361455" y="166440"/>
                  </a:lnTo>
                  <a:lnTo>
                    <a:pt x="358431" y="166826"/>
                  </a:lnTo>
                  <a:lnTo>
                    <a:pt x="353326" y="167406"/>
                  </a:lnTo>
                  <a:lnTo>
                    <a:pt x="352759" y="167406"/>
                  </a:lnTo>
                  <a:lnTo>
                    <a:pt x="352381" y="167503"/>
                  </a:lnTo>
                  <a:lnTo>
                    <a:pt x="347561" y="167986"/>
                  </a:lnTo>
                  <a:lnTo>
                    <a:pt x="343591" y="168469"/>
                  </a:lnTo>
                  <a:lnTo>
                    <a:pt x="337352" y="169146"/>
                  </a:lnTo>
                  <a:lnTo>
                    <a:pt x="331019" y="169823"/>
                  </a:lnTo>
                  <a:lnTo>
                    <a:pt x="326860" y="170306"/>
                  </a:lnTo>
                  <a:lnTo>
                    <a:pt x="320432" y="170982"/>
                  </a:lnTo>
                  <a:lnTo>
                    <a:pt x="319015" y="171176"/>
                  </a:lnTo>
                  <a:lnTo>
                    <a:pt x="317597" y="171272"/>
                  </a:lnTo>
                  <a:lnTo>
                    <a:pt x="316841" y="171369"/>
                  </a:lnTo>
                  <a:lnTo>
                    <a:pt x="316462" y="171466"/>
                  </a:lnTo>
                  <a:lnTo>
                    <a:pt x="301528" y="174075"/>
                  </a:lnTo>
                  <a:lnTo>
                    <a:pt x="297652" y="174655"/>
                  </a:lnTo>
                  <a:lnTo>
                    <a:pt x="296613" y="174849"/>
                  </a:lnTo>
                  <a:lnTo>
                    <a:pt x="295856" y="174945"/>
                  </a:lnTo>
                  <a:lnTo>
                    <a:pt x="294628" y="175235"/>
                  </a:lnTo>
                  <a:lnTo>
                    <a:pt x="291981" y="175622"/>
                  </a:lnTo>
                  <a:lnTo>
                    <a:pt x="290941" y="175718"/>
                  </a:lnTo>
                  <a:lnTo>
                    <a:pt x="286971" y="176298"/>
                  </a:lnTo>
                  <a:lnTo>
                    <a:pt x="284419" y="176685"/>
                  </a:lnTo>
                  <a:lnTo>
                    <a:pt x="280922" y="177265"/>
                  </a:lnTo>
                  <a:lnTo>
                    <a:pt x="278937" y="177652"/>
                  </a:lnTo>
                  <a:lnTo>
                    <a:pt x="278464" y="177748"/>
                  </a:lnTo>
                  <a:lnTo>
                    <a:pt x="277708" y="177942"/>
                  </a:lnTo>
                  <a:lnTo>
                    <a:pt x="276574" y="178135"/>
                  </a:lnTo>
                  <a:lnTo>
                    <a:pt x="267689" y="189733"/>
                  </a:lnTo>
                  <a:lnTo>
                    <a:pt x="251714" y="210611"/>
                  </a:lnTo>
                  <a:lnTo>
                    <a:pt x="251242" y="211094"/>
                  </a:lnTo>
                  <a:lnTo>
                    <a:pt x="243963" y="220663"/>
                  </a:lnTo>
                  <a:lnTo>
                    <a:pt x="238670" y="227526"/>
                  </a:lnTo>
                  <a:lnTo>
                    <a:pt x="233093" y="234871"/>
                  </a:lnTo>
                  <a:lnTo>
                    <a:pt x="228556" y="240767"/>
                  </a:lnTo>
                  <a:lnTo>
                    <a:pt x="228178" y="240477"/>
                  </a:lnTo>
                  <a:lnTo>
                    <a:pt x="227800" y="240187"/>
                  </a:lnTo>
                  <a:lnTo>
                    <a:pt x="227327" y="240091"/>
                  </a:lnTo>
                  <a:lnTo>
                    <a:pt x="226855" y="239897"/>
                  </a:lnTo>
                  <a:lnTo>
                    <a:pt x="226288" y="239897"/>
                  </a:lnTo>
                  <a:lnTo>
                    <a:pt x="225815" y="239897"/>
                  </a:lnTo>
                  <a:lnTo>
                    <a:pt x="225342" y="239994"/>
                  </a:lnTo>
                  <a:lnTo>
                    <a:pt x="224870" y="240187"/>
                  </a:lnTo>
                  <a:lnTo>
                    <a:pt x="224492" y="240477"/>
                  </a:lnTo>
                  <a:lnTo>
                    <a:pt x="224019" y="240767"/>
                  </a:lnTo>
                  <a:lnTo>
                    <a:pt x="223735" y="241057"/>
                  </a:lnTo>
                  <a:lnTo>
                    <a:pt x="222601" y="239994"/>
                  </a:lnTo>
                  <a:lnTo>
                    <a:pt x="220616" y="237868"/>
                  </a:lnTo>
                  <a:lnTo>
                    <a:pt x="218915" y="236225"/>
                  </a:lnTo>
                  <a:lnTo>
                    <a:pt x="216268" y="233518"/>
                  </a:lnTo>
                  <a:lnTo>
                    <a:pt x="213527" y="230715"/>
                  </a:lnTo>
                  <a:lnTo>
                    <a:pt x="208990" y="235258"/>
                  </a:lnTo>
                  <a:lnTo>
                    <a:pt x="208801" y="235355"/>
                  </a:lnTo>
                  <a:lnTo>
                    <a:pt x="206060" y="238158"/>
                  </a:lnTo>
                  <a:lnTo>
                    <a:pt x="205776" y="238448"/>
                  </a:lnTo>
                  <a:lnTo>
                    <a:pt x="201901" y="234581"/>
                  </a:lnTo>
                  <a:lnTo>
                    <a:pt x="198970" y="231488"/>
                  </a:lnTo>
                  <a:lnTo>
                    <a:pt x="193677" y="225979"/>
                  </a:lnTo>
                  <a:lnTo>
                    <a:pt x="192448" y="224723"/>
                  </a:lnTo>
                  <a:lnTo>
                    <a:pt x="189802" y="227332"/>
                  </a:lnTo>
                  <a:lnTo>
                    <a:pt x="184036" y="232842"/>
                  </a:lnTo>
                  <a:lnTo>
                    <a:pt x="183847" y="233035"/>
                  </a:lnTo>
                  <a:lnTo>
                    <a:pt x="177325" y="239318"/>
                  </a:lnTo>
                  <a:lnTo>
                    <a:pt x="175907" y="240767"/>
                  </a:lnTo>
                  <a:lnTo>
                    <a:pt x="167211" y="249176"/>
                  </a:lnTo>
                  <a:lnTo>
                    <a:pt x="166360" y="248500"/>
                  </a:lnTo>
                  <a:lnTo>
                    <a:pt x="165509" y="247920"/>
                  </a:lnTo>
                  <a:lnTo>
                    <a:pt x="164659" y="247340"/>
                  </a:lnTo>
                  <a:lnTo>
                    <a:pt x="163713" y="246857"/>
                  </a:lnTo>
                  <a:lnTo>
                    <a:pt x="162768" y="246470"/>
                  </a:lnTo>
                  <a:lnTo>
                    <a:pt x="161728" y="246083"/>
                  </a:lnTo>
                  <a:lnTo>
                    <a:pt x="160783" y="245793"/>
                  </a:lnTo>
                  <a:lnTo>
                    <a:pt x="159743" y="245503"/>
                  </a:lnTo>
                  <a:lnTo>
                    <a:pt x="158798" y="245310"/>
                  </a:lnTo>
                  <a:lnTo>
                    <a:pt x="157758" y="245117"/>
                  </a:lnTo>
                  <a:lnTo>
                    <a:pt x="156719" y="245117"/>
                  </a:lnTo>
                  <a:lnTo>
                    <a:pt x="155679" y="245020"/>
                  </a:lnTo>
                  <a:lnTo>
                    <a:pt x="154639" y="245117"/>
                  </a:lnTo>
                  <a:lnTo>
                    <a:pt x="138003" y="245600"/>
                  </a:lnTo>
                  <a:lnTo>
                    <a:pt x="133750" y="249660"/>
                  </a:lnTo>
                  <a:lnTo>
                    <a:pt x="130819" y="246663"/>
                  </a:lnTo>
                  <a:lnTo>
                    <a:pt x="129118" y="244924"/>
                  </a:lnTo>
                  <a:lnTo>
                    <a:pt x="127700" y="243570"/>
                  </a:lnTo>
                  <a:lnTo>
                    <a:pt x="122407" y="238061"/>
                  </a:lnTo>
                  <a:lnTo>
                    <a:pt x="122218" y="237964"/>
                  </a:lnTo>
                  <a:lnTo>
                    <a:pt x="118626" y="234291"/>
                  </a:lnTo>
                  <a:lnTo>
                    <a:pt x="117681" y="233325"/>
                  </a:lnTo>
                  <a:lnTo>
                    <a:pt x="116074" y="231682"/>
                  </a:lnTo>
                  <a:lnTo>
                    <a:pt x="115601" y="231102"/>
                  </a:lnTo>
                  <a:lnTo>
                    <a:pt x="114278" y="229845"/>
                  </a:lnTo>
                  <a:lnTo>
                    <a:pt x="113805" y="229362"/>
                  </a:lnTo>
                  <a:lnTo>
                    <a:pt x="112293" y="227816"/>
                  </a:lnTo>
                  <a:lnTo>
                    <a:pt x="108890" y="224239"/>
                  </a:lnTo>
                  <a:lnTo>
                    <a:pt x="92916" y="239704"/>
                  </a:lnTo>
                  <a:lnTo>
                    <a:pt x="91498" y="241057"/>
                  </a:lnTo>
                  <a:lnTo>
                    <a:pt x="90269" y="242217"/>
                  </a:lnTo>
                  <a:lnTo>
                    <a:pt x="88851" y="243570"/>
                  </a:lnTo>
                  <a:lnTo>
                    <a:pt x="88568" y="243280"/>
                  </a:lnTo>
                  <a:lnTo>
                    <a:pt x="88095" y="242700"/>
                  </a:lnTo>
                  <a:lnTo>
                    <a:pt x="87622" y="242217"/>
                  </a:lnTo>
                  <a:lnTo>
                    <a:pt x="87150" y="241734"/>
                  </a:lnTo>
                  <a:lnTo>
                    <a:pt x="86394" y="240961"/>
                  </a:lnTo>
                  <a:lnTo>
                    <a:pt x="85637" y="240187"/>
                  </a:lnTo>
                  <a:lnTo>
                    <a:pt x="84881" y="239221"/>
                  </a:lnTo>
                  <a:lnTo>
                    <a:pt x="84503" y="238834"/>
                  </a:lnTo>
                  <a:lnTo>
                    <a:pt x="83841" y="238158"/>
                  </a:lnTo>
                  <a:lnTo>
                    <a:pt x="82802" y="236998"/>
                  </a:lnTo>
                  <a:lnTo>
                    <a:pt x="82140" y="236321"/>
                  </a:lnTo>
                  <a:lnTo>
                    <a:pt x="81573" y="235741"/>
                  </a:lnTo>
                  <a:lnTo>
                    <a:pt x="81289" y="235355"/>
                  </a:lnTo>
                  <a:lnTo>
                    <a:pt x="80155" y="234098"/>
                  </a:lnTo>
                  <a:lnTo>
                    <a:pt x="79021" y="232648"/>
                  </a:lnTo>
                  <a:lnTo>
                    <a:pt x="78075" y="231682"/>
                  </a:lnTo>
                  <a:lnTo>
                    <a:pt x="76847" y="230329"/>
                  </a:lnTo>
                  <a:lnTo>
                    <a:pt x="76374" y="229749"/>
                  </a:lnTo>
                  <a:lnTo>
                    <a:pt x="75145" y="228395"/>
                  </a:lnTo>
                  <a:lnTo>
                    <a:pt x="74200" y="227332"/>
                  </a:lnTo>
                  <a:lnTo>
                    <a:pt x="73822" y="226946"/>
                  </a:lnTo>
                  <a:lnTo>
                    <a:pt x="73538" y="226462"/>
                  </a:lnTo>
                  <a:lnTo>
                    <a:pt x="73255" y="226172"/>
                  </a:lnTo>
                  <a:lnTo>
                    <a:pt x="72688" y="225592"/>
                  </a:lnTo>
                  <a:lnTo>
                    <a:pt x="72310" y="229555"/>
                  </a:lnTo>
                  <a:lnTo>
                    <a:pt x="72215" y="230522"/>
                  </a:lnTo>
                  <a:lnTo>
                    <a:pt x="71553" y="233712"/>
                  </a:lnTo>
                  <a:lnTo>
                    <a:pt x="71175" y="234775"/>
                  </a:lnTo>
                  <a:lnTo>
                    <a:pt x="70892" y="235258"/>
                  </a:lnTo>
                  <a:lnTo>
                    <a:pt x="70041" y="236128"/>
                  </a:lnTo>
                  <a:lnTo>
                    <a:pt x="69285" y="236804"/>
                  </a:lnTo>
                  <a:lnTo>
                    <a:pt x="68812" y="237094"/>
                  </a:lnTo>
                  <a:lnTo>
                    <a:pt x="67111" y="237578"/>
                  </a:lnTo>
                  <a:lnTo>
                    <a:pt x="65788" y="237578"/>
                  </a:lnTo>
                  <a:lnTo>
                    <a:pt x="63708" y="237674"/>
                  </a:lnTo>
                  <a:lnTo>
                    <a:pt x="61912" y="237674"/>
                  </a:lnTo>
                  <a:lnTo>
                    <a:pt x="61628" y="237771"/>
                  </a:lnTo>
                  <a:lnTo>
                    <a:pt x="60683" y="238061"/>
                  </a:lnTo>
                  <a:lnTo>
                    <a:pt x="60211" y="238351"/>
                  </a:lnTo>
                  <a:lnTo>
                    <a:pt x="59454" y="239028"/>
                  </a:lnTo>
                  <a:lnTo>
                    <a:pt x="58793" y="239607"/>
                  </a:lnTo>
                  <a:lnTo>
                    <a:pt x="58320" y="239994"/>
                  </a:lnTo>
                  <a:lnTo>
                    <a:pt x="58131" y="240091"/>
                  </a:lnTo>
                  <a:lnTo>
                    <a:pt x="57659" y="240381"/>
                  </a:lnTo>
                  <a:lnTo>
                    <a:pt x="57186" y="240671"/>
                  </a:lnTo>
                  <a:lnTo>
                    <a:pt x="56430" y="241057"/>
                  </a:lnTo>
                  <a:lnTo>
                    <a:pt x="55863" y="241541"/>
                  </a:lnTo>
                  <a:lnTo>
                    <a:pt x="55579" y="242024"/>
                  </a:lnTo>
                  <a:lnTo>
                    <a:pt x="55390" y="242700"/>
                  </a:lnTo>
                  <a:lnTo>
                    <a:pt x="55484" y="243377"/>
                  </a:lnTo>
                  <a:lnTo>
                    <a:pt x="55579" y="244054"/>
                  </a:lnTo>
                  <a:lnTo>
                    <a:pt x="55768" y="244924"/>
                  </a:lnTo>
                  <a:lnTo>
                    <a:pt x="55390" y="245600"/>
                  </a:lnTo>
                  <a:lnTo>
                    <a:pt x="55106" y="246083"/>
                  </a:lnTo>
                  <a:lnTo>
                    <a:pt x="54539" y="246567"/>
                  </a:lnTo>
                  <a:lnTo>
                    <a:pt x="53689" y="247243"/>
                  </a:lnTo>
                  <a:lnTo>
                    <a:pt x="51893" y="248113"/>
                  </a:lnTo>
                  <a:lnTo>
                    <a:pt x="51231" y="248403"/>
                  </a:lnTo>
                  <a:lnTo>
                    <a:pt x="49624" y="249176"/>
                  </a:lnTo>
                  <a:lnTo>
                    <a:pt x="48679" y="249660"/>
                  </a:lnTo>
                  <a:lnTo>
                    <a:pt x="48112" y="249950"/>
                  </a:lnTo>
                  <a:lnTo>
                    <a:pt x="47356" y="250143"/>
                  </a:lnTo>
                  <a:lnTo>
                    <a:pt x="46032" y="250433"/>
                  </a:lnTo>
                  <a:lnTo>
                    <a:pt x="44425" y="251496"/>
                  </a:lnTo>
                  <a:lnTo>
                    <a:pt x="44142" y="251303"/>
                  </a:lnTo>
                  <a:lnTo>
                    <a:pt x="39699" y="249176"/>
                  </a:lnTo>
                  <a:lnTo>
                    <a:pt x="36674" y="246663"/>
                  </a:lnTo>
                  <a:lnTo>
                    <a:pt x="33650" y="244924"/>
                  </a:lnTo>
                  <a:lnTo>
                    <a:pt x="29963" y="241831"/>
                  </a:lnTo>
                  <a:lnTo>
                    <a:pt x="27506" y="239511"/>
                  </a:lnTo>
                  <a:lnTo>
                    <a:pt x="24670" y="237094"/>
                  </a:lnTo>
                  <a:lnTo>
                    <a:pt x="22874" y="235645"/>
                  </a:lnTo>
                  <a:lnTo>
                    <a:pt x="20511" y="233808"/>
                  </a:lnTo>
                  <a:lnTo>
                    <a:pt x="19093" y="232165"/>
                  </a:lnTo>
                  <a:lnTo>
                    <a:pt x="16825" y="230909"/>
                  </a:lnTo>
                  <a:lnTo>
                    <a:pt x="15029" y="229072"/>
                  </a:lnTo>
                  <a:lnTo>
                    <a:pt x="13705" y="227816"/>
                  </a:lnTo>
                  <a:lnTo>
                    <a:pt x="11815" y="226559"/>
                  </a:lnTo>
                  <a:lnTo>
                    <a:pt x="9735" y="224433"/>
                  </a:lnTo>
                  <a:lnTo>
                    <a:pt x="7183" y="222596"/>
                  </a:lnTo>
                  <a:lnTo>
                    <a:pt x="4915" y="221533"/>
                  </a:lnTo>
                  <a:lnTo>
                    <a:pt x="1606" y="219793"/>
                  </a:lnTo>
                  <a:lnTo>
                    <a:pt x="756" y="219117"/>
                  </a:lnTo>
                  <a:lnTo>
                    <a:pt x="3497" y="211674"/>
                  </a:lnTo>
                  <a:lnTo>
                    <a:pt x="4253" y="203362"/>
                  </a:lnTo>
                  <a:lnTo>
                    <a:pt x="5009" y="193890"/>
                  </a:lnTo>
                  <a:lnTo>
                    <a:pt x="4726" y="190023"/>
                  </a:lnTo>
                  <a:lnTo>
                    <a:pt x="4537" y="188864"/>
                  </a:lnTo>
                  <a:lnTo>
                    <a:pt x="3969" y="187124"/>
                  </a:lnTo>
                  <a:lnTo>
                    <a:pt x="3119" y="184611"/>
                  </a:lnTo>
                  <a:lnTo>
                    <a:pt x="2079" y="182388"/>
                  </a:lnTo>
                  <a:lnTo>
                    <a:pt x="1984" y="182194"/>
                  </a:lnTo>
                  <a:lnTo>
                    <a:pt x="1701" y="181324"/>
                  </a:lnTo>
                  <a:lnTo>
                    <a:pt x="1512" y="179778"/>
                  </a:lnTo>
                  <a:lnTo>
                    <a:pt x="1512" y="179005"/>
                  </a:lnTo>
                  <a:lnTo>
                    <a:pt x="1795" y="177265"/>
                  </a:lnTo>
                  <a:lnTo>
                    <a:pt x="2930" y="173205"/>
                  </a:lnTo>
                  <a:lnTo>
                    <a:pt x="1606" y="169243"/>
                  </a:lnTo>
                  <a:lnTo>
                    <a:pt x="472" y="164410"/>
                  </a:lnTo>
                  <a:lnTo>
                    <a:pt x="945" y="160447"/>
                  </a:lnTo>
                  <a:lnTo>
                    <a:pt x="1890" y="156484"/>
                  </a:lnTo>
                  <a:lnTo>
                    <a:pt x="1512" y="155518"/>
                  </a:lnTo>
                  <a:lnTo>
                    <a:pt x="1984" y="154068"/>
                  </a:lnTo>
                  <a:lnTo>
                    <a:pt x="0" y="153294"/>
                  </a:lnTo>
                  <a:lnTo>
                    <a:pt x="3875" y="145852"/>
                  </a:lnTo>
                  <a:lnTo>
                    <a:pt x="5482" y="142856"/>
                  </a:lnTo>
                  <a:lnTo>
                    <a:pt x="5954" y="143049"/>
                  </a:lnTo>
                  <a:lnTo>
                    <a:pt x="6805" y="143532"/>
                  </a:lnTo>
                  <a:lnTo>
                    <a:pt x="8128" y="144209"/>
                  </a:lnTo>
                  <a:lnTo>
                    <a:pt x="8318" y="144306"/>
                  </a:lnTo>
                  <a:lnTo>
                    <a:pt x="8412" y="144016"/>
                  </a:lnTo>
                  <a:lnTo>
                    <a:pt x="9263" y="142276"/>
                  </a:lnTo>
                  <a:lnTo>
                    <a:pt x="11248" y="137830"/>
                  </a:lnTo>
                  <a:lnTo>
                    <a:pt x="11437" y="137443"/>
                  </a:lnTo>
                  <a:lnTo>
                    <a:pt x="12855" y="134350"/>
                  </a:lnTo>
                  <a:lnTo>
                    <a:pt x="13894" y="130581"/>
                  </a:lnTo>
                  <a:lnTo>
                    <a:pt x="14367" y="129614"/>
                  </a:lnTo>
                  <a:lnTo>
                    <a:pt x="14745" y="129034"/>
                  </a:lnTo>
                  <a:lnTo>
                    <a:pt x="16068" y="126231"/>
                  </a:lnTo>
                  <a:lnTo>
                    <a:pt x="20038" y="118112"/>
                  </a:lnTo>
                  <a:lnTo>
                    <a:pt x="20227" y="117822"/>
                  </a:lnTo>
                  <a:lnTo>
                    <a:pt x="20511" y="117145"/>
                  </a:lnTo>
                  <a:lnTo>
                    <a:pt x="20795" y="115792"/>
                  </a:lnTo>
                  <a:lnTo>
                    <a:pt x="22590" y="111926"/>
                  </a:lnTo>
                  <a:lnTo>
                    <a:pt x="22780" y="111539"/>
                  </a:lnTo>
                  <a:lnTo>
                    <a:pt x="18526" y="109123"/>
                  </a:lnTo>
                  <a:lnTo>
                    <a:pt x="22212" y="99361"/>
                  </a:lnTo>
                  <a:lnTo>
                    <a:pt x="23347" y="96558"/>
                  </a:lnTo>
                  <a:lnTo>
                    <a:pt x="23441" y="96268"/>
                  </a:lnTo>
                  <a:lnTo>
                    <a:pt x="23914" y="94915"/>
                  </a:lnTo>
                  <a:lnTo>
                    <a:pt x="25615" y="90372"/>
                  </a:lnTo>
                  <a:lnTo>
                    <a:pt x="25710" y="90082"/>
                  </a:lnTo>
                  <a:lnTo>
                    <a:pt x="28356" y="83123"/>
                  </a:lnTo>
                  <a:lnTo>
                    <a:pt x="31854" y="73554"/>
                  </a:lnTo>
                  <a:lnTo>
                    <a:pt x="32515" y="71911"/>
                  </a:lnTo>
                  <a:lnTo>
                    <a:pt x="47923" y="79643"/>
                  </a:lnTo>
                  <a:lnTo>
                    <a:pt x="54445" y="66402"/>
                  </a:lnTo>
                  <a:lnTo>
                    <a:pt x="55012" y="65242"/>
                  </a:lnTo>
                  <a:lnTo>
                    <a:pt x="55390" y="65532"/>
                  </a:lnTo>
                  <a:lnTo>
                    <a:pt x="55674" y="65725"/>
                  </a:lnTo>
                  <a:lnTo>
                    <a:pt x="56619" y="66402"/>
                  </a:lnTo>
                  <a:lnTo>
                    <a:pt x="58131" y="67368"/>
                  </a:lnTo>
                  <a:lnTo>
                    <a:pt x="59076" y="68045"/>
                  </a:lnTo>
                  <a:lnTo>
                    <a:pt x="60589" y="69108"/>
                  </a:lnTo>
                  <a:lnTo>
                    <a:pt x="60967" y="69301"/>
                  </a:lnTo>
                  <a:lnTo>
                    <a:pt x="64937" y="72104"/>
                  </a:lnTo>
                  <a:lnTo>
                    <a:pt x="71648" y="76647"/>
                  </a:lnTo>
                  <a:lnTo>
                    <a:pt x="79304" y="62149"/>
                  </a:lnTo>
                  <a:lnTo>
                    <a:pt x="81478" y="57606"/>
                  </a:lnTo>
                  <a:lnTo>
                    <a:pt x="89513" y="41465"/>
                  </a:lnTo>
                  <a:lnTo>
                    <a:pt x="91309" y="37888"/>
                  </a:lnTo>
                  <a:lnTo>
                    <a:pt x="96791" y="27160"/>
                  </a:lnTo>
                  <a:lnTo>
                    <a:pt x="98965" y="22810"/>
                  </a:lnTo>
                  <a:lnTo>
                    <a:pt x="99249" y="22327"/>
                  </a:lnTo>
                  <a:lnTo>
                    <a:pt x="101612" y="17784"/>
                  </a:lnTo>
                  <a:lnTo>
                    <a:pt x="103219" y="14594"/>
                  </a:lnTo>
                  <a:lnTo>
                    <a:pt x="106149" y="9858"/>
                  </a:lnTo>
                  <a:lnTo>
                    <a:pt x="106527" y="9375"/>
                  </a:lnTo>
                  <a:lnTo>
                    <a:pt x="108512" y="6959"/>
                  </a:lnTo>
                  <a:lnTo>
                    <a:pt x="112482" y="2416"/>
                  </a:lnTo>
                  <a:lnTo>
                    <a:pt x="114183" y="966"/>
                  </a:lnTo>
                  <a:lnTo>
                    <a:pt x="11512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1992370" y="1887474"/>
              <a:ext cx="1285512" cy="1705092"/>
            </a:xfrm>
            <a:custGeom>
              <a:avLst/>
              <a:pathLst>
                <a:path w="1285512" h="1705092">
                  <a:moveTo>
                    <a:pt x="858930" y="23680"/>
                  </a:moveTo>
                  <a:lnTo>
                    <a:pt x="864790" y="34119"/>
                  </a:lnTo>
                  <a:lnTo>
                    <a:pt x="870934" y="47940"/>
                  </a:lnTo>
                  <a:lnTo>
                    <a:pt x="874337" y="59732"/>
                  </a:lnTo>
                  <a:lnTo>
                    <a:pt x="874999" y="62052"/>
                  </a:lnTo>
                  <a:lnTo>
                    <a:pt x="881332" y="71718"/>
                  </a:lnTo>
                  <a:lnTo>
                    <a:pt x="890028" y="80320"/>
                  </a:lnTo>
                  <a:lnTo>
                    <a:pt x="896739" y="82930"/>
                  </a:lnTo>
                  <a:lnTo>
                    <a:pt x="905908" y="86602"/>
                  </a:lnTo>
                  <a:lnTo>
                    <a:pt x="926325" y="91242"/>
                  </a:lnTo>
                  <a:lnTo>
                    <a:pt x="927554" y="91532"/>
                  </a:lnTo>
                  <a:lnTo>
                    <a:pt x="947782" y="94142"/>
                  </a:lnTo>
                  <a:lnTo>
                    <a:pt x="961298" y="94335"/>
                  </a:lnTo>
                  <a:lnTo>
                    <a:pt x="964323" y="94432"/>
                  </a:lnTo>
                  <a:lnTo>
                    <a:pt x="978123" y="92595"/>
                  </a:lnTo>
                  <a:lnTo>
                    <a:pt x="994476" y="86602"/>
                  </a:lnTo>
                  <a:lnTo>
                    <a:pt x="1015176" y="74037"/>
                  </a:lnTo>
                  <a:lnTo>
                    <a:pt x="1030962" y="61279"/>
                  </a:lnTo>
                  <a:lnTo>
                    <a:pt x="1045518" y="55286"/>
                  </a:lnTo>
                  <a:lnTo>
                    <a:pt x="1059035" y="53933"/>
                  </a:lnTo>
                  <a:lnTo>
                    <a:pt x="1082099" y="50357"/>
                  </a:lnTo>
                  <a:lnTo>
                    <a:pt x="1082571" y="50260"/>
                  </a:lnTo>
                  <a:lnTo>
                    <a:pt x="1093536" y="47360"/>
                  </a:lnTo>
                  <a:lnTo>
                    <a:pt x="1099869" y="45621"/>
                  </a:lnTo>
                  <a:lnTo>
                    <a:pt x="1125674" y="39338"/>
                  </a:lnTo>
                  <a:lnTo>
                    <a:pt x="1132290" y="39435"/>
                  </a:lnTo>
                  <a:lnTo>
                    <a:pt x="1143822" y="39628"/>
                  </a:lnTo>
                  <a:lnTo>
                    <a:pt x="1158379" y="39338"/>
                  </a:lnTo>
                  <a:lnTo>
                    <a:pt x="1177567" y="38758"/>
                  </a:lnTo>
                  <a:lnTo>
                    <a:pt x="1197228" y="39338"/>
                  </a:lnTo>
                  <a:lnTo>
                    <a:pt x="1199024" y="39145"/>
                  </a:lnTo>
                  <a:lnTo>
                    <a:pt x="1204695" y="38468"/>
                  </a:lnTo>
                  <a:lnTo>
                    <a:pt x="1212729" y="37502"/>
                  </a:lnTo>
                  <a:lnTo>
                    <a:pt x="1233146" y="35955"/>
                  </a:lnTo>
                  <a:lnTo>
                    <a:pt x="1251767" y="32669"/>
                  </a:lnTo>
                  <a:lnTo>
                    <a:pt x="1258479" y="31509"/>
                  </a:lnTo>
                  <a:lnTo>
                    <a:pt x="1274547" y="31509"/>
                  </a:lnTo>
                  <a:lnTo>
                    <a:pt x="1282204" y="37502"/>
                  </a:lnTo>
                  <a:lnTo>
                    <a:pt x="1285512" y="47167"/>
                  </a:lnTo>
                  <a:lnTo>
                    <a:pt x="1279368" y="60699"/>
                  </a:lnTo>
                  <a:lnTo>
                    <a:pt x="1268687" y="75390"/>
                  </a:lnTo>
                  <a:lnTo>
                    <a:pt x="1261220" y="92015"/>
                  </a:lnTo>
                  <a:lnTo>
                    <a:pt x="1258195" y="117145"/>
                  </a:lnTo>
                  <a:lnTo>
                    <a:pt x="1259991" y="139859"/>
                  </a:lnTo>
                  <a:lnTo>
                    <a:pt x="1263016" y="158804"/>
                  </a:lnTo>
                  <a:lnTo>
                    <a:pt x="1265379" y="173205"/>
                  </a:lnTo>
                  <a:lnTo>
                    <a:pt x="1262070" y="191280"/>
                  </a:lnTo>
                  <a:lnTo>
                    <a:pt x="1249593" y="206745"/>
                  </a:lnTo>
                  <a:lnTo>
                    <a:pt x="1247987" y="208775"/>
                  </a:lnTo>
                  <a:lnTo>
                    <a:pt x="1237778" y="217087"/>
                  </a:lnTo>
                  <a:lnTo>
                    <a:pt x="1208665" y="235355"/>
                  </a:lnTo>
                  <a:lnTo>
                    <a:pt x="1189288" y="244537"/>
                  </a:lnTo>
                  <a:lnTo>
                    <a:pt x="1173408" y="250530"/>
                  </a:lnTo>
                  <a:lnTo>
                    <a:pt x="1157623" y="255459"/>
                  </a:lnTo>
                  <a:lnTo>
                    <a:pt x="1146941" y="262031"/>
                  </a:lnTo>
                  <a:lnTo>
                    <a:pt x="1137962" y="267541"/>
                  </a:lnTo>
                  <a:lnTo>
                    <a:pt x="1123122" y="274500"/>
                  </a:lnTo>
                  <a:lnTo>
                    <a:pt x="1116221" y="290738"/>
                  </a:lnTo>
                  <a:lnTo>
                    <a:pt x="1110928" y="314515"/>
                  </a:lnTo>
                  <a:lnTo>
                    <a:pt x="1110645" y="330173"/>
                  </a:lnTo>
                  <a:lnTo>
                    <a:pt x="1105824" y="352307"/>
                  </a:lnTo>
                  <a:lnTo>
                    <a:pt x="1098168" y="377631"/>
                  </a:lnTo>
                  <a:lnTo>
                    <a:pt x="1085596" y="405371"/>
                  </a:lnTo>
                  <a:lnTo>
                    <a:pt x="1077751" y="419096"/>
                  </a:lnTo>
                  <a:lnTo>
                    <a:pt x="1072835" y="427795"/>
                  </a:lnTo>
                  <a:lnTo>
                    <a:pt x="1067448" y="440553"/>
                  </a:lnTo>
                  <a:lnTo>
                    <a:pt x="1066975" y="455728"/>
                  </a:lnTo>
                  <a:lnTo>
                    <a:pt x="1067164" y="456888"/>
                  </a:lnTo>
                  <a:lnTo>
                    <a:pt x="1069244" y="470903"/>
                  </a:lnTo>
                  <a:lnTo>
                    <a:pt x="1069527" y="472933"/>
                  </a:lnTo>
                  <a:lnTo>
                    <a:pt x="1076144" y="486755"/>
                  </a:lnTo>
                  <a:lnTo>
                    <a:pt x="1081059" y="502413"/>
                  </a:lnTo>
                  <a:lnTo>
                    <a:pt x="1077940" y="516524"/>
                  </a:lnTo>
                  <a:lnTo>
                    <a:pt x="1073592" y="529959"/>
                  </a:lnTo>
                  <a:lnTo>
                    <a:pt x="1072835" y="532182"/>
                  </a:lnTo>
                  <a:lnTo>
                    <a:pt x="1068865" y="538368"/>
                  </a:lnTo>
                  <a:lnTo>
                    <a:pt x="1064423" y="545231"/>
                  </a:lnTo>
                  <a:lnTo>
                    <a:pt x="1063194" y="554896"/>
                  </a:lnTo>
                  <a:lnTo>
                    <a:pt x="1064896" y="568235"/>
                  </a:lnTo>
                  <a:lnTo>
                    <a:pt x="1071039" y="578964"/>
                  </a:lnTo>
                  <a:lnTo>
                    <a:pt x="1089471" y="596168"/>
                  </a:lnTo>
                  <a:lnTo>
                    <a:pt x="1095332" y="606317"/>
                  </a:lnTo>
                  <a:lnTo>
                    <a:pt x="1097884" y="619655"/>
                  </a:lnTo>
                  <a:lnTo>
                    <a:pt x="1098924" y="630384"/>
                  </a:lnTo>
                  <a:lnTo>
                    <a:pt x="1096939" y="636183"/>
                  </a:lnTo>
                  <a:lnTo>
                    <a:pt x="1095615" y="640340"/>
                  </a:lnTo>
                  <a:lnTo>
                    <a:pt x="1086636" y="650198"/>
                  </a:lnTo>
                  <a:lnTo>
                    <a:pt x="1077183" y="658027"/>
                  </a:lnTo>
                  <a:lnTo>
                    <a:pt x="1061115" y="669819"/>
                  </a:lnTo>
                  <a:lnTo>
                    <a:pt x="1036066" y="680451"/>
                  </a:lnTo>
                  <a:lnTo>
                    <a:pt x="1008276" y="690407"/>
                  </a:lnTo>
                  <a:lnTo>
                    <a:pt x="985496" y="702392"/>
                  </a:lnTo>
                  <a:lnTo>
                    <a:pt x="977367" y="707901"/>
                  </a:lnTo>
                  <a:lnTo>
                    <a:pt x="967915" y="719403"/>
                  </a:lnTo>
                  <a:lnTo>
                    <a:pt x="964039" y="726942"/>
                  </a:lnTo>
                  <a:lnTo>
                    <a:pt x="961298" y="732452"/>
                  </a:lnTo>
                  <a:lnTo>
                    <a:pt x="959786" y="743954"/>
                  </a:lnTo>
                  <a:lnTo>
                    <a:pt x="959880" y="747337"/>
                  </a:lnTo>
                  <a:lnTo>
                    <a:pt x="960259" y="757775"/>
                  </a:lnTo>
                  <a:lnTo>
                    <a:pt x="956478" y="771307"/>
                  </a:lnTo>
                  <a:lnTo>
                    <a:pt x="949767" y="780199"/>
                  </a:lnTo>
                  <a:lnTo>
                    <a:pt x="941070" y="785805"/>
                  </a:lnTo>
                  <a:lnTo>
                    <a:pt x="934832" y="796727"/>
                  </a:lnTo>
                  <a:lnTo>
                    <a:pt x="931429" y="810163"/>
                  </a:lnTo>
                  <a:lnTo>
                    <a:pt x="920464" y="821471"/>
                  </a:lnTo>
                  <a:lnTo>
                    <a:pt x="907420" y="827367"/>
                  </a:lnTo>
                  <a:lnTo>
                    <a:pt x="901087" y="830170"/>
                  </a:lnTo>
                  <a:lnTo>
                    <a:pt x="886625" y="838192"/>
                  </a:lnTo>
                  <a:lnTo>
                    <a:pt x="877835" y="845248"/>
                  </a:lnTo>
                  <a:lnTo>
                    <a:pt x="876889" y="847278"/>
                  </a:lnTo>
                  <a:lnTo>
                    <a:pt x="873770" y="853561"/>
                  </a:lnTo>
                  <a:lnTo>
                    <a:pt x="869800" y="861776"/>
                  </a:lnTo>
                  <a:lnTo>
                    <a:pt x="861955" y="873955"/>
                  </a:lnTo>
                  <a:lnTo>
                    <a:pt x="850990" y="883234"/>
                  </a:lnTo>
                  <a:lnTo>
                    <a:pt x="834354" y="888743"/>
                  </a:lnTo>
                  <a:lnTo>
                    <a:pt x="815733" y="891546"/>
                  </a:lnTo>
                  <a:lnTo>
                    <a:pt x="800798" y="885264"/>
                  </a:lnTo>
                  <a:lnTo>
                    <a:pt x="782744" y="881977"/>
                  </a:lnTo>
                  <a:lnTo>
                    <a:pt x="772441" y="886520"/>
                  </a:lnTo>
                  <a:lnTo>
                    <a:pt x="767526" y="892609"/>
                  </a:lnTo>
                  <a:lnTo>
                    <a:pt x="763367" y="897732"/>
                  </a:lnTo>
                  <a:lnTo>
                    <a:pt x="764596" y="914743"/>
                  </a:lnTo>
                  <a:lnTo>
                    <a:pt x="762422" y="937747"/>
                  </a:lnTo>
                  <a:lnTo>
                    <a:pt x="759681" y="965004"/>
                  </a:lnTo>
                  <a:lnTo>
                    <a:pt x="757034" y="982885"/>
                  </a:lnTo>
                  <a:lnTo>
                    <a:pt x="731891" y="1049384"/>
                  </a:lnTo>
                  <a:lnTo>
                    <a:pt x="723762" y="1065042"/>
                  </a:lnTo>
                  <a:lnTo>
                    <a:pt x="720265" y="1071711"/>
                  </a:lnTo>
                  <a:lnTo>
                    <a:pt x="699753" y="1099451"/>
                  </a:lnTo>
                  <a:lnTo>
                    <a:pt x="691908" y="1112596"/>
                  </a:lnTo>
                  <a:lnTo>
                    <a:pt x="690112" y="1116463"/>
                  </a:lnTo>
                  <a:lnTo>
                    <a:pt x="678202" y="1142173"/>
                  </a:lnTo>
                  <a:lnTo>
                    <a:pt x="660904" y="1168366"/>
                  </a:lnTo>
                  <a:lnTo>
                    <a:pt x="647955" y="1188181"/>
                  </a:lnTo>
                  <a:lnTo>
                    <a:pt x="642378" y="1199489"/>
                  </a:lnTo>
                  <a:lnTo>
                    <a:pt x="640204" y="1206835"/>
                  </a:lnTo>
                  <a:lnTo>
                    <a:pt x="634910" y="1212151"/>
                  </a:lnTo>
                  <a:lnTo>
                    <a:pt x="635950" y="1221140"/>
                  </a:lnTo>
                  <a:lnTo>
                    <a:pt x="634343" y="1226746"/>
                  </a:lnTo>
                  <a:lnTo>
                    <a:pt x="619976" y="1239021"/>
                  </a:lnTo>
                  <a:lnTo>
                    <a:pt x="614210" y="1254389"/>
                  </a:lnTo>
                  <a:lnTo>
                    <a:pt x="609295" y="1260962"/>
                  </a:lnTo>
                  <a:lnTo>
                    <a:pt x="604474" y="1272561"/>
                  </a:lnTo>
                  <a:lnTo>
                    <a:pt x="592848" y="1282709"/>
                  </a:lnTo>
                  <a:lnTo>
                    <a:pt x="581599" y="1295758"/>
                  </a:lnTo>
                  <a:lnTo>
                    <a:pt x="578197" y="1311513"/>
                  </a:lnTo>
                  <a:lnTo>
                    <a:pt x="579142" y="1325914"/>
                  </a:lnTo>
                  <a:lnTo>
                    <a:pt x="579425" y="1331037"/>
                  </a:lnTo>
                  <a:lnTo>
                    <a:pt x="579236" y="1336739"/>
                  </a:lnTo>
                  <a:lnTo>
                    <a:pt x="583773" y="1349788"/>
                  </a:lnTo>
                  <a:lnTo>
                    <a:pt x="600410" y="1386130"/>
                  </a:lnTo>
                  <a:lnTo>
                    <a:pt x="611469" y="1391543"/>
                  </a:lnTo>
                  <a:lnTo>
                    <a:pt x="623001" y="1395023"/>
                  </a:lnTo>
                  <a:lnTo>
                    <a:pt x="639353" y="1402562"/>
                  </a:lnTo>
                  <a:lnTo>
                    <a:pt x="654193" y="1405461"/>
                  </a:lnTo>
                  <a:lnTo>
                    <a:pt x="655705" y="1405751"/>
                  </a:lnTo>
                  <a:lnTo>
                    <a:pt x="660148" y="1408554"/>
                  </a:lnTo>
                  <a:lnTo>
                    <a:pt x="664874" y="1408554"/>
                  </a:lnTo>
                  <a:lnTo>
                    <a:pt x="669695" y="1408554"/>
                  </a:lnTo>
                  <a:lnTo>
                    <a:pt x="672909" y="1413580"/>
                  </a:lnTo>
                  <a:lnTo>
                    <a:pt x="674137" y="1417640"/>
                  </a:lnTo>
                  <a:lnTo>
                    <a:pt x="676028" y="1420733"/>
                  </a:lnTo>
                  <a:lnTo>
                    <a:pt x="680754" y="1422956"/>
                  </a:lnTo>
                  <a:lnTo>
                    <a:pt x="682550" y="1428465"/>
                  </a:lnTo>
                  <a:lnTo>
                    <a:pt x="684630" y="1431655"/>
                  </a:lnTo>
                  <a:lnTo>
                    <a:pt x="688032" y="1433588"/>
                  </a:lnTo>
                  <a:lnTo>
                    <a:pt x="692286" y="1434458"/>
                  </a:lnTo>
                  <a:lnTo>
                    <a:pt x="695594" y="1436004"/>
                  </a:lnTo>
                  <a:lnTo>
                    <a:pt x="700509" y="1438227"/>
                  </a:lnTo>
                  <a:lnTo>
                    <a:pt x="705803" y="1439581"/>
                  </a:lnTo>
                  <a:lnTo>
                    <a:pt x="709300" y="1443350"/>
                  </a:lnTo>
                  <a:lnTo>
                    <a:pt x="711474" y="1447700"/>
                  </a:lnTo>
                  <a:lnTo>
                    <a:pt x="712986" y="1451952"/>
                  </a:lnTo>
                  <a:lnTo>
                    <a:pt x="714782" y="1456012"/>
                  </a:lnTo>
                  <a:lnTo>
                    <a:pt x="716578" y="1459201"/>
                  </a:lnTo>
                  <a:lnTo>
                    <a:pt x="721966" y="1462488"/>
                  </a:lnTo>
                  <a:lnTo>
                    <a:pt x="726976" y="1468384"/>
                  </a:lnTo>
                  <a:lnTo>
                    <a:pt x="728961" y="1475246"/>
                  </a:lnTo>
                  <a:lnTo>
                    <a:pt x="725842" y="1480176"/>
                  </a:lnTo>
                  <a:lnTo>
                    <a:pt x="724140" y="1481142"/>
                  </a:lnTo>
                  <a:lnTo>
                    <a:pt x="724235" y="1483365"/>
                  </a:lnTo>
                  <a:lnTo>
                    <a:pt x="723006" y="1486072"/>
                  </a:lnTo>
                  <a:lnTo>
                    <a:pt x="722439" y="1489165"/>
                  </a:lnTo>
                  <a:lnTo>
                    <a:pt x="723857" y="1492644"/>
                  </a:lnTo>
                  <a:lnTo>
                    <a:pt x="725842" y="1494191"/>
                  </a:lnTo>
                  <a:lnTo>
                    <a:pt x="728583" y="1495737"/>
                  </a:lnTo>
                  <a:lnTo>
                    <a:pt x="731135" y="1495930"/>
                  </a:lnTo>
                  <a:lnTo>
                    <a:pt x="732836" y="1496317"/>
                  </a:lnTo>
                  <a:lnTo>
                    <a:pt x="737279" y="1507336"/>
                  </a:lnTo>
                  <a:lnTo>
                    <a:pt x="737940" y="1509172"/>
                  </a:lnTo>
                  <a:lnTo>
                    <a:pt x="738508" y="1510622"/>
                  </a:lnTo>
                  <a:lnTo>
                    <a:pt x="738697" y="1510719"/>
                  </a:lnTo>
                  <a:lnTo>
                    <a:pt x="741438" y="1511492"/>
                  </a:lnTo>
                  <a:lnTo>
                    <a:pt x="744179" y="1511299"/>
                  </a:lnTo>
                  <a:lnTo>
                    <a:pt x="743801" y="1516228"/>
                  </a:lnTo>
                  <a:lnTo>
                    <a:pt x="743706" y="1518161"/>
                  </a:lnTo>
                  <a:lnTo>
                    <a:pt x="744274" y="1521254"/>
                  </a:lnTo>
                  <a:lnTo>
                    <a:pt x="744841" y="1524444"/>
                  </a:lnTo>
                  <a:lnTo>
                    <a:pt x="745597" y="1525120"/>
                  </a:lnTo>
                  <a:lnTo>
                    <a:pt x="745313" y="1529470"/>
                  </a:lnTo>
                  <a:lnTo>
                    <a:pt x="743139" y="1538845"/>
                  </a:lnTo>
                  <a:lnTo>
                    <a:pt x="740209" y="1545998"/>
                  </a:lnTo>
                  <a:lnTo>
                    <a:pt x="742289" y="1551797"/>
                  </a:lnTo>
                  <a:lnTo>
                    <a:pt x="731135" y="1556243"/>
                  </a:lnTo>
                  <a:lnTo>
                    <a:pt x="724424" y="1559046"/>
                  </a:lnTo>
                  <a:lnTo>
                    <a:pt x="687938" y="1573641"/>
                  </a:lnTo>
                  <a:lnTo>
                    <a:pt x="679809" y="1576251"/>
                  </a:lnTo>
                  <a:lnTo>
                    <a:pt x="636706" y="1589783"/>
                  </a:lnTo>
                  <a:lnTo>
                    <a:pt x="616195" y="1597418"/>
                  </a:lnTo>
                  <a:lnTo>
                    <a:pt x="613832" y="1597902"/>
                  </a:lnTo>
                  <a:lnTo>
                    <a:pt x="591997" y="1602154"/>
                  </a:lnTo>
                  <a:lnTo>
                    <a:pt x="588027" y="1601478"/>
                  </a:lnTo>
                  <a:lnTo>
                    <a:pt x="574888" y="1600705"/>
                  </a:lnTo>
                  <a:lnTo>
                    <a:pt x="566098" y="1598481"/>
                  </a:lnTo>
                  <a:lnTo>
                    <a:pt x="560426" y="1598675"/>
                  </a:lnTo>
                  <a:lnTo>
                    <a:pt x="556740" y="1599738"/>
                  </a:lnTo>
                  <a:lnTo>
                    <a:pt x="550785" y="1599931"/>
                  </a:lnTo>
                  <a:lnTo>
                    <a:pt x="546626" y="1597805"/>
                  </a:lnTo>
                  <a:lnTo>
                    <a:pt x="543129" y="1597032"/>
                  </a:lnTo>
                  <a:lnTo>
                    <a:pt x="537741" y="1596935"/>
                  </a:lnTo>
                  <a:lnTo>
                    <a:pt x="534432" y="1597322"/>
                  </a:lnTo>
                  <a:lnTo>
                    <a:pt x="530463" y="1597418"/>
                  </a:lnTo>
                  <a:lnTo>
                    <a:pt x="529139" y="1597515"/>
                  </a:lnTo>
                  <a:lnTo>
                    <a:pt x="525547" y="1599545"/>
                  </a:lnTo>
                  <a:lnTo>
                    <a:pt x="523846" y="1599738"/>
                  </a:lnTo>
                  <a:lnTo>
                    <a:pt x="512976" y="1597805"/>
                  </a:lnTo>
                  <a:lnTo>
                    <a:pt x="507493" y="1596935"/>
                  </a:lnTo>
                  <a:lnTo>
                    <a:pt x="504374" y="1596355"/>
                  </a:lnTo>
                  <a:lnTo>
                    <a:pt x="496056" y="1594809"/>
                  </a:lnTo>
                  <a:lnTo>
                    <a:pt x="494071" y="1594519"/>
                  </a:lnTo>
                  <a:lnTo>
                    <a:pt x="486982" y="1593745"/>
                  </a:lnTo>
                  <a:lnTo>
                    <a:pt x="484146" y="1593359"/>
                  </a:lnTo>
                  <a:lnTo>
                    <a:pt x="479987" y="1591812"/>
                  </a:lnTo>
                  <a:lnTo>
                    <a:pt x="479042" y="1591522"/>
                  </a:lnTo>
                  <a:lnTo>
                    <a:pt x="477152" y="1591232"/>
                  </a:lnTo>
                  <a:lnTo>
                    <a:pt x="474978" y="1591039"/>
                  </a:lnTo>
                  <a:lnTo>
                    <a:pt x="470346" y="1591039"/>
                  </a:lnTo>
                  <a:lnTo>
                    <a:pt x="462028" y="1592489"/>
                  </a:lnTo>
                  <a:lnTo>
                    <a:pt x="454750" y="1594712"/>
                  </a:lnTo>
                  <a:lnTo>
                    <a:pt x="450496" y="1595195"/>
                  </a:lnTo>
                  <a:lnTo>
                    <a:pt x="443879" y="1596742"/>
                  </a:lnTo>
                  <a:lnTo>
                    <a:pt x="430552" y="1597902"/>
                  </a:lnTo>
                  <a:lnTo>
                    <a:pt x="421099" y="1599738"/>
                  </a:lnTo>
                  <a:lnTo>
                    <a:pt x="419303" y="1600608"/>
                  </a:lnTo>
                  <a:lnTo>
                    <a:pt x="405503" y="1602638"/>
                  </a:lnTo>
                  <a:lnTo>
                    <a:pt x="396334" y="1604474"/>
                  </a:lnTo>
                  <a:lnTo>
                    <a:pt x="374405" y="1604571"/>
                  </a:lnTo>
                  <a:lnTo>
                    <a:pt x="372231" y="1604474"/>
                  </a:lnTo>
                  <a:lnTo>
                    <a:pt x="368072" y="1603798"/>
                  </a:lnTo>
                  <a:lnTo>
                    <a:pt x="364480" y="1603894"/>
                  </a:lnTo>
                  <a:lnTo>
                    <a:pt x="355595" y="1605731"/>
                  </a:lnTo>
                  <a:lnTo>
                    <a:pt x="348600" y="1606504"/>
                  </a:lnTo>
                  <a:lnTo>
                    <a:pt x="344252" y="1606601"/>
                  </a:lnTo>
                  <a:lnTo>
                    <a:pt x="338770" y="1606117"/>
                  </a:lnTo>
                  <a:lnTo>
                    <a:pt x="337730" y="1606117"/>
                  </a:lnTo>
                  <a:lnTo>
                    <a:pt x="335651" y="1606214"/>
                  </a:lnTo>
                  <a:lnTo>
                    <a:pt x="330546" y="1605634"/>
                  </a:lnTo>
                  <a:lnTo>
                    <a:pt x="330263" y="1605634"/>
                  </a:lnTo>
                  <a:lnTo>
                    <a:pt x="323363" y="1607567"/>
                  </a:lnTo>
                  <a:lnTo>
                    <a:pt x="320338" y="1608147"/>
                  </a:lnTo>
                  <a:lnTo>
                    <a:pt x="316652" y="1608727"/>
                  </a:lnTo>
                  <a:lnTo>
                    <a:pt x="313438" y="1609307"/>
                  </a:lnTo>
                  <a:lnTo>
                    <a:pt x="305876" y="1611917"/>
                  </a:lnTo>
                  <a:lnTo>
                    <a:pt x="301717" y="1612786"/>
                  </a:lnTo>
                  <a:lnTo>
                    <a:pt x="296802" y="1613076"/>
                  </a:lnTo>
                  <a:lnTo>
                    <a:pt x="293871" y="1613270"/>
                  </a:lnTo>
                  <a:lnTo>
                    <a:pt x="282151" y="1617039"/>
                  </a:lnTo>
                  <a:lnTo>
                    <a:pt x="272698" y="1620036"/>
                  </a:lnTo>
                  <a:lnTo>
                    <a:pt x="270619" y="1621389"/>
                  </a:lnTo>
                  <a:lnTo>
                    <a:pt x="263719" y="1625158"/>
                  </a:lnTo>
                  <a:lnTo>
                    <a:pt x="257669" y="1627865"/>
                  </a:lnTo>
                  <a:lnTo>
                    <a:pt x="253132" y="1629991"/>
                  </a:lnTo>
                  <a:lnTo>
                    <a:pt x="243963" y="1631344"/>
                  </a:lnTo>
                  <a:lnTo>
                    <a:pt x="235645" y="1632697"/>
                  </a:lnTo>
                  <a:lnTo>
                    <a:pt x="233944" y="1632987"/>
                  </a:lnTo>
                  <a:lnTo>
                    <a:pt x="231486" y="1633084"/>
                  </a:lnTo>
                  <a:lnTo>
                    <a:pt x="222034" y="1634727"/>
                  </a:lnTo>
                  <a:lnTo>
                    <a:pt x="218064" y="1636177"/>
                  </a:lnTo>
                  <a:lnTo>
                    <a:pt x="208328" y="1638110"/>
                  </a:lnTo>
                  <a:lnTo>
                    <a:pt x="200577" y="1640236"/>
                  </a:lnTo>
                  <a:lnTo>
                    <a:pt x="199254" y="1640913"/>
                  </a:lnTo>
                  <a:lnTo>
                    <a:pt x="198687" y="1641106"/>
                  </a:lnTo>
                  <a:lnTo>
                    <a:pt x="190274" y="1646519"/>
                  </a:lnTo>
                  <a:lnTo>
                    <a:pt x="187722" y="1649805"/>
                  </a:lnTo>
                  <a:lnTo>
                    <a:pt x="179215" y="1667493"/>
                  </a:lnTo>
                  <a:lnTo>
                    <a:pt x="177136" y="1677642"/>
                  </a:lnTo>
                  <a:lnTo>
                    <a:pt x="176663" y="1679865"/>
                  </a:lnTo>
                  <a:lnTo>
                    <a:pt x="175812" y="1683248"/>
                  </a:lnTo>
                  <a:lnTo>
                    <a:pt x="173922" y="1695137"/>
                  </a:lnTo>
                  <a:lnTo>
                    <a:pt x="170803" y="1705092"/>
                  </a:lnTo>
                  <a:lnTo>
                    <a:pt x="162201" y="1703642"/>
                  </a:lnTo>
                  <a:lnTo>
                    <a:pt x="160878" y="1703932"/>
                  </a:lnTo>
                  <a:lnTo>
                    <a:pt x="160689" y="1701999"/>
                  </a:lnTo>
                  <a:lnTo>
                    <a:pt x="159932" y="1702096"/>
                  </a:lnTo>
                  <a:lnTo>
                    <a:pt x="157853" y="1701226"/>
                  </a:lnTo>
                  <a:lnTo>
                    <a:pt x="157569" y="1701709"/>
                  </a:lnTo>
                  <a:lnTo>
                    <a:pt x="155773" y="1700839"/>
                  </a:lnTo>
                  <a:lnTo>
                    <a:pt x="155490" y="1701419"/>
                  </a:lnTo>
                  <a:lnTo>
                    <a:pt x="155017" y="1701129"/>
                  </a:lnTo>
                  <a:lnTo>
                    <a:pt x="154734" y="1701806"/>
                  </a:lnTo>
                  <a:lnTo>
                    <a:pt x="152938" y="1700936"/>
                  </a:lnTo>
                  <a:lnTo>
                    <a:pt x="152749" y="1701129"/>
                  </a:lnTo>
                  <a:lnTo>
                    <a:pt x="151425" y="1700259"/>
                  </a:lnTo>
                  <a:lnTo>
                    <a:pt x="150953" y="1700549"/>
                  </a:lnTo>
                  <a:lnTo>
                    <a:pt x="150102" y="1700066"/>
                  </a:lnTo>
                  <a:lnTo>
                    <a:pt x="150197" y="1699583"/>
                  </a:lnTo>
                  <a:lnTo>
                    <a:pt x="148968" y="1699486"/>
                  </a:lnTo>
                  <a:lnTo>
                    <a:pt x="148873" y="1699003"/>
                  </a:lnTo>
                  <a:lnTo>
                    <a:pt x="148684" y="1698616"/>
                  </a:lnTo>
                  <a:lnTo>
                    <a:pt x="146983" y="1697843"/>
                  </a:lnTo>
                  <a:lnTo>
                    <a:pt x="146227" y="1697843"/>
                  </a:lnTo>
                  <a:lnTo>
                    <a:pt x="143485" y="1696586"/>
                  </a:lnTo>
                  <a:lnTo>
                    <a:pt x="142257" y="1695620"/>
                  </a:lnTo>
                  <a:lnTo>
                    <a:pt x="139610" y="1695330"/>
                  </a:lnTo>
                  <a:lnTo>
                    <a:pt x="138476" y="1694750"/>
                  </a:lnTo>
                  <a:lnTo>
                    <a:pt x="136869" y="1694363"/>
                  </a:lnTo>
                  <a:lnTo>
                    <a:pt x="134600" y="1694267"/>
                  </a:lnTo>
                  <a:lnTo>
                    <a:pt x="132804" y="1693977"/>
                  </a:lnTo>
                  <a:lnTo>
                    <a:pt x="132237" y="1693397"/>
                  </a:lnTo>
                  <a:lnTo>
                    <a:pt x="130819" y="1692624"/>
                  </a:lnTo>
                  <a:lnTo>
                    <a:pt x="129401" y="1691947"/>
                  </a:lnTo>
                  <a:lnTo>
                    <a:pt x="127795" y="1691174"/>
                  </a:lnTo>
                  <a:lnTo>
                    <a:pt x="126377" y="1690497"/>
                  </a:lnTo>
                  <a:lnTo>
                    <a:pt x="125053" y="1689047"/>
                  </a:lnTo>
                  <a:lnTo>
                    <a:pt x="123730" y="1687211"/>
                  </a:lnTo>
                  <a:lnTo>
                    <a:pt x="123919" y="1684215"/>
                  </a:lnTo>
                  <a:lnTo>
                    <a:pt x="124392" y="1681412"/>
                  </a:lnTo>
                  <a:lnTo>
                    <a:pt x="125526" y="1677255"/>
                  </a:lnTo>
                  <a:lnTo>
                    <a:pt x="124392" y="1675226"/>
                  </a:lnTo>
                  <a:lnTo>
                    <a:pt x="119098" y="1670103"/>
                  </a:lnTo>
                  <a:lnTo>
                    <a:pt x="116641" y="1666237"/>
                  </a:lnTo>
                  <a:lnTo>
                    <a:pt x="113900" y="1660921"/>
                  </a:lnTo>
                  <a:lnTo>
                    <a:pt x="112198" y="1656958"/>
                  </a:lnTo>
                  <a:lnTo>
                    <a:pt x="111064" y="1654831"/>
                  </a:lnTo>
                  <a:lnTo>
                    <a:pt x="109646" y="1652995"/>
                  </a:lnTo>
                  <a:lnTo>
                    <a:pt x="108606" y="1649709"/>
                  </a:lnTo>
                  <a:lnTo>
                    <a:pt x="107472" y="1646422"/>
                  </a:lnTo>
                  <a:lnTo>
                    <a:pt x="105865" y="1644876"/>
                  </a:lnTo>
                  <a:lnTo>
                    <a:pt x="104636" y="1643716"/>
                  </a:lnTo>
                  <a:lnTo>
                    <a:pt x="103786" y="1642750"/>
                  </a:lnTo>
                  <a:lnTo>
                    <a:pt x="102557" y="1639850"/>
                  </a:lnTo>
                  <a:lnTo>
                    <a:pt x="100950" y="1638497"/>
                  </a:lnTo>
                  <a:lnTo>
                    <a:pt x="100477" y="1638207"/>
                  </a:lnTo>
                  <a:lnTo>
                    <a:pt x="97264" y="1636177"/>
                  </a:lnTo>
                  <a:lnTo>
                    <a:pt x="96413" y="1636080"/>
                  </a:lnTo>
                  <a:lnTo>
                    <a:pt x="95279" y="1633567"/>
                  </a:lnTo>
                  <a:lnTo>
                    <a:pt x="93388" y="1630668"/>
                  </a:lnTo>
                  <a:lnTo>
                    <a:pt x="91498" y="1629025"/>
                  </a:lnTo>
                  <a:lnTo>
                    <a:pt x="89418" y="1626415"/>
                  </a:lnTo>
                  <a:lnTo>
                    <a:pt x="87150" y="1622935"/>
                  </a:lnTo>
                  <a:lnTo>
                    <a:pt x="84976" y="1620229"/>
                  </a:lnTo>
                  <a:lnTo>
                    <a:pt x="83558" y="1618586"/>
                  </a:lnTo>
                  <a:lnTo>
                    <a:pt x="82235" y="1617329"/>
                  </a:lnTo>
                  <a:lnTo>
                    <a:pt x="81289" y="1616169"/>
                  </a:lnTo>
                  <a:lnTo>
                    <a:pt x="81100" y="1614430"/>
                  </a:lnTo>
                  <a:lnTo>
                    <a:pt x="81006" y="1613463"/>
                  </a:lnTo>
                  <a:lnTo>
                    <a:pt x="80344" y="1612400"/>
                  </a:lnTo>
                  <a:lnTo>
                    <a:pt x="80060" y="1611433"/>
                  </a:lnTo>
                  <a:lnTo>
                    <a:pt x="81478" y="1607180"/>
                  </a:lnTo>
                  <a:lnTo>
                    <a:pt x="82707" y="1605441"/>
                  </a:lnTo>
                  <a:lnTo>
                    <a:pt x="82613" y="1604184"/>
                  </a:lnTo>
                  <a:lnTo>
                    <a:pt x="82896" y="1604087"/>
                  </a:lnTo>
                  <a:lnTo>
                    <a:pt x="84219" y="1603314"/>
                  </a:lnTo>
                  <a:lnTo>
                    <a:pt x="84219" y="1602154"/>
                  </a:lnTo>
                  <a:lnTo>
                    <a:pt x="83841" y="1601574"/>
                  </a:lnTo>
                  <a:lnTo>
                    <a:pt x="83558" y="1600221"/>
                  </a:lnTo>
                  <a:lnTo>
                    <a:pt x="82991" y="1599738"/>
                  </a:lnTo>
                  <a:lnTo>
                    <a:pt x="82991" y="1597612"/>
                  </a:lnTo>
                  <a:lnTo>
                    <a:pt x="83558" y="1597322"/>
                  </a:lnTo>
                  <a:lnTo>
                    <a:pt x="83463" y="1595389"/>
                  </a:lnTo>
                  <a:lnTo>
                    <a:pt x="83652" y="1592489"/>
                  </a:lnTo>
                  <a:lnTo>
                    <a:pt x="83274" y="1590846"/>
                  </a:lnTo>
                  <a:lnTo>
                    <a:pt x="83747" y="1590652"/>
                  </a:lnTo>
                  <a:lnTo>
                    <a:pt x="83936" y="1587753"/>
                  </a:lnTo>
                  <a:lnTo>
                    <a:pt x="88568" y="1585723"/>
                  </a:lnTo>
                  <a:lnTo>
                    <a:pt x="89607" y="1585240"/>
                  </a:lnTo>
                  <a:lnTo>
                    <a:pt x="92916" y="1583597"/>
                  </a:lnTo>
                  <a:lnTo>
                    <a:pt x="97736" y="1576251"/>
                  </a:lnTo>
                  <a:lnTo>
                    <a:pt x="102273" y="1572095"/>
                  </a:lnTo>
                  <a:lnTo>
                    <a:pt x="102368" y="1561849"/>
                  </a:lnTo>
                  <a:lnTo>
                    <a:pt x="105487" y="1556147"/>
                  </a:lnTo>
                  <a:lnTo>
                    <a:pt x="108323" y="1549671"/>
                  </a:lnTo>
                  <a:lnTo>
                    <a:pt x="108134" y="1545225"/>
                  </a:lnTo>
                  <a:lnTo>
                    <a:pt x="105676" y="1539619"/>
                  </a:lnTo>
                  <a:lnTo>
                    <a:pt x="102746" y="1537106"/>
                  </a:lnTo>
                  <a:lnTo>
                    <a:pt x="100856" y="1532079"/>
                  </a:lnTo>
                  <a:lnTo>
                    <a:pt x="97831" y="1526860"/>
                  </a:lnTo>
                  <a:lnTo>
                    <a:pt x="98776" y="1519128"/>
                  </a:lnTo>
                  <a:lnTo>
                    <a:pt x="100099" y="1509559"/>
                  </a:lnTo>
                  <a:lnTo>
                    <a:pt x="102084" y="1502696"/>
                  </a:lnTo>
                  <a:lnTo>
                    <a:pt x="101706" y="1495640"/>
                  </a:lnTo>
                  <a:lnTo>
                    <a:pt x="97831" y="1491001"/>
                  </a:lnTo>
                  <a:lnTo>
                    <a:pt x="94428" y="1486652"/>
                  </a:lnTo>
                  <a:lnTo>
                    <a:pt x="91970" y="1484912"/>
                  </a:lnTo>
                  <a:lnTo>
                    <a:pt x="89702" y="1483365"/>
                  </a:lnTo>
                  <a:lnTo>
                    <a:pt x="86015" y="1477179"/>
                  </a:lnTo>
                  <a:lnTo>
                    <a:pt x="81384" y="1470703"/>
                  </a:lnTo>
                  <a:lnTo>
                    <a:pt x="80439" y="1458525"/>
                  </a:lnTo>
                  <a:lnTo>
                    <a:pt x="82424" y="1454079"/>
                  </a:lnTo>
                  <a:lnTo>
                    <a:pt x="82518" y="1448279"/>
                  </a:lnTo>
                  <a:lnTo>
                    <a:pt x="82045" y="1443447"/>
                  </a:lnTo>
                  <a:lnTo>
                    <a:pt x="78832" y="1438614"/>
                  </a:lnTo>
                  <a:lnTo>
                    <a:pt x="73633" y="1436488"/>
                  </a:lnTo>
                  <a:lnTo>
                    <a:pt x="67489" y="1435328"/>
                  </a:lnTo>
                  <a:lnTo>
                    <a:pt x="62763" y="1434458"/>
                  </a:lnTo>
                  <a:lnTo>
                    <a:pt x="59265" y="1432331"/>
                  </a:lnTo>
                  <a:lnTo>
                    <a:pt x="52838" y="1431848"/>
                  </a:lnTo>
                  <a:lnTo>
                    <a:pt x="52649" y="1430302"/>
                  </a:lnTo>
                  <a:lnTo>
                    <a:pt x="51042" y="1414643"/>
                  </a:lnTo>
                  <a:lnTo>
                    <a:pt x="51042" y="1407878"/>
                  </a:lnTo>
                  <a:lnTo>
                    <a:pt x="51042" y="1405848"/>
                  </a:lnTo>
                  <a:lnTo>
                    <a:pt x="50475" y="1400435"/>
                  </a:lnTo>
                  <a:lnTo>
                    <a:pt x="47828" y="1396376"/>
                  </a:lnTo>
                  <a:lnTo>
                    <a:pt x="43764" y="1395796"/>
                  </a:lnTo>
                  <a:lnTo>
                    <a:pt x="36958" y="1388160"/>
                  </a:lnTo>
                  <a:lnTo>
                    <a:pt x="30058" y="1375015"/>
                  </a:lnTo>
                  <a:lnTo>
                    <a:pt x="24386" y="1368636"/>
                  </a:lnTo>
                  <a:lnTo>
                    <a:pt x="23252" y="1363320"/>
                  </a:lnTo>
                  <a:lnTo>
                    <a:pt x="23252" y="1355587"/>
                  </a:lnTo>
                  <a:lnTo>
                    <a:pt x="24386" y="1353751"/>
                  </a:lnTo>
                  <a:lnTo>
                    <a:pt x="26088" y="1349885"/>
                  </a:lnTo>
                  <a:lnTo>
                    <a:pt x="26088" y="1345052"/>
                  </a:lnTo>
                  <a:lnTo>
                    <a:pt x="24765" y="1338963"/>
                  </a:lnTo>
                  <a:lnTo>
                    <a:pt x="22307" y="1335386"/>
                  </a:lnTo>
                  <a:lnTo>
                    <a:pt x="18148" y="1328524"/>
                  </a:lnTo>
                  <a:lnTo>
                    <a:pt x="17014" y="1326204"/>
                  </a:lnTo>
                  <a:lnTo>
                    <a:pt x="14462" y="1322724"/>
                  </a:lnTo>
                  <a:lnTo>
                    <a:pt x="9830" y="1319825"/>
                  </a:lnTo>
                  <a:lnTo>
                    <a:pt x="6143" y="1318665"/>
                  </a:lnTo>
                  <a:lnTo>
                    <a:pt x="3213" y="1319052"/>
                  </a:lnTo>
                  <a:lnTo>
                    <a:pt x="1512" y="1316539"/>
                  </a:lnTo>
                  <a:lnTo>
                    <a:pt x="0" y="1313832"/>
                  </a:lnTo>
                  <a:lnTo>
                    <a:pt x="2646" y="1309869"/>
                  </a:lnTo>
                  <a:lnTo>
                    <a:pt x="3497" y="1293245"/>
                  </a:lnTo>
                  <a:lnTo>
                    <a:pt x="5954" y="1282033"/>
                  </a:lnTo>
                  <a:lnTo>
                    <a:pt x="8601" y="1271207"/>
                  </a:lnTo>
                  <a:lnTo>
                    <a:pt x="756" y="1246270"/>
                  </a:lnTo>
                  <a:lnTo>
                    <a:pt x="6994" y="1231385"/>
                  </a:lnTo>
                  <a:lnTo>
                    <a:pt x="8318" y="1226553"/>
                  </a:lnTo>
                  <a:lnTo>
                    <a:pt x="8318" y="1224910"/>
                  </a:lnTo>
                  <a:lnTo>
                    <a:pt x="7372" y="1222300"/>
                  </a:lnTo>
                  <a:lnTo>
                    <a:pt x="6143" y="1219014"/>
                  </a:lnTo>
                  <a:lnTo>
                    <a:pt x="3213" y="1212054"/>
                  </a:lnTo>
                  <a:lnTo>
                    <a:pt x="3780" y="1206642"/>
                  </a:lnTo>
                  <a:lnTo>
                    <a:pt x="6238" y="1201422"/>
                  </a:lnTo>
                  <a:lnTo>
                    <a:pt x="6900" y="1200069"/>
                  </a:lnTo>
                  <a:lnTo>
                    <a:pt x="9641" y="1194077"/>
                  </a:lnTo>
                  <a:lnTo>
                    <a:pt x="12193" y="1190210"/>
                  </a:lnTo>
                  <a:lnTo>
                    <a:pt x="18904" y="1182381"/>
                  </a:lnTo>
                  <a:lnTo>
                    <a:pt x="20984" y="1177549"/>
                  </a:lnTo>
                  <a:lnTo>
                    <a:pt x="22118" y="1174842"/>
                  </a:lnTo>
                  <a:lnTo>
                    <a:pt x="21267" y="1169719"/>
                  </a:lnTo>
                  <a:lnTo>
                    <a:pt x="21740" y="1167496"/>
                  </a:lnTo>
                  <a:lnTo>
                    <a:pt x="19471" y="1162084"/>
                  </a:lnTo>
                  <a:lnTo>
                    <a:pt x="17203" y="1156768"/>
                  </a:lnTo>
                  <a:lnTo>
                    <a:pt x="18242" y="1153095"/>
                  </a:lnTo>
                  <a:lnTo>
                    <a:pt x="18999" y="1150872"/>
                  </a:lnTo>
                  <a:lnTo>
                    <a:pt x="17770" y="1148165"/>
                  </a:lnTo>
                  <a:lnTo>
                    <a:pt x="18715" y="1143719"/>
                  </a:lnTo>
                  <a:lnTo>
                    <a:pt x="18999" y="1138983"/>
                  </a:lnTo>
                  <a:lnTo>
                    <a:pt x="15785" y="1136567"/>
                  </a:lnTo>
                  <a:lnTo>
                    <a:pt x="14840" y="1133474"/>
                  </a:lnTo>
                  <a:lnTo>
                    <a:pt x="13044" y="1129028"/>
                  </a:lnTo>
                  <a:lnTo>
                    <a:pt x="13894" y="1120909"/>
                  </a:lnTo>
                  <a:lnTo>
                    <a:pt x="14083" y="1114239"/>
                  </a:lnTo>
                  <a:lnTo>
                    <a:pt x="12855" y="1110277"/>
                  </a:lnTo>
                  <a:lnTo>
                    <a:pt x="11626" y="1105734"/>
                  </a:lnTo>
                  <a:lnTo>
                    <a:pt x="10681" y="1094135"/>
                  </a:lnTo>
                  <a:lnTo>
                    <a:pt x="11909" y="1087369"/>
                  </a:lnTo>
                  <a:lnTo>
                    <a:pt x="13327" y="1083793"/>
                  </a:lnTo>
                  <a:lnTo>
                    <a:pt x="16163" y="1080024"/>
                  </a:lnTo>
                  <a:lnTo>
                    <a:pt x="19944" y="1074611"/>
                  </a:lnTo>
                  <a:lnTo>
                    <a:pt x="19660" y="1071615"/>
                  </a:lnTo>
                  <a:lnTo>
                    <a:pt x="18242" y="1069778"/>
                  </a:lnTo>
                  <a:lnTo>
                    <a:pt x="15974" y="1066975"/>
                  </a:lnTo>
                  <a:lnTo>
                    <a:pt x="13894" y="1063592"/>
                  </a:lnTo>
                  <a:lnTo>
                    <a:pt x="14745" y="1051704"/>
                  </a:lnTo>
                  <a:lnTo>
                    <a:pt x="16825" y="1048321"/>
                  </a:lnTo>
                  <a:lnTo>
                    <a:pt x="18053" y="1045324"/>
                  </a:lnTo>
                  <a:lnTo>
                    <a:pt x="20133" y="1040782"/>
                  </a:lnTo>
                  <a:lnTo>
                    <a:pt x="20984" y="1038172"/>
                  </a:lnTo>
                  <a:lnTo>
                    <a:pt x="24954" y="1034016"/>
                  </a:lnTo>
                  <a:lnTo>
                    <a:pt x="30909" y="1021741"/>
                  </a:lnTo>
                  <a:lnTo>
                    <a:pt x="32988" y="1016811"/>
                  </a:lnTo>
                  <a:lnTo>
                    <a:pt x="22496" y="996900"/>
                  </a:lnTo>
                  <a:lnTo>
                    <a:pt x="20889" y="982692"/>
                  </a:lnTo>
                  <a:lnTo>
                    <a:pt x="20889" y="982499"/>
                  </a:lnTo>
                  <a:lnTo>
                    <a:pt x="25048" y="964714"/>
                  </a:lnTo>
                  <a:lnTo>
                    <a:pt x="36013" y="947316"/>
                  </a:lnTo>
                  <a:lnTo>
                    <a:pt x="45560" y="938134"/>
                  </a:lnTo>
                  <a:lnTo>
                    <a:pt x="53121" y="928372"/>
                  </a:lnTo>
                  <a:lnTo>
                    <a:pt x="65315" y="914937"/>
                  </a:lnTo>
                  <a:lnTo>
                    <a:pt x="83369" y="901308"/>
                  </a:lnTo>
                  <a:lnTo>
                    <a:pt x="98209" y="889710"/>
                  </a:lnTo>
                  <a:lnTo>
                    <a:pt x="102084" y="886037"/>
                  </a:lnTo>
                  <a:lnTo>
                    <a:pt x="112671" y="875985"/>
                  </a:lnTo>
                  <a:lnTo>
                    <a:pt x="123163" y="859940"/>
                  </a:lnTo>
                  <a:lnTo>
                    <a:pt x="122974" y="842832"/>
                  </a:lnTo>
                  <a:lnTo>
                    <a:pt x="129496" y="831137"/>
                  </a:lnTo>
                  <a:lnTo>
                    <a:pt x="129212" y="819055"/>
                  </a:lnTo>
                  <a:lnTo>
                    <a:pt x="131576" y="802043"/>
                  </a:lnTo>
                  <a:lnTo>
                    <a:pt x="138476" y="786675"/>
                  </a:lnTo>
                  <a:lnTo>
                    <a:pt x="146510" y="781166"/>
                  </a:lnTo>
                  <a:lnTo>
                    <a:pt x="147172" y="776140"/>
                  </a:lnTo>
                  <a:lnTo>
                    <a:pt x="143580" y="766088"/>
                  </a:lnTo>
                  <a:lnTo>
                    <a:pt x="130441" y="745307"/>
                  </a:lnTo>
                  <a:lnTo>
                    <a:pt x="130158" y="738541"/>
                  </a:lnTo>
                  <a:lnTo>
                    <a:pt x="147550" y="731872"/>
                  </a:lnTo>
                  <a:lnTo>
                    <a:pt x="152276" y="725783"/>
                  </a:lnTo>
                  <a:lnTo>
                    <a:pt x="158987" y="722980"/>
                  </a:lnTo>
                  <a:lnTo>
                    <a:pt x="162579" y="721530"/>
                  </a:lnTo>
                  <a:lnTo>
                    <a:pt x="171370" y="717374"/>
                  </a:lnTo>
                  <a:lnTo>
                    <a:pt x="177419" y="712638"/>
                  </a:lnTo>
                  <a:lnTo>
                    <a:pt x="183563" y="706162"/>
                  </a:lnTo>
                  <a:lnTo>
                    <a:pt x="187817" y="702875"/>
                  </a:lnTo>
                  <a:lnTo>
                    <a:pt x="191598" y="701812"/>
                  </a:lnTo>
                  <a:lnTo>
                    <a:pt x="198970" y="694370"/>
                  </a:lnTo>
                  <a:lnTo>
                    <a:pt x="212771" y="688377"/>
                  </a:lnTo>
                  <a:lnTo>
                    <a:pt x="220522" y="685864"/>
                  </a:lnTo>
                  <a:lnTo>
                    <a:pt x="229123" y="679678"/>
                  </a:lnTo>
                  <a:lnTo>
                    <a:pt x="239993" y="668563"/>
                  </a:lnTo>
                  <a:lnTo>
                    <a:pt x="241600" y="664890"/>
                  </a:lnTo>
                  <a:lnTo>
                    <a:pt x="241506" y="656578"/>
                  </a:lnTo>
                  <a:lnTo>
                    <a:pt x="242640" y="652325"/>
                  </a:lnTo>
                  <a:lnTo>
                    <a:pt x="244720" y="650198"/>
                  </a:lnTo>
                  <a:lnTo>
                    <a:pt x="250202" y="648942"/>
                  </a:lnTo>
                  <a:lnTo>
                    <a:pt x="253038" y="648362"/>
                  </a:lnTo>
                  <a:lnTo>
                    <a:pt x="258992" y="644882"/>
                  </a:lnTo>
                  <a:lnTo>
                    <a:pt x="261639" y="642369"/>
                  </a:lnTo>
                  <a:lnTo>
                    <a:pt x="264191" y="626325"/>
                  </a:lnTo>
                  <a:lnTo>
                    <a:pt x="284892" y="618785"/>
                  </a:lnTo>
                  <a:lnTo>
                    <a:pt x="292265" y="614919"/>
                  </a:lnTo>
                  <a:lnTo>
                    <a:pt x="296518" y="606027"/>
                  </a:lnTo>
                  <a:lnTo>
                    <a:pt x="299354" y="581573"/>
                  </a:lnTo>
                  <a:lnTo>
                    <a:pt x="308806" y="568815"/>
                  </a:lnTo>
                  <a:lnTo>
                    <a:pt x="321378" y="556926"/>
                  </a:lnTo>
                  <a:lnTo>
                    <a:pt x="333288" y="545618"/>
                  </a:lnTo>
                  <a:lnTo>
                    <a:pt x="360888" y="541171"/>
                  </a:lnTo>
                  <a:lnTo>
                    <a:pt x="382912" y="542331"/>
                  </a:lnTo>
                  <a:lnTo>
                    <a:pt x="396618" y="540591"/>
                  </a:lnTo>
                  <a:lnTo>
                    <a:pt x="402100" y="535855"/>
                  </a:lnTo>
                  <a:lnTo>
                    <a:pt x="398603" y="525320"/>
                  </a:lnTo>
                  <a:lnTo>
                    <a:pt x="398036" y="523677"/>
                  </a:lnTo>
                  <a:lnTo>
                    <a:pt x="392743" y="517684"/>
                  </a:lnTo>
                  <a:lnTo>
                    <a:pt x="384992" y="508792"/>
                  </a:lnTo>
                  <a:lnTo>
                    <a:pt x="385086" y="504636"/>
                  </a:lnTo>
                  <a:lnTo>
                    <a:pt x="385559" y="489751"/>
                  </a:lnTo>
                  <a:lnTo>
                    <a:pt x="381211" y="460078"/>
                  </a:lnTo>
                  <a:lnTo>
                    <a:pt x="381778" y="448769"/>
                  </a:lnTo>
                  <a:lnTo>
                    <a:pt x="387449" y="434754"/>
                  </a:lnTo>
                  <a:lnTo>
                    <a:pt x="394538" y="417356"/>
                  </a:lnTo>
                  <a:lnTo>
                    <a:pt x="395106" y="415810"/>
                  </a:lnTo>
                  <a:lnTo>
                    <a:pt x="400399" y="390583"/>
                  </a:lnTo>
                  <a:lnTo>
                    <a:pt x="400115" y="372412"/>
                  </a:lnTo>
                  <a:lnTo>
                    <a:pt x="406259" y="350664"/>
                  </a:lnTo>
                  <a:lnTo>
                    <a:pt x="420532" y="338196"/>
                  </a:lnTo>
                  <a:lnTo>
                    <a:pt x="425731" y="333750"/>
                  </a:lnTo>
                  <a:lnTo>
                    <a:pt x="443407" y="323697"/>
                  </a:lnTo>
                  <a:lnTo>
                    <a:pt x="462879" y="311616"/>
                  </a:lnTo>
                  <a:lnTo>
                    <a:pt x="487833" y="303497"/>
                  </a:lnTo>
                  <a:lnTo>
                    <a:pt x="513165" y="293831"/>
                  </a:lnTo>
                  <a:lnTo>
                    <a:pt x="531975" y="277980"/>
                  </a:lnTo>
                  <a:lnTo>
                    <a:pt x="545681" y="258649"/>
                  </a:lnTo>
                  <a:lnTo>
                    <a:pt x="559765" y="239318"/>
                  </a:lnTo>
                  <a:lnTo>
                    <a:pt x="571580" y="225592"/>
                  </a:lnTo>
                  <a:lnTo>
                    <a:pt x="577724" y="215927"/>
                  </a:lnTo>
                  <a:lnTo>
                    <a:pt x="590201" y="193503"/>
                  </a:lnTo>
                  <a:lnTo>
                    <a:pt x="600599" y="174849"/>
                  </a:lnTo>
                  <a:lnTo>
                    <a:pt x="611752" y="161800"/>
                  </a:lnTo>
                  <a:lnTo>
                    <a:pt x="618180" y="154261"/>
                  </a:lnTo>
                  <a:lnTo>
                    <a:pt x="629145" y="141793"/>
                  </a:lnTo>
                  <a:lnTo>
                    <a:pt x="640487" y="126908"/>
                  </a:lnTo>
                  <a:lnTo>
                    <a:pt x="650507" y="116276"/>
                  </a:lnTo>
                  <a:lnTo>
                    <a:pt x="664496" y="105740"/>
                  </a:lnTo>
                  <a:lnTo>
                    <a:pt x="679431" y="98588"/>
                  </a:lnTo>
                  <a:lnTo>
                    <a:pt x="695878" y="92982"/>
                  </a:lnTo>
                  <a:lnTo>
                    <a:pt x="697012" y="92402"/>
                  </a:lnTo>
                  <a:lnTo>
                    <a:pt x="704101" y="88922"/>
                  </a:lnTo>
                  <a:lnTo>
                    <a:pt x="714782" y="70848"/>
                  </a:lnTo>
                  <a:lnTo>
                    <a:pt x="727921" y="55866"/>
                  </a:lnTo>
                  <a:lnTo>
                    <a:pt x="739736" y="44654"/>
                  </a:lnTo>
                  <a:lnTo>
                    <a:pt x="763840" y="30349"/>
                  </a:lnTo>
                  <a:lnTo>
                    <a:pt x="781137" y="18847"/>
                  </a:lnTo>
                  <a:lnTo>
                    <a:pt x="790023" y="11985"/>
                  </a:lnTo>
                  <a:lnTo>
                    <a:pt x="802783" y="9762"/>
                  </a:lnTo>
                  <a:lnTo>
                    <a:pt x="826130" y="6475"/>
                  </a:lnTo>
                  <a:lnTo>
                    <a:pt x="837946" y="0"/>
                  </a:lnTo>
                  <a:lnTo>
                    <a:pt x="848438" y="124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413280" y="4348892"/>
              <a:ext cx="431119" cy="770727"/>
            </a:xfrm>
            <a:custGeom>
              <a:avLst/>
              <a:pathLst>
                <a:path w="431119" h="770727">
                  <a:moveTo>
                    <a:pt x="303513" y="386"/>
                  </a:moveTo>
                  <a:lnTo>
                    <a:pt x="304931" y="386"/>
                  </a:lnTo>
                  <a:lnTo>
                    <a:pt x="306065" y="386"/>
                  </a:lnTo>
                  <a:lnTo>
                    <a:pt x="307766" y="193"/>
                  </a:lnTo>
                  <a:lnTo>
                    <a:pt x="309279" y="193"/>
                  </a:lnTo>
                  <a:lnTo>
                    <a:pt x="311075" y="483"/>
                  </a:lnTo>
                  <a:lnTo>
                    <a:pt x="312871" y="869"/>
                  </a:lnTo>
                  <a:lnTo>
                    <a:pt x="314005" y="1256"/>
                  </a:lnTo>
                  <a:lnTo>
                    <a:pt x="315139" y="2029"/>
                  </a:lnTo>
                  <a:lnTo>
                    <a:pt x="316462" y="2609"/>
                  </a:lnTo>
                  <a:lnTo>
                    <a:pt x="319676" y="4252"/>
                  </a:lnTo>
                  <a:lnTo>
                    <a:pt x="328183" y="5316"/>
                  </a:lnTo>
                  <a:lnTo>
                    <a:pt x="341133" y="8312"/>
                  </a:lnTo>
                  <a:lnTo>
                    <a:pt x="354744" y="15078"/>
                  </a:lnTo>
                  <a:lnTo>
                    <a:pt x="365331" y="19427"/>
                  </a:lnTo>
                  <a:lnTo>
                    <a:pt x="366843" y="23680"/>
                  </a:lnTo>
                  <a:lnTo>
                    <a:pt x="369395" y="25613"/>
                  </a:lnTo>
                  <a:lnTo>
                    <a:pt x="376863" y="30639"/>
                  </a:lnTo>
                  <a:lnTo>
                    <a:pt x="381305" y="31122"/>
                  </a:lnTo>
                  <a:lnTo>
                    <a:pt x="386504" y="31026"/>
                  </a:lnTo>
                  <a:lnTo>
                    <a:pt x="391892" y="34022"/>
                  </a:lnTo>
                  <a:lnTo>
                    <a:pt x="397752" y="38178"/>
                  </a:lnTo>
                  <a:lnTo>
                    <a:pt x="402478" y="44751"/>
                  </a:lnTo>
                  <a:lnTo>
                    <a:pt x="405692" y="47650"/>
                  </a:lnTo>
                  <a:lnTo>
                    <a:pt x="410040" y="49294"/>
                  </a:lnTo>
                  <a:lnTo>
                    <a:pt x="416751" y="52097"/>
                  </a:lnTo>
                  <a:lnTo>
                    <a:pt x="423746" y="51613"/>
                  </a:lnTo>
                  <a:lnTo>
                    <a:pt x="424124" y="52000"/>
                  </a:lnTo>
                  <a:lnTo>
                    <a:pt x="426676" y="54030"/>
                  </a:lnTo>
                  <a:lnTo>
                    <a:pt x="428378" y="57026"/>
                  </a:lnTo>
                  <a:lnTo>
                    <a:pt x="430741" y="60989"/>
                  </a:lnTo>
                  <a:lnTo>
                    <a:pt x="431119" y="64082"/>
                  </a:lnTo>
                  <a:lnTo>
                    <a:pt x="419965" y="74811"/>
                  </a:lnTo>
                  <a:lnTo>
                    <a:pt x="415050" y="80223"/>
                  </a:lnTo>
                  <a:lnTo>
                    <a:pt x="409946" y="87086"/>
                  </a:lnTo>
                  <a:lnTo>
                    <a:pt x="407015" y="94915"/>
                  </a:lnTo>
                  <a:lnTo>
                    <a:pt x="405409" y="99844"/>
                  </a:lnTo>
                  <a:lnTo>
                    <a:pt x="401817" y="104967"/>
                  </a:lnTo>
                  <a:lnTo>
                    <a:pt x="399170" y="108350"/>
                  </a:lnTo>
                  <a:lnTo>
                    <a:pt x="394444" y="112216"/>
                  </a:lnTo>
                  <a:lnTo>
                    <a:pt x="390285" y="116372"/>
                  </a:lnTo>
                  <a:lnTo>
                    <a:pt x="387733" y="120915"/>
                  </a:lnTo>
                  <a:lnTo>
                    <a:pt x="385937" y="126134"/>
                  </a:lnTo>
                  <a:lnTo>
                    <a:pt x="385748" y="130871"/>
                  </a:lnTo>
                  <a:lnTo>
                    <a:pt x="387166" y="136863"/>
                  </a:lnTo>
                  <a:lnTo>
                    <a:pt x="389529" y="140439"/>
                  </a:lnTo>
                  <a:lnTo>
                    <a:pt x="389340" y="144885"/>
                  </a:lnTo>
                  <a:lnTo>
                    <a:pt x="384614" y="150298"/>
                  </a:lnTo>
                  <a:lnTo>
                    <a:pt x="383763" y="152425"/>
                  </a:lnTo>
                  <a:lnTo>
                    <a:pt x="377997" y="155324"/>
                  </a:lnTo>
                  <a:lnTo>
                    <a:pt x="378281" y="155808"/>
                  </a:lnTo>
                  <a:lnTo>
                    <a:pt x="378942" y="157644"/>
                  </a:lnTo>
                  <a:lnTo>
                    <a:pt x="379509" y="160157"/>
                  </a:lnTo>
                  <a:lnTo>
                    <a:pt x="379887" y="160737"/>
                  </a:lnTo>
                  <a:lnTo>
                    <a:pt x="380076" y="161124"/>
                  </a:lnTo>
                  <a:lnTo>
                    <a:pt x="379037" y="162573"/>
                  </a:lnTo>
                  <a:lnTo>
                    <a:pt x="377619" y="164410"/>
                  </a:lnTo>
                  <a:lnTo>
                    <a:pt x="375917" y="165376"/>
                  </a:lnTo>
                  <a:lnTo>
                    <a:pt x="372987" y="165280"/>
                  </a:lnTo>
                  <a:lnTo>
                    <a:pt x="370813" y="164796"/>
                  </a:lnTo>
                  <a:lnTo>
                    <a:pt x="370152" y="165280"/>
                  </a:lnTo>
                  <a:lnTo>
                    <a:pt x="368828" y="168953"/>
                  </a:lnTo>
                  <a:lnTo>
                    <a:pt x="367410" y="169436"/>
                  </a:lnTo>
                  <a:lnTo>
                    <a:pt x="364858" y="169919"/>
                  </a:lnTo>
                  <a:lnTo>
                    <a:pt x="361172" y="170402"/>
                  </a:lnTo>
                  <a:lnTo>
                    <a:pt x="359754" y="171079"/>
                  </a:lnTo>
                  <a:lnTo>
                    <a:pt x="357391" y="172142"/>
                  </a:lnTo>
                  <a:lnTo>
                    <a:pt x="355406" y="172239"/>
                  </a:lnTo>
                  <a:lnTo>
                    <a:pt x="353515" y="171852"/>
                  </a:lnTo>
                  <a:lnTo>
                    <a:pt x="351341" y="172142"/>
                  </a:lnTo>
                  <a:lnTo>
                    <a:pt x="349356" y="173109"/>
                  </a:lnTo>
                  <a:lnTo>
                    <a:pt x="348978" y="173592"/>
                  </a:lnTo>
                  <a:lnTo>
                    <a:pt x="348884" y="174172"/>
                  </a:lnTo>
                  <a:lnTo>
                    <a:pt x="348317" y="174945"/>
                  </a:lnTo>
                  <a:lnTo>
                    <a:pt x="346804" y="175042"/>
                  </a:lnTo>
                  <a:lnTo>
                    <a:pt x="344819" y="175622"/>
                  </a:lnTo>
                  <a:lnTo>
                    <a:pt x="344536" y="175525"/>
                  </a:lnTo>
                  <a:lnTo>
                    <a:pt x="344063" y="175912"/>
                  </a:lnTo>
                  <a:lnTo>
                    <a:pt x="343591" y="176588"/>
                  </a:lnTo>
                  <a:lnTo>
                    <a:pt x="342929" y="177555"/>
                  </a:lnTo>
                  <a:lnTo>
                    <a:pt x="342267" y="178328"/>
                  </a:lnTo>
                  <a:lnTo>
                    <a:pt x="340944" y="179391"/>
                  </a:lnTo>
                  <a:lnTo>
                    <a:pt x="340377" y="179971"/>
                  </a:lnTo>
                  <a:lnTo>
                    <a:pt x="339148" y="181614"/>
                  </a:lnTo>
                  <a:lnTo>
                    <a:pt x="338014" y="182194"/>
                  </a:lnTo>
                  <a:lnTo>
                    <a:pt x="336785" y="183064"/>
                  </a:lnTo>
                  <a:lnTo>
                    <a:pt x="333193" y="185481"/>
                  </a:lnTo>
                  <a:lnTo>
                    <a:pt x="332531" y="187607"/>
                  </a:lnTo>
                  <a:lnTo>
                    <a:pt x="331019" y="191377"/>
                  </a:lnTo>
                  <a:lnTo>
                    <a:pt x="328845" y="192730"/>
                  </a:lnTo>
                  <a:lnTo>
                    <a:pt x="329034" y="193116"/>
                  </a:lnTo>
                  <a:lnTo>
                    <a:pt x="327144" y="194760"/>
                  </a:lnTo>
                  <a:lnTo>
                    <a:pt x="326293" y="193696"/>
                  </a:lnTo>
                  <a:lnTo>
                    <a:pt x="321756" y="194760"/>
                  </a:lnTo>
                  <a:lnTo>
                    <a:pt x="321472" y="195823"/>
                  </a:lnTo>
                  <a:lnTo>
                    <a:pt x="321000" y="195726"/>
                  </a:lnTo>
                  <a:lnTo>
                    <a:pt x="320054" y="196209"/>
                  </a:lnTo>
                  <a:lnTo>
                    <a:pt x="319204" y="197852"/>
                  </a:lnTo>
                  <a:lnTo>
                    <a:pt x="317030" y="197369"/>
                  </a:lnTo>
                  <a:lnTo>
                    <a:pt x="313532" y="199012"/>
                  </a:lnTo>
                  <a:lnTo>
                    <a:pt x="311075" y="200366"/>
                  </a:lnTo>
                  <a:lnTo>
                    <a:pt x="309751" y="203072"/>
                  </a:lnTo>
                  <a:lnTo>
                    <a:pt x="309562" y="205972"/>
                  </a:lnTo>
                  <a:lnTo>
                    <a:pt x="308239" y="210321"/>
                  </a:lnTo>
                  <a:lnTo>
                    <a:pt x="307388" y="212447"/>
                  </a:lnTo>
                  <a:lnTo>
                    <a:pt x="306538" y="214767"/>
                  </a:lnTo>
                  <a:lnTo>
                    <a:pt x="305309" y="217570"/>
                  </a:lnTo>
                  <a:lnTo>
                    <a:pt x="304647" y="217860"/>
                  </a:lnTo>
                  <a:lnTo>
                    <a:pt x="303985" y="218537"/>
                  </a:lnTo>
                  <a:lnTo>
                    <a:pt x="303702" y="219117"/>
                  </a:lnTo>
                  <a:lnTo>
                    <a:pt x="302946" y="220566"/>
                  </a:lnTo>
                  <a:lnTo>
                    <a:pt x="302473" y="221533"/>
                  </a:lnTo>
                  <a:lnTo>
                    <a:pt x="300488" y="224239"/>
                  </a:lnTo>
                  <a:lnTo>
                    <a:pt x="299165" y="225496"/>
                  </a:lnTo>
                  <a:lnTo>
                    <a:pt x="296140" y="231005"/>
                  </a:lnTo>
                  <a:lnTo>
                    <a:pt x="293966" y="233132"/>
                  </a:lnTo>
                  <a:lnTo>
                    <a:pt x="292454" y="236321"/>
                  </a:lnTo>
                  <a:lnTo>
                    <a:pt x="292926" y="238061"/>
                  </a:lnTo>
                  <a:lnTo>
                    <a:pt x="293304" y="241734"/>
                  </a:lnTo>
                  <a:lnTo>
                    <a:pt x="289523" y="247050"/>
                  </a:lnTo>
                  <a:lnTo>
                    <a:pt x="281300" y="252463"/>
                  </a:lnTo>
                  <a:lnTo>
                    <a:pt x="278937" y="253043"/>
                  </a:lnTo>
                  <a:lnTo>
                    <a:pt x="274683" y="256522"/>
                  </a:lnTo>
                  <a:lnTo>
                    <a:pt x="273076" y="260388"/>
                  </a:lnTo>
                  <a:lnTo>
                    <a:pt x="271470" y="262611"/>
                  </a:lnTo>
                  <a:lnTo>
                    <a:pt x="270430" y="268411"/>
                  </a:lnTo>
                  <a:lnTo>
                    <a:pt x="270713" y="270827"/>
                  </a:lnTo>
                  <a:lnTo>
                    <a:pt x="270619" y="272760"/>
                  </a:lnTo>
                  <a:lnTo>
                    <a:pt x="269863" y="278463"/>
                  </a:lnTo>
                  <a:lnTo>
                    <a:pt x="269012" y="282136"/>
                  </a:lnTo>
                  <a:lnTo>
                    <a:pt x="268445" y="284165"/>
                  </a:lnTo>
                  <a:lnTo>
                    <a:pt x="268256" y="286872"/>
                  </a:lnTo>
                  <a:lnTo>
                    <a:pt x="266082" y="288032"/>
                  </a:lnTo>
                  <a:lnTo>
                    <a:pt x="265893" y="291125"/>
                  </a:lnTo>
                  <a:lnTo>
                    <a:pt x="264758" y="294604"/>
                  </a:lnTo>
                  <a:lnTo>
                    <a:pt x="262773" y="295571"/>
                  </a:lnTo>
                  <a:lnTo>
                    <a:pt x="262206" y="298760"/>
                  </a:lnTo>
                  <a:lnTo>
                    <a:pt x="262301" y="300017"/>
                  </a:lnTo>
                  <a:lnTo>
                    <a:pt x="261167" y="303013"/>
                  </a:lnTo>
                  <a:lnTo>
                    <a:pt x="267121" y="305720"/>
                  </a:lnTo>
                  <a:lnTo>
                    <a:pt x="266365" y="307846"/>
                  </a:lnTo>
                  <a:lnTo>
                    <a:pt x="263719" y="306783"/>
                  </a:lnTo>
                  <a:lnTo>
                    <a:pt x="262773" y="310166"/>
                  </a:lnTo>
                  <a:lnTo>
                    <a:pt x="265042" y="311326"/>
                  </a:lnTo>
                  <a:lnTo>
                    <a:pt x="264097" y="314225"/>
                  </a:lnTo>
                  <a:lnTo>
                    <a:pt x="261639" y="315288"/>
                  </a:lnTo>
                  <a:lnTo>
                    <a:pt x="261072" y="318188"/>
                  </a:lnTo>
                  <a:lnTo>
                    <a:pt x="259843" y="319445"/>
                  </a:lnTo>
                  <a:lnTo>
                    <a:pt x="261261" y="323311"/>
                  </a:lnTo>
                  <a:lnTo>
                    <a:pt x="256818" y="325534"/>
                  </a:lnTo>
                  <a:lnTo>
                    <a:pt x="257197" y="326790"/>
                  </a:lnTo>
                  <a:lnTo>
                    <a:pt x="257669" y="330753"/>
                  </a:lnTo>
                  <a:lnTo>
                    <a:pt x="258425" y="335489"/>
                  </a:lnTo>
                  <a:lnTo>
                    <a:pt x="258898" y="339066"/>
                  </a:lnTo>
                  <a:lnTo>
                    <a:pt x="259087" y="340709"/>
                  </a:lnTo>
                  <a:lnTo>
                    <a:pt x="259654" y="341965"/>
                  </a:lnTo>
                  <a:lnTo>
                    <a:pt x="260788" y="343705"/>
                  </a:lnTo>
                  <a:lnTo>
                    <a:pt x="261072" y="345252"/>
                  </a:lnTo>
                  <a:lnTo>
                    <a:pt x="261072" y="348055"/>
                  </a:lnTo>
                  <a:lnTo>
                    <a:pt x="261261" y="351341"/>
                  </a:lnTo>
                  <a:lnTo>
                    <a:pt x="262868" y="353177"/>
                  </a:lnTo>
                  <a:lnTo>
                    <a:pt x="262868" y="354530"/>
                  </a:lnTo>
                  <a:lnTo>
                    <a:pt x="260599" y="354530"/>
                  </a:lnTo>
                  <a:lnTo>
                    <a:pt x="257669" y="358397"/>
                  </a:lnTo>
                  <a:lnTo>
                    <a:pt x="256913" y="358687"/>
                  </a:lnTo>
                  <a:lnTo>
                    <a:pt x="253510" y="363809"/>
                  </a:lnTo>
                  <a:lnTo>
                    <a:pt x="253321" y="365936"/>
                  </a:lnTo>
                  <a:lnTo>
                    <a:pt x="253510" y="366129"/>
                  </a:lnTo>
                  <a:lnTo>
                    <a:pt x="253416" y="366322"/>
                  </a:lnTo>
                  <a:lnTo>
                    <a:pt x="253038" y="369029"/>
                  </a:lnTo>
                  <a:lnTo>
                    <a:pt x="252754" y="369319"/>
                  </a:lnTo>
                  <a:lnTo>
                    <a:pt x="251714" y="369415"/>
                  </a:lnTo>
                  <a:lnTo>
                    <a:pt x="250107" y="369512"/>
                  </a:lnTo>
                  <a:lnTo>
                    <a:pt x="248784" y="369609"/>
                  </a:lnTo>
                  <a:lnTo>
                    <a:pt x="247650" y="369512"/>
                  </a:lnTo>
                  <a:lnTo>
                    <a:pt x="246326" y="369319"/>
                  </a:lnTo>
                  <a:lnTo>
                    <a:pt x="244909" y="368739"/>
                  </a:lnTo>
                  <a:lnTo>
                    <a:pt x="242451" y="367869"/>
                  </a:lnTo>
                  <a:lnTo>
                    <a:pt x="242262" y="368062"/>
                  </a:lnTo>
                  <a:lnTo>
                    <a:pt x="239615" y="371155"/>
                  </a:lnTo>
                  <a:lnTo>
                    <a:pt x="237347" y="373668"/>
                  </a:lnTo>
                  <a:lnTo>
                    <a:pt x="237063" y="373958"/>
                  </a:lnTo>
                  <a:lnTo>
                    <a:pt x="235740" y="375408"/>
                  </a:lnTo>
                  <a:lnTo>
                    <a:pt x="235078" y="376181"/>
                  </a:lnTo>
                  <a:lnTo>
                    <a:pt x="232904" y="378598"/>
                  </a:lnTo>
                  <a:lnTo>
                    <a:pt x="232053" y="379564"/>
                  </a:lnTo>
                  <a:lnTo>
                    <a:pt x="231864" y="379951"/>
                  </a:lnTo>
                  <a:lnTo>
                    <a:pt x="241411" y="387393"/>
                  </a:lnTo>
                  <a:lnTo>
                    <a:pt x="242735" y="388456"/>
                  </a:lnTo>
                  <a:lnTo>
                    <a:pt x="243396" y="389036"/>
                  </a:lnTo>
                  <a:lnTo>
                    <a:pt x="246894" y="392129"/>
                  </a:lnTo>
                  <a:lnTo>
                    <a:pt x="247177" y="392419"/>
                  </a:lnTo>
                  <a:lnTo>
                    <a:pt x="248973" y="393966"/>
                  </a:lnTo>
                  <a:lnTo>
                    <a:pt x="249257" y="394256"/>
                  </a:lnTo>
                  <a:lnTo>
                    <a:pt x="249918" y="394836"/>
                  </a:lnTo>
                  <a:lnTo>
                    <a:pt x="254550" y="398992"/>
                  </a:lnTo>
                  <a:lnTo>
                    <a:pt x="266743" y="409527"/>
                  </a:lnTo>
                  <a:lnTo>
                    <a:pt x="269012" y="411267"/>
                  </a:lnTo>
                  <a:lnTo>
                    <a:pt x="270146" y="412233"/>
                  </a:lnTo>
                  <a:lnTo>
                    <a:pt x="276574" y="418033"/>
                  </a:lnTo>
                  <a:lnTo>
                    <a:pt x="286215" y="425862"/>
                  </a:lnTo>
                  <a:lnTo>
                    <a:pt x="285932" y="426055"/>
                  </a:lnTo>
                  <a:lnTo>
                    <a:pt x="283758" y="428085"/>
                  </a:lnTo>
                  <a:lnTo>
                    <a:pt x="278464" y="433111"/>
                  </a:lnTo>
                  <a:lnTo>
                    <a:pt x="278748" y="433304"/>
                  </a:lnTo>
                  <a:lnTo>
                    <a:pt x="280449" y="435044"/>
                  </a:lnTo>
                  <a:lnTo>
                    <a:pt x="280638" y="435141"/>
                  </a:lnTo>
                  <a:lnTo>
                    <a:pt x="279788" y="435817"/>
                  </a:lnTo>
                  <a:lnTo>
                    <a:pt x="277803" y="437557"/>
                  </a:lnTo>
                  <a:lnTo>
                    <a:pt x="276952" y="438234"/>
                  </a:lnTo>
                  <a:lnTo>
                    <a:pt x="274116" y="440650"/>
                  </a:lnTo>
                  <a:lnTo>
                    <a:pt x="273644" y="441133"/>
                  </a:lnTo>
                  <a:lnTo>
                    <a:pt x="273455" y="441713"/>
                  </a:lnTo>
                  <a:lnTo>
                    <a:pt x="270619" y="448479"/>
                  </a:lnTo>
                  <a:lnTo>
                    <a:pt x="269957" y="450122"/>
                  </a:lnTo>
                  <a:lnTo>
                    <a:pt x="268256" y="454858"/>
                  </a:lnTo>
                  <a:lnTo>
                    <a:pt x="267216" y="457468"/>
                  </a:lnTo>
                  <a:lnTo>
                    <a:pt x="266743" y="458725"/>
                  </a:lnTo>
                  <a:lnTo>
                    <a:pt x="265987" y="460561"/>
                  </a:lnTo>
                  <a:lnTo>
                    <a:pt x="264853" y="463267"/>
                  </a:lnTo>
                  <a:lnTo>
                    <a:pt x="263246" y="466650"/>
                  </a:lnTo>
                  <a:lnTo>
                    <a:pt x="264853" y="467617"/>
                  </a:lnTo>
                  <a:lnTo>
                    <a:pt x="265704" y="468487"/>
                  </a:lnTo>
                  <a:lnTo>
                    <a:pt x="266271" y="469453"/>
                  </a:lnTo>
                  <a:lnTo>
                    <a:pt x="266838" y="470323"/>
                  </a:lnTo>
                  <a:lnTo>
                    <a:pt x="267405" y="471000"/>
                  </a:lnTo>
                  <a:lnTo>
                    <a:pt x="268634" y="472256"/>
                  </a:lnTo>
                  <a:lnTo>
                    <a:pt x="269674" y="472836"/>
                  </a:lnTo>
                  <a:lnTo>
                    <a:pt x="270524" y="473126"/>
                  </a:lnTo>
                  <a:lnTo>
                    <a:pt x="272226" y="473706"/>
                  </a:lnTo>
                  <a:lnTo>
                    <a:pt x="273171" y="473996"/>
                  </a:lnTo>
                  <a:lnTo>
                    <a:pt x="273927" y="474286"/>
                  </a:lnTo>
                  <a:lnTo>
                    <a:pt x="274494" y="474673"/>
                  </a:lnTo>
                  <a:lnTo>
                    <a:pt x="274967" y="475059"/>
                  </a:lnTo>
                  <a:lnTo>
                    <a:pt x="275061" y="475253"/>
                  </a:lnTo>
                  <a:lnTo>
                    <a:pt x="275345" y="475833"/>
                  </a:lnTo>
                  <a:lnTo>
                    <a:pt x="275629" y="476316"/>
                  </a:lnTo>
                  <a:lnTo>
                    <a:pt x="276007" y="477089"/>
                  </a:lnTo>
                  <a:lnTo>
                    <a:pt x="276290" y="477669"/>
                  </a:lnTo>
                  <a:lnTo>
                    <a:pt x="276574" y="478346"/>
                  </a:lnTo>
                  <a:lnTo>
                    <a:pt x="276668" y="479022"/>
                  </a:lnTo>
                  <a:lnTo>
                    <a:pt x="276763" y="479795"/>
                  </a:lnTo>
                  <a:lnTo>
                    <a:pt x="276763" y="480085"/>
                  </a:lnTo>
                  <a:lnTo>
                    <a:pt x="276763" y="480375"/>
                  </a:lnTo>
                  <a:lnTo>
                    <a:pt x="276763" y="480762"/>
                  </a:lnTo>
                  <a:lnTo>
                    <a:pt x="276763" y="481052"/>
                  </a:lnTo>
                  <a:lnTo>
                    <a:pt x="276763" y="482212"/>
                  </a:lnTo>
                  <a:lnTo>
                    <a:pt x="276479" y="483178"/>
                  </a:lnTo>
                  <a:lnTo>
                    <a:pt x="276007" y="484338"/>
                  </a:lnTo>
                  <a:lnTo>
                    <a:pt x="275345" y="485401"/>
                  </a:lnTo>
                  <a:lnTo>
                    <a:pt x="275723" y="485885"/>
                  </a:lnTo>
                  <a:lnTo>
                    <a:pt x="280166" y="492167"/>
                  </a:lnTo>
                  <a:lnTo>
                    <a:pt x="279788" y="492457"/>
                  </a:lnTo>
                  <a:lnTo>
                    <a:pt x="279599" y="492651"/>
                  </a:lnTo>
                  <a:lnTo>
                    <a:pt x="280071" y="493520"/>
                  </a:lnTo>
                  <a:lnTo>
                    <a:pt x="280449" y="493907"/>
                  </a:lnTo>
                  <a:lnTo>
                    <a:pt x="279504" y="495067"/>
                  </a:lnTo>
                  <a:lnTo>
                    <a:pt x="279315" y="497193"/>
                  </a:lnTo>
                  <a:lnTo>
                    <a:pt x="280071" y="499513"/>
                  </a:lnTo>
                  <a:lnTo>
                    <a:pt x="280827" y="501446"/>
                  </a:lnTo>
                  <a:lnTo>
                    <a:pt x="280922" y="501639"/>
                  </a:lnTo>
                  <a:lnTo>
                    <a:pt x="281300" y="502413"/>
                  </a:lnTo>
                  <a:lnTo>
                    <a:pt x="281962" y="503476"/>
                  </a:lnTo>
                  <a:lnTo>
                    <a:pt x="282718" y="505506"/>
                  </a:lnTo>
                  <a:lnTo>
                    <a:pt x="283001" y="506182"/>
                  </a:lnTo>
                  <a:lnTo>
                    <a:pt x="283474" y="507052"/>
                  </a:lnTo>
                  <a:lnTo>
                    <a:pt x="283852" y="507729"/>
                  </a:lnTo>
                  <a:lnTo>
                    <a:pt x="284041" y="508019"/>
                  </a:lnTo>
                  <a:lnTo>
                    <a:pt x="286310" y="512078"/>
                  </a:lnTo>
                  <a:lnTo>
                    <a:pt x="286688" y="517008"/>
                  </a:lnTo>
                  <a:lnTo>
                    <a:pt x="286215" y="517394"/>
                  </a:lnTo>
                  <a:lnTo>
                    <a:pt x="287633" y="519617"/>
                  </a:lnTo>
                  <a:lnTo>
                    <a:pt x="289051" y="521937"/>
                  </a:lnTo>
                  <a:lnTo>
                    <a:pt x="290280" y="523580"/>
                  </a:lnTo>
                  <a:lnTo>
                    <a:pt x="289618" y="524257"/>
                  </a:lnTo>
                  <a:lnTo>
                    <a:pt x="290280" y="526093"/>
                  </a:lnTo>
                  <a:lnTo>
                    <a:pt x="291697" y="526673"/>
                  </a:lnTo>
                  <a:lnTo>
                    <a:pt x="292548" y="527350"/>
                  </a:lnTo>
                  <a:lnTo>
                    <a:pt x="294250" y="529476"/>
                  </a:lnTo>
                  <a:lnTo>
                    <a:pt x="295667" y="531892"/>
                  </a:lnTo>
                  <a:lnTo>
                    <a:pt x="295951" y="533922"/>
                  </a:lnTo>
                  <a:lnTo>
                    <a:pt x="295289" y="537112"/>
                  </a:lnTo>
                  <a:lnTo>
                    <a:pt x="294722" y="538852"/>
                  </a:lnTo>
                  <a:lnTo>
                    <a:pt x="294155" y="545424"/>
                  </a:lnTo>
                  <a:lnTo>
                    <a:pt x="295478" y="549580"/>
                  </a:lnTo>
                  <a:lnTo>
                    <a:pt x="297841" y="551997"/>
                  </a:lnTo>
                  <a:lnTo>
                    <a:pt x="298030" y="555476"/>
                  </a:lnTo>
                  <a:lnTo>
                    <a:pt x="298220" y="557023"/>
                  </a:lnTo>
                  <a:lnTo>
                    <a:pt x="298598" y="560406"/>
                  </a:lnTo>
                  <a:lnTo>
                    <a:pt x="299732" y="563789"/>
                  </a:lnTo>
                  <a:lnTo>
                    <a:pt x="299543" y="566495"/>
                  </a:lnTo>
                  <a:lnTo>
                    <a:pt x="299732" y="567365"/>
                  </a:lnTo>
                  <a:lnTo>
                    <a:pt x="299543" y="568428"/>
                  </a:lnTo>
                  <a:lnTo>
                    <a:pt x="299448" y="569395"/>
                  </a:lnTo>
                  <a:lnTo>
                    <a:pt x="299259" y="570265"/>
                  </a:lnTo>
                  <a:lnTo>
                    <a:pt x="299165" y="572874"/>
                  </a:lnTo>
                  <a:lnTo>
                    <a:pt x="298692" y="573454"/>
                  </a:lnTo>
                  <a:lnTo>
                    <a:pt x="298409" y="574517"/>
                  </a:lnTo>
                  <a:lnTo>
                    <a:pt x="298598" y="576064"/>
                  </a:lnTo>
                  <a:lnTo>
                    <a:pt x="298314" y="577030"/>
                  </a:lnTo>
                  <a:lnTo>
                    <a:pt x="297841" y="579833"/>
                  </a:lnTo>
                  <a:lnTo>
                    <a:pt x="298125" y="581670"/>
                  </a:lnTo>
                  <a:lnTo>
                    <a:pt x="299070" y="584376"/>
                  </a:lnTo>
                  <a:lnTo>
                    <a:pt x="301811" y="588339"/>
                  </a:lnTo>
                  <a:lnTo>
                    <a:pt x="302662" y="592495"/>
                  </a:lnTo>
                  <a:lnTo>
                    <a:pt x="307577" y="594428"/>
                  </a:lnTo>
                  <a:lnTo>
                    <a:pt x="307577" y="600711"/>
                  </a:lnTo>
                  <a:lnTo>
                    <a:pt x="308901" y="602354"/>
                  </a:lnTo>
                  <a:lnTo>
                    <a:pt x="309562" y="607863"/>
                  </a:lnTo>
                  <a:lnTo>
                    <a:pt x="307577" y="607767"/>
                  </a:lnTo>
                  <a:lnTo>
                    <a:pt x="305876" y="607090"/>
                  </a:lnTo>
                  <a:lnTo>
                    <a:pt x="305498" y="607767"/>
                  </a:lnTo>
                  <a:lnTo>
                    <a:pt x="304931" y="608927"/>
                  </a:lnTo>
                  <a:lnTo>
                    <a:pt x="304080" y="610956"/>
                  </a:lnTo>
                  <a:lnTo>
                    <a:pt x="304553" y="611826"/>
                  </a:lnTo>
                  <a:lnTo>
                    <a:pt x="304080" y="613469"/>
                  </a:lnTo>
                  <a:lnTo>
                    <a:pt x="304836" y="615306"/>
                  </a:lnTo>
                  <a:lnTo>
                    <a:pt x="306159" y="616852"/>
                  </a:lnTo>
                  <a:lnTo>
                    <a:pt x="308428" y="620235"/>
                  </a:lnTo>
                  <a:lnTo>
                    <a:pt x="310318" y="623715"/>
                  </a:lnTo>
                  <a:lnTo>
                    <a:pt x="310886" y="624005"/>
                  </a:lnTo>
                  <a:lnTo>
                    <a:pt x="312020" y="627291"/>
                  </a:lnTo>
                  <a:lnTo>
                    <a:pt x="313532" y="629128"/>
                  </a:lnTo>
                  <a:lnTo>
                    <a:pt x="314477" y="630771"/>
                  </a:lnTo>
                  <a:lnTo>
                    <a:pt x="315517" y="635507"/>
                  </a:lnTo>
                  <a:lnTo>
                    <a:pt x="316179" y="637440"/>
                  </a:lnTo>
                  <a:lnTo>
                    <a:pt x="316652" y="640050"/>
                  </a:lnTo>
                  <a:lnTo>
                    <a:pt x="315895" y="644012"/>
                  </a:lnTo>
                  <a:lnTo>
                    <a:pt x="314194" y="645849"/>
                  </a:lnTo>
                  <a:lnTo>
                    <a:pt x="312587" y="648362"/>
                  </a:lnTo>
                  <a:lnTo>
                    <a:pt x="311169" y="650972"/>
                  </a:lnTo>
                  <a:lnTo>
                    <a:pt x="310697" y="654934"/>
                  </a:lnTo>
                  <a:lnTo>
                    <a:pt x="310602" y="656771"/>
                  </a:lnTo>
                  <a:lnTo>
                    <a:pt x="312776" y="663633"/>
                  </a:lnTo>
                  <a:lnTo>
                    <a:pt x="314667" y="669723"/>
                  </a:lnTo>
                  <a:lnTo>
                    <a:pt x="316841" y="669336"/>
                  </a:lnTo>
                  <a:lnTo>
                    <a:pt x="318542" y="669723"/>
                  </a:lnTo>
                  <a:lnTo>
                    <a:pt x="319771" y="671946"/>
                  </a:lnTo>
                  <a:lnTo>
                    <a:pt x="319960" y="672719"/>
                  </a:lnTo>
                  <a:lnTo>
                    <a:pt x="321283" y="674652"/>
                  </a:lnTo>
                  <a:lnTo>
                    <a:pt x="322134" y="675329"/>
                  </a:lnTo>
                  <a:lnTo>
                    <a:pt x="321283" y="676005"/>
                  </a:lnTo>
                  <a:lnTo>
                    <a:pt x="319582" y="680161"/>
                  </a:lnTo>
                  <a:lnTo>
                    <a:pt x="319109" y="681418"/>
                  </a:lnTo>
                  <a:lnTo>
                    <a:pt x="316557" y="680161"/>
                  </a:lnTo>
                  <a:lnTo>
                    <a:pt x="316368" y="680161"/>
                  </a:lnTo>
                  <a:lnTo>
                    <a:pt x="312871" y="684608"/>
                  </a:lnTo>
                  <a:lnTo>
                    <a:pt x="303796" y="682964"/>
                  </a:lnTo>
                  <a:lnTo>
                    <a:pt x="303607" y="682868"/>
                  </a:lnTo>
                  <a:lnTo>
                    <a:pt x="300866" y="685477"/>
                  </a:lnTo>
                  <a:lnTo>
                    <a:pt x="301433" y="687507"/>
                  </a:lnTo>
                  <a:lnTo>
                    <a:pt x="302284" y="687507"/>
                  </a:lnTo>
                  <a:lnTo>
                    <a:pt x="302757" y="698236"/>
                  </a:lnTo>
                  <a:lnTo>
                    <a:pt x="302000" y="707901"/>
                  </a:lnTo>
                  <a:lnTo>
                    <a:pt x="301339" y="708771"/>
                  </a:lnTo>
                  <a:lnTo>
                    <a:pt x="301339" y="713024"/>
                  </a:lnTo>
                  <a:lnTo>
                    <a:pt x="304269" y="718340"/>
                  </a:lnTo>
                  <a:lnTo>
                    <a:pt x="301244" y="721240"/>
                  </a:lnTo>
                  <a:lnTo>
                    <a:pt x="276479" y="735448"/>
                  </a:lnTo>
                  <a:lnTo>
                    <a:pt x="274494" y="736608"/>
                  </a:lnTo>
                  <a:lnTo>
                    <a:pt x="263530" y="743471"/>
                  </a:lnTo>
                  <a:lnTo>
                    <a:pt x="260788" y="738541"/>
                  </a:lnTo>
                  <a:lnTo>
                    <a:pt x="256535" y="736028"/>
                  </a:lnTo>
                  <a:lnTo>
                    <a:pt x="252848" y="736028"/>
                  </a:lnTo>
                  <a:lnTo>
                    <a:pt x="246988" y="738928"/>
                  </a:lnTo>
                  <a:lnTo>
                    <a:pt x="239237" y="744147"/>
                  </a:lnTo>
                  <a:lnTo>
                    <a:pt x="238576" y="744340"/>
                  </a:lnTo>
                  <a:lnTo>
                    <a:pt x="238103" y="744630"/>
                  </a:lnTo>
                  <a:lnTo>
                    <a:pt x="235834" y="745597"/>
                  </a:lnTo>
                  <a:lnTo>
                    <a:pt x="235740" y="745404"/>
                  </a:lnTo>
                  <a:lnTo>
                    <a:pt x="234133" y="745597"/>
                  </a:lnTo>
                  <a:lnTo>
                    <a:pt x="231108" y="745984"/>
                  </a:lnTo>
                  <a:lnTo>
                    <a:pt x="226760" y="746467"/>
                  </a:lnTo>
                  <a:lnTo>
                    <a:pt x="217970" y="747530"/>
                  </a:lnTo>
                  <a:lnTo>
                    <a:pt x="217591" y="747530"/>
                  </a:lnTo>
                  <a:lnTo>
                    <a:pt x="214378" y="748013"/>
                  </a:lnTo>
                  <a:lnTo>
                    <a:pt x="211353" y="748400"/>
                  </a:lnTo>
                  <a:lnTo>
                    <a:pt x="204925" y="749173"/>
                  </a:lnTo>
                  <a:lnTo>
                    <a:pt x="204453" y="749173"/>
                  </a:lnTo>
                  <a:lnTo>
                    <a:pt x="198025" y="749946"/>
                  </a:lnTo>
                  <a:lnTo>
                    <a:pt x="195851" y="750236"/>
                  </a:lnTo>
                  <a:lnTo>
                    <a:pt x="195095" y="750333"/>
                  </a:lnTo>
                  <a:lnTo>
                    <a:pt x="194055" y="750430"/>
                  </a:lnTo>
                  <a:lnTo>
                    <a:pt x="192259" y="750623"/>
                  </a:lnTo>
                  <a:lnTo>
                    <a:pt x="189613" y="750913"/>
                  </a:lnTo>
                  <a:lnTo>
                    <a:pt x="187439" y="751106"/>
                  </a:lnTo>
                  <a:lnTo>
                    <a:pt x="185548" y="751300"/>
                  </a:lnTo>
                  <a:lnTo>
                    <a:pt x="184036" y="751300"/>
                  </a:lnTo>
                  <a:lnTo>
                    <a:pt x="183091" y="751300"/>
                  </a:lnTo>
                  <a:lnTo>
                    <a:pt x="182240" y="751300"/>
                  </a:lnTo>
                  <a:lnTo>
                    <a:pt x="170803" y="749270"/>
                  </a:lnTo>
                  <a:lnTo>
                    <a:pt x="160878" y="747433"/>
                  </a:lnTo>
                  <a:lnTo>
                    <a:pt x="148779" y="745210"/>
                  </a:lnTo>
                  <a:lnTo>
                    <a:pt x="146038" y="744630"/>
                  </a:lnTo>
                  <a:lnTo>
                    <a:pt x="143296" y="744050"/>
                  </a:lnTo>
                  <a:lnTo>
                    <a:pt x="139704" y="743084"/>
                  </a:lnTo>
                  <a:lnTo>
                    <a:pt x="135829" y="741827"/>
                  </a:lnTo>
                  <a:lnTo>
                    <a:pt x="132710" y="740764"/>
                  </a:lnTo>
                  <a:lnTo>
                    <a:pt x="130441" y="740088"/>
                  </a:lnTo>
                  <a:lnTo>
                    <a:pt x="130158" y="739798"/>
                  </a:lnTo>
                  <a:lnTo>
                    <a:pt x="130158" y="741247"/>
                  </a:lnTo>
                  <a:lnTo>
                    <a:pt x="130347" y="744147"/>
                  </a:lnTo>
                  <a:lnTo>
                    <a:pt x="130441" y="746080"/>
                  </a:lnTo>
                  <a:lnTo>
                    <a:pt x="130441" y="747240"/>
                  </a:lnTo>
                  <a:lnTo>
                    <a:pt x="130441" y="748400"/>
                  </a:lnTo>
                  <a:lnTo>
                    <a:pt x="130441" y="748593"/>
                  </a:lnTo>
                  <a:lnTo>
                    <a:pt x="130347" y="750236"/>
                  </a:lnTo>
                  <a:lnTo>
                    <a:pt x="130347" y="751203"/>
                  </a:lnTo>
                  <a:lnTo>
                    <a:pt x="130347" y="751879"/>
                  </a:lnTo>
                  <a:lnTo>
                    <a:pt x="130252" y="753909"/>
                  </a:lnTo>
                  <a:lnTo>
                    <a:pt x="130158" y="755166"/>
                  </a:lnTo>
                  <a:lnTo>
                    <a:pt x="130158" y="755649"/>
                  </a:lnTo>
                  <a:lnTo>
                    <a:pt x="130063" y="756519"/>
                  </a:lnTo>
                  <a:lnTo>
                    <a:pt x="129874" y="758065"/>
                  </a:lnTo>
                  <a:lnTo>
                    <a:pt x="129685" y="759999"/>
                  </a:lnTo>
                  <a:lnTo>
                    <a:pt x="129496" y="761448"/>
                  </a:lnTo>
                  <a:lnTo>
                    <a:pt x="129118" y="763381"/>
                  </a:lnTo>
                  <a:lnTo>
                    <a:pt x="129118" y="763865"/>
                  </a:lnTo>
                  <a:lnTo>
                    <a:pt x="127795" y="770727"/>
                  </a:lnTo>
                  <a:lnTo>
                    <a:pt x="127038" y="770631"/>
                  </a:lnTo>
                  <a:lnTo>
                    <a:pt x="122879" y="769857"/>
                  </a:lnTo>
                  <a:lnTo>
                    <a:pt x="111348" y="767828"/>
                  </a:lnTo>
                  <a:lnTo>
                    <a:pt x="106905" y="766958"/>
                  </a:lnTo>
                  <a:lnTo>
                    <a:pt x="102368" y="766184"/>
                  </a:lnTo>
                  <a:lnTo>
                    <a:pt x="102179" y="766088"/>
                  </a:lnTo>
                  <a:lnTo>
                    <a:pt x="101612" y="765991"/>
                  </a:lnTo>
                  <a:lnTo>
                    <a:pt x="97736" y="765315"/>
                  </a:lnTo>
                  <a:lnTo>
                    <a:pt x="93861" y="764541"/>
                  </a:lnTo>
                  <a:lnTo>
                    <a:pt x="90647" y="763961"/>
                  </a:lnTo>
                  <a:lnTo>
                    <a:pt x="89040" y="763671"/>
                  </a:lnTo>
                  <a:lnTo>
                    <a:pt x="88378" y="763478"/>
                  </a:lnTo>
                  <a:lnTo>
                    <a:pt x="85354" y="761158"/>
                  </a:lnTo>
                  <a:lnTo>
                    <a:pt x="84598" y="760192"/>
                  </a:lnTo>
                  <a:lnTo>
                    <a:pt x="84125" y="759515"/>
                  </a:lnTo>
                  <a:lnTo>
                    <a:pt x="78643" y="751783"/>
                  </a:lnTo>
                  <a:lnTo>
                    <a:pt x="78548" y="751493"/>
                  </a:lnTo>
                  <a:lnTo>
                    <a:pt x="77697" y="750333"/>
                  </a:lnTo>
                  <a:lnTo>
                    <a:pt x="76469" y="748593"/>
                  </a:lnTo>
                  <a:lnTo>
                    <a:pt x="75051" y="745694"/>
                  </a:lnTo>
                  <a:lnTo>
                    <a:pt x="73160" y="741924"/>
                  </a:lnTo>
                  <a:lnTo>
                    <a:pt x="72593" y="740184"/>
                  </a:lnTo>
                  <a:lnTo>
                    <a:pt x="71175" y="736221"/>
                  </a:lnTo>
                  <a:lnTo>
                    <a:pt x="68623" y="731389"/>
                  </a:lnTo>
                  <a:lnTo>
                    <a:pt x="68434" y="731099"/>
                  </a:lnTo>
                  <a:lnTo>
                    <a:pt x="68056" y="730229"/>
                  </a:lnTo>
                  <a:lnTo>
                    <a:pt x="66733" y="726653"/>
                  </a:lnTo>
                  <a:lnTo>
                    <a:pt x="66544" y="726169"/>
                  </a:lnTo>
                  <a:lnTo>
                    <a:pt x="66355" y="725686"/>
                  </a:lnTo>
                  <a:lnTo>
                    <a:pt x="66071" y="718823"/>
                  </a:lnTo>
                  <a:lnTo>
                    <a:pt x="65598" y="710414"/>
                  </a:lnTo>
                  <a:lnTo>
                    <a:pt x="65409" y="708675"/>
                  </a:lnTo>
                  <a:lnTo>
                    <a:pt x="65220" y="703649"/>
                  </a:lnTo>
                  <a:lnTo>
                    <a:pt x="63992" y="701426"/>
                  </a:lnTo>
                  <a:lnTo>
                    <a:pt x="62101" y="699106"/>
                  </a:lnTo>
                  <a:lnTo>
                    <a:pt x="61061" y="698429"/>
                  </a:lnTo>
                  <a:lnTo>
                    <a:pt x="60589" y="698139"/>
                  </a:lnTo>
                  <a:lnTo>
                    <a:pt x="58698" y="697269"/>
                  </a:lnTo>
                  <a:lnTo>
                    <a:pt x="57564" y="696786"/>
                  </a:lnTo>
                  <a:lnTo>
                    <a:pt x="56052" y="696496"/>
                  </a:lnTo>
                  <a:lnTo>
                    <a:pt x="55106" y="696786"/>
                  </a:lnTo>
                  <a:lnTo>
                    <a:pt x="44803" y="699492"/>
                  </a:lnTo>
                  <a:lnTo>
                    <a:pt x="43291" y="699879"/>
                  </a:lnTo>
                  <a:lnTo>
                    <a:pt x="26750" y="703552"/>
                  </a:lnTo>
                  <a:lnTo>
                    <a:pt x="26088" y="699106"/>
                  </a:lnTo>
                  <a:lnTo>
                    <a:pt x="22874" y="676489"/>
                  </a:lnTo>
                  <a:lnTo>
                    <a:pt x="40928" y="671849"/>
                  </a:lnTo>
                  <a:lnTo>
                    <a:pt x="40644" y="669626"/>
                  </a:lnTo>
                  <a:lnTo>
                    <a:pt x="40550" y="669046"/>
                  </a:lnTo>
                  <a:lnTo>
                    <a:pt x="39983" y="664503"/>
                  </a:lnTo>
                  <a:lnTo>
                    <a:pt x="38848" y="655418"/>
                  </a:lnTo>
                  <a:lnTo>
                    <a:pt x="38754" y="654548"/>
                  </a:lnTo>
                  <a:lnTo>
                    <a:pt x="36013" y="641693"/>
                  </a:lnTo>
                  <a:lnTo>
                    <a:pt x="34689" y="637633"/>
                  </a:lnTo>
                  <a:lnTo>
                    <a:pt x="34028" y="635603"/>
                  </a:lnTo>
                  <a:lnTo>
                    <a:pt x="31476" y="627581"/>
                  </a:lnTo>
                  <a:lnTo>
                    <a:pt x="31098" y="626228"/>
                  </a:lnTo>
                  <a:lnTo>
                    <a:pt x="30436" y="623425"/>
                  </a:lnTo>
                  <a:lnTo>
                    <a:pt x="30152" y="622072"/>
                  </a:lnTo>
                  <a:lnTo>
                    <a:pt x="29491" y="619075"/>
                  </a:lnTo>
                  <a:lnTo>
                    <a:pt x="29396" y="617819"/>
                  </a:lnTo>
                  <a:lnTo>
                    <a:pt x="29396" y="616176"/>
                  </a:lnTo>
                  <a:lnTo>
                    <a:pt x="29491" y="614919"/>
                  </a:lnTo>
                  <a:lnTo>
                    <a:pt x="29491" y="614629"/>
                  </a:lnTo>
                  <a:lnTo>
                    <a:pt x="29491" y="614436"/>
                  </a:lnTo>
                  <a:lnTo>
                    <a:pt x="29774" y="612696"/>
                  </a:lnTo>
                  <a:lnTo>
                    <a:pt x="30152" y="611150"/>
                  </a:lnTo>
                  <a:lnTo>
                    <a:pt x="31665" y="605640"/>
                  </a:lnTo>
                  <a:lnTo>
                    <a:pt x="31948" y="604867"/>
                  </a:lnTo>
                  <a:lnTo>
                    <a:pt x="32043" y="604577"/>
                  </a:lnTo>
                  <a:lnTo>
                    <a:pt x="32232" y="603707"/>
                  </a:lnTo>
                  <a:lnTo>
                    <a:pt x="32515" y="602644"/>
                  </a:lnTo>
                  <a:lnTo>
                    <a:pt x="32704" y="602064"/>
                  </a:lnTo>
                  <a:lnTo>
                    <a:pt x="34595" y="595878"/>
                  </a:lnTo>
                  <a:lnTo>
                    <a:pt x="35635" y="592399"/>
                  </a:lnTo>
                  <a:lnTo>
                    <a:pt x="36863" y="588436"/>
                  </a:lnTo>
                  <a:lnTo>
                    <a:pt x="37053" y="587856"/>
                  </a:lnTo>
                  <a:lnTo>
                    <a:pt x="37147" y="587566"/>
                  </a:lnTo>
                  <a:lnTo>
                    <a:pt x="38470" y="584473"/>
                  </a:lnTo>
                  <a:lnTo>
                    <a:pt x="38848" y="583603"/>
                  </a:lnTo>
                  <a:lnTo>
                    <a:pt x="39510" y="582443"/>
                  </a:lnTo>
                  <a:lnTo>
                    <a:pt x="43480" y="576064"/>
                  </a:lnTo>
                  <a:lnTo>
                    <a:pt x="46127" y="572101"/>
                  </a:lnTo>
                  <a:lnTo>
                    <a:pt x="46788" y="571038"/>
                  </a:lnTo>
                  <a:lnTo>
                    <a:pt x="49246" y="567365"/>
                  </a:lnTo>
                  <a:lnTo>
                    <a:pt x="49341" y="567075"/>
                  </a:lnTo>
                  <a:lnTo>
                    <a:pt x="49624" y="565625"/>
                  </a:lnTo>
                  <a:lnTo>
                    <a:pt x="50002" y="562629"/>
                  </a:lnTo>
                  <a:lnTo>
                    <a:pt x="50191" y="560502"/>
                  </a:lnTo>
                  <a:lnTo>
                    <a:pt x="50380" y="558473"/>
                  </a:lnTo>
                  <a:lnTo>
                    <a:pt x="50475" y="553543"/>
                  </a:lnTo>
                  <a:lnTo>
                    <a:pt x="50664" y="546777"/>
                  </a:lnTo>
                  <a:lnTo>
                    <a:pt x="50664" y="546294"/>
                  </a:lnTo>
                  <a:lnTo>
                    <a:pt x="50569" y="544071"/>
                  </a:lnTo>
                  <a:lnTo>
                    <a:pt x="49530" y="544168"/>
                  </a:lnTo>
                  <a:lnTo>
                    <a:pt x="36958" y="541365"/>
                  </a:lnTo>
                  <a:lnTo>
                    <a:pt x="29680" y="536339"/>
                  </a:lnTo>
                  <a:lnTo>
                    <a:pt x="27506" y="534212"/>
                  </a:lnTo>
                  <a:lnTo>
                    <a:pt x="24765" y="531603"/>
                  </a:lnTo>
                  <a:lnTo>
                    <a:pt x="22969" y="529959"/>
                  </a:lnTo>
                  <a:lnTo>
                    <a:pt x="19471" y="527060"/>
                  </a:lnTo>
                  <a:lnTo>
                    <a:pt x="18621" y="526480"/>
                  </a:lnTo>
                  <a:lnTo>
                    <a:pt x="15312" y="522130"/>
                  </a:lnTo>
                  <a:lnTo>
                    <a:pt x="8790" y="513431"/>
                  </a:lnTo>
                  <a:lnTo>
                    <a:pt x="5860" y="509662"/>
                  </a:lnTo>
                  <a:lnTo>
                    <a:pt x="3780" y="506955"/>
                  </a:lnTo>
                  <a:lnTo>
                    <a:pt x="1512" y="503959"/>
                  </a:lnTo>
                  <a:lnTo>
                    <a:pt x="0" y="501929"/>
                  </a:lnTo>
                  <a:lnTo>
                    <a:pt x="13894" y="492071"/>
                  </a:lnTo>
                  <a:lnTo>
                    <a:pt x="18810" y="492167"/>
                  </a:lnTo>
                  <a:lnTo>
                    <a:pt x="19282" y="490524"/>
                  </a:lnTo>
                  <a:lnTo>
                    <a:pt x="19755" y="487914"/>
                  </a:lnTo>
                  <a:lnTo>
                    <a:pt x="20227" y="485498"/>
                  </a:lnTo>
                  <a:lnTo>
                    <a:pt x="21929" y="479409"/>
                  </a:lnTo>
                  <a:lnTo>
                    <a:pt x="23158" y="475156"/>
                  </a:lnTo>
                  <a:lnTo>
                    <a:pt x="23630" y="473899"/>
                  </a:lnTo>
                  <a:lnTo>
                    <a:pt x="24765" y="470033"/>
                  </a:lnTo>
                  <a:lnTo>
                    <a:pt x="24765" y="469067"/>
                  </a:lnTo>
                  <a:lnTo>
                    <a:pt x="24670" y="467230"/>
                  </a:lnTo>
                  <a:lnTo>
                    <a:pt x="24670" y="463654"/>
                  </a:lnTo>
                  <a:lnTo>
                    <a:pt x="24670" y="457661"/>
                  </a:lnTo>
                  <a:lnTo>
                    <a:pt x="24481" y="456888"/>
                  </a:lnTo>
                  <a:lnTo>
                    <a:pt x="24197" y="456308"/>
                  </a:lnTo>
                  <a:lnTo>
                    <a:pt x="22212" y="454568"/>
                  </a:lnTo>
                  <a:lnTo>
                    <a:pt x="21551" y="453988"/>
                  </a:lnTo>
                  <a:lnTo>
                    <a:pt x="20038" y="450799"/>
                  </a:lnTo>
                  <a:lnTo>
                    <a:pt x="19566" y="449542"/>
                  </a:lnTo>
                  <a:lnTo>
                    <a:pt x="19471" y="448962"/>
                  </a:lnTo>
                  <a:lnTo>
                    <a:pt x="19377" y="446546"/>
                  </a:lnTo>
                  <a:lnTo>
                    <a:pt x="19755" y="444613"/>
                  </a:lnTo>
                  <a:lnTo>
                    <a:pt x="20133" y="443550"/>
                  </a:lnTo>
                  <a:lnTo>
                    <a:pt x="19944" y="442487"/>
                  </a:lnTo>
                  <a:lnTo>
                    <a:pt x="19566" y="441713"/>
                  </a:lnTo>
                  <a:lnTo>
                    <a:pt x="16825" y="439587"/>
                  </a:lnTo>
                  <a:lnTo>
                    <a:pt x="15785" y="439007"/>
                  </a:lnTo>
                  <a:lnTo>
                    <a:pt x="15879" y="434947"/>
                  </a:lnTo>
                  <a:lnTo>
                    <a:pt x="15785" y="431758"/>
                  </a:lnTo>
                  <a:lnTo>
                    <a:pt x="13894" y="431758"/>
                  </a:lnTo>
                  <a:lnTo>
                    <a:pt x="13894" y="424122"/>
                  </a:lnTo>
                  <a:lnTo>
                    <a:pt x="13800" y="418516"/>
                  </a:lnTo>
                  <a:lnTo>
                    <a:pt x="14556" y="405758"/>
                  </a:lnTo>
                  <a:lnTo>
                    <a:pt x="29774" y="401988"/>
                  </a:lnTo>
                  <a:lnTo>
                    <a:pt x="28073" y="395802"/>
                  </a:lnTo>
                  <a:lnTo>
                    <a:pt x="27033" y="391646"/>
                  </a:lnTo>
                  <a:lnTo>
                    <a:pt x="26182" y="388166"/>
                  </a:lnTo>
                  <a:lnTo>
                    <a:pt x="24954" y="380627"/>
                  </a:lnTo>
                  <a:lnTo>
                    <a:pt x="24292" y="373958"/>
                  </a:lnTo>
                  <a:lnTo>
                    <a:pt x="24103" y="369319"/>
                  </a:lnTo>
                  <a:lnTo>
                    <a:pt x="24103" y="364679"/>
                  </a:lnTo>
                  <a:lnTo>
                    <a:pt x="24670" y="355787"/>
                  </a:lnTo>
                  <a:lnTo>
                    <a:pt x="25426" y="350471"/>
                  </a:lnTo>
                  <a:lnTo>
                    <a:pt x="26560" y="344382"/>
                  </a:lnTo>
                  <a:lnTo>
                    <a:pt x="27411" y="340805"/>
                  </a:lnTo>
                  <a:lnTo>
                    <a:pt x="28356" y="337809"/>
                  </a:lnTo>
                  <a:lnTo>
                    <a:pt x="36958" y="311712"/>
                  </a:lnTo>
                  <a:lnTo>
                    <a:pt x="38848" y="305623"/>
                  </a:lnTo>
                  <a:lnTo>
                    <a:pt x="39983" y="301370"/>
                  </a:lnTo>
                  <a:lnTo>
                    <a:pt x="40833" y="297407"/>
                  </a:lnTo>
                  <a:lnTo>
                    <a:pt x="43764" y="280396"/>
                  </a:lnTo>
                  <a:lnTo>
                    <a:pt x="48490" y="252463"/>
                  </a:lnTo>
                  <a:lnTo>
                    <a:pt x="53310" y="224239"/>
                  </a:lnTo>
                  <a:lnTo>
                    <a:pt x="55768" y="224723"/>
                  </a:lnTo>
                  <a:lnTo>
                    <a:pt x="56808" y="224916"/>
                  </a:lnTo>
                  <a:lnTo>
                    <a:pt x="57469" y="225206"/>
                  </a:lnTo>
                  <a:lnTo>
                    <a:pt x="58509" y="225496"/>
                  </a:lnTo>
                  <a:lnTo>
                    <a:pt x="59360" y="225979"/>
                  </a:lnTo>
                  <a:lnTo>
                    <a:pt x="60305" y="226462"/>
                  </a:lnTo>
                  <a:lnTo>
                    <a:pt x="60967" y="226366"/>
                  </a:lnTo>
                  <a:lnTo>
                    <a:pt x="61534" y="226269"/>
                  </a:lnTo>
                  <a:lnTo>
                    <a:pt x="62101" y="226269"/>
                  </a:lnTo>
                  <a:lnTo>
                    <a:pt x="62479" y="226559"/>
                  </a:lnTo>
                  <a:lnTo>
                    <a:pt x="63046" y="226849"/>
                  </a:lnTo>
                  <a:lnTo>
                    <a:pt x="63992" y="226946"/>
                  </a:lnTo>
                  <a:lnTo>
                    <a:pt x="64842" y="227139"/>
                  </a:lnTo>
                  <a:lnTo>
                    <a:pt x="65220" y="227429"/>
                  </a:lnTo>
                  <a:lnTo>
                    <a:pt x="65882" y="227912"/>
                  </a:lnTo>
                  <a:lnTo>
                    <a:pt x="66355" y="228685"/>
                  </a:lnTo>
                  <a:lnTo>
                    <a:pt x="66922" y="229072"/>
                  </a:lnTo>
                  <a:lnTo>
                    <a:pt x="67583" y="229459"/>
                  </a:lnTo>
                  <a:lnTo>
                    <a:pt x="68056" y="229652"/>
                  </a:lnTo>
                  <a:lnTo>
                    <a:pt x="68623" y="229942"/>
                  </a:lnTo>
                  <a:lnTo>
                    <a:pt x="69001" y="230329"/>
                  </a:lnTo>
                  <a:lnTo>
                    <a:pt x="74956" y="229169"/>
                  </a:lnTo>
                  <a:lnTo>
                    <a:pt x="78359" y="228589"/>
                  </a:lnTo>
                  <a:lnTo>
                    <a:pt x="82424" y="231585"/>
                  </a:lnTo>
                  <a:lnTo>
                    <a:pt x="86677" y="234485"/>
                  </a:lnTo>
                  <a:lnTo>
                    <a:pt x="85070" y="235935"/>
                  </a:lnTo>
                  <a:lnTo>
                    <a:pt x="86488" y="238351"/>
                  </a:lnTo>
                  <a:lnTo>
                    <a:pt x="89324" y="246953"/>
                  </a:lnTo>
                  <a:lnTo>
                    <a:pt x="85165" y="248306"/>
                  </a:lnTo>
                  <a:lnTo>
                    <a:pt x="80439" y="246760"/>
                  </a:lnTo>
                  <a:lnTo>
                    <a:pt x="79871" y="247340"/>
                  </a:lnTo>
                  <a:lnTo>
                    <a:pt x="79588" y="248016"/>
                  </a:lnTo>
                  <a:lnTo>
                    <a:pt x="79304" y="248790"/>
                  </a:lnTo>
                  <a:lnTo>
                    <a:pt x="79399" y="249466"/>
                  </a:lnTo>
                  <a:lnTo>
                    <a:pt x="80911" y="249853"/>
                  </a:lnTo>
                  <a:lnTo>
                    <a:pt x="81951" y="250046"/>
                  </a:lnTo>
                  <a:lnTo>
                    <a:pt x="83652" y="252463"/>
                  </a:lnTo>
                  <a:lnTo>
                    <a:pt x="85448" y="254976"/>
                  </a:lnTo>
                  <a:lnTo>
                    <a:pt x="88568" y="256039"/>
                  </a:lnTo>
                  <a:lnTo>
                    <a:pt x="94712" y="265124"/>
                  </a:lnTo>
                  <a:lnTo>
                    <a:pt x="94428" y="265511"/>
                  </a:lnTo>
                  <a:lnTo>
                    <a:pt x="97831" y="269281"/>
                  </a:lnTo>
                  <a:lnTo>
                    <a:pt x="101045" y="266284"/>
                  </a:lnTo>
                  <a:lnTo>
                    <a:pt x="107945" y="259712"/>
                  </a:lnTo>
                  <a:lnTo>
                    <a:pt x="112576" y="256909"/>
                  </a:lnTo>
                  <a:lnTo>
                    <a:pt x="110969" y="252849"/>
                  </a:lnTo>
                  <a:lnTo>
                    <a:pt x="110402" y="251496"/>
                  </a:lnTo>
                  <a:lnTo>
                    <a:pt x="108985" y="248306"/>
                  </a:lnTo>
                  <a:lnTo>
                    <a:pt x="108323" y="246373"/>
                  </a:lnTo>
                  <a:lnTo>
                    <a:pt x="108039" y="244827"/>
                  </a:lnTo>
                  <a:lnTo>
                    <a:pt x="107850" y="244054"/>
                  </a:lnTo>
                  <a:lnTo>
                    <a:pt x="107945" y="242507"/>
                  </a:lnTo>
                  <a:lnTo>
                    <a:pt x="108228" y="240381"/>
                  </a:lnTo>
                  <a:lnTo>
                    <a:pt x="108417" y="238738"/>
                  </a:lnTo>
                  <a:lnTo>
                    <a:pt x="108701" y="236998"/>
                  </a:lnTo>
                  <a:lnTo>
                    <a:pt x="108890" y="233808"/>
                  </a:lnTo>
                  <a:lnTo>
                    <a:pt x="108890" y="228106"/>
                  </a:lnTo>
                  <a:lnTo>
                    <a:pt x="108795" y="225689"/>
                  </a:lnTo>
                  <a:lnTo>
                    <a:pt x="108134" y="222403"/>
                  </a:lnTo>
                  <a:lnTo>
                    <a:pt x="107094" y="218827"/>
                  </a:lnTo>
                  <a:lnTo>
                    <a:pt x="105487" y="215444"/>
                  </a:lnTo>
                  <a:lnTo>
                    <a:pt x="102368" y="208968"/>
                  </a:lnTo>
                  <a:lnTo>
                    <a:pt x="107945" y="206745"/>
                  </a:lnTo>
                  <a:lnTo>
                    <a:pt x="113144" y="205295"/>
                  </a:lnTo>
                  <a:lnTo>
                    <a:pt x="111820" y="187124"/>
                  </a:lnTo>
                  <a:lnTo>
                    <a:pt x="119193" y="190313"/>
                  </a:lnTo>
                  <a:lnTo>
                    <a:pt x="134695" y="189250"/>
                  </a:lnTo>
                  <a:lnTo>
                    <a:pt x="134978" y="177748"/>
                  </a:lnTo>
                  <a:lnTo>
                    <a:pt x="146321" y="175139"/>
                  </a:lnTo>
                  <a:lnTo>
                    <a:pt x="147455" y="161607"/>
                  </a:lnTo>
                  <a:lnTo>
                    <a:pt x="150102" y="162090"/>
                  </a:lnTo>
                  <a:lnTo>
                    <a:pt x="150858" y="160640"/>
                  </a:lnTo>
                  <a:lnTo>
                    <a:pt x="151520" y="159770"/>
                  </a:lnTo>
                  <a:lnTo>
                    <a:pt x="152371" y="158031"/>
                  </a:lnTo>
                  <a:lnTo>
                    <a:pt x="152560" y="157257"/>
                  </a:lnTo>
                  <a:lnTo>
                    <a:pt x="153032" y="156484"/>
                  </a:lnTo>
                  <a:lnTo>
                    <a:pt x="154450" y="156001"/>
                  </a:lnTo>
                  <a:lnTo>
                    <a:pt x="156151" y="155711"/>
                  </a:lnTo>
                  <a:lnTo>
                    <a:pt x="158704" y="155034"/>
                  </a:lnTo>
                  <a:lnTo>
                    <a:pt x="160027" y="154454"/>
                  </a:lnTo>
                  <a:lnTo>
                    <a:pt x="161539" y="153488"/>
                  </a:lnTo>
                  <a:lnTo>
                    <a:pt x="162863" y="152811"/>
                  </a:lnTo>
                  <a:lnTo>
                    <a:pt x="164659" y="151941"/>
                  </a:lnTo>
                  <a:lnTo>
                    <a:pt x="166738" y="150878"/>
                  </a:lnTo>
                  <a:lnTo>
                    <a:pt x="167872" y="149815"/>
                  </a:lnTo>
                  <a:lnTo>
                    <a:pt x="169385" y="148655"/>
                  </a:lnTo>
                  <a:lnTo>
                    <a:pt x="170897" y="147592"/>
                  </a:lnTo>
                  <a:lnTo>
                    <a:pt x="171464" y="147109"/>
                  </a:lnTo>
                  <a:lnTo>
                    <a:pt x="172126" y="146819"/>
                  </a:lnTo>
                  <a:lnTo>
                    <a:pt x="172977" y="146142"/>
                  </a:lnTo>
                  <a:lnTo>
                    <a:pt x="173733" y="145755"/>
                  </a:lnTo>
                  <a:lnTo>
                    <a:pt x="175434" y="145369"/>
                  </a:lnTo>
                  <a:lnTo>
                    <a:pt x="176568" y="145079"/>
                  </a:lnTo>
                  <a:lnTo>
                    <a:pt x="177136" y="144982"/>
                  </a:lnTo>
                  <a:lnTo>
                    <a:pt x="177703" y="144885"/>
                  </a:lnTo>
                  <a:lnTo>
                    <a:pt x="178270" y="144499"/>
                  </a:lnTo>
                  <a:lnTo>
                    <a:pt x="178837" y="144112"/>
                  </a:lnTo>
                  <a:lnTo>
                    <a:pt x="179971" y="143822"/>
                  </a:lnTo>
                  <a:lnTo>
                    <a:pt x="181106" y="143726"/>
                  </a:lnTo>
                  <a:lnTo>
                    <a:pt x="182051" y="143436"/>
                  </a:lnTo>
                  <a:lnTo>
                    <a:pt x="182901" y="142856"/>
                  </a:lnTo>
                  <a:lnTo>
                    <a:pt x="183563" y="142179"/>
                  </a:lnTo>
                  <a:lnTo>
                    <a:pt x="184886" y="140923"/>
                  </a:lnTo>
                  <a:lnTo>
                    <a:pt x="186493" y="138893"/>
                  </a:lnTo>
                  <a:lnTo>
                    <a:pt x="187722" y="137830"/>
                  </a:lnTo>
                  <a:lnTo>
                    <a:pt x="190274" y="135703"/>
                  </a:lnTo>
                  <a:lnTo>
                    <a:pt x="192732" y="133673"/>
                  </a:lnTo>
                  <a:lnTo>
                    <a:pt x="194339" y="132127"/>
                  </a:lnTo>
                  <a:lnTo>
                    <a:pt x="195189" y="131450"/>
                  </a:lnTo>
                  <a:lnTo>
                    <a:pt x="197174" y="130774"/>
                  </a:lnTo>
                  <a:lnTo>
                    <a:pt x="198687" y="130194"/>
                  </a:lnTo>
                  <a:lnTo>
                    <a:pt x="199727" y="129904"/>
                  </a:lnTo>
                  <a:lnTo>
                    <a:pt x="200577" y="129711"/>
                  </a:lnTo>
                  <a:lnTo>
                    <a:pt x="201523" y="129517"/>
                  </a:lnTo>
                  <a:lnTo>
                    <a:pt x="202373" y="129614"/>
                  </a:lnTo>
                  <a:lnTo>
                    <a:pt x="203791" y="129421"/>
                  </a:lnTo>
                  <a:lnTo>
                    <a:pt x="204547" y="129227"/>
                  </a:lnTo>
                  <a:lnTo>
                    <a:pt x="206438" y="129227"/>
                  </a:lnTo>
                  <a:lnTo>
                    <a:pt x="207194" y="128744"/>
                  </a:lnTo>
                  <a:lnTo>
                    <a:pt x="208234" y="128261"/>
                  </a:lnTo>
                  <a:lnTo>
                    <a:pt x="209084" y="127584"/>
                  </a:lnTo>
                  <a:lnTo>
                    <a:pt x="209841" y="126618"/>
                  </a:lnTo>
                  <a:lnTo>
                    <a:pt x="210975" y="125458"/>
                  </a:lnTo>
                  <a:lnTo>
                    <a:pt x="211731" y="124975"/>
                  </a:lnTo>
                  <a:lnTo>
                    <a:pt x="212771" y="124105"/>
                  </a:lnTo>
                  <a:lnTo>
                    <a:pt x="213811" y="123428"/>
                  </a:lnTo>
                  <a:lnTo>
                    <a:pt x="214283" y="122848"/>
                  </a:lnTo>
                  <a:lnTo>
                    <a:pt x="214850" y="122558"/>
                  </a:lnTo>
                  <a:lnTo>
                    <a:pt x="215606" y="121978"/>
                  </a:lnTo>
                  <a:lnTo>
                    <a:pt x="216552" y="121398"/>
                  </a:lnTo>
                  <a:lnTo>
                    <a:pt x="217591" y="120722"/>
                  </a:lnTo>
                  <a:lnTo>
                    <a:pt x="218442" y="120238"/>
                  </a:lnTo>
                  <a:lnTo>
                    <a:pt x="219104" y="119755"/>
                  </a:lnTo>
                  <a:lnTo>
                    <a:pt x="220238" y="118982"/>
                  </a:lnTo>
                  <a:lnTo>
                    <a:pt x="221183" y="118692"/>
                  </a:lnTo>
                  <a:lnTo>
                    <a:pt x="221845" y="118595"/>
                  </a:lnTo>
                  <a:lnTo>
                    <a:pt x="222790" y="118595"/>
                  </a:lnTo>
                  <a:lnTo>
                    <a:pt x="223357" y="118209"/>
                  </a:lnTo>
                  <a:lnTo>
                    <a:pt x="224019" y="117145"/>
                  </a:lnTo>
                  <a:lnTo>
                    <a:pt x="224586" y="116082"/>
                  </a:lnTo>
                  <a:lnTo>
                    <a:pt x="225342" y="115212"/>
                  </a:lnTo>
                  <a:lnTo>
                    <a:pt x="226004" y="114536"/>
                  </a:lnTo>
                  <a:lnTo>
                    <a:pt x="226855" y="113376"/>
                  </a:lnTo>
                  <a:lnTo>
                    <a:pt x="227422" y="112313"/>
                  </a:lnTo>
                  <a:lnTo>
                    <a:pt x="227611" y="111636"/>
                  </a:lnTo>
                  <a:lnTo>
                    <a:pt x="227516" y="110766"/>
                  </a:lnTo>
                  <a:lnTo>
                    <a:pt x="227422" y="109800"/>
                  </a:lnTo>
                  <a:lnTo>
                    <a:pt x="227327" y="108736"/>
                  </a:lnTo>
                  <a:lnTo>
                    <a:pt x="227422" y="107673"/>
                  </a:lnTo>
                  <a:lnTo>
                    <a:pt x="227233" y="106223"/>
                  </a:lnTo>
                  <a:lnTo>
                    <a:pt x="227327" y="104967"/>
                  </a:lnTo>
                  <a:lnTo>
                    <a:pt x="227138" y="103710"/>
                  </a:lnTo>
                  <a:lnTo>
                    <a:pt x="226855" y="102067"/>
                  </a:lnTo>
                  <a:lnTo>
                    <a:pt x="226477" y="101101"/>
                  </a:lnTo>
                  <a:lnTo>
                    <a:pt x="226382" y="100038"/>
                  </a:lnTo>
                  <a:lnTo>
                    <a:pt x="226382" y="98491"/>
                  </a:lnTo>
                  <a:lnTo>
                    <a:pt x="226571" y="96461"/>
                  </a:lnTo>
                  <a:lnTo>
                    <a:pt x="227044" y="94721"/>
                  </a:lnTo>
                  <a:lnTo>
                    <a:pt x="227138" y="92112"/>
                  </a:lnTo>
                  <a:lnTo>
                    <a:pt x="227705" y="90952"/>
                  </a:lnTo>
                  <a:lnTo>
                    <a:pt x="228462" y="89889"/>
                  </a:lnTo>
                  <a:lnTo>
                    <a:pt x="229123" y="87666"/>
                  </a:lnTo>
                  <a:lnTo>
                    <a:pt x="229407" y="86023"/>
                  </a:lnTo>
                  <a:lnTo>
                    <a:pt x="229596" y="84766"/>
                  </a:lnTo>
                  <a:lnTo>
                    <a:pt x="230352" y="83413"/>
                  </a:lnTo>
                  <a:lnTo>
                    <a:pt x="231108" y="82253"/>
                  </a:lnTo>
                  <a:lnTo>
                    <a:pt x="231392" y="81866"/>
                  </a:lnTo>
                  <a:lnTo>
                    <a:pt x="231770" y="80900"/>
                  </a:lnTo>
                  <a:lnTo>
                    <a:pt x="231959" y="79547"/>
                  </a:lnTo>
                  <a:lnTo>
                    <a:pt x="232148" y="78290"/>
                  </a:lnTo>
                  <a:lnTo>
                    <a:pt x="232526" y="76744"/>
                  </a:lnTo>
                  <a:lnTo>
                    <a:pt x="232526" y="75487"/>
                  </a:lnTo>
                  <a:lnTo>
                    <a:pt x="232621" y="74617"/>
                  </a:lnTo>
                  <a:lnTo>
                    <a:pt x="233093" y="72974"/>
                  </a:lnTo>
                  <a:lnTo>
                    <a:pt x="233377" y="71621"/>
                  </a:lnTo>
                  <a:lnTo>
                    <a:pt x="233755" y="70171"/>
                  </a:lnTo>
                  <a:lnTo>
                    <a:pt x="234417" y="68431"/>
                  </a:lnTo>
                  <a:lnTo>
                    <a:pt x="235362" y="66595"/>
                  </a:lnTo>
                  <a:lnTo>
                    <a:pt x="236023" y="65145"/>
                  </a:lnTo>
                  <a:lnTo>
                    <a:pt x="236401" y="64082"/>
                  </a:lnTo>
                  <a:lnTo>
                    <a:pt x="237347" y="62825"/>
                  </a:lnTo>
                  <a:lnTo>
                    <a:pt x="237441" y="62535"/>
                  </a:lnTo>
                  <a:lnTo>
                    <a:pt x="238292" y="60699"/>
                  </a:lnTo>
                  <a:lnTo>
                    <a:pt x="238765" y="59152"/>
                  </a:lnTo>
                  <a:lnTo>
                    <a:pt x="240088" y="57219"/>
                  </a:lnTo>
                  <a:lnTo>
                    <a:pt x="240655" y="55963"/>
                  </a:lnTo>
                  <a:lnTo>
                    <a:pt x="241128" y="54513"/>
                  </a:lnTo>
                  <a:lnTo>
                    <a:pt x="242073" y="52773"/>
                  </a:lnTo>
                  <a:lnTo>
                    <a:pt x="242829" y="51130"/>
                  </a:lnTo>
                  <a:lnTo>
                    <a:pt x="243396" y="50067"/>
                  </a:lnTo>
                  <a:lnTo>
                    <a:pt x="244436" y="49004"/>
                  </a:lnTo>
                  <a:lnTo>
                    <a:pt x="245098" y="48907"/>
                  </a:lnTo>
                  <a:lnTo>
                    <a:pt x="246137" y="47360"/>
                  </a:lnTo>
                  <a:lnTo>
                    <a:pt x="246705" y="46297"/>
                  </a:lnTo>
                  <a:lnTo>
                    <a:pt x="247744" y="44944"/>
                  </a:lnTo>
                  <a:lnTo>
                    <a:pt x="248784" y="44171"/>
                  </a:lnTo>
                  <a:lnTo>
                    <a:pt x="250013" y="43784"/>
                  </a:lnTo>
                  <a:lnTo>
                    <a:pt x="251336" y="43688"/>
                  </a:lnTo>
                  <a:lnTo>
                    <a:pt x="252376" y="43398"/>
                  </a:lnTo>
                  <a:lnTo>
                    <a:pt x="253605" y="42624"/>
                  </a:lnTo>
                  <a:lnTo>
                    <a:pt x="254361" y="42238"/>
                  </a:lnTo>
                  <a:lnTo>
                    <a:pt x="254928" y="42044"/>
                  </a:lnTo>
                  <a:lnTo>
                    <a:pt x="255590" y="41851"/>
                  </a:lnTo>
                  <a:lnTo>
                    <a:pt x="256440" y="41658"/>
                  </a:lnTo>
                  <a:lnTo>
                    <a:pt x="257386" y="41561"/>
                  </a:lnTo>
                  <a:lnTo>
                    <a:pt x="258614" y="41465"/>
                  </a:lnTo>
                  <a:lnTo>
                    <a:pt x="259654" y="41465"/>
                  </a:lnTo>
                  <a:lnTo>
                    <a:pt x="261356" y="40788"/>
                  </a:lnTo>
                  <a:lnTo>
                    <a:pt x="262301" y="39918"/>
                  </a:lnTo>
                  <a:lnTo>
                    <a:pt x="263246" y="39048"/>
                  </a:lnTo>
                  <a:lnTo>
                    <a:pt x="264286" y="37695"/>
                  </a:lnTo>
                  <a:lnTo>
                    <a:pt x="265231" y="36535"/>
                  </a:lnTo>
                  <a:lnTo>
                    <a:pt x="265893" y="34795"/>
                  </a:lnTo>
                  <a:lnTo>
                    <a:pt x="266932" y="32282"/>
                  </a:lnTo>
                  <a:lnTo>
                    <a:pt x="268067" y="28609"/>
                  </a:lnTo>
                  <a:lnTo>
                    <a:pt x="268634" y="27450"/>
                  </a:lnTo>
                  <a:lnTo>
                    <a:pt x="269957" y="24357"/>
                  </a:lnTo>
                  <a:lnTo>
                    <a:pt x="270335" y="23003"/>
                  </a:lnTo>
                  <a:lnTo>
                    <a:pt x="270524" y="21554"/>
                  </a:lnTo>
                  <a:lnTo>
                    <a:pt x="271470" y="20104"/>
                  </a:lnTo>
                  <a:lnTo>
                    <a:pt x="272509" y="18847"/>
                  </a:lnTo>
                  <a:lnTo>
                    <a:pt x="273455" y="17204"/>
                  </a:lnTo>
                  <a:lnTo>
                    <a:pt x="274589" y="14981"/>
                  </a:lnTo>
                  <a:lnTo>
                    <a:pt x="275345" y="13338"/>
                  </a:lnTo>
                  <a:lnTo>
                    <a:pt x="277046" y="11211"/>
                  </a:lnTo>
                  <a:lnTo>
                    <a:pt x="279126" y="9665"/>
                  </a:lnTo>
                  <a:lnTo>
                    <a:pt x="280449" y="8408"/>
                  </a:lnTo>
                  <a:lnTo>
                    <a:pt x="282718" y="7345"/>
                  </a:lnTo>
                  <a:lnTo>
                    <a:pt x="285270" y="5605"/>
                  </a:lnTo>
                  <a:lnTo>
                    <a:pt x="287255" y="4059"/>
                  </a:lnTo>
                  <a:lnTo>
                    <a:pt x="289523" y="2223"/>
                  </a:lnTo>
                  <a:lnTo>
                    <a:pt x="290469" y="1063"/>
                  </a:lnTo>
                  <a:lnTo>
                    <a:pt x="291697" y="676"/>
                  </a:lnTo>
                  <a:lnTo>
                    <a:pt x="293115" y="96"/>
                  </a:lnTo>
                  <a:lnTo>
                    <a:pt x="296896" y="0"/>
                  </a:lnTo>
                  <a:lnTo>
                    <a:pt x="29954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86803" y="3816999"/>
              <a:ext cx="218726" cy="227912"/>
            </a:xfrm>
            <a:custGeom>
              <a:avLst/>
              <a:pathLst>
                <a:path w="218726" h="227912">
                  <a:moveTo>
                    <a:pt x="112104" y="193"/>
                  </a:moveTo>
                  <a:lnTo>
                    <a:pt x="112671" y="289"/>
                  </a:lnTo>
                  <a:lnTo>
                    <a:pt x="113522" y="483"/>
                  </a:lnTo>
                  <a:lnTo>
                    <a:pt x="113900" y="579"/>
                  </a:lnTo>
                  <a:lnTo>
                    <a:pt x="116924" y="2319"/>
                  </a:lnTo>
                  <a:lnTo>
                    <a:pt x="118720" y="3286"/>
                  </a:lnTo>
                  <a:lnTo>
                    <a:pt x="118626" y="3866"/>
                  </a:lnTo>
                  <a:lnTo>
                    <a:pt x="118342" y="7345"/>
                  </a:lnTo>
                  <a:lnTo>
                    <a:pt x="117775" y="12371"/>
                  </a:lnTo>
                  <a:lnTo>
                    <a:pt x="117775" y="12758"/>
                  </a:lnTo>
                  <a:lnTo>
                    <a:pt x="117113" y="18944"/>
                  </a:lnTo>
                  <a:lnTo>
                    <a:pt x="117113" y="19234"/>
                  </a:lnTo>
                  <a:lnTo>
                    <a:pt x="116735" y="22907"/>
                  </a:lnTo>
                  <a:lnTo>
                    <a:pt x="116641" y="23487"/>
                  </a:lnTo>
                  <a:lnTo>
                    <a:pt x="115979" y="30253"/>
                  </a:lnTo>
                  <a:lnTo>
                    <a:pt x="115885" y="30639"/>
                  </a:lnTo>
                  <a:lnTo>
                    <a:pt x="119382" y="30929"/>
                  </a:lnTo>
                  <a:lnTo>
                    <a:pt x="124675" y="31509"/>
                  </a:lnTo>
                  <a:lnTo>
                    <a:pt x="125242" y="31509"/>
                  </a:lnTo>
                  <a:lnTo>
                    <a:pt x="125526" y="31509"/>
                  </a:lnTo>
                  <a:lnTo>
                    <a:pt x="125999" y="31606"/>
                  </a:lnTo>
                  <a:lnTo>
                    <a:pt x="131008" y="31702"/>
                  </a:lnTo>
                  <a:lnTo>
                    <a:pt x="150291" y="33056"/>
                  </a:lnTo>
                  <a:lnTo>
                    <a:pt x="154166" y="33442"/>
                  </a:lnTo>
                  <a:lnTo>
                    <a:pt x="173166" y="35375"/>
                  </a:lnTo>
                  <a:lnTo>
                    <a:pt x="182807" y="36438"/>
                  </a:lnTo>
                  <a:lnTo>
                    <a:pt x="187155" y="36535"/>
                  </a:lnTo>
                  <a:lnTo>
                    <a:pt x="197647" y="36052"/>
                  </a:lnTo>
                  <a:lnTo>
                    <a:pt x="207477" y="35665"/>
                  </a:lnTo>
                  <a:lnTo>
                    <a:pt x="208895" y="35665"/>
                  </a:lnTo>
                  <a:lnTo>
                    <a:pt x="213149" y="35279"/>
                  </a:lnTo>
                  <a:lnTo>
                    <a:pt x="216457" y="34795"/>
                  </a:lnTo>
                  <a:lnTo>
                    <a:pt x="217024" y="34699"/>
                  </a:lnTo>
                  <a:lnTo>
                    <a:pt x="218726" y="34505"/>
                  </a:lnTo>
                  <a:lnTo>
                    <a:pt x="214472" y="52387"/>
                  </a:lnTo>
                  <a:lnTo>
                    <a:pt x="211542" y="64855"/>
                  </a:lnTo>
                  <a:lnTo>
                    <a:pt x="209557" y="73264"/>
                  </a:lnTo>
                  <a:lnTo>
                    <a:pt x="209368" y="73941"/>
                  </a:lnTo>
                  <a:lnTo>
                    <a:pt x="208423" y="78193"/>
                  </a:lnTo>
                  <a:lnTo>
                    <a:pt x="206343" y="86892"/>
                  </a:lnTo>
                  <a:lnTo>
                    <a:pt x="204264" y="95688"/>
                  </a:lnTo>
                  <a:lnTo>
                    <a:pt x="204075" y="96461"/>
                  </a:lnTo>
                  <a:lnTo>
                    <a:pt x="203129" y="100811"/>
                  </a:lnTo>
                  <a:lnTo>
                    <a:pt x="202846" y="101971"/>
                  </a:lnTo>
                  <a:lnTo>
                    <a:pt x="202751" y="103710"/>
                  </a:lnTo>
                  <a:lnTo>
                    <a:pt x="202751" y="105354"/>
                  </a:lnTo>
                  <a:lnTo>
                    <a:pt x="203318" y="106997"/>
                  </a:lnTo>
                  <a:lnTo>
                    <a:pt x="203507" y="107383"/>
                  </a:lnTo>
                  <a:lnTo>
                    <a:pt x="205398" y="112313"/>
                  </a:lnTo>
                  <a:lnTo>
                    <a:pt x="207383" y="117725"/>
                  </a:lnTo>
                  <a:lnTo>
                    <a:pt x="209651" y="122172"/>
                  </a:lnTo>
                  <a:lnTo>
                    <a:pt x="211353" y="124105"/>
                  </a:lnTo>
                  <a:lnTo>
                    <a:pt x="211731" y="124685"/>
                  </a:lnTo>
                  <a:lnTo>
                    <a:pt x="211920" y="124781"/>
                  </a:lnTo>
                  <a:lnTo>
                    <a:pt x="212109" y="124975"/>
                  </a:lnTo>
                  <a:lnTo>
                    <a:pt x="213432" y="125941"/>
                  </a:lnTo>
                  <a:lnTo>
                    <a:pt x="214283" y="126521"/>
                  </a:lnTo>
                  <a:lnTo>
                    <a:pt x="212771" y="127101"/>
                  </a:lnTo>
                  <a:lnTo>
                    <a:pt x="212204" y="127101"/>
                  </a:lnTo>
                  <a:lnTo>
                    <a:pt x="207761" y="127004"/>
                  </a:lnTo>
                  <a:lnTo>
                    <a:pt x="202279" y="126811"/>
                  </a:lnTo>
                  <a:lnTo>
                    <a:pt x="201806" y="126811"/>
                  </a:lnTo>
                  <a:lnTo>
                    <a:pt x="201617" y="126811"/>
                  </a:lnTo>
                  <a:lnTo>
                    <a:pt x="197931" y="126618"/>
                  </a:lnTo>
                  <a:lnTo>
                    <a:pt x="197647" y="126618"/>
                  </a:lnTo>
                  <a:lnTo>
                    <a:pt x="197458" y="126714"/>
                  </a:lnTo>
                  <a:lnTo>
                    <a:pt x="196513" y="126618"/>
                  </a:lnTo>
                  <a:lnTo>
                    <a:pt x="192826" y="127004"/>
                  </a:lnTo>
                  <a:lnTo>
                    <a:pt x="189045" y="127488"/>
                  </a:lnTo>
                  <a:lnTo>
                    <a:pt x="186777" y="128164"/>
                  </a:lnTo>
                  <a:lnTo>
                    <a:pt x="185548" y="128647"/>
                  </a:lnTo>
                  <a:lnTo>
                    <a:pt x="184697" y="129421"/>
                  </a:lnTo>
                  <a:lnTo>
                    <a:pt x="183941" y="130484"/>
                  </a:lnTo>
                  <a:lnTo>
                    <a:pt x="183374" y="131740"/>
                  </a:lnTo>
                  <a:lnTo>
                    <a:pt x="183091" y="132707"/>
                  </a:lnTo>
                  <a:lnTo>
                    <a:pt x="182712" y="135123"/>
                  </a:lnTo>
                  <a:lnTo>
                    <a:pt x="182807" y="135993"/>
                  </a:lnTo>
                  <a:lnTo>
                    <a:pt x="183185" y="137346"/>
                  </a:lnTo>
                  <a:lnTo>
                    <a:pt x="184414" y="139086"/>
                  </a:lnTo>
                  <a:lnTo>
                    <a:pt x="182996" y="140536"/>
                  </a:lnTo>
                  <a:lnTo>
                    <a:pt x="184414" y="143822"/>
                  </a:lnTo>
                  <a:lnTo>
                    <a:pt x="184603" y="144209"/>
                  </a:lnTo>
                  <a:lnTo>
                    <a:pt x="184886" y="144596"/>
                  </a:lnTo>
                  <a:lnTo>
                    <a:pt x="194622" y="157064"/>
                  </a:lnTo>
                  <a:lnTo>
                    <a:pt x="217970" y="187800"/>
                  </a:lnTo>
                  <a:lnTo>
                    <a:pt x="214000" y="190893"/>
                  </a:lnTo>
                  <a:lnTo>
                    <a:pt x="196229" y="205198"/>
                  </a:lnTo>
                  <a:lnTo>
                    <a:pt x="194717" y="205392"/>
                  </a:lnTo>
                  <a:lnTo>
                    <a:pt x="194528" y="205488"/>
                  </a:lnTo>
                  <a:lnTo>
                    <a:pt x="191030" y="205392"/>
                  </a:lnTo>
                  <a:lnTo>
                    <a:pt x="186021" y="205295"/>
                  </a:lnTo>
                  <a:lnTo>
                    <a:pt x="185643" y="205295"/>
                  </a:lnTo>
                  <a:lnTo>
                    <a:pt x="184981" y="205295"/>
                  </a:lnTo>
                  <a:lnTo>
                    <a:pt x="184603" y="205295"/>
                  </a:lnTo>
                  <a:lnTo>
                    <a:pt x="183374" y="205198"/>
                  </a:lnTo>
                  <a:lnTo>
                    <a:pt x="182996" y="205198"/>
                  </a:lnTo>
                  <a:lnTo>
                    <a:pt x="180633" y="205198"/>
                  </a:lnTo>
                  <a:lnTo>
                    <a:pt x="178553" y="205102"/>
                  </a:lnTo>
                  <a:lnTo>
                    <a:pt x="173827" y="205005"/>
                  </a:lnTo>
                  <a:lnTo>
                    <a:pt x="170235" y="205005"/>
                  </a:lnTo>
                  <a:lnTo>
                    <a:pt x="169857" y="205005"/>
                  </a:lnTo>
                  <a:lnTo>
                    <a:pt x="169668" y="205005"/>
                  </a:lnTo>
                  <a:lnTo>
                    <a:pt x="169479" y="205005"/>
                  </a:lnTo>
                  <a:lnTo>
                    <a:pt x="169290" y="205005"/>
                  </a:lnTo>
                  <a:lnTo>
                    <a:pt x="169101" y="205005"/>
                  </a:lnTo>
                  <a:lnTo>
                    <a:pt x="168629" y="204908"/>
                  </a:lnTo>
                  <a:lnTo>
                    <a:pt x="165793" y="204908"/>
                  </a:lnTo>
                  <a:lnTo>
                    <a:pt x="165037" y="202975"/>
                  </a:lnTo>
                  <a:lnTo>
                    <a:pt x="164470" y="201912"/>
                  </a:lnTo>
                  <a:lnTo>
                    <a:pt x="161634" y="204038"/>
                  </a:lnTo>
                  <a:lnTo>
                    <a:pt x="160972" y="204328"/>
                  </a:lnTo>
                  <a:lnTo>
                    <a:pt x="159932" y="204425"/>
                  </a:lnTo>
                  <a:lnTo>
                    <a:pt x="158798" y="197852"/>
                  </a:lnTo>
                  <a:lnTo>
                    <a:pt x="157758" y="198432"/>
                  </a:lnTo>
                  <a:lnTo>
                    <a:pt x="157097" y="198626"/>
                  </a:lnTo>
                  <a:lnTo>
                    <a:pt x="153883" y="199689"/>
                  </a:lnTo>
                  <a:lnTo>
                    <a:pt x="145565" y="201622"/>
                  </a:lnTo>
                  <a:lnTo>
                    <a:pt x="144053" y="201912"/>
                  </a:lnTo>
                  <a:lnTo>
                    <a:pt x="141595" y="202589"/>
                  </a:lnTo>
                  <a:lnTo>
                    <a:pt x="138287" y="203555"/>
                  </a:lnTo>
                  <a:lnTo>
                    <a:pt x="137341" y="203942"/>
                  </a:lnTo>
                  <a:lnTo>
                    <a:pt x="137152" y="204038"/>
                  </a:lnTo>
                  <a:lnTo>
                    <a:pt x="134222" y="205488"/>
                  </a:lnTo>
                  <a:lnTo>
                    <a:pt x="132710" y="206261"/>
                  </a:lnTo>
                  <a:lnTo>
                    <a:pt x="132521" y="206455"/>
                  </a:lnTo>
                  <a:lnTo>
                    <a:pt x="132332" y="206551"/>
                  </a:lnTo>
                  <a:lnTo>
                    <a:pt x="131765" y="206841"/>
                  </a:lnTo>
                  <a:lnTo>
                    <a:pt x="129212" y="208485"/>
                  </a:lnTo>
                  <a:lnTo>
                    <a:pt x="128834" y="208775"/>
                  </a:lnTo>
                  <a:lnTo>
                    <a:pt x="127511" y="209548"/>
                  </a:lnTo>
                  <a:lnTo>
                    <a:pt x="126188" y="210418"/>
                  </a:lnTo>
                  <a:lnTo>
                    <a:pt x="125526" y="210804"/>
                  </a:lnTo>
                  <a:lnTo>
                    <a:pt x="124297" y="211578"/>
                  </a:lnTo>
                  <a:lnTo>
                    <a:pt x="123447" y="212254"/>
                  </a:lnTo>
                  <a:lnTo>
                    <a:pt x="121462" y="213511"/>
                  </a:lnTo>
                  <a:lnTo>
                    <a:pt x="120800" y="213994"/>
                  </a:lnTo>
                  <a:lnTo>
                    <a:pt x="117681" y="216120"/>
                  </a:lnTo>
                  <a:lnTo>
                    <a:pt x="114750" y="217763"/>
                  </a:lnTo>
                  <a:lnTo>
                    <a:pt x="111348" y="219310"/>
                  </a:lnTo>
                  <a:lnTo>
                    <a:pt x="106338" y="221243"/>
                  </a:lnTo>
                  <a:lnTo>
                    <a:pt x="104164" y="221533"/>
                  </a:lnTo>
                  <a:lnTo>
                    <a:pt x="103880" y="221630"/>
                  </a:lnTo>
                  <a:lnTo>
                    <a:pt x="101706" y="221920"/>
                  </a:lnTo>
                  <a:lnTo>
                    <a:pt x="98492" y="222403"/>
                  </a:lnTo>
                  <a:lnTo>
                    <a:pt x="97547" y="222500"/>
                  </a:lnTo>
                  <a:lnTo>
                    <a:pt x="90836" y="223466"/>
                  </a:lnTo>
                  <a:lnTo>
                    <a:pt x="90174" y="223563"/>
                  </a:lnTo>
                  <a:lnTo>
                    <a:pt x="77130" y="225303"/>
                  </a:lnTo>
                  <a:lnTo>
                    <a:pt x="74106" y="225786"/>
                  </a:lnTo>
                  <a:lnTo>
                    <a:pt x="73444" y="225882"/>
                  </a:lnTo>
                  <a:lnTo>
                    <a:pt x="64181" y="227139"/>
                  </a:lnTo>
                  <a:lnTo>
                    <a:pt x="58793" y="227912"/>
                  </a:lnTo>
                  <a:lnTo>
                    <a:pt x="58793" y="227429"/>
                  </a:lnTo>
                  <a:lnTo>
                    <a:pt x="58793" y="226946"/>
                  </a:lnTo>
                  <a:lnTo>
                    <a:pt x="58604" y="223466"/>
                  </a:lnTo>
                  <a:lnTo>
                    <a:pt x="58509" y="222596"/>
                  </a:lnTo>
                  <a:lnTo>
                    <a:pt x="58415" y="222016"/>
                  </a:lnTo>
                  <a:lnTo>
                    <a:pt x="58320" y="221533"/>
                  </a:lnTo>
                  <a:lnTo>
                    <a:pt x="58320" y="221340"/>
                  </a:lnTo>
                  <a:lnTo>
                    <a:pt x="58131" y="220663"/>
                  </a:lnTo>
                  <a:lnTo>
                    <a:pt x="57848" y="219213"/>
                  </a:lnTo>
                  <a:lnTo>
                    <a:pt x="57280" y="216797"/>
                  </a:lnTo>
                  <a:lnTo>
                    <a:pt x="57186" y="216410"/>
                  </a:lnTo>
                  <a:lnTo>
                    <a:pt x="56808" y="215250"/>
                  </a:lnTo>
                  <a:lnTo>
                    <a:pt x="56335" y="214091"/>
                  </a:lnTo>
                  <a:lnTo>
                    <a:pt x="55484" y="211867"/>
                  </a:lnTo>
                  <a:lnTo>
                    <a:pt x="55106" y="211288"/>
                  </a:lnTo>
                  <a:lnTo>
                    <a:pt x="53689" y="208871"/>
                  </a:lnTo>
                  <a:lnTo>
                    <a:pt x="52176" y="206068"/>
                  </a:lnTo>
                  <a:lnTo>
                    <a:pt x="51325" y="205005"/>
                  </a:lnTo>
                  <a:lnTo>
                    <a:pt x="49246" y="202589"/>
                  </a:lnTo>
                  <a:lnTo>
                    <a:pt x="48679" y="201719"/>
                  </a:lnTo>
                  <a:lnTo>
                    <a:pt x="47923" y="201139"/>
                  </a:lnTo>
                  <a:lnTo>
                    <a:pt x="44142" y="198142"/>
                  </a:lnTo>
                  <a:lnTo>
                    <a:pt x="41022" y="196209"/>
                  </a:lnTo>
                  <a:lnTo>
                    <a:pt x="39321" y="195436"/>
                  </a:lnTo>
                  <a:lnTo>
                    <a:pt x="35824" y="193986"/>
                  </a:lnTo>
                  <a:lnTo>
                    <a:pt x="34784" y="193503"/>
                  </a:lnTo>
                  <a:lnTo>
                    <a:pt x="33839" y="193310"/>
                  </a:lnTo>
                  <a:lnTo>
                    <a:pt x="31287" y="192633"/>
                  </a:lnTo>
                  <a:lnTo>
                    <a:pt x="30436" y="192440"/>
                  </a:lnTo>
                  <a:lnTo>
                    <a:pt x="27789" y="191763"/>
                  </a:lnTo>
                  <a:lnTo>
                    <a:pt x="25804" y="191183"/>
                  </a:lnTo>
                  <a:lnTo>
                    <a:pt x="25237" y="190990"/>
                  </a:lnTo>
                  <a:lnTo>
                    <a:pt x="17203" y="188767"/>
                  </a:lnTo>
                  <a:lnTo>
                    <a:pt x="16447" y="188477"/>
                  </a:lnTo>
                  <a:lnTo>
                    <a:pt x="13327" y="187124"/>
                  </a:lnTo>
                  <a:lnTo>
                    <a:pt x="13044" y="186930"/>
                  </a:lnTo>
                  <a:lnTo>
                    <a:pt x="11531" y="186061"/>
                  </a:lnTo>
                  <a:lnTo>
                    <a:pt x="10775" y="185674"/>
                  </a:lnTo>
                  <a:lnTo>
                    <a:pt x="8412" y="183934"/>
                  </a:lnTo>
                  <a:lnTo>
                    <a:pt x="6994" y="182388"/>
                  </a:lnTo>
                  <a:lnTo>
                    <a:pt x="6616" y="182098"/>
                  </a:lnTo>
                  <a:lnTo>
                    <a:pt x="4537" y="179875"/>
                  </a:lnTo>
                  <a:lnTo>
                    <a:pt x="2930" y="177555"/>
                  </a:lnTo>
                  <a:lnTo>
                    <a:pt x="1039" y="173495"/>
                  </a:lnTo>
                  <a:lnTo>
                    <a:pt x="94" y="171369"/>
                  </a:lnTo>
                  <a:lnTo>
                    <a:pt x="94" y="171176"/>
                  </a:lnTo>
                  <a:lnTo>
                    <a:pt x="0" y="170886"/>
                  </a:lnTo>
                  <a:lnTo>
                    <a:pt x="283" y="170402"/>
                  </a:lnTo>
                  <a:lnTo>
                    <a:pt x="850" y="168953"/>
                  </a:lnTo>
                  <a:lnTo>
                    <a:pt x="1039" y="168566"/>
                  </a:lnTo>
                  <a:lnTo>
                    <a:pt x="1417" y="166053"/>
                  </a:lnTo>
                  <a:lnTo>
                    <a:pt x="1890" y="163347"/>
                  </a:lnTo>
                  <a:lnTo>
                    <a:pt x="2363" y="160544"/>
                  </a:lnTo>
                  <a:lnTo>
                    <a:pt x="2552" y="159674"/>
                  </a:lnTo>
                  <a:lnTo>
                    <a:pt x="3024" y="158417"/>
                  </a:lnTo>
                  <a:lnTo>
                    <a:pt x="3308" y="157934"/>
                  </a:lnTo>
                  <a:lnTo>
                    <a:pt x="4442" y="156387"/>
                  </a:lnTo>
                  <a:lnTo>
                    <a:pt x="6711" y="152618"/>
                  </a:lnTo>
                  <a:lnTo>
                    <a:pt x="7372" y="151845"/>
                  </a:lnTo>
                  <a:lnTo>
                    <a:pt x="7939" y="151071"/>
                  </a:lnTo>
                  <a:lnTo>
                    <a:pt x="8507" y="150685"/>
                  </a:lnTo>
                  <a:lnTo>
                    <a:pt x="13989" y="146045"/>
                  </a:lnTo>
                  <a:lnTo>
                    <a:pt x="19849" y="141986"/>
                  </a:lnTo>
                  <a:lnTo>
                    <a:pt x="23441" y="139473"/>
                  </a:lnTo>
                  <a:lnTo>
                    <a:pt x="29113" y="136090"/>
                  </a:lnTo>
                  <a:lnTo>
                    <a:pt x="37714" y="131064"/>
                  </a:lnTo>
                  <a:lnTo>
                    <a:pt x="44142" y="127294"/>
                  </a:lnTo>
                  <a:lnTo>
                    <a:pt x="44709" y="127004"/>
                  </a:lnTo>
                  <a:lnTo>
                    <a:pt x="44992" y="126811"/>
                  </a:lnTo>
                  <a:lnTo>
                    <a:pt x="46221" y="126038"/>
                  </a:lnTo>
                  <a:lnTo>
                    <a:pt x="47072" y="125554"/>
                  </a:lnTo>
                  <a:lnTo>
                    <a:pt x="48395" y="124781"/>
                  </a:lnTo>
                  <a:lnTo>
                    <a:pt x="56052" y="120335"/>
                  </a:lnTo>
                  <a:lnTo>
                    <a:pt x="57942" y="119272"/>
                  </a:lnTo>
                  <a:lnTo>
                    <a:pt x="59644" y="118209"/>
                  </a:lnTo>
                  <a:lnTo>
                    <a:pt x="61723" y="117049"/>
                  </a:lnTo>
                  <a:lnTo>
                    <a:pt x="64748" y="115212"/>
                  </a:lnTo>
                  <a:lnTo>
                    <a:pt x="67678" y="113569"/>
                  </a:lnTo>
                  <a:lnTo>
                    <a:pt x="69947" y="112216"/>
                  </a:lnTo>
                  <a:lnTo>
                    <a:pt x="70136" y="112119"/>
                  </a:lnTo>
                  <a:lnTo>
                    <a:pt x="70986" y="111636"/>
                  </a:lnTo>
                  <a:lnTo>
                    <a:pt x="93577" y="98394"/>
                  </a:lnTo>
                  <a:lnTo>
                    <a:pt x="99910" y="94818"/>
                  </a:lnTo>
                  <a:lnTo>
                    <a:pt x="113711" y="86699"/>
                  </a:lnTo>
                  <a:lnTo>
                    <a:pt x="118720" y="83799"/>
                  </a:lnTo>
                  <a:lnTo>
                    <a:pt x="119477" y="83316"/>
                  </a:lnTo>
                  <a:lnTo>
                    <a:pt x="132899" y="75487"/>
                  </a:lnTo>
                  <a:lnTo>
                    <a:pt x="124392" y="64372"/>
                  </a:lnTo>
                  <a:lnTo>
                    <a:pt x="119004" y="57413"/>
                  </a:lnTo>
                  <a:lnTo>
                    <a:pt x="112671" y="49004"/>
                  </a:lnTo>
                  <a:lnTo>
                    <a:pt x="107189" y="41851"/>
                  </a:lnTo>
                  <a:lnTo>
                    <a:pt x="103313" y="36728"/>
                  </a:lnTo>
                  <a:lnTo>
                    <a:pt x="102273" y="35279"/>
                  </a:lnTo>
                  <a:lnTo>
                    <a:pt x="98965" y="29576"/>
                  </a:lnTo>
                  <a:lnTo>
                    <a:pt x="98587" y="28899"/>
                  </a:lnTo>
                  <a:lnTo>
                    <a:pt x="97169" y="28609"/>
                  </a:lnTo>
                  <a:lnTo>
                    <a:pt x="95373" y="28319"/>
                  </a:lnTo>
                  <a:lnTo>
                    <a:pt x="92538" y="27740"/>
                  </a:lnTo>
                  <a:lnTo>
                    <a:pt x="90269" y="27450"/>
                  </a:lnTo>
                  <a:lnTo>
                    <a:pt x="88000" y="27160"/>
                  </a:lnTo>
                  <a:lnTo>
                    <a:pt x="85732" y="26773"/>
                  </a:lnTo>
                  <a:lnTo>
                    <a:pt x="81195" y="25613"/>
                  </a:lnTo>
                  <a:lnTo>
                    <a:pt x="81006" y="25516"/>
                  </a:lnTo>
                  <a:lnTo>
                    <a:pt x="75145" y="23100"/>
                  </a:lnTo>
                  <a:lnTo>
                    <a:pt x="74956" y="23100"/>
                  </a:lnTo>
                  <a:lnTo>
                    <a:pt x="72688" y="22230"/>
                  </a:lnTo>
                  <a:lnTo>
                    <a:pt x="70703" y="21457"/>
                  </a:lnTo>
                  <a:lnTo>
                    <a:pt x="67678" y="20104"/>
                  </a:lnTo>
                  <a:lnTo>
                    <a:pt x="68529" y="17397"/>
                  </a:lnTo>
                  <a:lnTo>
                    <a:pt x="70608" y="10342"/>
                  </a:lnTo>
                  <a:lnTo>
                    <a:pt x="77792" y="12371"/>
                  </a:lnTo>
                  <a:lnTo>
                    <a:pt x="80722" y="13048"/>
                  </a:lnTo>
                  <a:lnTo>
                    <a:pt x="81195" y="11405"/>
                  </a:lnTo>
                  <a:lnTo>
                    <a:pt x="81856" y="11501"/>
                  </a:lnTo>
                  <a:lnTo>
                    <a:pt x="83274" y="11791"/>
                  </a:lnTo>
                  <a:lnTo>
                    <a:pt x="86015" y="11985"/>
                  </a:lnTo>
                  <a:lnTo>
                    <a:pt x="87244" y="11985"/>
                  </a:lnTo>
                  <a:lnTo>
                    <a:pt x="91309" y="11018"/>
                  </a:lnTo>
                  <a:lnTo>
                    <a:pt x="97831" y="9472"/>
                  </a:lnTo>
                  <a:lnTo>
                    <a:pt x="98303" y="5122"/>
                  </a:lnTo>
                  <a:lnTo>
                    <a:pt x="98871" y="1063"/>
                  </a:lnTo>
                  <a:lnTo>
                    <a:pt x="99060" y="676"/>
                  </a:lnTo>
                  <a:lnTo>
                    <a:pt x="99627" y="773"/>
                  </a:lnTo>
                  <a:lnTo>
                    <a:pt x="100761" y="676"/>
                  </a:lnTo>
                  <a:lnTo>
                    <a:pt x="103880" y="386"/>
                  </a:lnTo>
                  <a:lnTo>
                    <a:pt x="106621" y="96"/>
                  </a:lnTo>
                  <a:lnTo>
                    <a:pt x="107756" y="0"/>
                  </a:lnTo>
                  <a:lnTo>
                    <a:pt x="109646" y="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665244" y="3303857"/>
              <a:ext cx="208593" cy="305043"/>
            </a:xfrm>
            <a:custGeom>
              <a:avLst/>
              <a:pathLst>
                <a:path w="208593" h="305043">
                  <a:moveTo>
                    <a:pt x="1398" y="17591"/>
                  </a:moveTo>
                  <a:lnTo>
                    <a:pt x="5936" y="16141"/>
                  </a:lnTo>
                  <a:lnTo>
                    <a:pt x="9244" y="15174"/>
                  </a:lnTo>
                  <a:lnTo>
                    <a:pt x="9527" y="15174"/>
                  </a:lnTo>
                  <a:lnTo>
                    <a:pt x="12552" y="14498"/>
                  </a:lnTo>
                  <a:lnTo>
                    <a:pt x="14915" y="14111"/>
                  </a:lnTo>
                  <a:lnTo>
                    <a:pt x="16522" y="13821"/>
                  </a:lnTo>
                  <a:lnTo>
                    <a:pt x="26825" y="12371"/>
                  </a:lnTo>
                  <a:lnTo>
                    <a:pt x="30039" y="11888"/>
                  </a:lnTo>
                  <a:lnTo>
                    <a:pt x="36656" y="10922"/>
                  </a:lnTo>
                  <a:lnTo>
                    <a:pt x="39964" y="10342"/>
                  </a:lnTo>
                  <a:lnTo>
                    <a:pt x="58207" y="7635"/>
                  </a:lnTo>
                  <a:lnTo>
                    <a:pt x="64634" y="6765"/>
                  </a:lnTo>
                  <a:lnTo>
                    <a:pt x="73141" y="5509"/>
                  </a:lnTo>
                  <a:lnTo>
                    <a:pt x="77584" y="4832"/>
                  </a:lnTo>
                  <a:lnTo>
                    <a:pt x="79947" y="4542"/>
                  </a:lnTo>
                  <a:lnTo>
                    <a:pt x="96772" y="2029"/>
                  </a:lnTo>
                  <a:lnTo>
                    <a:pt x="103294" y="1159"/>
                  </a:lnTo>
                  <a:lnTo>
                    <a:pt x="110951" y="0"/>
                  </a:lnTo>
                  <a:lnTo>
                    <a:pt x="112368" y="6475"/>
                  </a:lnTo>
                  <a:lnTo>
                    <a:pt x="116906" y="27643"/>
                  </a:lnTo>
                  <a:lnTo>
                    <a:pt x="118134" y="33152"/>
                  </a:lnTo>
                  <a:lnTo>
                    <a:pt x="118323" y="34022"/>
                  </a:lnTo>
                  <a:lnTo>
                    <a:pt x="118418" y="34699"/>
                  </a:lnTo>
                  <a:lnTo>
                    <a:pt x="124373" y="60699"/>
                  </a:lnTo>
                  <a:lnTo>
                    <a:pt x="131651" y="94432"/>
                  </a:lnTo>
                  <a:lnTo>
                    <a:pt x="133163" y="101391"/>
                  </a:lnTo>
                  <a:lnTo>
                    <a:pt x="133825" y="104290"/>
                  </a:lnTo>
                  <a:lnTo>
                    <a:pt x="133920" y="105933"/>
                  </a:lnTo>
                  <a:lnTo>
                    <a:pt x="137133" y="124008"/>
                  </a:lnTo>
                  <a:lnTo>
                    <a:pt x="139024" y="134833"/>
                  </a:lnTo>
                  <a:lnTo>
                    <a:pt x="139591" y="137830"/>
                  </a:lnTo>
                  <a:lnTo>
                    <a:pt x="139875" y="139666"/>
                  </a:lnTo>
                  <a:lnTo>
                    <a:pt x="140536" y="143049"/>
                  </a:lnTo>
                  <a:lnTo>
                    <a:pt x="141198" y="145465"/>
                  </a:lnTo>
                  <a:lnTo>
                    <a:pt x="142143" y="147785"/>
                  </a:lnTo>
                  <a:lnTo>
                    <a:pt x="144223" y="150395"/>
                  </a:lnTo>
                  <a:lnTo>
                    <a:pt x="144790" y="151071"/>
                  </a:lnTo>
                  <a:lnTo>
                    <a:pt x="145451" y="151941"/>
                  </a:lnTo>
                  <a:lnTo>
                    <a:pt x="145830" y="152425"/>
                  </a:lnTo>
                  <a:lnTo>
                    <a:pt x="147153" y="153391"/>
                  </a:lnTo>
                  <a:lnTo>
                    <a:pt x="148287" y="154164"/>
                  </a:lnTo>
                  <a:lnTo>
                    <a:pt x="148476" y="154358"/>
                  </a:lnTo>
                  <a:lnTo>
                    <a:pt x="149138" y="155034"/>
                  </a:lnTo>
                  <a:lnTo>
                    <a:pt x="152163" y="157837"/>
                  </a:lnTo>
                  <a:lnTo>
                    <a:pt x="152635" y="158321"/>
                  </a:lnTo>
                  <a:lnTo>
                    <a:pt x="153108" y="158707"/>
                  </a:lnTo>
                  <a:lnTo>
                    <a:pt x="154809" y="160350"/>
                  </a:lnTo>
                  <a:lnTo>
                    <a:pt x="159724" y="164893"/>
                  </a:lnTo>
                  <a:lnTo>
                    <a:pt x="160197" y="165280"/>
                  </a:lnTo>
                  <a:lnTo>
                    <a:pt x="161898" y="166923"/>
                  </a:lnTo>
                  <a:lnTo>
                    <a:pt x="163505" y="168373"/>
                  </a:lnTo>
                  <a:lnTo>
                    <a:pt x="169460" y="173979"/>
                  </a:lnTo>
                  <a:lnTo>
                    <a:pt x="170595" y="175042"/>
                  </a:lnTo>
                  <a:lnTo>
                    <a:pt x="171918" y="176202"/>
                  </a:lnTo>
                  <a:lnTo>
                    <a:pt x="175604" y="179585"/>
                  </a:lnTo>
                  <a:lnTo>
                    <a:pt x="178156" y="182001"/>
                  </a:lnTo>
                  <a:lnTo>
                    <a:pt x="179763" y="183451"/>
                  </a:lnTo>
                  <a:lnTo>
                    <a:pt x="180803" y="184514"/>
                  </a:lnTo>
                  <a:lnTo>
                    <a:pt x="187231" y="190507"/>
                  </a:lnTo>
                  <a:lnTo>
                    <a:pt x="188176" y="191377"/>
                  </a:lnTo>
                  <a:lnTo>
                    <a:pt x="191579" y="194566"/>
                  </a:lnTo>
                  <a:lnTo>
                    <a:pt x="193280" y="196209"/>
                  </a:lnTo>
                  <a:lnTo>
                    <a:pt x="194887" y="197659"/>
                  </a:lnTo>
                  <a:lnTo>
                    <a:pt x="196588" y="199206"/>
                  </a:lnTo>
                  <a:lnTo>
                    <a:pt x="197345" y="199882"/>
                  </a:lnTo>
                  <a:lnTo>
                    <a:pt x="199897" y="201622"/>
                  </a:lnTo>
                  <a:lnTo>
                    <a:pt x="200747" y="203458"/>
                  </a:lnTo>
                  <a:lnTo>
                    <a:pt x="200842" y="204038"/>
                  </a:lnTo>
                  <a:lnTo>
                    <a:pt x="200936" y="204908"/>
                  </a:lnTo>
                  <a:lnTo>
                    <a:pt x="201031" y="207131"/>
                  </a:lnTo>
                  <a:lnTo>
                    <a:pt x="201126" y="207808"/>
                  </a:lnTo>
                  <a:lnTo>
                    <a:pt x="201315" y="209934"/>
                  </a:lnTo>
                  <a:lnTo>
                    <a:pt x="201409" y="210998"/>
                  </a:lnTo>
                  <a:lnTo>
                    <a:pt x="201409" y="211771"/>
                  </a:lnTo>
                  <a:lnTo>
                    <a:pt x="201598" y="213317"/>
                  </a:lnTo>
                  <a:lnTo>
                    <a:pt x="201598" y="213607"/>
                  </a:lnTo>
                  <a:lnTo>
                    <a:pt x="201598" y="213897"/>
                  </a:lnTo>
                  <a:lnTo>
                    <a:pt x="202071" y="219310"/>
                  </a:lnTo>
                  <a:lnTo>
                    <a:pt x="202260" y="222500"/>
                  </a:lnTo>
                  <a:lnTo>
                    <a:pt x="202354" y="223079"/>
                  </a:lnTo>
                  <a:lnTo>
                    <a:pt x="202449" y="224239"/>
                  </a:lnTo>
                  <a:lnTo>
                    <a:pt x="202732" y="228106"/>
                  </a:lnTo>
                  <a:lnTo>
                    <a:pt x="202827" y="228492"/>
                  </a:lnTo>
                  <a:lnTo>
                    <a:pt x="202921" y="229845"/>
                  </a:lnTo>
                  <a:lnTo>
                    <a:pt x="203016" y="231682"/>
                  </a:lnTo>
                  <a:lnTo>
                    <a:pt x="203205" y="233325"/>
                  </a:lnTo>
                  <a:lnTo>
                    <a:pt x="203489" y="237384"/>
                  </a:lnTo>
                  <a:lnTo>
                    <a:pt x="203583" y="238158"/>
                  </a:lnTo>
                  <a:lnTo>
                    <a:pt x="203772" y="241154"/>
                  </a:lnTo>
                  <a:lnTo>
                    <a:pt x="203961" y="243764"/>
                  </a:lnTo>
                  <a:lnTo>
                    <a:pt x="204056" y="244344"/>
                  </a:lnTo>
                  <a:lnTo>
                    <a:pt x="204245" y="247340"/>
                  </a:lnTo>
                  <a:lnTo>
                    <a:pt x="204339" y="248016"/>
                  </a:lnTo>
                  <a:lnTo>
                    <a:pt x="204528" y="250626"/>
                  </a:lnTo>
                  <a:lnTo>
                    <a:pt x="204717" y="252366"/>
                  </a:lnTo>
                  <a:lnTo>
                    <a:pt x="204812" y="253719"/>
                  </a:lnTo>
                  <a:lnTo>
                    <a:pt x="204906" y="255749"/>
                  </a:lnTo>
                  <a:lnTo>
                    <a:pt x="205474" y="262708"/>
                  </a:lnTo>
                  <a:lnTo>
                    <a:pt x="205568" y="263288"/>
                  </a:lnTo>
                  <a:lnTo>
                    <a:pt x="205663" y="264931"/>
                  </a:lnTo>
                  <a:lnTo>
                    <a:pt x="205852" y="266671"/>
                  </a:lnTo>
                  <a:lnTo>
                    <a:pt x="205852" y="267251"/>
                  </a:lnTo>
                  <a:lnTo>
                    <a:pt x="205852" y="267541"/>
                  </a:lnTo>
                  <a:lnTo>
                    <a:pt x="205946" y="267927"/>
                  </a:lnTo>
                  <a:lnTo>
                    <a:pt x="206041" y="268604"/>
                  </a:lnTo>
                  <a:lnTo>
                    <a:pt x="206324" y="272953"/>
                  </a:lnTo>
                  <a:lnTo>
                    <a:pt x="206419" y="273920"/>
                  </a:lnTo>
                  <a:lnTo>
                    <a:pt x="206419" y="274210"/>
                  </a:lnTo>
                  <a:lnTo>
                    <a:pt x="206608" y="276046"/>
                  </a:lnTo>
                  <a:lnTo>
                    <a:pt x="206891" y="280009"/>
                  </a:lnTo>
                  <a:lnTo>
                    <a:pt x="206986" y="281459"/>
                  </a:lnTo>
                  <a:lnTo>
                    <a:pt x="207175" y="283779"/>
                  </a:lnTo>
                  <a:lnTo>
                    <a:pt x="207270" y="284745"/>
                  </a:lnTo>
                  <a:lnTo>
                    <a:pt x="207364" y="285615"/>
                  </a:lnTo>
                  <a:lnTo>
                    <a:pt x="207553" y="288128"/>
                  </a:lnTo>
                  <a:lnTo>
                    <a:pt x="207742" y="290835"/>
                  </a:lnTo>
                  <a:lnTo>
                    <a:pt x="207931" y="292671"/>
                  </a:lnTo>
                  <a:lnTo>
                    <a:pt x="208026" y="293928"/>
                  </a:lnTo>
                  <a:lnTo>
                    <a:pt x="208026" y="294604"/>
                  </a:lnTo>
                  <a:lnTo>
                    <a:pt x="208215" y="295957"/>
                  </a:lnTo>
                  <a:lnTo>
                    <a:pt x="208215" y="296247"/>
                  </a:lnTo>
                  <a:lnTo>
                    <a:pt x="208215" y="296537"/>
                  </a:lnTo>
                  <a:lnTo>
                    <a:pt x="208309" y="297697"/>
                  </a:lnTo>
                  <a:lnTo>
                    <a:pt x="208404" y="298567"/>
                  </a:lnTo>
                  <a:lnTo>
                    <a:pt x="208498" y="299534"/>
                  </a:lnTo>
                  <a:lnTo>
                    <a:pt x="208498" y="300597"/>
                  </a:lnTo>
                  <a:lnTo>
                    <a:pt x="208498" y="303110"/>
                  </a:lnTo>
                  <a:lnTo>
                    <a:pt x="208593" y="303883"/>
                  </a:lnTo>
                  <a:lnTo>
                    <a:pt x="207931" y="304173"/>
                  </a:lnTo>
                  <a:lnTo>
                    <a:pt x="207742" y="304173"/>
                  </a:lnTo>
                  <a:lnTo>
                    <a:pt x="204056" y="304270"/>
                  </a:lnTo>
                  <a:lnTo>
                    <a:pt x="203867" y="304270"/>
                  </a:lnTo>
                  <a:lnTo>
                    <a:pt x="203489" y="304366"/>
                  </a:lnTo>
                  <a:lnTo>
                    <a:pt x="203300" y="304366"/>
                  </a:lnTo>
                  <a:lnTo>
                    <a:pt x="202165" y="304366"/>
                  </a:lnTo>
                  <a:lnTo>
                    <a:pt x="200464" y="304560"/>
                  </a:lnTo>
                  <a:lnTo>
                    <a:pt x="200275" y="304656"/>
                  </a:lnTo>
                  <a:lnTo>
                    <a:pt x="199991" y="304656"/>
                  </a:lnTo>
                  <a:lnTo>
                    <a:pt x="197439" y="305043"/>
                  </a:lnTo>
                  <a:lnTo>
                    <a:pt x="197061" y="305043"/>
                  </a:lnTo>
                  <a:lnTo>
                    <a:pt x="194792" y="304946"/>
                  </a:lnTo>
                  <a:lnTo>
                    <a:pt x="193564" y="304463"/>
                  </a:lnTo>
                  <a:lnTo>
                    <a:pt x="192997" y="304366"/>
                  </a:lnTo>
                  <a:lnTo>
                    <a:pt x="192713" y="304270"/>
                  </a:lnTo>
                  <a:lnTo>
                    <a:pt x="191862" y="303980"/>
                  </a:lnTo>
                  <a:lnTo>
                    <a:pt x="190161" y="303497"/>
                  </a:lnTo>
                  <a:lnTo>
                    <a:pt x="188648" y="302917"/>
                  </a:lnTo>
                  <a:lnTo>
                    <a:pt x="188365" y="302820"/>
                  </a:lnTo>
                  <a:lnTo>
                    <a:pt x="188176" y="302723"/>
                  </a:lnTo>
                  <a:lnTo>
                    <a:pt x="186002" y="301660"/>
                  </a:lnTo>
                  <a:lnTo>
                    <a:pt x="185624" y="301467"/>
                  </a:lnTo>
                  <a:lnTo>
                    <a:pt x="184868" y="300597"/>
                  </a:lnTo>
                  <a:lnTo>
                    <a:pt x="183544" y="299244"/>
                  </a:lnTo>
                  <a:lnTo>
                    <a:pt x="183166" y="298470"/>
                  </a:lnTo>
                  <a:lnTo>
                    <a:pt x="182694" y="297504"/>
                  </a:lnTo>
                  <a:lnTo>
                    <a:pt x="182126" y="296827"/>
                  </a:lnTo>
                  <a:lnTo>
                    <a:pt x="181276" y="295667"/>
                  </a:lnTo>
                  <a:lnTo>
                    <a:pt x="181087" y="295377"/>
                  </a:lnTo>
                  <a:lnTo>
                    <a:pt x="180520" y="294411"/>
                  </a:lnTo>
                  <a:lnTo>
                    <a:pt x="179574" y="292574"/>
                  </a:lnTo>
                  <a:lnTo>
                    <a:pt x="178913" y="291318"/>
                  </a:lnTo>
                  <a:lnTo>
                    <a:pt x="178156" y="290448"/>
                  </a:lnTo>
                  <a:lnTo>
                    <a:pt x="177778" y="290061"/>
                  </a:lnTo>
                  <a:lnTo>
                    <a:pt x="176928" y="288998"/>
                  </a:lnTo>
                  <a:lnTo>
                    <a:pt x="176455" y="288225"/>
                  </a:lnTo>
                  <a:lnTo>
                    <a:pt x="175699" y="286968"/>
                  </a:lnTo>
                  <a:lnTo>
                    <a:pt x="175510" y="286485"/>
                  </a:lnTo>
                  <a:lnTo>
                    <a:pt x="175132" y="285422"/>
                  </a:lnTo>
                  <a:lnTo>
                    <a:pt x="175037" y="285132"/>
                  </a:lnTo>
                  <a:lnTo>
                    <a:pt x="173903" y="282909"/>
                  </a:lnTo>
                  <a:lnTo>
                    <a:pt x="173714" y="282716"/>
                  </a:lnTo>
                  <a:lnTo>
                    <a:pt x="173147" y="282232"/>
                  </a:lnTo>
                  <a:lnTo>
                    <a:pt x="172391" y="281459"/>
                  </a:lnTo>
                  <a:lnTo>
                    <a:pt x="172201" y="281266"/>
                  </a:lnTo>
                  <a:lnTo>
                    <a:pt x="170878" y="280106"/>
                  </a:lnTo>
                  <a:lnTo>
                    <a:pt x="170500" y="279913"/>
                  </a:lnTo>
                  <a:lnTo>
                    <a:pt x="170122" y="279623"/>
                  </a:lnTo>
                  <a:lnTo>
                    <a:pt x="169744" y="279333"/>
                  </a:lnTo>
                  <a:lnTo>
                    <a:pt x="169460" y="279139"/>
                  </a:lnTo>
                  <a:lnTo>
                    <a:pt x="168988" y="278559"/>
                  </a:lnTo>
                  <a:lnTo>
                    <a:pt x="168421" y="277980"/>
                  </a:lnTo>
                  <a:lnTo>
                    <a:pt x="167381" y="276626"/>
                  </a:lnTo>
                  <a:lnTo>
                    <a:pt x="167097" y="276336"/>
                  </a:lnTo>
                  <a:lnTo>
                    <a:pt x="166814" y="276046"/>
                  </a:lnTo>
                  <a:lnTo>
                    <a:pt x="166625" y="275756"/>
                  </a:lnTo>
                  <a:lnTo>
                    <a:pt x="166341" y="275467"/>
                  </a:lnTo>
                  <a:lnTo>
                    <a:pt x="166057" y="275273"/>
                  </a:lnTo>
                  <a:lnTo>
                    <a:pt x="165868" y="275177"/>
                  </a:lnTo>
                  <a:lnTo>
                    <a:pt x="165585" y="274983"/>
                  </a:lnTo>
                  <a:lnTo>
                    <a:pt x="165396" y="274597"/>
                  </a:lnTo>
                  <a:lnTo>
                    <a:pt x="165112" y="274403"/>
                  </a:lnTo>
                  <a:lnTo>
                    <a:pt x="164734" y="274210"/>
                  </a:lnTo>
                  <a:lnTo>
                    <a:pt x="164356" y="274017"/>
                  </a:lnTo>
                  <a:lnTo>
                    <a:pt x="163883" y="273823"/>
                  </a:lnTo>
                  <a:lnTo>
                    <a:pt x="163316" y="273630"/>
                  </a:lnTo>
                  <a:lnTo>
                    <a:pt x="162844" y="273533"/>
                  </a:lnTo>
                  <a:lnTo>
                    <a:pt x="162371" y="273437"/>
                  </a:lnTo>
                  <a:lnTo>
                    <a:pt x="161709" y="273340"/>
                  </a:lnTo>
                  <a:lnTo>
                    <a:pt x="161142" y="273147"/>
                  </a:lnTo>
                  <a:lnTo>
                    <a:pt x="160575" y="273147"/>
                  </a:lnTo>
                  <a:lnTo>
                    <a:pt x="159913" y="273050"/>
                  </a:lnTo>
                  <a:lnTo>
                    <a:pt x="158874" y="273147"/>
                  </a:lnTo>
                  <a:lnTo>
                    <a:pt x="158496" y="273243"/>
                  </a:lnTo>
                  <a:lnTo>
                    <a:pt x="157929" y="273340"/>
                  </a:lnTo>
                  <a:lnTo>
                    <a:pt x="157739" y="273437"/>
                  </a:lnTo>
                  <a:lnTo>
                    <a:pt x="157550" y="273533"/>
                  </a:lnTo>
                  <a:lnTo>
                    <a:pt x="157078" y="273727"/>
                  </a:lnTo>
                  <a:lnTo>
                    <a:pt x="156511" y="273823"/>
                  </a:lnTo>
                  <a:lnTo>
                    <a:pt x="155944" y="273920"/>
                  </a:lnTo>
                  <a:lnTo>
                    <a:pt x="155093" y="273920"/>
                  </a:lnTo>
                  <a:lnTo>
                    <a:pt x="154337" y="274017"/>
                  </a:lnTo>
                  <a:lnTo>
                    <a:pt x="153864" y="274017"/>
                  </a:lnTo>
                  <a:lnTo>
                    <a:pt x="153108" y="274017"/>
                  </a:lnTo>
                  <a:lnTo>
                    <a:pt x="152352" y="274113"/>
                  </a:lnTo>
                  <a:lnTo>
                    <a:pt x="151690" y="274113"/>
                  </a:lnTo>
                  <a:lnTo>
                    <a:pt x="150745" y="274210"/>
                  </a:lnTo>
                  <a:lnTo>
                    <a:pt x="150083" y="274307"/>
                  </a:lnTo>
                  <a:lnTo>
                    <a:pt x="149138" y="274403"/>
                  </a:lnTo>
                  <a:lnTo>
                    <a:pt x="148382" y="274403"/>
                  </a:lnTo>
                  <a:lnTo>
                    <a:pt x="147909" y="274500"/>
                  </a:lnTo>
                  <a:lnTo>
                    <a:pt x="147720" y="274500"/>
                  </a:lnTo>
                  <a:lnTo>
                    <a:pt x="146964" y="274597"/>
                  </a:lnTo>
                  <a:lnTo>
                    <a:pt x="146208" y="274693"/>
                  </a:lnTo>
                  <a:lnTo>
                    <a:pt x="145641" y="274790"/>
                  </a:lnTo>
                  <a:lnTo>
                    <a:pt x="144979" y="274983"/>
                  </a:lnTo>
                  <a:lnTo>
                    <a:pt x="144223" y="275177"/>
                  </a:lnTo>
                  <a:lnTo>
                    <a:pt x="143466" y="275370"/>
                  </a:lnTo>
                  <a:lnTo>
                    <a:pt x="142899" y="275563"/>
                  </a:lnTo>
                  <a:lnTo>
                    <a:pt x="142332" y="275660"/>
                  </a:lnTo>
                  <a:lnTo>
                    <a:pt x="141765" y="275756"/>
                  </a:lnTo>
                  <a:lnTo>
                    <a:pt x="141103" y="275950"/>
                  </a:lnTo>
                  <a:lnTo>
                    <a:pt x="140536" y="276046"/>
                  </a:lnTo>
                  <a:lnTo>
                    <a:pt x="139969" y="276143"/>
                  </a:lnTo>
                  <a:lnTo>
                    <a:pt x="139591" y="276240"/>
                  </a:lnTo>
                  <a:lnTo>
                    <a:pt x="139024" y="276336"/>
                  </a:lnTo>
                  <a:lnTo>
                    <a:pt x="138457" y="276530"/>
                  </a:lnTo>
                  <a:lnTo>
                    <a:pt x="137890" y="276723"/>
                  </a:lnTo>
                  <a:lnTo>
                    <a:pt x="137322" y="276820"/>
                  </a:lnTo>
                  <a:lnTo>
                    <a:pt x="136944" y="277013"/>
                  </a:lnTo>
                  <a:lnTo>
                    <a:pt x="136472" y="277206"/>
                  </a:lnTo>
                  <a:lnTo>
                    <a:pt x="135905" y="277303"/>
                  </a:lnTo>
                  <a:lnTo>
                    <a:pt x="135432" y="277400"/>
                  </a:lnTo>
                  <a:lnTo>
                    <a:pt x="134865" y="277496"/>
                  </a:lnTo>
                  <a:lnTo>
                    <a:pt x="134298" y="277690"/>
                  </a:lnTo>
                  <a:lnTo>
                    <a:pt x="133731" y="277980"/>
                  </a:lnTo>
                  <a:lnTo>
                    <a:pt x="133163" y="278173"/>
                  </a:lnTo>
                  <a:lnTo>
                    <a:pt x="132596" y="278559"/>
                  </a:lnTo>
                  <a:lnTo>
                    <a:pt x="132313" y="278656"/>
                  </a:lnTo>
                  <a:lnTo>
                    <a:pt x="132029" y="278849"/>
                  </a:lnTo>
                  <a:lnTo>
                    <a:pt x="131651" y="279043"/>
                  </a:lnTo>
                  <a:lnTo>
                    <a:pt x="130989" y="279429"/>
                  </a:lnTo>
                  <a:lnTo>
                    <a:pt x="130328" y="279913"/>
                  </a:lnTo>
                  <a:lnTo>
                    <a:pt x="129761" y="280203"/>
                  </a:lnTo>
                  <a:lnTo>
                    <a:pt x="129288" y="280493"/>
                  </a:lnTo>
                  <a:lnTo>
                    <a:pt x="128815" y="280783"/>
                  </a:lnTo>
                  <a:lnTo>
                    <a:pt x="128343" y="280976"/>
                  </a:lnTo>
                  <a:lnTo>
                    <a:pt x="127776" y="281266"/>
                  </a:lnTo>
                  <a:lnTo>
                    <a:pt x="127492" y="281556"/>
                  </a:lnTo>
                  <a:lnTo>
                    <a:pt x="127019" y="281846"/>
                  </a:lnTo>
                  <a:lnTo>
                    <a:pt x="126452" y="282039"/>
                  </a:lnTo>
                  <a:lnTo>
                    <a:pt x="125980" y="282232"/>
                  </a:lnTo>
                  <a:lnTo>
                    <a:pt x="125413" y="282522"/>
                  </a:lnTo>
                  <a:lnTo>
                    <a:pt x="125035" y="282716"/>
                  </a:lnTo>
                  <a:lnTo>
                    <a:pt x="124751" y="282812"/>
                  </a:lnTo>
                  <a:lnTo>
                    <a:pt x="124467" y="282909"/>
                  </a:lnTo>
                  <a:lnTo>
                    <a:pt x="124089" y="283102"/>
                  </a:lnTo>
                  <a:lnTo>
                    <a:pt x="123617" y="283296"/>
                  </a:lnTo>
                  <a:lnTo>
                    <a:pt x="123428" y="283392"/>
                  </a:lnTo>
                  <a:lnTo>
                    <a:pt x="123050" y="283586"/>
                  </a:lnTo>
                  <a:lnTo>
                    <a:pt x="122766" y="283779"/>
                  </a:lnTo>
                  <a:lnTo>
                    <a:pt x="122482" y="283876"/>
                  </a:lnTo>
                  <a:lnTo>
                    <a:pt x="122293" y="283876"/>
                  </a:lnTo>
                  <a:lnTo>
                    <a:pt x="122010" y="283972"/>
                  </a:lnTo>
                  <a:lnTo>
                    <a:pt x="121632" y="284165"/>
                  </a:lnTo>
                  <a:lnTo>
                    <a:pt x="121159" y="284359"/>
                  </a:lnTo>
                  <a:lnTo>
                    <a:pt x="120781" y="284552"/>
                  </a:lnTo>
                  <a:lnTo>
                    <a:pt x="120403" y="284552"/>
                  </a:lnTo>
                  <a:lnTo>
                    <a:pt x="120119" y="284649"/>
                  </a:lnTo>
                  <a:lnTo>
                    <a:pt x="119741" y="284745"/>
                  </a:lnTo>
                  <a:lnTo>
                    <a:pt x="119363" y="284842"/>
                  </a:lnTo>
                  <a:lnTo>
                    <a:pt x="119174" y="284939"/>
                  </a:lnTo>
                  <a:lnTo>
                    <a:pt x="118985" y="284842"/>
                  </a:lnTo>
                  <a:lnTo>
                    <a:pt x="118607" y="284939"/>
                  </a:lnTo>
                  <a:lnTo>
                    <a:pt x="118229" y="284939"/>
                  </a:lnTo>
                  <a:lnTo>
                    <a:pt x="117945" y="285132"/>
                  </a:lnTo>
                  <a:lnTo>
                    <a:pt x="117756" y="285229"/>
                  </a:lnTo>
                  <a:lnTo>
                    <a:pt x="117378" y="285229"/>
                  </a:lnTo>
                  <a:lnTo>
                    <a:pt x="116906" y="285229"/>
                  </a:lnTo>
                  <a:lnTo>
                    <a:pt x="116433" y="285229"/>
                  </a:lnTo>
                  <a:lnTo>
                    <a:pt x="116149" y="285132"/>
                  </a:lnTo>
                  <a:lnTo>
                    <a:pt x="115866" y="285035"/>
                  </a:lnTo>
                  <a:lnTo>
                    <a:pt x="115582" y="285035"/>
                  </a:lnTo>
                  <a:lnTo>
                    <a:pt x="115299" y="284939"/>
                  </a:lnTo>
                  <a:lnTo>
                    <a:pt x="115015" y="284842"/>
                  </a:lnTo>
                  <a:lnTo>
                    <a:pt x="114732" y="284842"/>
                  </a:lnTo>
                  <a:lnTo>
                    <a:pt x="114353" y="284842"/>
                  </a:lnTo>
                  <a:lnTo>
                    <a:pt x="114070" y="284745"/>
                  </a:lnTo>
                  <a:lnTo>
                    <a:pt x="113786" y="284649"/>
                  </a:lnTo>
                  <a:lnTo>
                    <a:pt x="113503" y="284552"/>
                  </a:lnTo>
                  <a:lnTo>
                    <a:pt x="113219" y="284455"/>
                  </a:lnTo>
                  <a:lnTo>
                    <a:pt x="113030" y="284455"/>
                  </a:lnTo>
                  <a:lnTo>
                    <a:pt x="112747" y="284359"/>
                  </a:lnTo>
                  <a:lnTo>
                    <a:pt x="112368" y="284262"/>
                  </a:lnTo>
                  <a:lnTo>
                    <a:pt x="111990" y="284165"/>
                  </a:lnTo>
                  <a:lnTo>
                    <a:pt x="111518" y="284069"/>
                  </a:lnTo>
                  <a:lnTo>
                    <a:pt x="111140" y="283972"/>
                  </a:lnTo>
                  <a:lnTo>
                    <a:pt x="110762" y="283876"/>
                  </a:lnTo>
                  <a:lnTo>
                    <a:pt x="110478" y="283779"/>
                  </a:lnTo>
                  <a:lnTo>
                    <a:pt x="110100" y="283779"/>
                  </a:lnTo>
                  <a:lnTo>
                    <a:pt x="109722" y="283779"/>
                  </a:lnTo>
                  <a:lnTo>
                    <a:pt x="109438" y="283682"/>
                  </a:lnTo>
                  <a:lnTo>
                    <a:pt x="109249" y="283586"/>
                  </a:lnTo>
                  <a:lnTo>
                    <a:pt x="108777" y="283489"/>
                  </a:lnTo>
                  <a:lnTo>
                    <a:pt x="108398" y="283392"/>
                  </a:lnTo>
                  <a:lnTo>
                    <a:pt x="108115" y="283296"/>
                  </a:lnTo>
                  <a:lnTo>
                    <a:pt x="107642" y="283199"/>
                  </a:lnTo>
                  <a:lnTo>
                    <a:pt x="107264" y="283102"/>
                  </a:lnTo>
                  <a:lnTo>
                    <a:pt x="106981" y="283006"/>
                  </a:lnTo>
                  <a:lnTo>
                    <a:pt x="106603" y="282909"/>
                  </a:lnTo>
                  <a:lnTo>
                    <a:pt x="106224" y="282812"/>
                  </a:lnTo>
                  <a:lnTo>
                    <a:pt x="105752" y="282716"/>
                  </a:lnTo>
                  <a:lnTo>
                    <a:pt x="105374" y="282522"/>
                  </a:lnTo>
                  <a:lnTo>
                    <a:pt x="104901" y="282426"/>
                  </a:lnTo>
                  <a:lnTo>
                    <a:pt x="104618" y="282329"/>
                  </a:lnTo>
                  <a:lnTo>
                    <a:pt x="104145" y="282232"/>
                  </a:lnTo>
                  <a:lnTo>
                    <a:pt x="103767" y="282136"/>
                  </a:lnTo>
                  <a:lnTo>
                    <a:pt x="103294" y="282039"/>
                  </a:lnTo>
                  <a:lnTo>
                    <a:pt x="103011" y="281942"/>
                  </a:lnTo>
                  <a:lnTo>
                    <a:pt x="102822" y="281846"/>
                  </a:lnTo>
                  <a:lnTo>
                    <a:pt x="102538" y="281749"/>
                  </a:lnTo>
                  <a:lnTo>
                    <a:pt x="102349" y="281749"/>
                  </a:lnTo>
                  <a:lnTo>
                    <a:pt x="102065" y="281749"/>
                  </a:lnTo>
                  <a:lnTo>
                    <a:pt x="101782" y="281652"/>
                  </a:lnTo>
                  <a:lnTo>
                    <a:pt x="101498" y="281652"/>
                  </a:lnTo>
                  <a:lnTo>
                    <a:pt x="101215" y="281556"/>
                  </a:lnTo>
                  <a:lnTo>
                    <a:pt x="100931" y="281556"/>
                  </a:lnTo>
                  <a:lnTo>
                    <a:pt x="100648" y="281459"/>
                  </a:lnTo>
                  <a:lnTo>
                    <a:pt x="100269" y="281362"/>
                  </a:lnTo>
                  <a:lnTo>
                    <a:pt x="99986" y="281169"/>
                  </a:lnTo>
                  <a:lnTo>
                    <a:pt x="99702" y="281073"/>
                  </a:lnTo>
                  <a:lnTo>
                    <a:pt x="99324" y="280976"/>
                  </a:lnTo>
                  <a:lnTo>
                    <a:pt x="98946" y="280783"/>
                  </a:lnTo>
                  <a:lnTo>
                    <a:pt x="98568" y="280686"/>
                  </a:lnTo>
                  <a:lnTo>
                    <a:pt x="98285" y="280589"/>
                  </a:lnTo>
                  <a:lnTo>
                    <a:pt x="97906" y="280493"/>
                  </a:lnTo>
                  <a:lnTo>
                    <a:pt x="97623" y="280493"/>
                  </a:lnTo>
                  <a:lnTo>
                    <a:pt x="97245" y="280396"/>
                  </a:lnTo>
                  <a:lnTo>
                    <a:pt x="96772" y="280396"/>
                  </a:lnTo>
                  <a:lnTo>
                    <a:pt x="96300" y="280396"/>
                  </a:lnTo>
                  <a:lnTo>
                    <a:pt x="95827" y="280396"/>
                  </a:lnTo>
                  <a:lnTo>
                    <a:pt x="95354" y="280396"/>
                  </a:lnTo>
                  <a:lnTo>
                    <a:pt x="95071" y="280299"/>
                  </a:lnTo>
                  <a:lnTo>
                    <a:pt x="94315" y="280299"/>
                  </a:lnTo>
                  <a:lnTo>
                    <a:pt x="93842" y="280299"/>
                  </a:lnTo>
                  <a:lnTo>
                    <a:pt x="93275" y="280203"/>
                  </a:lnTo>
                  <a:lnTo>
                    <a:pt x="92802" y="280203"/>
                  </a:lnTo>
                  <a:lnTo>
                    <a:pt x="92330" y="280299"/>
                  </a:lnTo>
                  <a:lnTo>
                    <a:pt x="91857" y="280396"/>
                  </a:lnTo>
                  <a:lnTo>
                    <a:pt x="91384" y="280396"/>
                  </a:lnTo>
                  <a:lnTo>
                    <a:pt x="90628" y="280396"/>
                  </a:lnTo>
                  <a:lnTo>
                    <a:pt x="90345" y="280493"/>
                  </a:lnTo>
                  <a:lnTo>
                    <a:pt x="89966" y="280589"/>
                  </a:lnTo>
                  <a:lnTo>
                    <a:pt x="89588" y="280686"/>
                  </a:lnTo>
                  <a:lnTo>
                    <a:pt x="89021" y="280879"/>
                  </a:lnTo>
                  <a:lnTo>
                    <a:pt x="88643" y="280879"/>
                  </a:lnTo>
                  <a:lnTo>
                    <a:pt x="88454" y="280879"/>
                  </a:lnTo>
                  <a:lnTo>
                    <a:pt x="87792" y="280976"/>
                  </a:lnTo>
                  <a:lnTo>
                    <a:pt x="87036" y="280976"/>
                  </a:lnTo>
                  <a:lnTo>
                    <a:pt x="86280" y="281073"/>
                  </a:lnTo>
                  <a:lnTo>
                    <a:pt x="85902" y="281073"/>
                  </a:lnTo>
                  <a:lnTo>
                    <a:pt x="85429" y="281073"/>
                  </a:lnTo>
                  <a:lnTo>
                    <a:pt x="85051" y="281169"/>
                  </a:lnTo>
                  <a:lnTo>
                    <a:pt x="84579" y="281266"/>
                  </a:lnTo>
                  <a:lnTo>
                    <a:pt x="84106" y="281362"/>
                  </a:lnTo>
                  <a:lnTo>
                    <a:pt x="83728" y="281362"/>
                  </a:lnTo>
                  <a:lnTo>
                    <a:pt x="83444" y="281459"/>
                  </a:lnTo>
                  <a:lnTo>
                    <a:pt x="82972" y="281459"/>
                  </a:lnTo>
                  <a:lnTo>
                    <a:pt x="82688" y="281459"/>
                  </a:lnTo>
                  <a:lnTo>
                    <a:pt x="82499" y="281459"/>
                  </a:lnTo>
                  <a:lnTo>
                    <a:pt x="82027" y="281459"/>
                  </a:lnTo>
                  <a:lnTo>
                    <a:pt x="81459" y="281459"/>
                  </a:lnTo>
                  <a:lnTo>
                    <a:pt x="80892" y="281556"/>
                  </a:lnTo>
                  <a:lnTo>
                    <a:pt x="80420" y="281556"/>
                  </a:lnTo>
                  <a:lnTo>
                    <a:pt x="80231" y="281556"/>
                  </a:lnTo>
                  <a:lnTo>
                    <a:pt x="80042" y="281459"/>
                  </a:lnTo>
                  <a:lnTo>
                    <a:pt x="79663" y="281459"/>
                  </a:lnTo>
                  <a:lnTo>
                    <a:pt x="79285" y="281362"/>
                  </a:lnTo>
                  <a:lnTo>
                    <a:pt x="79002" y="281362"/>
                  </a:lnTo>
                  <a:lnTo>
                    <a:pt x="78624" y="281169"/>
                  </a:lnTo>
                  <a:lnTo>
                    <a:pt x="78246" y="281073"/>
                  </a:lnTo>
                  <a:lnTo>
                    <a:pt x="77868" y="280879"/>
                  </a:lnTo>
                  <a:lnTo>
                    <a:pt x="77489" y="280783"/>
                  </a:lnTo>
                  <a:lnTo>
                    <a:pt x="76922" y="280686"/>
                  </a:lnTo>
                  <a:lnTo>
                    <a:pt x="76450" y="280493"/>
                  </a:lnTo>
                  <a:lnTo>
                    <a:pt x="76072" y="280299"/>
                  </a:lnTo>
                  <a:lnTo>
                    <a:pt x="75694" y="280009"/>
                  </a:lnTo>
                  <a:lnTo>
                    <a:pt x="75221" y="279913"/>
                  </a:lnTo>
                  <a:lnTo>
                    <a:pt x="74843" y="279719"/>
                  </a:lnTo>
                  <a:lnTo>
                    <a:pt x="74276" y="279526"/>
                  </a:lnTo>
                  <a:lnTo>
                    <a:pt x="73614" y="279333"/>
                  </a:lnTo>
                  <a:lnTo>
                    <a:pt x="73141" y="279139"/>
                  </a:lnTo>
                  <a:lnTo>
                    <a:pt x="72763" y="278946"/>
                  </a:lnTo>
                  <a:lnTo>
                    <a:pt x="72385" y="278849"/>
                  </a:lnTo>
                  <a:lnTo>
                    <a:pt x="72007" y="278849"/>
                  </a:lnTo>
                  <a:lnTo>
                    <a:pt x="71724" y="278849"/>
                  </a:lnTo>
                  <a:lnTo>
                    <a:pt x="71440" y="278656"/>
                  </a:lnTo>
                  <a:lnTo>
                    <a:pt x="71062" y="278656"/>
                  </a:lnTo>
                  <a:lnTo>
                    <a:pt x="70684" y="278559"/>
                  </a:lnTo>
                  <a:lnTo>
                    <a:pt x="70400" y="278559"/>
                  </a:lnTo>
                  <a:lnTo>
                    <a:pt x="69928" y="278366"/>
                  </a:lnTo>
                  <a:lnTo>
                    <a:pt x="69550" y="278366"/>
                  </a:lnTo>
                  <a:lnTo>
                    <a:pt x="68982" y="278270"/>
                  </a:lnTo>
                  <a:lnTo>
                    <a:pt x="68415" y="278173"/>
                  </a:lnTo>
                  <a:lnTo>
                    <a:pt x="67848" y="278076"/>
                  </a:lnTo>
                  <a:lnTo>
                    <a:pt x="67281" y="277883"/>
                  </a:lnTo>
                  <a:lnTo>
                    <a:pt x="66714" y="277786"/>
                  </a:lnTo>
                  <a:lnTo>
                    <a:pt x="66241" y="277690"/>
                  </a:lnTo>
                  <a:lnTo>
                    <a:pt x="65674" y="277303"/>
                  </a:lnTo>
                  <a:lnTo>
                    <a:pt x="65012" y="277013"/>
                  </a:lnTo>
                  <a:lnTo>
                    <a:pt x="64823" y="276916"/>
                  </a:lnTo>
                  <a:lnTo>
                    <a:pt x="64351" y="276723"/>
                  </a:lnTo>
                  <a:lnTo>
                    <a:pt x="64162" y="276723"/>
                  </a:lnTo>
                  <a:lnTo>
                    <a:pt x="63878" y="276626"/>
                  </a:lnTo>
                  <a:lnTo>
                    <a:pt x="63500" y="276626"/>
                  </a:lnTo>
                  <a:lnTo>
                    <a:pt x="62933" y="276433"/>
                  </a:lnTo>
                  <a:lnTo>
                    <a:pt x="62271" y="276240"/>
                  </a:lnTo>
                  <a:lnTo>
                    <a:pt x="61610" y="276046"/>
                  </a:lnTo>
                  <a:lnTo>
                    <a:pt x="61042" y="275853"/>
                  </a:lnTo>
                  <a:lnTo>
                    <a:pt x="60475" y="275660"/>
                  </a:lnTo>
                  <a:lnTo>
                    <a:pt x="59814" y="275467"/>
                  </a:lnTo>
                  <a:lnTo>
                    <a:pt x="59152" y="275370"/>
                  </a:lnTo>
                  <a:lnTo>
                    <a:pt x="58585" y="275370"/>
                  </a:lnTo>
                  <a:lnTo>
                    <a:pt x="58207" y="275467"/>
                  </a:lnTo>
                  <a:lnTo>
                    <a:pt x="58018" y="275467"/>
                  </a:lnTo>
                  <a:lnTo>
                    <a:pt x="57640" y="275467"/>
                  </a:lnTo>
                  <a:lnTo>
                    <a:pt x="57072" y="275370"/>
                  </a:lnTo>
                  <a:lnTo>
                    <a:pt x="56505" y="275273"/>
                  </a:lnTo>
                  <a:lnTo>
                    <a:pt x="55844" y="275177"/>
                  </a:lnTo>
                  <a:lnTo>
                    <a:pt x="55371" y="275177"/>
                  </a:lnTo>
                  <a:lnTo>
                    <a:pt x="54237" y="275080"/>
                  </a:lnTo>
                  <a:lnTo>
                    <a:pt x="53764" y="275080"/>
                  </a:lnTo>
                  <a:lnTo>
                    <a:pt x="52913" y="274983"/>
                  </a:lnTo>
                  <a:lnTo>
                    <a:pt x="52063" y="274887"/>
                  </a:lnTo>
                  <a:lnTo>
                    <a:pt x="51212" y="274597"/>
                  </a:lnTo>
                  <a:lnTo>
                    <a:pt x="50550" y="274403"/>
                  </a:lnTo>
                  <a:lnTo>
                    <a:pt x="49983" y="274113"/>
                  </a:lnTo>
                  <a:lnTo>
                    <a:pt x="49227" y="273823"/>
                  </a:lnTo>
                  <a:lnTo>
                    <a:pt x="48471" y="273533"/>
                  </a:lnTo>
                  <a:lnTo>
                    <a:pt x="47620" y="273340"/>
                  </a:lnTo>
                  <a:lnTo>
                    <a:pt x="47053" y="273147"/>
                  </a:lnTo>
                  <a:lnTo>
                    <a:pt x="46391" y="272953"/>
                  </a:lnTo>
                  <a:lnTo>
                    <a:pt x="45919" y="272760"/>
                  </a:lnTo>
                  <a:lnTo>
                    <a:pt x="45352" y="272760"/>
                  </a:lnTo>
                  <a:lnTo>
                    <a:pt x="44690" y="272567"/>
                  </a:lnTo>
                  <a:lnTo>
                    <a:pt x="43839" y="272374"/>
                  </a:lnTo>
                  <a:lnTo>
                    <a:pt x="43272" y="272374"/>
                  </a:lnTo>
                  <a:lnTo>
                    <a:pt x="42516" y="272277"/>
                  </a:lnTo>
                  <a:lnTo>
                    <a:pt x="41854" y="272084"/>
                  </a:lnTo>
                  <a:lnTo>
                    <a:pt x="41665" y="272084"/>
                  </a:lnTo>
                  <a:lnTo>
                    <a:pt x="40815" y="271794"/>
                  </a:lnTo>
                  <a:lnTo>
                    <a:pt x="40531" y="271697"/>
                  </a:lnTo>
                  <a:lnTo>
                    <a:pt x="39680" y="271407"/>
                  </a:lnTo>
                  <a:lnTo>
                    <a:pt x="38924" y="271214"/>
                  </a:lnTo>
                  <a:lnTo>
                    <a:pt x="37979" y="271020"/>
                  </a:lnTo>
                  <a:lnTo>
                    <a:pt x="37506" y="270827"/>
                  </a:lnTo>
                  <a:lnTo>
                    <a:pt x="37034" y="270634"/>
                  </a:lnTo>
                  <a:lnTo>
                    <a:pt x="36088" y="270247"/>
                  </a:lnTo>
                  <a:lnTo>
                    <a:pt x="35238" y="270054"/>
                  </a:lnTo>
                  <a:lnTo>
                    <a:pt x="34671" y="269957"/>
                  </a:lnTo>
                  <a:lnTo>
                    <a:pt x="33914" y="269861"/>
                  </a:lnTo>
                  <a:lnTo>
                    <a:pt x="33442" y="269861"/>
                  </a:lnTo>
                  <a:lnTo>
                    <a:pt x="33158" y="269861"/>
                  </a:lnTo>
                  <a:lnTo>
                    <a:pt x="32497" y="269764"/>
                  </a:lnTo>
                  <a:lnTo>
                    <a:pt x="31929" y="269571"/>
                  </a:lnTo>
                  <a:lnTo>
                    <a:pt x="31268" y="269474"/>
                  </a:lnTo>
                  <a:lnTo>
                    <a:pt x="30417" y="269377"/>
                  </a:lnTo>
                  <a:lnTo>
                    <a:pt x="29755" y="269281"/>
                  </a:lnTo>
                  <a:lnTo>
                    <a:pt x="29094" y="269184"/>
                  </a:lnTo>
                  <a:lnTo>
                    <a:pt x="28243" y="268991"/>
                  </a:lnTo>
                  <a:lnTo>
                    <a:pt x="27392" y="268797"/>
                  </a:lnTo>
                  <a:lnTo>
                    <a:pt x="26920" y="268701"/>
                  </a:lnTo>
                  <a:lnTo>
                    <a:pt x="26069" y="268507"/>
                  </a:lnTo>
                  <a:lnTo>
                    <a:pt x="25029" y="268507"/>
                  </a:lnTo>
                  <a:lnTo>
                    <a:pt x="24368" y="268411"/>
                  </a:lnTo>
                  <a:lnTo>
                    <a:pt x="24084" y="268411"/>
                  </a:lnTo>
                  <a:lnTo>
                    <a:pt x="23139" y="268411"/>
                  </a:lnTo>
                  <a:lnTo>
                    <a:pt x="22477" y="268314"/>
                  </a:lnTo>
                  <a:lnTo>
                    <a:pt x="21248" y="268217"/>
                  </a:lnTo>
                  <a:lnTo>
                    <a:pt x="20303" y="268217"/>
                  </a:lnTo>
                  <a:lnTo>
                    <a:pt x="19169" y="268121"/>
                  </a:lnTo>
                  <a:lnTo>
                    <a:pt x="18034" y="267831"/>
                  </a:lnTo>
                  <a:lnTo>
                    <a:pt x="17089" y="267831"/>
                  </a:lnTo>
                  <a:lnTo>
                    <a:pt x="15766" y="267734"/>
                  </a:lnTo>
                  <a:lnTo>
                    <a:pt x="15293" y="267734"/>
                  </a:lnTo>
                  <a:lnTo>
                    <a:pt x="14915" y="267734"/>
                  </a:lnTo>
                  <a:lnTo>
                    <a:pt x="13403" y="267541"/>
                  </a:lnTo>
                  <a:lnTo>
                    <a:pt x="11323" y="267347"/>
                  </a:lnTo>
                  <a:lnTo>
                    <a:pt x="9622" y="267154"/>
                  </a:lnTo>
                  <a:lnTo>
                    <a:pt x="8488" y="267058"/>
                  </a:lnTo>
                  <a:lnTo>
                    <a:pt x="8015" y="267058"/>
                  </a:lnTo>
                  <a:lnTo>
                    <a:pt x="7448" y="266961"/>
                  </a:lnTo>
                  <a:lnTo>
                    <a:pt x="6503" y="266864"/>
                  </a:lnTo>
                  <a:lnTo>
                    <a:pt x="5746" y="266864"/>
                  </a:lnTo>
                  <a:lnTo>
                    <a:pt x="5274" y="266768"/>
                  </a:lnTo>
                  <a:lnTo>
                    <a:pt x="4990" y="266768"/>
                  </a:lnTo>
                  <a:lnTo>
                    <a:pt x="4045" y="266768"/>
                  </a:lnTo>
                  <a:lnTo>
                    <a:pt x="3667" y="266768"/>
                  </a:lnTo>
                  <a:lnTo>
                    <a:pt x="3005" y="266768"/>
                  </a:lnTo>
                  <a:lnTo>
                    <a:pt x="2155" y="266768"/>
                  </a:lnTo>
                  <a:lnTo>
                    <a:pt x="1115" y="266671"/>
                  </a:lnTo>
                  <a:lnTo>
                    <a:pt x="0" y="266589"/>
                  </a:lnTo>
                  <a:lnTo>
                    <a:pt x="0" y="18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71596" y="3498907"/>
              <a:ext cx="500782" cy="298180"/>
            </a:xfrm>
            <a:custGeom>
              <a:avLst/>
              <a:pathLst>
                <a:path w="500782" h="298180">
                  <a:moveTo>
                    <a:pt x="444258" y="3576"/>
                  </a:moveTo>
                  <a:lnTo>
                    <a:pt x="444919" y="4446"/>
                  </a:lnTo>
                  <a:lnTo>
                    <a:pt x="446243" y="4832"/>
                  </a:lnTo>
                  <a:lnTo>
                    <a:pt x="446810" y="4929"/>
                  </a:lnTo>
                  <a:lnTo>
                    <a:pt x="453426" y="6282"/>
                  </a:lnTo>
                  <a:lnTo>
                    <a:pt x="453426" y="6475"/>
                  </a:lnTo>
                  <a:lnTo>
                    <a:pt x="453237" y="14401"/>
                  </a:lnTo>
                  <a:lnTo>
                    <a:pt x="453237" y="15754"/>
                  </a:lnTo>
                  <a:lnTo>
                    <a:pt x="453426" y="17011"/>
                  </a:lnTo>
                  <a:lnTo>
                    <a:pt x="453426" y="17397"/>
                  </a:lnTo>
                  <a:lnTo>
                    <a:pt x="453710" y="20780"/>
                  </a:lnTo>
                  <a:lnTo>
                    <a:pt x="454466" y="23680"/>
                  </a:lnTo>
                  <a:lnTo>
                    <a:pt x="456073" y="30253"/>
                  </a:lnTo>
                  <a:lnTo>
                    <a:pt x="453899" y="30929"/>
                  </a:lnTo>
                  <a:lnTo>
                    <a:pt x="450402" y="31896"/>
                  </a:lnTo>
                  <a:lnTo>
                    <a:pt x="450969" y="34312"/>
                  </a:lnTo>
                  <a:lnTo>
                    <a:pt x="453143" y="43881"/>
                  </a:lnTo>
                  <a:lnTo>
                    <a:pt x="456546" y="53933"/>
                  </a:lnTo>
                  <a:lnTo>
                    <a:pt x="458436" y="57799"/>
                  </a:lnTo>
                  <a:lnTo>
                    <a:pt x="460326" y="60409"/>
                  </a:lnTo>
                  <a:lnTo>
                    <a:pt x="462500" y="64952"/>
                  </a:lnTo>
                  <a:lnTo>
                    <a:pt x="466281" y="73651"/>
                  </a:lnTo>
                  <a:lnTo>
                    <a:pt x="468739" y="79547"/>
                  </a:lnTo>
                  <a:lnTo>
                    <a:pt x="473654" y="91049"/>
                  </a:lnTo>
                  <a:lnTo>
                    <a:pt x="476112" y="97331"/>
                  </a:lnTo>
                  <a:lnTo>
                    <a:pt x="479893" y="106707"/>
                  </a:lnTo>
                  <a:lnTo>
                    <a:pt x="484524" y="119562"/>
                  </a:lnTo>
                  <a:lnTo>
                    <a:pt x="484997" y="119272"/>
                  </a:lnTo>
                  <a:lnTo>
                    <a:pt x="485753" y="118789"/>
                  </a:lnTo>
                  <a:lnTo>
                    <a:pt x="500782" y="156291"/>
                  </a:lnTo>
                  <a:lnTo>
                    <a:pt x="498703" y="157161"/>
                  </a:lnTo>
                  <a:lnTo>
                    <a:pt x="484241" y="163057"/>
                  </a:lnTo>
                  <a:lnTo>
                    <a:pt x="479231" y="165086"/>
                  </a:lnTo>
                  <a:lnTo>
                    <a:pt x="476112" y="166343"/>
                  </a:lnTo>
                  <a:lnTo>
                    <a:pt x="465336" y="170789"/>
                  </a:lnTo>
                  <a:lnTo>
                    <a:pt x="454939" y="175042"/>
                  </a:lnTo>
                  <a:lnTo>
                    <a:pt x="451819" y="176298"/>
                  </a:lnTo>
                  <a:lnTo>
                    <a:pt x="437830" y="182001"/>
                  </a:lnTo>
                  <a:lnTo>
                    <a:pt x="437641" y="182098"/>
                  </a:lnTo>
                  <a:lnTo>
                    <a:pt x="398225" y="198239"/>
                  </a:lnTo>
                  <a:lnTo>
                    <a:pt x="368923" y="210128"/>
                  </a:lnTo>
                  <a:lnTo>
                    <a:pt x="363913" y="212254"/>
                  </a:lnTo>
                  <a:lnTo>
                    <a:pt x="332059" y="225303"/>
                  </a:lnTo>
                  <a:lnTo>
                    <a:pt x="328656" y="226752"/>
                  </a:lnTo>
                  <a:lnTo>
                    <a:pt x="326955" y="227429"/>
                  </a:lnTo>
                  <a:lnTo>
                    <a:pt x="318258" y="231295"/>
                  </a:lnTo>
                  <a:lnTo>
                    <a:pt x="309279" y="235161"/>
                  </a:lnTo>
                  <a:lnTo>
                    <a:pt x="281678" y="247243"/>
                  </a:lnTo>
                  <a:lnTo>
                    <a:pt x="280449" y="247727"/>
                  </a:lnTo>
                  <a:lnTo>
                    <a:pt x="271753" y="251593"/>
                  </a:lnTo>
                  <a:lnTo>
                    <a:pt x="268256" y="253043"/>
                  </a:lnTo>
                  <a:lnTo>
                    <a:pt x="265136" y="254396"/>
                  </a:lnTo>
                  <a:lnTo>
                    <a:pt x="246610" y="262418"/>
                  </a:lnTo>
                  <a:lnTo>
                    <a:pt x="246137" y="262611"/>
                  </a:lnTo>
                  <a:lnTo>
                    <a:pt x="219954" y="274017"/>
                  </a:lnTo>
                  <a:lnTo>
                    <a:pt x="214000" y="276626"/>
                  </a:lnTo>
                  <a:lnTo>
                    <a:pt x="213338" y="276916"/>
                  </a:lnTo>
                  <a:lnTo>
                    <a:pt x="207856" y="279429"/>
                  </a:lnTo>
                  <a:lnTo>
                    <a:pt x="206154" y="280203"/>
                  </a:lnTo>
                  <a:lnTo>
                    <a:pt x="189235" y="287742"/>
                  </a:lnTo>
                  <a:lnTo>
                    <a:pt x="186493" y="288902"/>
                  </a:lnTo>
                  <a:lnTo>
                    <a:pt x="184130" y="290061"/>
                  </a:lnTo>
                  <a:lnTo>
                    <a:pt x="175623" y="293831"/>
                  </a:lnTo>
                  <a:lnTo>
                    <a:pt x="165226" y="298180"/>
                  </a:lnTo>
                  <a:lnTo>
                    <a:pt x="164848" y="297407"/>
                  </a:lnTo>
                  <a:lnTo>
                    <a:pt x="163713" y="294604"/>
                  </a:lnTo>
                  <a:lnTo>
                    <a:pt x="160594" y="287258"/>
                  </a:lnTo>
                  <a:lnTo>
                    <a:pt x="152749" y="268991"/>
                  </a:lnTo>
                  <a:lnTo>
                    <a:pt x="146510" y="254106"/>
                  </a:lnTo>
                  <a:lnTo>
                    <a:pt x="141028" y="256522"/>
                  </a:lnTo>
                  <a:lnTo>
                    <a:pt x="121083" y="265414"/>
                  </a:lnTo>
                  <a:lnTo>
                    <a:pt x="94050" y="267058"/>
                  </a:lnTo>
                  <a:lnTo>
                    <a:pt x="78548" y="268024"/>
                  </a:lnTo>
                  <a:lnTo>
                    <a:pt x="76752" y="270247"/>
                  </a:lnTo>
                  <a:lnTo>
                    <a:pt x="71742" y="272760"/>
                  </a:lnTo>
                  <a:lnTo>
                    <a:pt x="64653" y="275370"/>
                  </a:lnTo>
                  <a:lnTo>
                    <a:pt x="53216" y="275177"/>
                  </a:lnTo>
                  <a:lnTo>
                    <a:pt x="44142" y="277303"/>
                  </a:lnTo>
                  <a:lnTo>
                    <a:pt x="40644" y="276240"/>
                  </a:lnTo>
                  <a:lnTo>
                    <a:pt x="38187" y="274597"/>
                  </a:lnTo>
                  <a:lnTo>
                    <a:pt x="36391" y="271987"/>
                  </a:lnTo>
                  <a:lnTo>
                    <a:pt x="33650" y="270344"/>
                  </a:lnTo>
                  <a:lnTo>
                    <a:pt x="30719" y="268507"/>
                  </a:lnTo>
                  <a:lnTo>
                    <a:pt x="29680" y="265318"/>
                  </a:lnTo>
                  <a:lnTo>
                    <a:pt x="28167" y="263385"/>
                  </a:lnTo>
                  <a:lnTo>
                    <a:pt x="24575" y="261355"/>
                  </a:lnTo>
                  <a:lnTo>
                    <a:pt x="19566" y="258262"/>
                  </a:lnTo>
                  <a:lnTo>
                    <a:pt x="17864" y="255459"/>
                  </a:lnTo>
                  <a:lnTo>
                    <a:pt x="16730" y="252849"/>
                  </a:lnTo>
                  <a:lnTo>
                    <a:pt x="14556" y="250143"/>
                  </a:lnTo>
                  <a:lnTo>
                    <a:pt x="10019" y="247147"/>
                  </a:lnTo>
                  <a:lnTo>
                    <a:pt x="8412" y="244634"/>
                  </a:lnTo>
                  <a:lnTo>
                    <a:pt x="6805" y="242990"/>
                  </a:lnTo>
                  <a:lnTo>
                    <a:pt x="3024" y="240767"/>
                  </a:lnTo>
                  <a:lnTo>
                    <a:pt x="661" y="237868"/>
                  </a:lnTo>
                  <a:lnTo>
                    <a:pt x="0" y="234678"/>
                  </a:lnTo>
                  <a:lnTo>
                    <a:pt x="945" y="231778"/>
                  </a:lnTo>
                  <a:lnTo>
                    <a:pt x="3213" y="227332"/>
                  </a:lnTo>
                  <a:lnTo>
                    <a:pt x="4915" y="224916"/>
                  </a:lnTo>
                  <a:lnTo>
                    <a:pt x="7372" y="219987"/>
                  </a:lnTo>
                  <a:lnTo>
                    <a:pt x="9452" y="214670"/>
                  </a:lnTo>
                  <a:lnTo>
                    <a:pt x="10681" y="213124"/>
                  </a:lnTo>
                  <a:lnTo>
                    <a:pt x="16730" y="204328"/>
                  </a:lnTo>
                  <a:lnTo>
                    <a:pt x="19471" y="199882"/>
                  </a:lnTo>
                  <a:lnTo>
                    <a:pt x="27033" y="197563"/>
                  </a:lnTo>
                  <a:lnTo>
                    <a:pt x="31948" y="196113"/>
                  </a:lnTo>
                  <a:lnTo>
                    <a:pt x="32799" y="196113"/>
                  </a:lnTo>
                  <a:lnTo>
                    <a:pt x="33555" y="196113"/>
                  </a:lnTo>
                  <a:lnTo>
                    <a:pt x="34784" y="194566"/>
                  </a:lnTo>
                  <a:lnTo>
                    <a:pt x="35068" y="194276"/>
                  </a:lnTo>
                  <a:lnTo>
                    <a:pt x="35351" y="193890"/>
                  </a:lnTo>
                  <a:lnTo>
                    <a:pt x="35540" y="193600"/>
                  </a:lnTo>
                  <a:lnTo>
                    <a:pt x="36107" y="193213"/>
                  </a:lnTo>
                  <a:lnTo>
                    <a:pt x="36296" y="193020"/>
                  </a:lnTo>
                  <a:lnTo>
                    <a:pt x="36485" y="192730"/>
                  </a:lnTo>
                  <a:lnTo>
                    <a:pt x="36674" y="192053"/>
                  </a:lnTo>
                  <a:lnTo>
                    <a:pt x="36674" y="191667"/>
                  </a:lnTo>
                  <a:lnTo>
                    <a:pt x="36863" y="191667"/>
                  </a:lnTo>
                  <a:lnTo>
                    <a:pt x="39037" y="192343"/>
                  </a:lnTo>
                  <a:lnTo>
                    <a:pt x="39888" y="192246"/>
                  </a:lnTo>
                  <a:lnTo>
                    <a:pt x="40361" y="191957"/>
                  </a:lnTo>
                  <a:lnTo>
                    <a:pt x="40644" y="191957"/>
                  </a:lnTo>
                  <a:lnTo>
                    <a:pt x="41022" y="192053"/>
                  </a:lnTo>
                  <a:lnTo>
                    <a:pt x="42535" y="191667"/>
                  </a:lnTo>
                  <a:lnTo>
                    <a:pt x="43575" y="191667"/>
                  </a:lnTo>
                  <a:lnTo>
                    <a:pt x="45938" y="191280"/>
                  </a:lnTo>
                  <a:lnTo>
                    <a:pt x="46505" y="190120"/>
                  </a:lnTo>
                  <a:lnTo>
                    <a:pt x="46977" y="189057"/>
                  </a:lnTo>
                  <a:lnTo>
                    <a:pt x="48679" y="185287"/>
                  </a:lnTo>
                  <a:lnTo>
                    <a:pt x="50758" y="180261"/>
                  </a:lnTo>
                  <a:lnTo>
                    <a:pt x="51420" y="178521"/>
                  </a:lnTo>
                  <a:lnTo>
                    <a:pt x="51420" y="178328"/>
                  </a:lnTo>
                  <a:lnTo>
                    <a:pt x="52365" y="176008"/>
                  </a:lnTo>
                  <a:lnTo>
                    <a:pt x="52554" y="175332"/>
                  </a:lnTo>
                  <a:lnTo>
                    <a:pt x="53027" y="174269"/>
                  </a:lnTo>
                  <a:lnTo>
                    <a:pt x="55863" y="166826"/>
                  </a:lnTo>
                  <a:lnTo>
                    <a:pt x="56052" y="166343"/>
                  </a:lnTo>
                  <a:lnTo>
                    <a:pt x="57659" y="163153"/>
                  </a:lnTo>
                  <a:lnTo>
                    <a:pt x="58604" y="161220"/>
                  </a:lnTo>
                  <a:lnTo>
                    <a:pt x="56902" y="159577"/>
                  </a:lnTo>
                  <a:lnTo>
                    <a:pt x="56335" y="159094"/>
                  </a:lnTo>
                  <a:lnTo>
                    <a:pt x="55768" y="158611"/>
                  </a:lnTo>
                  <a:lnTo>
                    <a:pt x="54256" y="157161"/>
                  </a:lnTo>
                  <a:lnTo>
                    <a:pt x="51325" y="154358"/>
                  </a:lnTo>
                  <a:lnTo>
                    <a:pt x="48490" y="151555"/>
                  </a:lnTo>
                  <a:lnTo>
                    <a:pt x="48206" y="151265"/>
                  </a:lnTo>
                  <a:lnTo>
                    <a:pt x="47923" y="151071"/>
                  </a:lnTo>
                  <a:lnTo>
                    <a:pt x="45276" y="148365"/>
                  </a:lnTo>
                  <a:lnTo>
                    <a:pt x="41779" y="144982"/>
                  </a:lnTo>
                  <a:lnTo>
                    <a:pt x="41212" y="144209"/>
                  </a:lnTo>
                  <a:lnTo>
                    <a:pt x="37998" y="139859"/>
                  </a:lnTo>
                  <a:lnTo>
                    <a:pt x="33650" y="133770"/>
                  </a:lnTo>
                  <a:lnTo>
                    <a:pt x="30436" y="127778"/>
                  </a:lnTo>
                  <a:lnTo>
                    <a:pt x="29018" y="125265"/>
                  </a:lnTo>
                  <a:lnTo>
                    <a:pt x="28545" y="124105"/>
                  </a:lnTo>
                  <a:lnTo>
                    <a:pt x="27033" y="120915"/>
                  </a:lnTo>
                  <a:lnTo>
                    <a:pt x="25143" y="115599"/>
                  </a:lnTo>
                  <a:lnTo>
                    <a:pt x="28451" y="115792"/>
                  </a:lnTo>
                  <a:lnTo>
                    <a:pt x="29018" y="115889"/>
                  </a:lnTo>
                  <a:lnTo>
                    <a:pt x="32988" y="116372"/>
                  </a:lnTo>
                  <a:lnTo>
                    <a:pt x="38754" y="116952"/>
                  </a:lnTo>
                  <a:lnTo>
                    <a:pt x="42535" y="117435"/>
                  </a:lnTo>
                  <a:lnTo>
                    <a:pt x="46316" y="118112"/>
                  </a:lnTo>
                  <a:lnTo>
                    <a:pt x="52554" y="119272"/>
                  </a:lnTo>
                  <a:lnTo>
                    <a:pt x="53878" y="118305"/>
                  </a:lnTo>
                  <a:lnTo>
                    <a:pt x="59454" y="114246"/>
                  </a:lnTo>
                  <a:lnTo>
                    <a:pt x="65220" y="117532"/>
                  </a:lnTo>
                  <a:lnTo>
                    <a:pt x="66166" y="117919"/>
                  </a:lnTo>
                  <a:lnTo>
                    <a:pt x="69474" y="119272"/>
                  </a:lnTo>
                  <a:lnTo>
                    <a:pt x="73444" y="120625"/>
                  </a:lnTo>
                  <a:lnTo>
                    <a:pt x="77697" y="121688"/>
                  </a:lnTo>
                  <a:lnTo>
                    <a:pt x="82518" y="122462"/>
                  </a:lnTo>
                  <a:lnTo>
                    <a:pt x="84314" y="122751"/>
                  </a:lnTo>
                  <a:lnTo>
                    <a:pt x="84881" y="122848"/>
                  </a:lnTo>
                  <a:lnTo>
                    <a:pt x="87717" y="123235"/>
                  </a:lnTo>
                  <a:lnTo>
                    <a:pt x="90836" y="123428"/>
                  </a:lnTo>
                  <a:lnTo>
                    <a:pt x="111442" y="123911"/>
                  </a:lnTo>
                  <a:lnTo>
                    <a:pt x="111820" y="123911"/>
                  </a:lnTo>
                  <a:lnTo>
                    <a:pt x="125053" y="123815"/>
                  </a:lnTo>
                  <a:lnTo>
                    <a:pt x="129685" y="123911"/>
                  </a:lnTo>
                  <a:lnTo>
                    <a:pt x="133088" y="123815"/>
                  </a:lnTo>
                  <a:lnTo>
                    <a:pt x="136869" y="123815"/>
                  </a:lnTo>
                  <a:lnTo>
                    <a:pt x="141311" y="123428"/>
                  </a:lnTo>
                  <a:lnTo>
                    <a:pt x="145281" y="122655"/>
                  </a:lnTo>
                  <a:lnTo>
                    <a:pt x="148306" y="121882"/>
                  </a:lnTo>
                  <a:lnTo>
                    <a:pt x="150669" y="121012"/>
                  </a:lnTo>
                  <a:lnTo>
                    <a:pt x="155017" y="119272"/>
                  </a:lnTo>
                  <a:lnTo>
                    <a:pt x="157286" y="118112"/>
                  </a:lnTo>
                  <a:lnTo>
                    <a:pt x="159743" y="116662"/>
                  </a:lnTo>
                  <a:lnTo>
                    <a:pt x="161634" y="115406"/>
                  </a:lnTo>
                  <a:lnTo>
                    <a:pt x="166927" y="112023"/>
                  </a:lnTo>
                  <a:lnTo>
                    <a:pt x="168818" y="110573"/>
                  </a:lnTo>
                  <a:lnTo>
                    <a:pt x="174205" y="106320"/>
                  </a:lnTo>
                  <a:lnTo>
                    <a:pt x="174489" y="106127"/>
                  </a:lnTo>
                  <a:lnTo>
                    <a:pt x="180160" y="101681"/>
                  </a:lnTo>
                  <a:lnTo>
                    <a:pt x="185832" y="97235"/>
                  </a:lnTo>
                  <a:lnTo>
                    <a:pt x="192448" y="92015"/>
                  </a:lnTo>
                  <a:lnTo>
                    <a:pt x="209179" y="78870"/>
                  </a:lnTo>
                  <a:lnTo>
                    <a:pt x="209368" y="78773"/>
                  </a:lnTo>
                  <a:lnTo>
                    <a:pt x="213054" y="75874"/>
                  </a:lnTo>
                  <a:lnTo>
                    <a:pt x="214378" y="74907"/>
                  </a:lnTo>
                  <a:lnTo>
                    <a:pt x="220049" y="70364"/>
                  </a:lnTo>
                  <a:lnTo>
                    <a:pt x="235362" y="58379"/>
                  </a:lnTo>
                  <a:lnTo>
                    <a:pt x="238859" y="55576"/>
                  </a:lnTo>
                  <a:lnTo>
                    <a:pt x="243963" y="51130"/>
                  </a:lnTo>
                  <a:lnTo>
                    <a:pt x="245287" y="49970"/>
                  </a:lnTo>
                  <a:lnTo>
                    <a:pt x="245854" y="49487"/>
                  </a:lnTo>
                  <a:lnTo>
                    <a:pt x="249257" y="46877"/>
                  </a:lnTo>
                  <a:lnTo>
                    <a:pt x="252092" y="44847"/>
                  </a:lnTo>
                  <a:lnTo>
                    <a:pt x="254833" y="42818"/>
                  </a:lnTo>
                  <a:lnTo>
                    <a:pt x="256251" y="41755"/>
                  </a:lnTo>
                  <a:lnTo>
                    <a:pt x="256629" y="41465"/>
                  </a:lnTo>
                  <a:lnTo>
                    <a:pt x="257480" y="40885"/>
                  </a:lnTo>
                  <a:lnTo>
                    <a:pt x="257858" y="40595"/>
                  </a:lnTo>
                  <a:lnTo>
                    <a:pt x="260127" y="39048"/>
                  </a:lnTo>
                  <a:lnTo>
                    <a:pt x="262206" y="37598"/>
                  </a:lnTo>
                  <a:lnTo>
                    <a:pt x="264097" y="36438"/>
                  </a:lnTo>
                  <a:lnTo>
                    <a:pt x="271942" y="31509"/>
                  </a:lnTo>
                  <a:lnTo>
                    <a:pt x="279788" y="28319"/>
                  </a:lnTo>
                  <a:lnTo>
                    <a:pt x="280355" y="28126"/>
                  </a:lnTo>
                  <a:lnTo>
                    <a:pt x="293966" y="24550"/>
                  </a:lnTo>
                  <a:lnTo>
                    <a:pt x="299637" y="23680"/>
                  </a:lnTo>
                  <a:lnTo>
                    <a:pt x="328372" y="19041"/>
                  </a:lnTo>
                  <a:lnTo>
                    <a:pt x="334800" y="17977"/>
                  </a:lnTo>
                  <a:lnTo>
                    <a:pt x="335273" y="17011"/>
                  </a:lnTo>
                  <a:lnTo>
                    <a:pt x="379320" y="9858"/>
                  </a:lnTo>
                  <a:lnTo>
                    <a:pt x="380455" y="9665"/>
                  </a:lnTo>
                  <a:lnTo>
                    <a:pt x="380455" y="10148"/>
                  </a:lnTo>
                  <a:lnTo>
                    <a:pt x="389151" y="8602"/>
                  </a:lnTo>
                  <a:lnTo>
                    <a:pt x="389056" y="8215"/>
                  </a:lnTo>
                  <a:lnTo>
                    <a:pt x="401439" y="6282"/>
                  </a:lnTo>
                  <a:lnTo>
                    <a:pt x="402478" y="6089"/>
                  </a:lnTo>
                  <a:lnTo>
                    <a:pt x="404936" y="5605"/>
                  </a:lnTo>
                  <a:lnTo>
                    <a:pt x="414199" y="4156"/>
                  </a:lnTo>
                  <a:lnTo>
                    <a:pt x="430552" y="1739"/>
                  </a:lnTo>
                  <a:lnTo>
                    <a:pt x="442367" y="0"/>
                  </a:lnTo>
                  <a:lnTo>
                    <a:pt x="443123" y="2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110996" y="3964205"/>
              <a:ext cx="672531" cy="951472"/>
            </a:xfrm>
            <a:custGeom>
              <a:avLst/>
              <a:pathLst>
                <a:path w="672531" h="951472">
                  <a:moveTo>
                    <a:pt x="557685" y="386"/>
                  </a:moveTo>
                  <a:lnTo>
                    <a:pt x="559954" y="773"/>
                  </a:lnTo>
                  <a:lnTo>
                    <a:pt x="562222" y="1159"/>
                  </a:lnTo>
                  <a:lnTo>
                    <a:pt x="564396" y="1546"/>
                  </a:lnTo>
                  <a:lnTo>
                    <a:pt x="565814" y="1933"/>
                  </a:lnTo>
                  <a:lnTo>
                    <a:pt x="566476" y="1933"/>
                  </a:lnTo>
                  <a:lnTo>
                    <a:pt x="566570" y="2126"/>
                  </a:lnTo>
                  <a:lnTo>
                    <a:pt x="568839" y="2706"/>
                  </a:lnTo>
                  <a:lnTo>
                    <a:pt x="570446" y="3479"/>
                  </a:lnTo>
                  <a:lnTo>
                    <a:pt x="571580" y="4059"/>
                  </a:lnTo>
                  <a:lnTo>
                    <a:pt x="573470" y="5412"/>
                  </a:lnTo>
                  <a:lnTo>
                    <a:pt x="574038" y="6185"/>
                  </a:lnTo>
                  <a:lnTo>
                    <a:pt x="574510" y="7732"/>
                  </a:lnTo>
                  <a:lnTo>
                    <a:pt x="574416" y="11115"/>
                  </a:lnTo>
                  <a:lnTo>
                    <a:pt x="572903" y="14014"/>
                  </a:lnTo>
                  <a:lnTo>
                    <a:pt x="571769" y="14981"/>
                  </a:lnTo>
                  <a:lnTo>
                    <a:pt x="569690" y="15851"/>
                  </a:lnTo>
                  <a:lnTo>
                    <a:pt x="567610" y="16817"/>
                  </a:lnTo>
                  <a:lnTo>
                    <a:pt x="564585" y="18557"/>
                  </a:lnTo>
                  <a:lnTo>
                    <a:pt x="562222" y="20394"/>
                  </a:lnTo>
                  <a:lnTo>
                    <a:pt x="559576" y="22810"/>
                  </a:lnTo>
                  <a:lnTo>
                    <a:pt x="557685" y="25226"/>
                  </a:lnTo>
                  <a:lnTo>
                    <a:pt x="567610" y="34119"/>
                  </a:lnTo>
                  <a:lnTo>
                    <a:pt x="566287" y="36245"/>
                  </a:lnTo>
                  <a:lnTo>
                    <a:pt x="573281" y="40595"/>
                  </a:lnTo>
                  <a:lnTo>
                    <a:pt x="574888" y="42624"/>
                  </a:lnTo>
                  <a:lnTo>
                    <a:pt x="572053" y="44847"/>
                  </a:lnTo>
                  <a:lnTo>
                    <a:pt x="567137" y="50550"/>
                  </a:lnTo>
                  <a:lnTo>
                    <a:pt x="562978" y="56349"/>
                  </a:lnTo>
                  <a:lnTo>
                    <a:pt x="558630" y="64372"/>
                  </a:lnTo>
                  <a:lnTo>
                    <a:pt x="555889" y="68625"/>
                  </a:lnTo>
                  <a:lnTo>
                    <a:pt x="553621" y="72974"/>
                  </a:lnTo>
                  <a:lnTo>
                    <a:pt x="550596" y="77227"/>
                  </a:lnTo>
                  <a:lnTo>
                    <a:pt x="548611" y="77807"/>
                  </a:lnTo>
                  <a:lnTo>
                    <a:pt x="548516" y="78000"/>
                  </a:lnTo>
                  <a:lnTo>
                    <a:pt x="549178" y="82350"/>
                  </a:lnTo>
                  <a:lnTo>
                    <a:pt x="551069" y="93368"/>
                  </a:lnTo>
                  <a:lnTo>
                    <a:pt x="549934" y="98298"/>
                  </a:lnTo>
                  <a:lnTo>
                    <a:pt x="546531" y="104097"/>
                  </a:lnTo>
                  <a:lnTo>
                    <a:pt x="544263" y="107673"/>
                  </a:lnTo>
                  <a:lnTo>
                    <a:pt x="544168" y="107963"/>
                  </a:lnTo>
                  <a:lnTo>
                    <a:pt x="542278" y="111346"/>
                  </a:lnTo>
                  <a:lnTo>
                    <a:pt x="540104" y="120045"/>
                  </a:lnTo>
                  <a:lnTo>
                    <a:pt x="538781" y="126714"/>
                  </a:lnTo>
                  <a:lnTo>
                    <a:pt x="538970" y="136476"/>
                  </a:lnTo>
                  <a:lnTo>
                    <a:pt x="540387" y="146045"/>
                  </a:lnTo>
                  <a:lnTo>
                    <a:pt x="542845" y="154068"/>
                  </a:lnTo>
                  <a:lnTo>
                    <a:pt x="546059" y="161220"/>
                  </a:lnTo>
                  <a:lnTo>
                    <a:pt x="546248" y="161607"/>
                  </a:lnTo>
                  <a:lnTo>
                    <a:pt x="546910" y="162863"/>
                  </a:lnTo>
                  <a:lnTo>
                    <a:pt x="548044" y="164990"/>
                  </a:lnTo>
                  <a:lnTo>
                    <a:pt x="548516" y="165763"/>
                  </a:lnTo>
                  <a:lnTo>
                    <a:pt x="548611" y="165956"/>
                  </a:lnTo>
                  <a:lnTo>
                    <a:pt x="548989" y="166730"/>
                  </a:lnTo>
                  <a:lnTo>
                    <a:pt x="549367" y="167309"/>
                  </a:lnTo>
                  <a:lnTo>
                    <a:pt x="549651" y="167503"/>
                  </a:lnTo>
                  <a:lnTo>
                    <a:pt x="553810" y="171176"/>
                  </a:lnTo>
                  <a:lnTo>
                    <a:pt x="556456" y="174269"/>
                  </a:lnTo>
                  <a:lnTo>
                    <a:pt x="560804" y="180358"/>
                  </a:lnTo>
                  <a:lnTo>
                    <a:pt x="563262" y="184031"/>
                  </a:lnTo>
                  <a:lnTo>
                    <a:pt x="568461" y="192150"/>
                  </a:lnTo>
                  <a:lnTo>
                    <a:pt x="568555" y="192440"/>
                  </a:lnTo>
                  <a:lnTo>
                    <a:pt x="573565" y="202975"/>
                  </a:lnTo>
                  <a:lnTo>
                    <a:pt x="573092" y="210321"/>
                  </a:lnTo>
                  <a:lnTo>
                    <a:pt x="582167" y="222789"/>
                  </a:lnTo>
                  <a:lnTo>
                    <a:pt x="588216" y="226559"/>
                  </a:lnTo>
                  <a:lnTo>
                    <a:pt x="604569" y="240284"/>
                  </a:lnTo>
                  <a:lnTo>
                    <a:pt x="608255" y="244150"/>
                  </a:lnTo>
                  <a:lnTo>
                    <a:pt x="615250" y="254299"/>
                  </a:lnTo>
                  <a:lnTo>
                    <a:pt x="620732" y="260002"/>
                  </a:lnTo>
                  <a:lnTo>
                    <a:pt x="624607" y="266671"/>
                  </a:lnTo>
                  <a:lnTo>
                    <a:pt x="628577" y="271310"/>
                  </a:lnTo>
                  <a:lnTo>
                    <a:pt x="630751" y="274790"/>
                  </a:lnTo>
                  <a:lnTo>
                    <a:pt x="636990" y="277400"/>
                  </a:lnTo>
                  <a:lnTo>
                    <a:pt x="637652" y="284842"/>
                  </a:lnTo>
                  <a:lnTo>
                    <a:pt x="639258" y="290931"/>
                  </a:lnTo>
                  <a:lnTo>
                    <a:pt x="639258" y="298567"/>
                  </a:lnTo>
                  <a:lnTo>
                    <a:pt x="641716" y="309779"/>
                  </a:lnTo>
                  <a:lnTo>
                    <a:pt x="645781" y="318478"/>
                  </a:lnTo>
                  <a:lnTo>
                    <a:pt x="649278" y="324664"/>
                  </a:lnTo>
                  <a:lnTo>
                    <a:pt x="659864" y="331430"/>
                  </a:lnTo>
                  <a:lnTo>
                    <a:pt x="659014" y="340612"/>
                  </a:lnTo>
                  <a:lnTo>
                    <a:pt x="658352" y="351051"/>
                  </a:lnTo>
                  <a:lnTo>
                    <a:pt x="659108" y="359653"/>
                  </a:lnTo>
                  <a:lnTo>
                    <a:pt x="661660" y="365356"/>
                  </a:lnTo>
                  <a:lnTo>
                    <a:pt x="663078" y="374635"/>
                  </a:lnTo>
                  <a:lnTo>
                    <a:pt x="666954" y="380531"/>
                  </a:lnTo>
                  <a:lnTo>
                    <a:pt x="667804" y="384300"/>
                  </a:lnTo>
                  <a:lnTo>
                    <a:pt x="667804" y="388456"/>
                  </a:lnTo>
                  <a:lnTo>
                    <a:pt x="671207" y="394546"/>
                  </a:lnTo>
                  <a:lnTo>
                    <a:pt x="672531" y="396962"/>
                  </a:lnTo>
                  <a:lnTo>
                    <a:pt x="672436" y="398508"/>
                  </a:lnTo>
                  <a:lnTo>
                    <a:pt x="667615" y="404114"/>
                  </a:lnTo>
                  <a:lnTo>
                    <a:pt x="657029" y="399765"/>
                  </a:lnTo>
                  <a:lnTo>
                    <a:pt x="643417" y="392999"/>
                  </a:lnTo>
                  <a:lnTo>
                    <a:pt x="630468" y="390003"/>
                  </a:lnTo>
                  <a:lnTo>
                    <a:pt x="621961" y="388940"/>
                  </a:lnTo>
                  <a:lnTo>
                    <a:pt x="618747" y="387296"/>
                  </a:lnTo>
                  <a:lnTo>
                    <a:pt x="617424" y="386717"/>
                  </a:lnTo>
                  <a:lnTo>
                    <a:pt x="616289" y="385943"/>
                  </a:lnTo>
                  <a:lnTo>
                    <a:pt x="615155" y="385557"/>
                  </a:lnTo>
                  <a:lnTo>
                    <a:pt x="613359" y="385170"/>
                  </a:lnTo>
                  <a:lnTo>
                    <a:pt x="611563" y="384880"/>
                  </a:lnTo>
                  <a:lnTo>
                    <a:pt x="610051" y="384880"/>
                  </a:lnTo>
                  <a:lnTo>
                    <a:pt x="608349" y="385073"/>
                  </a:lnTo>
                  <a:lnTo>
                    <a:pt x="607215" y="385073"/>
                  </a:lnTo>
                  <a:lnTo>
                    <a:pt x="605797" y="385073"/>
                  </a:lnTo>
                  <a:lnTo>
                    <a:pt x="601827" y="384687"/>
                  </a:lnTo>
                  <a:lnTo>
                    <a:pt x="599181" y="384687"/>
                  </a:lnTo>
                  <a:lnTo>
                    <a:pt x="595400" y="384783"/>
                  </a:lnTo>
                  <a:lnTo>
                    <a:pt x="593982" y="385363"/>
                  </a:lnTo>
                  <a:lnTo>
                    <a:pt x="592753" y="385750"/>
                  </a:lnTo>
                  <a:lnTo>
                    <a:pt x="591808" y="386910"/>
                  </a:lnTo>
                  <a:lnTo>
                    <a:pt x="589539" y="388746"/>
                  </a:lnTo>
                  <a:lnTo>
                    <a:pt x="587554" y="390293"/>
                  </a:lnTo>
                  <a:lnTo>
                    <a:pt x="585002" y="392033"/>
                  </a:lnTo>
                  <a:lnTo>
                    <a:pt x="582734" y="393096"/>
                  </a:lnTo>
                  <a:lnTo>
                    <a:pt x="581410" y="394352"/>
                  </a:lnTo>
                  <a:lnTo>
                    <a:pt x="579331" y="395899"/>
                  </a:lnTo>
                  <a:lnTo>
                    <a:pt x="577629" y="398025"/>
                  </a:lnTo>
                  <a:lnTo>
                    <a:pt x="576873" y="399668"/>
                  </a:lnTo>
                  <a:lnTo>
                    <a:pt x="575739" y="401891"/>
                  </a:lnTo>
                  <a:lnTo>
                    <a:pt x="574794" y="403535"/>
                  </a:lnTo>
                  <a:lnTo>
                    <a:pt x="573754" y="404791"/>
                  </a:lnTo>
                  <a:lnTo>
                    <a:pt x="572809" y="406241"/>
                  </a:lnTo>
                  <a:lnTo>
                    <a:pt x="572620" y="407691"/>
                  </a:lnTo>
                  <a:lnTo>
                    <a:pt x="572242" y="409044"/>
                  </a:lnTo>
                  <a:lnTo>
                    <a:pt x="570918" y="412137"/>
                  </a:lnTo>
                  <a:lnTo>
                    <a:pt x="570351" y="413297"/>
                  </a:lnTo>
                  <a:lnTo>
                    <a:pt x="569217" y="416970"/>
                  </a:lnTo>
                  <a:lnTo>
                    <a:pt x="568177" y="419483"/>
                  </a:lnTo>
                  <a:lnTo>
                    <a:pt x="567516" y="421222"/>
                  </a:lnTo>
                  <a:lnTo>
                    <a:pt x="566570" y="422382"/>
                  </a:lnTo>
                  <a:lnTo>
                    <a:pt x="565531" y="423735"/>
                  </a:lnTo>
                  <a:lnTo>
                    <a:pt x="564585" y="424605"/>
                  </a:lnTo>
                  <a:lnTo>
                    <a:pt x="563640" y="425475"/>
                  </a:lnTo>
                  <a:lnTo>
                    <a:pt x="561939" y="426152"/>
                  </a:lnTo>
                  <a:lnTo>
                    <a:pt x="560899" y="426152"/>
                  </a:lnTo>
                  <a:lnTo>
                    <a:pt x="559670" y="426248"/>
                  </a:lnTo>
                  <a:lnTo>
                    <a:pt x="558725" y="426345"/>
                  </a:lnTo>
                  <a:lnTo>
                    <a:pt x="557874" y="426538"/>
                  </a:lnTo>
                  <a:lnTo>
                    <a:pt x="557213" y="426732"/>
                  </a:lnTo>
                  <a:lnTo>
                    <a:pt x="556645" y="426925"/>
                  </a:lnTo>
                  <a:lnTo>
                    <a:pt x="555889" y="427312"/>
                  </a:lnTo>
                  <a:lnTo>
                    <a:pt x="554660" y="428085"/>
                  </a:lnTo>
                  <a:lnTo>
                    <a:pt x="553621" y="428375"/>
                  </a:lnTo>
                  <a:lnTo>
                    <a:pt x="552297" y="428472"/>
                  </a:lnTo>
                  <a:lnTo>
                    <a:pt x="551069" y="428858"/>
                  </a:lnTo>
                  <a:lnTo>
                    <a:pt x="550029" y="429631"/>
                  </a:lnTo>
                  <a:lnTo>
                    <a:pt x="548989" y="430985"/>
                  </a:lnTo>
                  <a:lnTo>
                    <a:pt x="548422" y="432048"/>
                  </a:lnTo>
                  <a:lnTo>
                    <a:pt x="547382" y="433594"/>
                  </a:lnTo>
                  <a:lnTo>
                    <a:pt x="546720" y="433691"/>
                  </a:lnTo>
                  <a:lnTo>
                    <a:pt x="545681" y="434754"/>
                  </a:lnTo>
                  <a:lnTo>
                    <a:pt x="545114" y="435817"/>
                  </a:lnTo>
                  <a:lnTo>
                    <a:pt x="544357" y="437460"/>
                  </a:lnTo>
                  <a:lnTo>
                    <a:pt x="543412" y="439200"/>
                  </a:lnTo>
                  <a:lnTo>
                    <a:pt x="542940" y="440650"/>
                  </a:lnTo>
                  <a:lnTo>
                    <a:pt x="542372" y="441907"/>
                  </a:lnTo>
                  <a:lnTo>
                    <a:pt x="541049" y="443840"/>
                  </a:lnTo>
                  <a:lnTo>
                    <a:pt x="540576" y="445386"/>
                  </a:lnTo>
                  <a:lnTo>
                    <a:pt x="539726" y="447223"/>
                  </a:lnTo>
                  <a:lnTo>
                    <a:pt x="539631" y="447513"/>
                  </a:lnTo>
                  <a:lnTo>
                    <a:pt x="538686" y="448769"/>
                  </a:lnTo>
                  <a:lnTo>
                    <a:pt x="538308" y="449832"/>
                  </a:lnTo>
                  <a:lnTo>
                    <a:pt x="537646" y="451282"/>
                  </a:lnTo>
                  <a:lnTo>
                    <a:pt x="536701" y="453119"/>
                  </a:lnTo>
                  <a:lnTo>
                    <a:pt x="536039" y="454858"/>
                  </a:lnTo>
                  <a:lnTo>
                    <a:pt x="535661" y="456308"/>
                  </a:lnTo>
                  <a:lnTo>
                    <a:pt x="535378" y="457661"/>
                  </a:lnTo>
                  <a:lnTo>
                    <a:pt x="534905" y="459305"/>
                  </a:lnTo>
                  <a:lnTo>
                    <a:pt x="534811" y="460174"/>
                  </a:lnTo>
                  <a:lnTo>
                    <a:pt x="534811" y="461431"/>
                  </a:lnTo>
                  <a:lnTo>
                    <a:pt x="534432" y="462977"/>
                  </a:lnTo>
                  <a:lnTo>
                    <a:pt x="534243" y="464234"/>
                  </a:lnTo>
                  <a:lnTo>
                    <a:pt x="534054" y="465587"/>
                  </a:lnTo>
                  <a:lnTo>
                    <a:pt x="533676" y="466554"/>
                  </a:lnTo>
                  <a:lnTo>
                    <a:pt x="533393" y="466940"/>
                  </a:lnTo>
                  <a:lnTo>
                    <a:pt x="532637" y="468100"/>
                  </a:lnTo>
                  <a:lnTo>
                    <a:pt x="531880" y="469453"/>
                  </a:lnTo>
                  <a:lnTo>
                    <a:pt x="531691" y="470710"/>
                  </a:lnTo>
                  <a:lnTo>
                    <a:pt x="531408" y="472353"/>
                  </a:lnTo>
                  <a:lnTo>
                    <a:pt x="530746" y="474576"/>
                  </a:lnTo>
                  <a:lnTo>
                    <a:pt x="529990" y="475639"/>
                  </a:lnTo>
                  <a:lnTo>
                    <a:pt x="529423" y="476799"/>
                  </a:lnTo>
                  <a:lnTo>
                    <a:pt x="529328" y="479409"/>
                  </a:lnTo>
                  <a:lnTo>
                    <a:pt x="528856" y="481149"/>
                  </a:lnTo>
                  <a:lnTo>
                    <a:pt x="528667" y="483178"/>
                  </a:lnTo>
                  <a:lnTo>
                    <a:pt x="528667" y="484725"/>
                  </a:lnTo>
                  <a:lnTo>
                    <a:pt x="528761" y="485788"/>
                  </a:lnTo>
                  <a:lnTo>
                    <a:pt x="529139" y="486755"/>
                  </a:lnTo>
                  <a:lnTo>
                    <a:pt x="529423" y="488398"/>
                  </a:lnTo>
                  <a:lnTo>
                    <a:pt x="529612" y="489654"/>
                  </a:lnTo>
                  <a:lnTo>
                    <a:pt x="529517" y="490911"/>
                  </a:lnTo>
                  <a:lnTo>
                    <a:pt x="529706" y="492361"/>
                  </a:lnTo>
                  <a:lnTo>
                    <a:pt x="529612" y="493424"/>
                  </a:lnTo>
                  <a:lnTo>
                    <a:pt x="529706" y="494487"/>
                  </a:lnTo>
                  <a:lnTo>
                    <a:pt x="529801" y="495454"/>
                  </a:lnTo>
                  <a:lnTo>
                    <a:pt x="529895" y="496323"/>
                  </a:lnTo>
                  <a:lnTo>
                    <a:pt x="529706" y="497000"/>
                  </a:lnTo>
                  <a:lnTo>
                    <a:pt x="529139" y="498063"/>
                  </a:lnTo>
                  <a:lnTo>
                    <a:pt x="528288" y="499223"/>
                  </a:lnTo>
                  <a:lnTo>
                    <a:pt x="527627" y="499900"/>
                  </a:lnTo>
                  <a:lnTo>
                    <a:pt x="526871" y="500770"/>
                  </a:lnTo>
                  <a:lnTo>
                    <a:pt x="526304" y="501833"/>
                  </a:lnTo>
                  <a:lnTo>
                    <a:pt x="525642" y="502896"/>
                  </a:lnTo>
                  <a:lnTo>
                    <a:pt x="525075" y="503283"/>
                  </a:lnTo>
                  <a:lnTo>
                    <a:pt x="524129" y="503283"/>
                  </a:lnTo>
                  <a:lnTo>
                    <a:pt x="523468" y="503379"/>
                  </a:lnTo>
                  <a:lnTo>
                    <a:pt x="522523" y="503669"/>
                  </a:lnTo>
                  <a:lnTo>
                    <a:pt x="521388" y="504442"/>
                  </a:lnTo>
                  <a:lnTo>
                    <a:pt x="520727" y="504926"/>
                  </a:lnTo>
                  <a:lnTo>
                    <a:pt x="519876" y="505409"/>
                  </a:lnTo>
                  <a:lnTo>
                    <a:pt x="518836" y="506086"/>
                  </a:lnTo>
                  <a:lnTo>
                    <a:pt x="517891" y="506666"/>
                  </a:lnTo>
                  <a:lnTo>
                    <a:pt x="517135" y="507245"/>
                  </a:lnTo>
                  <a:lnTo>
                    <a:pt x="516568" y="507535"/>
                  </a:lnTo>
                  <a:lnTo>
                    <a:pt x="516095" y="508115"/>
                  </a:lnTo>
                  <a:lnTo>
                    <a:pt x="515055" y="508792"/>
                  </a:lnTo>
                  <a:lnTo>
                    <a:pt x="514016" y="509662"/>
                  </a:lnTo>
                  <a:lnTo>
                    <a:pt x="513259" y="510145"/>
                  </a:lnTo>
                  <a:lnTo>
                    <a:pt x="512125" y="511305"/>
                  </a:lnTo>
                  <a:lnTo>
                    <a:pt x="511369" y="512272"/>
                  </a:lnTo>
                  <a:lnTo>
                    <a:pt x="510518" y="512948"/>
                  </a:lnTo>
                  <a:lnTo>
                    <a:pt x="509478" y="513431"/>
                  </a:lnTo>
                  <a:lnTo>
                    <a:pt x="508722" y="513915"/>
                  </a:lnTo>
                  <a:lnTo>
                    <a:pt x="506832" y="513915"/>
                  </a:lnTo>
                  <a:lnTo>
                    <a:pt x="506076" y="514108"/>
                  </a:lnTo>
                  <a:lnTo>
                    <a:pt x="504658" y="514301"/>
                  </a:lnTo>
                  <a:lnTo>
                    <a:pt x="503807" y="514205"/>
                  </a:lnTo>
                  <a:lnTo>
                    <a:pt x="502862" y="514398"/>
                  </a:lnTo>
                  <a:lnTo>
                    <a:pt x="502011" y="514591"/>
                  </a:lnTo>
                  <a:lnTo>
                    <a:pt x="500971" y="514881"/>
                  </a:lnTo>
                  <a:lnTo>
                    <a:pt x="499459" y="515461"/>
                  </a:lnTo>
                  <a:lnTo>
                    <a:pt x="497474" y="516138"/>
                  </a:lnTo>
                  <a:lnTo>
                    <a:pt x="496623" y="516814"/>
                  </a:lnTo>
                  <a:lnTo>
                    <a:pt x="495016" y="518361"/>
                  </a:lnTo>
                  <a:lnTo>
                    <a:pt x="492559" y="520391"/>
                  </a:lnTo>
                  <a:lnTo>
                    <a:pt x="490007" y="522517"/>
                  </a:lnTo>
                  <a:lnTo>
                    <a:pt x="488778" y="523580"/>
                  </a:lnTo>
                  <a:lnTo>
                    <a:pt x="487171" y="525610"/>
                  </a:lnTo>
                  <a:lnTo>
                    <a:pt x="485848" y="526866"/>
                  </a:lnTo>
                  <a:lnTo>
                    <a:pt x="485186" y="527543"/>
                  </a:lnTo>
                  <a:lnTo>
                    <a:pt x="484335" y="528123"/>
                  </a:lnTo>
                  <a:lnTo>
                    <a:pt x="483390" y="528413"/>
                  </a:lnTo>
                  <a:lnTo>
                    <a:pt x="482256" y="528510"/>
                  </a:lnTo>
                  <a:lnTo>
                    <a:pt x="481122" y="528800"/>
                  </a:lnTo>
                  <a:lnTo>
                    <a:pt x="480554" y="529186"/>
                  </a:lnTo>
                  <a:lnTo>
                    <a:pt x="479987" y="529573"/>
                  </a:lnTo>
                  <a:lnTo>
                    <a:pt x="479420" y="529669"/>
                  </a:lnTo>
                  <a:lnTo>
                    <a:pt x="478853" y="529766"/>
                  </a:lnTo>
                  <a:lnTo>
                    <a:pt x="477719" y="530056"/>
                  </a:lnTo>
                  <a:lnTo>
                    <a:pt x="476017" y="530443"/>
                  </a:lnTo>
                  <a:lnTo>
                    <a:pt x="475261" y="530829"/>
                  </a:lnTo>
                  <a:lnTo>
                    <a:pt x="474410" y="531506"/>
                  </a:lnTo>
                  <a:lnTo>
                    <a:pt x="473749" y="531796"/>
                  </a:lnTo>
                  <a:lnTo>
                    <a:pt x="473182" y="532279"/>
                  </a:lnTo>
                  <a:lnTo>
                    <a:pt x="471669" y="533342"/>
                  </a:lnTo>
                  <a:lnTo>
                    <a:pt x="470157" y="534502"/>
                  </a:lnTo>
                  <a:lnTo>
                    <a:pt x="469023" y="535565"/>
                  </a:lnTo>
                  <a:lnTo>
                    <a:pt x="466943" y="536629"/>
                  </a:lnTo>
                  <a:lnTo>
                    <a:pt x="465147" y="537498"/>
                  </a:lnTo>
                  <a:lnTo>
                    <a:pt x="463824" y="538175"/>
                  </a:lnTo>
                  <a:lnTo>
                    <a:pt x="462311" y="539142"/>
                  </a:lnTo>
                  <a:lnTo>
                    <a:pt x="460988" y="539722"/>
                  </a:lnTo>
                  <a:lnTo>
                    <a:pt x="458436" y="540398"/>
                  </a:lnTo>
                  <a:lnTo>
                    <a:pt x="456735" y="540688"/>
                  </a:lnTo>
                  <a:lnTo>
                    <a:pt x="455317" y="541171"/>
                  </a:lnTo>
                  <a:lnTo>
                    <a:pt x="454844" y="541945"/>
                  </a:lnTo>
                  <a:lnTo>
                    <a:pt x="454655" y="542718"/>
                  </a:lnTo>
                  <a:lnTo>
                    <a:pt x="453804" y="544458"/>
                  </a:lnTo>
                  <a:lnTo>
                    <a:pt x="453143" y="545328"/>
                  </a:lnTo>
                  <a:lnTo>
                    <a:pt x="452387" y="546777"/>
                  </a:lnTo>
                  <a:lnTo>
                    <a:pt x="449740" y="546294"/>
                  </a:lnTo>
                  <a:lnTo>
                    <a:pt x="448606" y="559826"/>
                  </a:lnTo>
                  <a:lnTo>
                    <a:pt x="437263" y="562436"/>
                  </a:lnTo>
                  <a:lnTo>
                    <a:pt x="436979" y="573937"/>
                  </a:lnTo>
                  <a:lnTo>
                    <a:pt x="421478" y="575001"/>
                  </a:lnTo>
                  <a:lnTo>
                    <a:pt x="414105" y="571811"/>
                  </a:lnTo>
                  <a:lnTo>
                    <a:pt x="415428" y="589982"/>
                  </a:lnTo>
                  <a:lnTo>
                    <a:pt x="410229" y="591432"/>
                  </a:lnTo>
                  <a:lnTo>
                    <a:pt x="404652" y="593655"/>
                  </a:lnTo>
                  <a:lnTo>
                    <a:pt x="407772" y="600131"/>
                  </a:lnTo>
                  <a:lnTo>
                    <a:pt x="409379" y="603514"/>
                  </a:lnTo>
                  <a:lnTo>
                    <a:pt x="410418" y="607090"/>
                  </a:lnTo>
                  <a:lnTo>
                    <a:pt x="411080" y="610376"/>
                  </a:lnTo>
                  <a:lnTo>
                    <a:pt x="411175" y="612793"/>
                  </a:lnTo>
                  <a:lnTo>
                    <a:pt x="411175" y="618495"/>
                  </a:lnTo>
                  <a:lnTo>
                    <a:pt x="410985" y="621685"/>
                  </a:lnTo>
                  <a:lnTo>
                    <a:pt x="410702" y="623425"/>
                  </a:lnTo>
                  <a:lnTo>
                    <a:pt x="410513" y="625068"/>
                  </a:lnTo>
                  <a:lnTo>
                    <a:pt x="410229" y="627194"/>
                  </a:lnTo>
                  <a:lnTo>
                    <a:pt x="410135" y="628741"/>
                  </a:lnTo>
                  <a:lnTo>
                    <a:pt x="410324" y="629514"/>
                  </a:lnTo>
                  <a:lnTo>
                    <a:pt x="410607" y="631061"/>
                  </a:lnTo>
                  <a:lnTo>
                    <a:pt x="411269" y="632994"/>
                  </a:lnTo>
                  <a:lnTo>
                    <a:pt x="412687" y="636183"/>
                  </a:lnTo>
                  <a:lnTo>
                    <a:pt x="413254" y="637537"/>
                  </a:lnTo>
                  <a:lnTo>
                    <a:pt x="414861" y="641596"/>
                  </a:lnTo>
                  <a:lnTo>
                    <a:pt x="410229" y="644399"/>
                  </a:lnTo>
                  <a:lnTo>
                    <a:pt x="403329" y="650972"/>
                  </a:lnTo>
                  <a:lnTo>
                    <a:pt x="400115" y="653968"/>
                  </a:lnTo>
                  <a:lnTo>
                    <a:pt x="396712" y="650198"/>
                  </a:lnTo>
                  <a:lnTo>
                    <a:pt x="396996" y="649812"/>
                  </a:lnTo>
                  <a:lnTo>
                    <a:pt x="390852" y="640726"/>
                  </a:lnTo>
                  <a:lnTo>
                    <a:pt x="387733" y="639663"/>
                  </a:lnTo>
                  <a:lnTo>
                    <a:pt x="385937" y="637150"/>
                  </a:lnTo>
                  <a:lnTo>
                    <a:pt x="384235" y="634734"/>
                  </a:lnTo>
                  <a:lnTo>
                    <a:pt x="383196" y="634540"/>
                  </a:lnTo>
                  <a:lnTo>
                    <a:pt x="381683" y="634154"/>
                  </a:lnTo>
                  <a:lnTo>
                    <a:pt x="381589" y="633477"/>
                  </a:lnTo>
                  <a:lnTo>
                    <a:pt x="381872" y="632704"/>
                  </a:lnTo>
                  <a:lnTo>
                    <a:pt x="382156" y="632027"/>
                  </a:lnTo>
                  <a:lnTo>
                    <a:pt x="382723" y="631447"/>
                  </a:lnTo>
                  <a:lnTo>
                    <a:pt x="387449" y="632994"/>
                  </a:lnTo>
                  <a:lnTo>
                    <a:pt x="391608" y="631641"/>
                  </a:lnTo>
                  <a:lnTo>
                    <a:pt x="388773" y="623038"/>
                  </a:lnTo>
                  <a:lnTo>
                    <a:pt x="387355" y="620622"/>
                  </a:lnTo>
                  <a:lnTo>
                    <a:pt x="388962" y="619172"/>
                  </a:lnTo>
                  <a:lnTo>
                    <a:pt x="384708" y="616272"/>
                  </a:lnTo>
                  <a:lnTo>
                    <a:pt x="380644" y="613276"/>
                  </a:lnTo>
                  <a:lnTo>
                    <a:pt x="377241" y="613856"/>
                  </a:lnTo>
                  <a:lnTo>
                    <a:pt x="371286" y="615016"/>
                  </a:lnTo>
                  <a:lnTo>
                    <a:pt x="370908" y="614629"/>
                  </a:lnTo>
                  <a:lnTo>
                    <a:pt x="370341" y="614339"/>
                  </a:lnTo>
                  <a:lnTo>
                    <a:pt x="369868" y="614146"/>
                  </a:lnTo>
                  <a:lnTo>
                    <a:pt x="369206" y="613759"/>
                  </a:lnTo>
                  <a:lnTo>
                    <a:pt x="368639" y="613373"/>
                  </a:lnTo>
                  <a:lnTo>
                    <a:pt x="368167" y="612600"/>
                  </a:lnTo>
                  <a:lnTo>
                    <a:pt x="367505" y="612116"/>
                  </a:lnTo>
                  <a:lnTo>
                    <a:pt x="367127" y="611826"/>
                  </a:lnTo>
                  <a:lnTo>
                    <a:pt x="366276" y="611633"/>
                  </a:lnTo>
                  <a:lnTo>
                    <a:pt x="365331" y="611536"/>
                  </a:lnTo>
                  <a:lnTo>
                    <a:pt x="364764" y="611246"/>
                  </a:lnTo>
                  <a:lnTo>
                    <a:pt x="364386" y="610956"/>
                  </a:lnTo>
                  <a:lnTo>
                    <a:pt x="363818" y="610956"/>
                  </a:lnTo>
                  <a:lnTo>
                    <a:pt x="363251" y="611053"/>
                  </a:lnTo>
                  <a:lnTo>
                    <a:pt x="362590" y="611150"/>
                  </a:lnTo>
                  <a:lnTo>
                    <a:pt x="361644" y="610666"/>
                  </a:lnTo>
                  <a:lnTo>
                    <a:pt x="360794" y="610183"/>
                  </a:lnTo>
                  <a:lnTo>
                    <a:pt x="359754" y="609893"/>
                  </a:lnTo>
                  <a:lnTo>
                    <a:pt x="359092" y="609603"/>
                  </a:lnTo>
                  <a:lnTo>
                    <a:pt x="358053" y="609410"/>
                  </a:lnTo>
                  <a:lnTo>
                    <a:pt x="355595" y="608927"/>
                  </a:lnTo>
                  <a:lnTo>
                    <a:pt x="350774" y="637150"/>
                  </a:lnTo>
                  <a:lnTo>
                    <a:pt x="346048" y="665083"/>
                  </a:lnTo>
                  <a:lnTo>
                    <a:pt x="343118" y="682095"/>
                  </a:lnTo>
                  <a:lnTo>
                    <a:pt x="342267" y="686057"/>
                  </a:lnTo>
                  <a:lnTo>
                    <a:pt x="341133" y="690310"/>
                  </a:lnTo>
                  <a:lnTo>
                    <a:pt x="339243" y="696399"/>
                  </a:lnTo>
                  <a:lnTo>
                    <a:pt x="330641" y="722496"/>
                  </a:lnTo>
                  <a:lnTo>
                    <a:pt x="329696" y="725493"/>
                  </a:lnTo>
                  <a:lnTo>
                    <a:pt x="328845" y="729069"/>
                  </a:lnTo>
                  <a:lnTo>
                    <a:pt x="327711" y="735158"/>
                  </a:lnTo>
                  <a:lnTo>
                    <a:pt x="326955" y="740474"/>
                  </a:lnTo>
                  <a:lnTo>
                    <a:pt x="326387" y="749366"/>
                  </a:lnTo>
                  <a:lnTo>
                    <a:pt x="326387" y="754006"/>
                  </a:lnTo>
                  <a:lnTo>
                    <a:pt x="326576" y="758645"/>
                  </a:lnTo>
                  <a:lnTo>
                    <a:pt x="327238" y="765315"/>
                  </a:lnTo>
                  <a:lnTo>
                    <a:pt x="328467" y="772854"/>
                  </a:lnTo>
                  <a:lnTo>
                    <a:pt x="329318" y="776333"/>
                  </a:lnTo>
                  <a:lnTo>
                    <a:pt x="330357" y="780489"/>
                  </a:lnTo>
                  <a:lnTo>
                    <a:pt x="332059" y="786675"/>
                  </a:lnTo>
                  <a:lnTo>
                    <a:pt x="316841" y="790445"/>
                  </a:lnTo>
                  <a:lnTo>
                    <a:pt x="316084" y="803203"/>
                  </a:lnTo>
                  <a:lnTo>
                    <a:pt x="316179" y="808809"/>
                  </a:lnTo>
                  <a:lnTo>
                    <a:pt x="316179" y="816445"/>
                  </a:lnTo>
                  <a:lnTo>
                    <a:pt x="318069" y="816445"/>
                  </a:lnTo>
                  <a:lnTo>
                    <a:pt x="318164" y="819635"/>
                  </a:lnTo>
                  <a:lnTo>
                    <a:pt x="318069" y="823694"/>
                  </a:lnTo>
                  <a:lnTo>
                    <a:pt x="319109" y="824274"/>
                  </a:lnTo>
                  <a:lnTo>
                    <a:pt x="321850" y="826401"/>
                  </a:lnTo>
                  <a:lnTo>
                    <a:pt x="322228" y="827174"/>
                  </a:lnTo>
                  <a:lnTo>
                    <a:pt x="322417" y="828237"/>
                  </a:lnTo>
                  <a:lnTo>
                    <a:pt x="322039" y="829300"/>
                  </a:lnTo>
                  <a:lnTo>
                    <a:pt x="321661" y="831233"/>
                  </a:lnTo>
                  <a:lnTo>
                    <a:pt x="321756" y="833650"/>
                  </a:lnTo>
                  <a:lnTo>
                    <a:pt x="321850" y="834230"/>
                  </a:lnTo>
                  <a:lnTo>
                    <a:pt x="322323" y="835486"/>
                  </a:lnTo>
                  <a:lnTo>
                    <a:pt x="323835" y="838676"/>
                  </a:lnTo>
                  <a:lnTo>
                    <a:pt x="324497" y="839256"/>
                  </a:lnTo>
                  <a:lnTo>
                    <a:pt x="326482" y="840995"/>
                  </a:lnTo>
                  <a:lnTo>
                    <a:pt x="326765" y="841575"/>
                  </a:lnTo>
                  <a:lnTo>
                    <a:pt x="326955" y="842349"/>
                  </a:lnTo>
                  <a:lnTo>
                    <a:pt x="326955" y="848341"/>
                  </a:lnTo>
                  <a:lnTo>
                    <a:pt x="326955" y="851918"/>
                  </a:lnTo>
                  <a:lnTo>
                    <a:pt x="327049" y="853754"/>
                  </a:lnTo>
                  <a:lnTo>
                    <a:pt x="327049" y="854721"/>
                  </a:lnTo>
                  <a:lnTo>
                    <a:pt x="325915" y="858587"/>
                  </a:lnTo>
                  <a:lnTo>
                    <a:pt x="325442" y="859843"/>
                  </a:lnTo>
                  <a:lnTo>
                    <a:pt x="324213" y="864096"/>
                  </a:lnTo>
                  <a:lnTo>
                    <a:pt x="322512" y="870185"/>
                  </a:lnTo>
                  <a:lnTo>
                    <a:pt x="322039" y="872602"/>
                  </a:lnTo>
                  <a:lnTo>
                    <a:pt x="321567" y="875211"/>
                  </a:lnTo>
                  <a:lnTo>
                    <a:pt x="321094" y="876855"/>
                  </a:lnTo>
                  <a:lnTo>
                    <a:pt x="316179" y="876758"/>
                  </a:lnTo>
                  <a:lnTo>
                    <a:pt x="302284" y="886617"/>
                  </a:lnTo>
                  <a:lnTo>
                    <a:pt x="301906" y="890773"/>
                  </a:lnTo>
                  <a:lnTo>
                    <a:pt x="301622" y="892029"/>
                  </a:lnTo>
                  <a:lnTo>
                    <a:pt x="301433" y="892996"/>
                  </a:lnTo>
                  <a:lnTo>
                    <a:pt x="301339" y="894059"/>
                  </a:lnTo>
                  <a:lnTo>
                    <a:pt x="301055" y="900148"/>
                  </a:lnTo>
                  <a:lnTo>
                    <a:pt x="300110" y="908364"/>
                  </a:lnTo>
                  <a:lnTo>
                    <a:pt x="299921" y="909621"/>
                  </a:lnTo>
                  <a:lnTo>
                    <a:pt x="299448" y="911167"/>
                  </a:lnTo>
                  <a:lnTo>
                    <a:pt x="299354" y="911457"/>
                  </a:lnTo>
                  <a:lnTo>
                    <a:pt x="299259" y="911747"/>
                  </a:lnTo>
                  <a:lnTo>
                    <a:pt x="299070" y="912230"/>
                  </a:lnTo>
                  <a:lnTo>
                    <a:pt x="295667" y="922766"/>
                  </a:lnTo>
                  <a:lnTo>
                    <a:pt x="286877" y="935717"/>
                  </a:lnTo>
                  <a:lnTo>
                    <a:pt x="281489" y="939294"/>
                  </a:lnTo>
                  <a:lnTo>
                    <a:pt x="276385" y="940067"/>
                  </a:lnTo>
                  <a:lnTo>
                    <a:pt x="273644" y="937071"/>
                  </a:lnTo>
                  <a:lnTo>
                    <a:pt x="273549" y="936877"/>
                  </a:lnTo>
                  <a:lnTo>
                    <a:pt x="271280" y="939487"/>
                  </a:lnTo>
                  <a:lnTo>
                    <a:pt x="270902" y="939777"/>
                  </a:lnTo>
                  <a:lnTo>
                    <a:pt x="270713" y="939970"/>
                  </a:lnTo>
                  <a:lnTo>
                    <a:pt x="269957" y="939970"/>
                  </a:lnTo>
                  <a:lnTo>
                    <a:pt x="268445" y="940067"/>
                  </a:lnTo>
                  <a:lnTo>
                    <a:pt x="267594" y="940067"/>
                  </a:lnTo>
                  <a:lnTo>
                    <a:pt x="267216" y="940067"/>
                  </a:lnTo>
                  <a:lnTo>
                    <a:pt x="264475" y="940067"/>
                  </a:lnTo>
                  <a:lnTo>
                    <a:pt x="264286" y="939970"/>
                  </a:lnTo>
                  <a:lnTo>
                    <a:pt x="264097" y="939874"/>
                  </a:lnTo>
                  <a:lnTo>
                    <a:pt x="260032" y="936974"/>
                  </a:lnTo>
                  <a:lnTo>
                    <a:pt x="259749" y="936781"/>
                  </a:lnTo>
                  <a:lnTo>
                    <a:pt x="257764" y="935621"/>
                  </a:lnTo>
                  <a:lnTo>
                    <a:pt x="256724" y="934751"/>
                  </a:lnTo>
                  <a:lnTo>
                    <a:pt x="256440" y="934558"/>
                  </a:lnTo>
                  <a:lnTo>
                    <a:pt x="254361" y="931175"/>
                  </a:lnTo>
                  <a:lnTo>
                    <a:pt x="254266" y="930208"/>
                  </a:lnTo>
                  <a:lnTo>
                    <a:pt x="254266" y="929145"/>
                  </a:lnTo>
                  <a:lnTo>
                    <a:pt x="254266" y="928855"/>
                  </a:lnTo>
                  <a:lnTo>
                    <a:pt x="253132" y="928952"/>
                  </a:lnTo>
                  <a:lnTo>
                    <a:pt x="249918" y="929338"/>
                  </a:lnTo>
                  <a:lnTo>
                    <a:pt x="249824" y="927985"/>
                  </a:lnTo>
                  <a:lnTo>
                    <a:pt x="247933" y="927985"/>
                  </a:lnTo>
                  <a:lnTo>
                    <a:pt x="246043" y="926632"/>
                  </a:lnTo>
                  <a:lnTo>
                    <a:pt x="234227" y="916966"/>
                  </a:lnTo>
                  <a:lnTo>
                    <a:pt x="234984" y="915710"/>
                  </a:lnTo>
                  <a:lnTo>
                    <a:pt x="233282" y="914357"/>
                  </a:lnTo>
                  <a:lnTo>
                    <a:pt x="233377" y="914163"/>
                  </a:lnTo>
                  <a:lnTo>
                    <a:pt x="233660" y="913777"/>
                  </a:lnTo>
                  <a:lnTo>
                    <a:pt x="227327" y="909041"/>
                  </a:lnTo>
                  <a:lnTo>
                    <a:pt x="222318" y="905368"/>
                  </a:lnTo>
                  <a:lnTo>
                    <a:pt x="222034" y="905658"/>
                  </a:lnTo>
                  <a:lnTo>
                    <a:pt x="221089" y="906721"/>
                  </a:lnTo>
                  <a:lnTo>
                    <a:pt x="219104" y="905174"/>
                  </a:lnTo>
                  <a:lnTo>
                    <a:pt x="218820" y="904981"/>
                  </a:lnTo>
                  <a:lnTo>
                    <a:pt x="214189" y="900922"/>
                  </a:lnTo>
                  <a:lnTo>
                    <a:pt x="213432" y="900342"/>
                  </a:lnTo>
                  <a:lnTo>
                    <a:pt x="211353" y="898505"/>
                  </a:lnTo>
                  <a:lnTo>
                    <a:pt x="209273" y="896572"/>
                  </a:lnTo>
                  <a:lnTo>
                    <a:pt x="197836" y="887873"/>
                  </a:lnTo>
                  <a:lnTo>
                    <a:pt x="195662" y="886230"/>
                  </a:lnTo>
                  <a:lnTo>
                    <a:pt x="190652" y="882074"/>
                  </a:lnTo>
                  <a:lnTo>
                    <a:pt x="188762" y="885553"/>
                  </a:lnTo>
                  <a:lnTo>
                    <a:pt x="179215" y="878208"/>
                  </a:lnTo>
                  <a:lnTo>
                    <a:pt x="174867" y="891643"/>
                  </a:lnTo>
                  <a:lnTo>
                    <a:pt x="169952" y="890000"/>
                  </a:lnTo>
                  <a:lnTo>
                    <a:pt x="169952" y="890193"/>
                  </a:lnTo>
                  <a:lnTo>
                    <a:pt x="164091" y="907784"/>
                  </a:lnTo>
                  <a:lnTo>
                    <a:pt x="161067" y="917450"/>
                  </a:lnTo>
                  <a:lnTo>
                    <a:pt x="158515" y="925375"/>
                  </a:lnTo>
                  <a:lnTo>
                    <a:pt x="158231" y="926439"/>
                  </a:lnTo>
                  <a:lnTo>
                    <a:pt x="158136" y="926922"/>
                  </a:lnTo>
                  <a:lnTo>
                    <a:pt x="157380" y="929338"/>
                  </a:lnTo>
                  <a:lnTo>
                    <a:pt x="156624" y="932045"/>
                  </a:lnTo>
                  <a:lnTo>
                    <a:pt x="155868" y="934558"/>
                  </a:lnTo>
                  <a:lnTo>
                    <a:pt x="155395" y="936201"/>
                  </a:lnTo>
                  <a:lnTo>
                    <a:pt x="155017" y="937554"/>
                  </a:lnTo>
                  <a:lnTo>
                    <a:pt x="154639" y="938810"/>
                  </a:lnTo>
                  <a:lnTo>
                    <a:pt x="154545" y="939004"/>
                  </a:lnTo>
                  <a:lnTo>
                    <a:pt x="154166" y="940454"/>
                  </a:lnTo>
                  <a:lnTo>
                    <a:pt x="153883" y="941613"/>
                  </a:lnTo>
                  <a:lnTo>
                    <a:pt x="154072" y="942483"/>
                  </a:lnTo>
                  <a:lnTo>
                    <a:pt x="151520" y="950602"/>
                  </a:lnTo>
                  <a:lnTo>
                    <a:pt x="151425" y="950892"/>
                  </a:lnTo>
                  <a:lnTo>
                    <a:pt x="151236" y="951472"/>
                  </a:lnTo>
                  <a:lnTo>
                    <a:pt x="146416" y="950216"/>
                  </a:lnTo>
                  <a:lnTo>
                    <a:pt x="143107" y="949249"/>
                  </a:lnTo>
                  <a:lnTo>
                    <a:pt x="141973" y="948959"/>
                  </a:lnTo>
                  <a:lnTo>
                    <a:pt x="139704" y="948283"/>
                  </a:lnTo>
                  <a:lnTo>
                    <a:pt x="133560" y="946350"/>
                  </a:lnTo>
                  <a:lnTo>
                    <a:pt x="132426" y="945770"/>
                  </a:lnTo>
                  <a:lnTo>
                    <a:pt x="131954" y="945480"/>
                  </a:lnTo>
                  <a:lnTo>
                    <a:pt x="131103" y="944706"/>
                  </a:lnTo>
                  <a:lnTo>
                    <a:pt x="130536" y="944126"/>
                  </a:lnTo>
                  <a:lnTo>
                    <a:pt x="130441" y="943837"/>
                  </a:lnTo>
                  <a:lnTo>
                    <a:pt x="124486" y="934654"/>
                  </a:lnTo>
                  <a:lnTo>
                    <a:pt x="121178" y="928952"/>
                  </a:lnTo>
                  <a:lnTo>
                    <a:pt x="119760" y="926825"/>
                  </a:lnTo>
                  <a:lnTo>
                    <a:pt x="118626" y="925182"/>
                  </a:lnTo>
                  <a:lnTo>
                    <a:pt x="117303" y="923442"/>
                  </a:lnTo>
                  <a:lnTo>
                    <a:pt x="115034" y="920833"/>
                  </a:lnTo>
                  <a:lnTo>
                    <a:pt x="111820" y="917160"/>
                  </a:lnTo>
                  <a:lnTo>
                    <a:pt x="110591" y="915807"/>
                  </a:lnTo>
                  <a:lnTo>
                    <a:pt x="107094" y="911747"/>
                  </a:lnTo>
                  <a:lnTo>
                    <a:pt x="104920" y="909234"/>
                  </a:lnTo>
                  <a:lnTo>
                    <a:pt x="102841" y="907011"/>
                  </a:lnTo>
                  <a:lnTo>
                    <a:pt x="102179" y="906238"/>
                  </a:lnTo>
                  <a:lnTo>
                    <a:pt x="102462" y="906044"/>
                  </a:lnTo>
                  <a:lnTo>
                    <a:pt x="102935" y="905561"/>
                  </a:lnTo>
                  <a:lnTo>
                    <a:pt x="102179" y="904691"/>
                  </a:lnTo>
                  <a:lnTo>
                    <a:pt x="99816" y="903048"/>
                  </a:lnTo>
                  <a:lnTo>
                    <a:pt x="89513" y="896765"/>
                  </a:lnTo>
                  <a:lnTo>
                    <a:pt x="82235" y="892223"/>
                  </a:lnTo>
                  <a:lnTo>
                    <a:pt x="81006" y="891063"/>
                  </a:lnTo>
                  <a:lnTo>
                    <a:pt x="80344" y="889903"/>
                  </a:lnTo>
                  <a:lnTo>
                    <a:pt x="80155" y="889806"/>
                  </a:lnTo>
                  <a:lnTo>
                    <a:pt x="79777" y="889710"/>
                  </a:lnTo>
                  <a:lnTo>
                    <a:pt x="79493" y="889516"/>
                  </a:lnTo>
                  <a:lnTo>
                    <a:pt x="78170" y="888646"/>
                  </a:lnTo>
                  <a:lnTo>
                    <a:pt x="76091" y="887390"/>
                  </a:lnTo>
                  <a:lnTo>
                    <a:pt x="75712" y="887003"/>
                  </a:lnTo>
                  <a:lnTo>
                    <a:pt x="74956" y="886327"/>
                  </a:lnTo>
                  <a:lnTo>
                    <a:pt x="74578" y="886037"/>
                  </a:lnTo>
                  <a:lnTo>
                    <a:pt x="74389" y="885940"/>
                  </a:lnTo>
                  <a:lnTo>
                    <a:pt x="72404" y="884587"/>
                  </a:lnTo>
                  <a:lnTo>
                    <a:pt x="72121" y="884394"/>
                  </a:lnTo>
                  <a:lnTo>
                    <a:pt x="70041" y="882944"/>
                  </a:lnTo>
                  <a:lnTo>
                    <a:pt x="69096" y="881881"/>
                  </a:lnTo>
                  <a:lnTo>
                    <a:pt x="66544" y="881397"/>
                  </a:lnTo>
                  <a:lnTo>
                    <a:pt x="62385" y="880817"/>
                  </a:lnTo>
                  <a:lnTo>
                    <a:pt x="57659" y="879948"/>
                  </a:lnTo>
                  <a:lnTo>
                    <a:pt x="51609" y="879078"/>
                  </a:lnTo>
                  <a:lnTo>
                    <a:pt x="48773" y="878594"/>
                  </a:lnTo>
                  <a:lnTo>
                    <a:pt x="48112" y="878498"/>
                  </a:lnTo>
                  <a:lnTo>
                    <a:pt x="46221" y="878304"/>
                  </a:lnTo>
                  <a:lnTo>
                    <a:pt x="43386" y="877918"/>
                  </a:lnTo>
                  <a:lnTo>
                    <a:pt x="39227" y="876951"/>
                  </a:lnTo>
                  <a:lnTo>
                    <a:pt x="38470" y="876468"/>
                  </a:lnTo>
                  <a:lnTo>
                    <a:pt x="38470" y="875695"/>
                  </a:lnTo>
                  <a:lnTo>
                    <a:pt x="38565" y="875405"/>
                  </a:lnTo>
                  <a:lnTo>
                    <a:pt x="39132" y="874438"/>
                  </a:lnTo>
                  <a:lnTo>
                    <a:pt x="39699" y="873375"/>
                  </a:lnTo>
                  <a:lnTo>
                    <a:pt x="41212" y="871925"/>
                  </a:lnTo>
                  <a:lnTo>
                    <a:pt x="41401" y="871732"/>
                  </a:lnTo>
                  <a:lnTo>
                    <a:pt x="41779" y="868156"/>
                  </a:lnTo>
                  <a:lnTo>
                    <a:pt x="41968" y="866996"/>
                  </a:lnTo>
                  <a:lnTo>
                    <a:pt x="41968" y="866416"/>
                  </a:lnTo>
                  <a:lnTo>
                    <a:pt x="45371" y="864869"/>
                  </a:lnTo>
                  <a:lnTo>
                    <a:pt x="49341" y="861680"/>
                  </a:lnTo>
                  <a:lnTo>
                    <a:pt x="51231" y="860520"/>
                  </a:lnTo>
                  <a:lnTo>
                    <a:pt x="57091" y="856944"/>
                  </a:lnTo>
                  <a:lnTo>
                    <a:pt x="57280" y="856944"/>
                  </a:lnTo>
                  <a:lnTo>
                    <a:pt x="58415" y="856557"/>
                  </a:lnTo>
                  <a:lnTo>
                    <a:pt x="60967" y="852401"/>
                  </a:lnTo>
                  <a:lnTo>
                    <a:pt x="61156" y="850274"/>
                  </a:lnTo>
                  <a:lnTo>
                    <a:pt x="61061" y="849888"/>
                  </a:lnTo>
                  <a:lnTo>
                    <a:pt x="60967" y="849501"/>
                  </a:lnTo>
                  <a:lnTo>
                    <a:pt x="62857" y="846601"/>
                  </a:lnTo>
                  <a:lnTo>
                    <a:pt x="65977" y="841962"/>
                  </a:lnTo>
                  <a:lnTo>
                    <a:pt x="68245" y="843509"/>
                  </a:lnTo>
                  <a:lnTo>
                    <a:pt x="68812" y="843895"/>
                  </a:lnTo>
                  <a:lnTo>
                    <a:pt x="70514" y="841769"/>
                  </a:lnTo>
                  <a:lnTo>
                    <a:pt x="73822" y="837323"/>
                  </a:lnTo>
                  <a:lnTo>
                    <a:pt x="77130" y="833070"/>
                  </a:lnTo>
                  <a:lnTo>
                    <a:pt x="79021" y="830557"/>
                  </a:lnTo>
                  <a:lnTo>
                    <a:pt x="81573" y="827174"/>
                  </a:lnTo>
                  <a:lnTo>
                    <a:pt x="82235" y="826304"/>
                  </a:lnTo>
                  <a:lnTo>
                    <a:pt x="82424" y="826014"/>
                  </a:lnTo>
                  <a:lnTo>
                    <a:pt x="82802" y="826111"/>
                  </a:lnTo>
                  <a:lnTo>
                    <a:pt x="88568" y="827077"/>
                  </a:lnTo>
                  <a:lnTo>
                    <a:pt x="91214" y="827464"/>
                  </a:lnTo>
                  <a:lnTo>
                    <a:pt x="91403" y="827464"/>
                  </a:lnTo>
                  <a:lnTo>
                    <a:pt x="95090" y="828044"/>
                  </a:lnTo>
                  <a:lnTo>
                    <a:pt x="95751" y="828140"/>
                  </a:lnTo>
                  <a:lnTo>
                    <a:pt x="98398" y="828527"/>
                  </a:lnTo>
                  <a:lnTo>
                    <a:pt x="99249" y="828720"/>
                  </a:lnTo>
                  <a:lnTo>
                    <a:pt x="99721" y="827754"/>
                  </a:lnTo>
                  <a:lnTo>
                    <a:pt x="99910" y="827077"/>
                  </a:lnTo>
                  <a:lnTo>
                    <a:pt x="100572" y="825047"/>
                  </a:lnTo>
                  <a:lnTo>
                    <a:pt x="101234" y="822824"/>
                  </a:lnTo>
                  <a:lnTo>
                    <a:pt x="101706" y="821181"/>
                  </a:lnTo>
                  <a:lnTo>
                    <a:pt x="102273" y="819731"/>
                  </a:lnTo>
                  <a:lnTo>
                    <a:pt x="102462" y="818958"/>
                  </a:lnTo>
                  <a:lnTo>
                    <a:pt x="103313" y="817702"/>
                  </a:lnTo>
                  <a:lnTo>
                    <a:pt x="102746" y="817412"/>
                  </a:lnTo>
                  <a:lnTo>
                    <a:pt x="86299" y="808229"/>
                  </a:lnTo>
                  <a:lnTo>
                    <a:pt x="49246" y="787449"/>
                  </a:lnTo>
                  <a:lnTo>
                    <a:pt x="38943" y="781649"/>
                  </a:lnTo>
                  <a:lnTo>
                    <a:pt x="22023" y="772177"/>
                  </a:lnTo>
                  <a:lnTo>
                    <a:pt x="22874" y="769471"/>
                  </a:lnTo>
                  <a:lnTo>
                    <a:pt x="23630" y="767248"/>
                  </a:lnTo>
                  <a:lnTo>
                    <a:pt x="24197" y="766184"/>
                  </a:lnTo>
                  <a:lnTo>
                    <a:pt x="24859" y="765025"/>
                  </a:lnTo>
                  <a:lnTo>
                    <a:pt x="25521" y="764251"/>
                  </a:lnTo>
                  <a:lnTo>
                    <a:pt x="26088" y="763575"/>
                  </a:lnTo>
                  <a:lnTo>
                    <a:pt x="25426" y="762995"/>
                  </a:lnTo>
                  <a:lnTo>
                    <a:pt x="23725" y="761448"/>
                  </a:lnTo>
                  <a:lnTo>
                    <a:pt x="23441" y="761062"/>
                  </a:lnTo>
                  <a:lnTo>
                    <a:pt x="22780" y="760385"/>
                  </a:lnTo>
                  <a:lnTo>
                    <a:pt x="20606" y="758549"/>
                  </a:lnTo>
                  <a:lnTo>
                    <a:pt x="20322" y="758259"/>
                  </a:lnTo>
                  <a:lnTo>
                    <a:pt x="19660" y="757775"/>
                  </a:lnTo>
                  <a:lnTo>
                    <a:pt x="19377" y="757485"/>
                  </a:lnTo>
                  <a:lnTo>
                    <a:pt x="18621" y="756809"/>
                  </a:lnTo>
                  <a:lnTo>
                    <a:pt x="18242" y="756519"/>
                  </a:lnTo>
                  <a:lnTo>
                    <a:pt x="17108" y="755552"/>
                  </a:lnTo>
                  <a:lnTo>
                    <a:pt x="16730" y="755262"/>
                  </a:lnTo>
                  <a:lnTo>
                    <a:pt x="15218" y="754006"/>
                  </a:lnTo>
                  <a:lnTo>
                    <a:pt x="14556" y="753523"/>
                  </a:lnTo>
                  <a:lnTo>
                    <a:pt x="14178" y="753136"/>
                  </a:lnTo>
                  <a:lnTo>
                    <a:pt x="13894" y="752943"/>
                  </a:lnTo>
                  <a:lnTo>
                    <a:pt x="11909" y="751203"/>
                  </a:lnTo>
                  <a:lnTo>
                    <a:pt x="7089" y="747627"/>
                  </a:lnTo>
                  <a:lnTo>
                    <a:pt x="6427" y="747143"/>
                  </a:lnTo>
                  <a:lnTo>
                    <a:pt x="5765" y="746660"/>
                  </a:lnTo>
                  <a:lnTo>
                    <a:pt x="4442" y="745887"/>
                  </a:lnTo>
                  <a:lnTo>
                    <a:pt x="3591" y="745307"/>
                  </a:lnTo>
                  <a:lnTo>
                    <a:pt x="2552" y="744630"/>
                  </a:lnTo>
                  <a:lnTo>
                    <a:pt x="1701" y="744050"/>
                  </a:lnTo>
                  <a:lnTo>
                    <a:pt x="283" y="743181"/>
                  </a:lnTo>
                  <a:lnTo>
                    <a:pt x="0" y="743084"/>
                  </a:lnTo>
                  <a:lnTo>
                    <a:pt x="3591" y="735738"/>
                  </a:lnTo>
                  <a:lnTo>
                    <a:pt x="7089" y="728006"/>
                  </a:lnTo>
                  <a:lnTo>
                    <a:pt x="11437" y="718437"/>
                  </a:lnTo>
                  <a:lnTo>
                    <a:pt x="11626" y="717954"/>
                  </a:lnTo>
                  <a:lnTo>
                    <a:pt x="12949" y="714764"/>
                  </a:lnTo>
                  <a:lnTo>
                    <a:pt x="15218" y="709738"/>
                  </a:lnTo>
                  <a:lnTo>
                    <a:pt x="17486" y="704615"/>
                  </a:lnTo>
                  <a:lnTo>
                    <a:pt x="18337" y="702489"/>
                  </a:lnTo>
                  <a:lnTo>
                    <a:pt x="19282" y="700556"/>
                  </a:lnTo>
                  <a:lnTo>
                    <a:pt x="21551" y="695336"/>
                  </a:lnTo>
                  <a:lnTo>
                    <a:pt x="21740" y="694950"/>
                  </a:lnTo>
                  <a:lnTo>
                    <a:pt x="22118" y="694176"/>
                  </a:lnTo>
                  <a:lnTo>
                    <a:pt x="22401" y="693403"/>
                  </a:lnTo>
                  <a:lnTo>
                    <a:pt x="22590" y="693017"/>
                  </a:lnTo>
                  <a:lnTo>
                    <a:pt x="22874" y="692533"/>
                  </a:lnTo>
                  <a:lnTo>
                    <a:pt x="23914" y="691760"/>
                  </a:lnTo>
                  <a:lnTo>
                    <a:pt x="24292" y="691180"/>
                  </a:lnTo>
                  <a:lnTo>
                    <a:pt x="24575" y="690697"/>
                  </a:lnTo>
                  <a:lnTo>
                    <a:pt x="24954" y="689344"/>
                  </a:lnTo>
                  <a:lnTo>
                    <a:pt x="25237" y="689344"/>
                  </a:lnTo>
                  <a:lnTo>
                    <a:pt x="29680" y="689344"/>
                  </a:lnTo>
                  <a:lnTo>
                    <a:pt x="29963" y="689344"/>
                  </a:lnTo>
                  <a:lnTo>
                    <a:pt x="29680" y="689054"/>
                  </a:lnTo>
                  <a:lnTo>
                    <a:pt x="25615" y="683931"/>
                  </a:lnTo>
                  <a:lnTo>
                    <a:pt x="26560" y="682578"/>
                  </a:lnTo>
                  <a:lnTo>
                    <a:pt x="27222" y="681611"/>
                  </a:lnTo>
                  <a:lnTo>
                    <a:pt x="27884" y="680645"/>
                  </a:lnTo>
                  <a:lnTo>
                    <a:pt x="29680" y="678228"/>
                  </a:lnTo>
                  <a:lnTo>
                    <a:pt x="30814" y="676585"/>
                  </a:lnTo>
                  <a:lnTo>
                    <a:pt x="31381" y="675909"/>
                  </a:lnTo>
                  <a:lnTo>
                    <a:pt x="33839" y="672429"/>
                  </a:lnTo>
                  <a:lnTo>
                    <a:pt x="37147" y="667500"/>
                  </a:lnTo>
                  <a:lnTo>
                    <a:pt x="37336" y="667306"/>
                  </a:lnTo>
                  <a:lnTo>
                    <a:pt x="41022" y="662087"/>
                  </a:lnTo>
                  <a:lnTo>
                    <a:pt x="41779" y="661120"/>
                  </a:lnTo>
                  <a:lnTo>
                    <a:pt x="42062" y="660637"/>
                  </a:lnTo>
                  <a:lnTo>
                    <a:pt x="39699" y="658511"/>
                  </a:lnTo>
                  <a:lnTo>
                    <a:pt x="37525" y="656771"/>
                  </a:lnTo>
                  <a:lnTo>
                    <a:pt x="37714" y="656578"/>
                  </a:lnTo>
                  <a:lnTo>
                    <a:pt x="38754" y="655514"/>
                  </a:lnTo>
                  <a:lnTo>
                    <a:pt x="41212" y="652905"/>
                  </a:lnTo>
                  <a:lnTo>
                    <a:pt x="42157" y="651841"/>
                  </a:lnTo>
                  <a:lnTo>
                    <a:pt x="42251" y="651648"/>
                  </a:lnTo>
                  <a:lnTo>
                    <a:pt x="44236" y="647975"/>
                  </a:lnTo>
                  <a:lnTo>
                    <a:pt x="46977" y="642273"/>
                  </a:lnTo>
                  <a:lnTo>
                    <a:pt x="47166" y="641886"/>
                  </a:lnTo>
                  <a:lnTo>
                    <a:pt x="50286" y="635797"/>
                  </a:lnTo>
                  <a:lnTo>
                    <a:pt x="53310" y="629804"/>
                  </a:lnTo>
                  <a:lnTo>
                    <a:pt x="53405" y="629514"/>
                  </a:lnTo>
                  <a:lnTo>
                    <a:pt x="53500" y="629321"/>
                  </a:lnTo>
                  <a:lnTo>
                    <a:pt x="53783" y="628741"/>
                  </a:lnTo>
                  <a:lnTo>
                    <a:pt x="54256" y="627871"/>
                  </a:lnTo>
                  <a:lnTo>
                    <a:pt x="54634" y="627001"/>
                  </a:lnTo>
                  <a:lnTo>
                    <a:pt x="55863" y="625455"/>
                  </a:lnTo>
                  <a:lnTo>
                    <a:pt x="56146" y="625165"/>
                  </a:lnTo>
                  <a:lnTo>
                    <a:pt x="49530" y="619462"/>
                  </a:lnTo>
                  <a:lnTo>
                    <a:pt x="48206" y="618302"/>
                  </a:lnTo>
                  <a:lnTo>
                    <a:pt x="46410" y="616659"/>
                  </a:lnTo>
                  <a:lnTo>
                    <a:pt x="43386" y="613663"/>
                  </a:lnTo>
                  <a:lnTo>
                    <a:pt x="37903" y="608927"/>
                  </a:lnTo>
                  <a:lnTo>
                    <a:pt x="35635" y="607090"/>
                  </a:lnTo>
                  <a:lnTo>
                    <a:pt x="34122" y="605737"/>
                  </a:lnTo>
                  <a:lnTo>
                    <a:pt x="32326" y="604094"/>
                  </a:lnTo>
                  <a:lnTo>
                    <a:pt x="30058" y="602064"/>
                  </a:lnTo>
                  <a:lnTo>
                    <a:pt x="27033" y="599454"/>
                  </a:lnTo>
                  <a:lnTo>
                    <a:pt x="25899" y="598391"/>
                  </a:lnTo>
                  <a:lnTo>
                    <a:pt x="23536" y="596265"/>
                  </a:lnTo>
                  <a:lnTo>
                    <a:pt x="22496" y="595298"/>
                  </a:lnTo>
                  <a:lnTo>
                    <a:pt x="21834" y="594815"/>
                  </a:lnTo>
                  <a:lnTo>
                    <a:pt x="21362" y="594332"/>
                  </a:lnTo>
                  <a:lnTo>
                    <a:pt x="17581" y="590949"/>
                  </a:lnTo>
                  <a:lnTo>
                    <a:pt x="16919" y="590369"/>
                  </a:lnTo>
                  <a:lnTo>
                    <a:pt x="16541" y="590079"/>
                  </a:lnTo>
                  <a:lnTo>
                    <a:pt x="16352" y="589886"/>
                  </a:lnTo>
                  <a:lnTo>
                    <a:pt x="13989" y="587856"/>
                  </a:lnTo>
                  <a:lnTo>
                    <a:pt x="13705" y="587566"/>
                  </a:lnTo>
                  <a:lnTo>
                    <a:pt x="11909" y="586116"/>
                  </a:lnTo>
                  <a:lnTo>
                    <a:pt x="11626" y="585729"/>
                  </a:lnTo>
                  <a:lnTo>
                    <a:pt x="9546" y="584086"/>
                  </a:lnTo>
                  <a:lnTo>
                    <a:pt x="7656" y="582443"/>
                  </a:lnTo>
                  <a:lnTo>
                    <a:pt x="7089" y="581960"/>
                  </a:lnTo>
                  <a:lnTo>
                    <a:pt x="6900" y="581863"/>
                  </a:lnTo>
                  <a:lnTo>
                    <a:pt x="6616" y="581573"/>
                  </a:lnTo>
                  <a:lnTo>
                    <a:pt x="4820" y="579833"/>
                  </a:lnTo>
                  <a:lnTo>
                    <a:pt x="4726" y="579543"/>
                  </a:lnTo>
                  <a:lnTo>
                    <a:pt x="4726" y="579060"/>
                  </a:lnTo>
                  <a:lnTo>
                    <a:pt x="4631" y="575967"/>
                  </a:lnTo>
                  <a:lnTo>
                    <a:pt x="4537" y="572584"/>
                  </a:lnTo>
                  <a:lnTo>
                    <a:pt x="4537" y="570361"/>
                  </a:lnTo>
                  <a:lnTo>
                    <a:pt x="4537" y="569878"/>
                  </a:lnTo>
                  <a:lnTo>
                    <a:pt x="4442" y="568235"/>
                  </a:lnTo>
                  <a:lnTo>
                    <a:pt x="4442" y="567075"/>
                  </a:lnTo>
                  <a:lnTo>
                    <a:pt x="4348" y="565142"/>
                  </a:lnTo>
                  <a:lnTo>
                    <a:pt x="4348" y="563209"/>
                  </a:lnTo>
                  <a:lnTo>
                    <a:pt x="4253" y="560986"/>
                  </a:lnTo>
                  <a:lnTo>
                    <a:pt x="4253" y="560599"/>
                  </a:lnTo>
                  <a:lnTo>
                    <a:pt x="4253" y="560406"/>
                  </a:lnTo>
                  <a:lnTo>
                    <a:pt x="4253" y="560019"/>
                  </a:lnTo>
                  <a:lnTo>
                    <a:pt x="4159" y="559246"/>
                  </a:lnTo>
                  <a:lnTo>
                    <a:pt x="4159" y="559053"/>
                  </a:lnTo>
                  <a:lnTo>
                    <a:pt x="4159" y="555380"/>
                  </a:lnTo>
                  <a:lnTo>
                    <a:pt x="4064" y="553640"/>
                  </a:lnTo>
                  <a:lnTo>
                    <a:pt x="3969" y="551707"/>
                  </a:lnTo>
                  <a:lnTo>
                    <a:pt x="3969" y="551127"/>
                  </a:lnTo>
                  <a:lnTo>
                    <a:pt x="3875" y="546681"/>
                  </a:lnTo>
                  <a:lnTo>
                    <a:pt x="3875" y="546294"/>
                  </a:lnTo>
                  <a:lnTo>
                    <a:pt x="3875" y="544941"/>
                  </a:lnTo>
                  <a:lnTo>
                    <a:pt x="3780" y="544264"/>
                  </a:lnTo>
                  <a:lnTo>
                    <a:pt x="3686" y="541171"/>
                  </a:lnTo>
                  <a:lnTo>
                    <a:pt x="3591" y="537112"/>
                  </a:lnTo>
                  <a:lnTo>
                    <a:pt x="3591" y="536339"/>
                  </a:lnTo>
                  <a:lnTo>
                    <a:pt x="3591" y="536145"/>
                  </a:lnTo>
                  <a:lnTo>
                    <a:pt x="3497" y="533632"/>
                  </a:lnTo>
                  <a:lnTo>
                    <a:pt x="3497" y="531892"/>
                  </a:lnTo>
                  <a:lnTo>
                    <a:pt x="3402" y="530346"/>
                  </a:lnTo>
                  <a:lnTo>
                    <a:pt x="3402" y="529186"/>
                  </a:lnTo>
                  <a:lnTo>
                    <a:pt x="3497" y="528606"/>
                  </a:lnTo>
                  <a:lnTo>
                    <a:pt x="4726" y="528606"/>
                  </a:lnTo>
                  <a:lnTo>
                    <a:pt x="6049" y="528606"/>
                  </a:lnTo>
                  <a:lnTo>
                    <a:pt x="9735" y="528510"/>
                  </a:lnTo>
                  <a:lnTo>
                    <a:pt x="9735" y="528123"/>
                  </a:lnTo>
                  <a:lnTo>
                    <a:pt x="9830" y="527156"/>
                  </a:lnTo>
                  <a:lnTo>
                    <a:pt x="9830" y="526866"/>
                  </a:lnTo>
                  <a:lnTo>
                    <a:pt x="9830" y="526576"/>
                  </a:lnTo>
                  <a:lnTo>
                    <a:pt x="9830" y="525900"/>
                  </a:lnTo>
                  <a:lnTo>
                    <a:pt x="9924" y="525610"/>
                  </a:lnTo>
                  <a:lnTo>
                    <a:pt x="10019" y="525320"/>
                  </a:lnTo>
                  <a:lnTo>
                    <a:pt x="10303" y="524933"/>
                  </a:lnTo>
                  <a:lnTo>
                    <a:pt x="11626" y="523677"/>
                  </a:lnTo>
                  <a:lnTo>
                    <a:pt x="11909" y="523967"/>
                  </a:lnTo>
                  <a:lnTo>
                    <a:pt x="13138" y="525030"/>
                  </a:lnTo>
                  <a:lnTo>
                    <a:pt x="15407" y="527156"/>
                  </a:lnTo>
                  <a:lnTo>
                    <a:pt x="15974" y="527640"/>
                  </a:lnTo>
                  <a:lnTo>
                    <a:pt x="17770" y="529186"/>
                  </a:lnTo>
                  <a:lnTo>
                    <a:pt x="18431" y="529766"/>
                  </a:lnTo>
                  <a:lnTo>
                    <a:pt x="20889" y="524257"/>
                  </a:lnTo>
                  <a:lnTo>
                    <a:pt x="20984" y="523967"/>
                  </a:lnTo>
                  <a:lnTo>
                    <a:pt x="22590" y="525513"/>
                  </a:lnTo>
                  <a:lnTo>
                    <a:pt x="22780" y="525707"/>
                  </a:lnTo>
                  <a:lnTo>
                    <a:pt x="23725" y="526383"/>
                  </a:lnTo>
                  <a:lnTo>
                    <a:pt x="25237" y="524353"/>
                  </a:lnTo>
                  <a:lnTo>
                    <a:pt x="26277" y="520681"/>
                  </a:lnTo>
                  <a:lnTo>
                    <a:pt x="26371" y="520391"/>
                  </a:lnTo>
                  <a:lnTo>
                    <a:pt x="26560" y="520101"/>
                  </a:lnTo>
                  <a:lnTo>
                    <a:pt x="27317" y="520197"/>
                  </a:lnTo>
                  <a:lnTo>
                    <a:pt x="28356" y="520294"/>
                  </a:lnTo>
                  <a:lnTo>
                    <a:pt x="29491" y="520391"/>
                  </a:lnTo>
                  <a:lnTo>
                    <a:pt x="30152" y="520487"/>
                  </a:lnTo>
                  <a:lnTo>
                    <a:pt x="30814" y="520487"/>
                  </a:lnTo>
                  <a:lnTo>
                    <a:pt x="34406" y="520584"/>
                  </a:lnTo>
                  <a:lnTo>
                    <a:pt x="34973" y="520584"/>
                  </a:lnTo>
                  <a:lnTo>
                    <a:pt x="35257" y="520584"/>
                  </a:lnTo>
                  <a:lnTo>
                    <a:pt x="37903" y="520391"/>
                  </a:lnTo>
                  <a:lnTo>
                    <a:pt x="40928" y="519714"/>
                  </a:lnTo>
                  <a:lnTo>
                    <a:pt x="41401" y="519521"/>
                  </a:lnTo>
                  <a:lnTo>
                    <a:pt x="41590" y="519521"/>
                  </a:lnTo>
                  <a:lnTo>
                    <a:pt x="43386" y="519037"/>
                  </a:lnTo>
                  <a:lnTo>
                    <a:pt x="43858" y="518844"/>
                  </a:lnTo>
                  <a:lnTo>
                    <a:pt x="45371" y="522034"/>
                  </a:lnTo>
                  <a:lnTo>
                    <a:pt x="46127" y="523773"/>
                  </a:lnTo>
                  <a:lnTo>
                    <a:pt x="46316" y="524063"/>
                  </a:lnTo>
                  <a:lnTo>
                    <a:pt x="47261" y="523773"/>
                  </a:lnTo>
                  <a:lnTo>
                    <a:pt x="47639" y="523677"/>
                  </a:lnTo>
                  <a:lnTo>
                    <a:pt x="48395" y="523484"/>
                  </a:lnTo>
                  <a:lnTo>
                    <a:pt x="49341" y="523194"/>
                  </a:lnTo>
                  <a:lnTo>
                    <a:pt x="49908" y="523000"/>
                  </a:lnTo>
                  <a:lnTo>
                    <a:pt x="50097" y="524933"/>
                  </a:lnTo>
                  <a:lnTo>
                    <a:pt x="50286" y="526190"/>
                  </a:lnTo>
                  <a:lnTo>
                    <a:pt x="50286" y="526576"/>
                  </a:lnTo>
                  <a:lnTo>
                    <a:pt x="50286" y="526770"/>
                  </a:lnTo>
                  <a:lnTo>
                    <a:pt x="50097" y="527833"/>
                  </a:lnTo>
                  <a:lnTo>
                    <a:pt x="49719" y="529573"/>
                  </a:lnTo>
                  <a:lnTo>
                    <a:pt x="49151" y="533052"/>
                  </a:lnTo>
                  <a:lnTo>
                    <a:pt x="49435" y="533536"/>
                  </a:lnTo>
                  <a:lnTo>
                    <a:pt x="49624" y="534019"/>
                  </a:lnTo>
                  <a:lnTo>
                    <a:pt x="50097" y="534985"/>
                  </a:lnTo>
                  <a:lnTo>
                    <a:pt x="50191" y="535275"/>
                  </a:lnTo>
                  <a:lnTo>
                    <a:pt x="50853" y="536532"/>
                  </a:lnTo>
                  <a:lnTo>
                    <a:pt x="50947" y="536725"/>
                  </a:lnTo>
                  <a:lnTo>
                    <a:pt x="51704" y="535855"/>
                  </a:lnTo>
                  <a:lnTo>
                    <a:pt x="53216" y="534309"/>
                  </a:lnTo>
                  <a:lnTo>
                    <a:pt x="53594" y="533826"/>
                  </a:lnTo>
                  <a:lnTo>
                    <a:pt x="54917" y="532376"/>
                  </a:lnTo>
                  <a:lnTo>
                    <a:pt x="55201" y="531313"/>
                  </a:lnTo>
                  <a:lnTo>
                    <a:pt x="55295" y="530829"/>
                  </a:lnTo>
                  <a:lnTo>
                    <a:pt x="55390" y="530539"/>
                  </a:lnTo>
                  <a:lnTo>
                    <a:pt x="55484" y="529959"/>
                  </a:lnTo>
                  <a:lnTo>
                    <a:pt x="55957" y="528026"/>
                  </a:lnTo>
                  <a:lnTo>
                    <a:pt x="58793" y="528703"/>
                  </a:lnTo>
                  <a:lnTo>
                    <a:pt x="59171" y="528800"/>
                  </a:lnTo>
                  <a:lnTo>
                    <a:pt x="59927" y="528993"/>
                  </a:lnTo>
                  <a:lnTo>
                    <a:pt x="61061" y="529186"/>
                  </a:lnTo>
                  <a:lnTo>
                    <a:pt x="61534" y="529283"/>
                  </a:lnTo>
                  <a:lnTo>
                    <a:pt x="61912" y="527446"/>
                  </a:lnTo>
                  <a:lnTo>
                    <a:pt x="62479" y="524547"/>
                  </a:lnTo>
                  <a:lnTo>
                    <a:pt x="66922" y="525320"/>
                  </a:lnTo>
                  <a:lnTo>
                    <a:pt x="69474" y="525127"/>
                  </a:lnTo>
                  <a:lnTo>
                    <a:pt x="73160" y="524740"/>
                  </a:lnTo>
                  <a:lnTo>
                    <a:pt x="74106" y="524643"/>
                  </a:lnTo>
                  <a:lnTo>
                    <a:pt x="74673" y="524643"/>
                  </a:lnTo>
                  <a:lnTo>
                    <a:pt x="75429" y="524547"/>
                  </a:lnTo>
                  <a:lnTo>
                    <a:pt x="75807" y="524547"/>
                  </a:lnTo>
                  <a:lnTo>
                    <a:pt x="76658" y="524450"/>
                  </a:lnTo>
                  <a:lnTo>
                    <a:pt x="82235" y="523967"/>
                  </a:lnTo>
                  <a:lnTo>
                    <a:pt x="84125" y="523677"/>
                  </a:lnTo>
                  <a:lnTo>
                    <a:pt x="84314" y="523677"/>
                  </a:lnTo>
                  <a:lnTo>
                    <a:pt x="83747" y="517974"/>
                  </a:lnTo>
                  <a:lnTo>
                    <a:pt x="83463" y="515268"/>
                  </a:lnTo>
                  <a:lnTo>
                    <a:pt x="83274" y="512658"/>
                  </a:lnTo>
                  <a:lnTo>
                    <a:pt x="82707" y="506955"/>
                  </a:lnTo>
                  <a:lnTo>
                    <a:pt x="82707" y="506762"/>
                  </a:lnTo>
                  <a:lnTo>
                    <a:pt x="82707" y="505989"/>
                  </a:lnTo>
                  <a:lnTo>
                    <a:pt x="82707" y="505796"/>
                  </a:lnTo>
                  <a:lnTo>
                    <a:pt x="83274" y="501736"/>
                  </a:lnTo>
                  <a:lnTo>
                    <a:pt x="83558" y="501833"/>
                  </a:lnTo>
                  <a:lnTo>
                    <a:pt x="83841" y="501833"/>
                  </a:lnTo>
                  <a:lnTo>
                    <a:pt x="84598" y="501929"/>
                  </a:lnTo>
                  <a:lnTo>
                    <a:pt x="86772" y="502219"/>
                  </a:lnTo>
                  <a:lnTo>
                    <a:pt x="87339" y="502316"/>
                  </a:lnTo>
                  <a:lnTo>
                    <a:pt x="88851" y="502509"/>
                  </a:lnTo>
                  <a:lnTo>
                    <a:pt x="89985" y="502703"/>
                  </a:lnTo>
                  <a:lnTo>
                    <a:pt x="98209" y="504056"/>
                  </a:lnTo>
                  <a:lnTo>
                    <a:pt x="100288" y="504346"/>
                  </a:lnTo>
                  <a:lnTo>
                    <a:pt x="101045" y="504442"/>
                  </a:lnTo>
                  <a:lnTo>
                    <a:pt x="101423" y="504539"/>
                  </a:lnTo>
                  <a:lnTo>
                    <a:pt x="102368" y="504636"/>
                  </a:lnTo>
                  <a:lnTo>
                    <a:pt x="103880" y="504926"/>
                  </a:lnTo>
                  <a:lnTo>
                    <a:pt x="105865" y="505216"/>
                  </a:lnTo>
                  <a:lnTo>
                    <a:pt x="109457" y="505796"/>
                  </a:lnTo>
                  <a:lnTo>
                    <a:pt x="111159" y="505989"/>
                  </a:lnTo>
                  <a:lnTo>
                    <a:pt x="111537" y="506086"/>
                  </a:lnTo>
                  <a:lnTo>
                    <a:pt x="114183" y="506472"/>
                  </a:lnTo>
                  <a:lnTo>
                    <a:pt x="116168" y="506859"/>
                  </a:lnTo>
                  <a:lnTo>
                    <a:pt x="119382" y="507342"/>
                  </a:lnTo>
                  <a:lnTo>
                    <a:pt x="120044" y="507439"/>
                  </a:lnTo>
                  <a:lnTo>
                    <a:pt x="120233" y="507439"/>
                  </a:lnTo>
                  <a:lnTo>
                    <a:pt x="120516" y="507535"/>
                  </a:lnTo>
                  <a:lnTo>
                    <a:pt x="120894" y="507535"/>
                  </a:lnTo>
                  <a:lnTo>
                    <a:pt x="123541" y="508019"/>
                  </a:lnTo>
                  <a:lnTo>
                    <a:pt x="123730" y="508019"/>
                  </a:lnTo>
                  <a:lnTo>
                    <a:pt x="124770" y="508212"/>
                  </a:lnTo>
                  <a:lnTo>
                    <a:pt x="125053" y="508212"/>
                  </a:lnTo>
                  <a:lnTo>
                    <a:pt x="126660" y="508502"/>
                  </a:lnTo>
                  <a:lnTo>
                    <a:pt x="127606" y="508599"/>
                  </a:lnTo>
                  <a:lnTo>
                    <a:pt x="129212" y="508889"/>
                  </a:lnTo>
                  <a:lnTo>
                    <a:pt x="130252" y="509082"/>
                  </a:lnTo>
                  <a:lnTo>
                    <a:pt x="133466" y="509662"/>
                  </a:lnTo>
                  <a:lnTo>
                    <a:pt x="136113" y="510048"/>
                  </a:lnTo>
                  <a:lnTo>
                    <a:pt x="136680" y="510145"/>
                  </a:lnTo>
                  <a:lnTo>
                    <a:pt x="137909" y="510338"/>
                  </a:lnTo>
                  <a:lnTo>
                    <a:pt x="138381" y="510435"/>
                  </a:lnTo>
                  <a:lnTo>
                    <a:pt x="139326" y="510628"/>
                  </a:lnTo>
                  <a:lnTo>
                    <a:pt x="140366" y="510822"/>
                  </a:lnTo>
                  <a:lnTo>
                    <a:pt x="141311" y="510918"/>
                  </a:lnTo>
                  <a:lnTo>
                    <a:pt x="143013" y="511305"/>
                  </a:lnTo>
                  <a:lnTo>
                    <a:pt x="143863" y="511402"/>
                  </a:lnTo>
                  <a:lnTo>
                    <a:pt x="144714" y="511595"/>
                  </a:lnTo>
                  <a:lnTo>
                    <a:pt x="148590" y="512078"/>
                  </a:lnTo>
                  <a:lnTo>
                    <a:pt x="150291" y="512368"/>
                  </a:lnTo>
                  <a:lnTo>
                    <a:pt x="152749" y="512755"/>
                  </a:lnTo>
                  <a:lnTo>
                    <a:pt x="154072" y="512948"/>
                  </a:lnTo>
                  <a:lnTo>
                    <a:pt x="154450" y="512948"/>
                  </a:lnTo>
                  <a:lnTo>
                    <a:pt x="157286" y="513431"/>
                  </a:lnTo>
                  <a:lnTo>
                    <a:pt x="157664" y="513431"/>
                  </a:lnTo>
                  <a:lnTo>
                    <a:pt x="158326" y="513528"/>
                  </a:lnTo>
                  <a:lnTo>
                    <a:pt x="158704" y="513528"/>
                  </a:lnTo>
                  <a:lnTo>
                    <a:pt x="158704" y="512948"/>
                  </a:lnTo>
                  <a:lnTo>
                    <a:pt x="158798" y="512465"/>
                  </a:lnTo>
                  <a:lnTo>
                    <a:pt x="158893" y="511885"/>
                  </a:lnTo>
                  <a:lnTo>
                    <a:pt x="159082" y="511402"/>
                  </a:lnTo>
                  <a:lnTo>
                    <a:pt x="159365" y="510822"/>
                  </a:lnTo>
                  <a:lnTo>
                    <a:pt x="159649" y="510435"/>
                  </a:lnTo>
                  <a:lnTo>
                    <a:pt x="160027" y="509952"/>
                  </a:lnTo>
                  <a:lnTo>
                    <a:pt x="160405" y="509565"/>
                  </a:lnTo>
                  <a:lnTo>
                    <a:pt x="160027" y="508985"/>
                  </a:lnTo>
                  <a:lnTo>
                    <a:pt x="158893" y="507245"/>
                  </a:lnTo>
                  <a:lnTo>
                    <a:pt x="157853" y="505506"/>
                  </a:lnTo>
                  <a:lnTo>
                    <a:pt x="157191" y="504539"/>
                  </a:lnTo>
                  <a:lnTo>
                    <a:pt x="154450" y="500673"/>
                  </a:lnTo>
                  <a:lnTo>
                    <a:pt x="151992" y="497193"/>
                  </a:lnTo>
                  <a:lnTo>
                    <a:pt x="146983" y="490041"/>
                  </a:lnTo>
                  <a:lnTo>
                    <a:pt x="147644" y="489558"/>
                  </a:lnTo>
                  <a:lnTo>
                    <a:pt x="147928" y="489268"/>
                  </a:lnTo>
                  <a:lnTo>
                    <a:pt x="148495" y="488881"/>
                  </a:lnTo>
                  <a:lnTo>
                    <a:pt x="149724" y="487818"/>
                  </a:lnTo>
                  <a:lnTo>
                    <a:pt x="150386" y="486465"/>
                  </a:lnTo>
                  <a:lnTo>
                    <a:pt x="150858" y="485111"/>
                  </a:lnTo>
                  <a:lnTo>
                    <a:pt x="151331" y="483565"/>
                  </a:lnTo>
                  <a:lnTo>
                    <a:pt x="151614" y="482308"/>
                  </a:lnTo>
                  <a:lnTo>
                    <a:pt x="151803" y="481342"/>
                  </a:lnTo>
                  <a:lnTo>
                    <a:pt x="152371" y="480279"/>
                  </a:lnTo>
                  <a:lnTo>
                    <a:pt x="152749" y="479699"/>
                  </a:lnTo>
                  <a:lnTo>
                    <a:pt x="153221" y="479119"/>
                  </a:lnTo>
                  <a:lnTo>
                    <a:pt x="153883" y="478442"/>
                  </a:lnTo>
                  <a:lnTo>
                    <a:pt x="154450" y="477862"/>
                  </a:lnTo>
                  <a:lnTo>
                    <a:pt x="155490" y="476992"/>
                  </a:lnTo>
                  <a:lnTo>
                    <a:pt x="156341" y="476316"/>
                  </a:lnTo>
                  <a:lnTo>
                    <a:pt x="157191" y="475639"/>
                  </a:lnTo>
                  <a:lnTo>
                    <a:pt x="158326" y="474673"/>
                  </a:lnTo>
                  <a:lnTo>
                    <a:pt x="158704" y="474383"/>
                  </a:lnTo>
                  <a:lnTo>
                    <a:pt x="160878" y="472643"/>
                  </a:lnTo>
                  <a:lnTo>
                    <a:pt x="161445" y="472256"/>
                  </a:lnTo>
                  <a:lnTo>
                    <a:pt x="163430" y="470806"/>
                  </a:lnTo>
                  <a:lnTo>
                    <a:pt x="164659" y="469743"/>
                  </a:lnTo>
                  <a:lnTo>
                    <a:pt x="165509" y="468777"/>
                  </a:lnTo>
                  <a:lnTo>
                    <a:pt x="165793" y="468390"/>
                  </a:lnTo>
                  <a:lnTo>
                    <a:pt x="166833" y="466844"/>
                  </a:lnTo>
                  <a:lnTo>
                    <a:pt x="167305" y="466167"/>
                  </a:lnTo>
                  <a:lnTo>
                    <a:pt x="167778" y="465394"/>
                  </a:lnTo>
                  <a:lnTo>
                    <a:pt x="169290" y="462881"/>
                  </a:lnTo>
                  <a:lnTo>
                    <a:pt x="169479" y="462494"/>
                  </a:lnTo>
                  <a:lnTo>
                    <a:pt x="170424" y="461528"/>
                  </a:lnTo>
                  <a:lnTo>
                    <a:pt x="171275" y="460658"/>
                  </a:lnTo>
                  <a:lnTo>
                    <a:pt x="172788" y="458338"/>
                  </a:lnTo>
                  <a:lnTo>
                    <a:pt x="173638" y="457178"/>
                  </a:lnTo>
                  <a:lnTo>
                    <a:pt x="173733" y="456985"/>
                  </a:lnTo>
                  <a:lnTo>
                    <a:pt x="174678" y="455632"/>
                  </a:lnTo>
                  <a:lnTo>
                    <a:pt x="175907" y="453699"/>
                  </a:lnTo>
                  <a:lnTo>
                    <a:pt x="177514" y="451282"/>
                  </a:lnTo>
                  <a:lnTo>
                    <a:pt x="177986" y="450509"/>
                  </a:lnTo>
                  <a:lnTo>
                    <a:pt x="179499" y="448286"/>
                  </a:lnTo>
                  <a:lnTo>
                    <a:pt x="179782" y="447803"/>
                  </a:lnTo>
                  <a:lnTo>
                    <a:pt x="181389" y="445193"/>
                  </a:lnTo>
                  <a:lnTo>
                    <a:pt x="182240" y="443936"/>
                  </a:lnTo>
                  <a:lnTo>
                    <a:pt x="182334" y="443646"/>
                  </a:lnTo>
                  <a:lnTo>
                    <a:pt x="183091" y="442680"/>
                  </a:lnTo>
                  <a:lnTo>
                    <a:pt x="183847" y="442197"/>
                  </a:lnTo>
                  <a:lnTo>
                    <a:pt x="184792" y="441520"/>
                  </a:lnTo>
                  <a:lnTo>
                    <a:pt x="185076" y="441520"/>
                  </a:lnTo>
                  <a:lnTo>
                    <a:pt x="189707" y="441617"/>
                  </a:lnTo>
                  <a:lnTo>
                    <a:pt x="189802" y="441037"/>
                  </a:lnTo>
                  <a:lnTo>
                    <a:pt x="190274" y="436107"/>
                  </a:lnTo>
                  <a:lnTo>
                    <a:pt x="190274" y="435624"/>
                  </a:lnTo>
                  <a:lnTo>
                    <a:pt x="190274" y="435334"/>
                  </a:lnTo>
                  <a:lnTo>
                    <a:pt x="190274" y="434368"/>
                  </a:lnTo>
                  <a:lnTo>
                    <a:pt x="190274" y="433111"/>
                  </a:lnTo>
                  <a:lnTo>
                    <a:pt x="190274" y="431275"/>
                  </a:lnTo>
                  <a:lnTo>
                    <a:pt x="190274" y="430791"/>
                  </a:lnTo>
                  <a:lnTo>
                    <a:pt x="190180" y="428085"/>
                  </a:lnTo>
                  <a:lnTo>
                    <a:pt x="190180" y="427505"/>
                  </a:lnTo>
                  <a:lnTo>
                    <a:pt x="190936" y="427408"/>
                  </a:lnTo>
                  <a:lnTo>
                    <a:pt x="191976" y="427312"/>
                  </a:lnTo>
                  <a:lnTo>
                    <a:pt x="192732" y="427215"/>
                  </a:lnTo>
                  <a:lnTo>
                    <a:pt x="193204" y="427215"/>
                  </a:lnTo>
                  <a:lnTo>
                    <a:pt x="196702" y="426828"/>
                  </a:lnTo>
                  <a:lnTo>
                    <a:pt x="197647" y="423929"/>
                  </a:lnTo>
                  <a:lnTo>
                    <a:pt x="198025" y="422479"/>
                  </a:lnTo>
                  <a:lnTo>
                    <a:pt x="198214" y="422092"/>
                  </a:lnTo>
                  <a:lnTo>
                    <a:pt x="201050" y="414070"/>
                  </a:lnTo>
                  <a:lnTo>
                    <a:pt x="201806" y="411847"/>
                  </a:lnTo>
                  <a:lnTo>
                    <a:pt x="202184" y="410977"/>
                  </a:lnTo>
                  <a:lnTo>
                    <a:pt x="202279" y="410687"/>
                  </a:lnTo>
                  <a:lnTo>
                    <a:pt x="203791" y="407014"/>
                  </a:lnTo>
                  <a:lnTo>
                    <a:pt x="205682" y="402471"/>
                  </a:lnTo>
                  <a:lnTo>
                    <a:pt x="205965" y="401795"/>
                  </a:lnTo>
                  <a:lnTo>
                    <a:pt x="209273" y="394739"/>
                  </a:lnTo>
                  <a:lnTo>
                    <a:pt x="210786" y="391743"/>
                  </a:lnTo>
                  <a:lnTo>
                    <a:pt x="211826" y="389906"/>
                  </a:lnTo>
                  <a:lnTo>
                    <a:pt x="212865" y="388360"/>
                  </a:lnTo>
                  <a:lnTo>
                    <a:pt x="213621" y="387200"/>
                  </a:lnTo>
                  <a:lnTo>
                    <a:pt x="213811" y="387007"/>
                  </a:lnTo>
                  <a:lnTo>
                    <a:pt x="213905" y="386717"/>
                  </a:lnTo>
                  <a:lnTo>
                    <a:pt x="215985" y="382754"/>
                  </a:lnTo>
                  <a:lnTo>
                    <a:pt x="216741" y="383140"/>
                  </a:lnTo>
                  <a:lnTo>
                    <a:pt x="217119" y="382367"/>
                  </a:lnTo>
                  <a:lnTo>
                    <a:pt x="217591" y="381401"/>
                  </a:lnTo>
                  <a:lnTo>
                    <a:pt x="218915" y="378694"/>
                  </a:lnTo>
                  <a:lnTo>
                    <a:pt x="220049" y="376471"/>
                  </a:lnTo>
                  <a:lnTo>
                    <a:pt x="220522" y="375408"/>
                  </a:lnTo>
                  <a:lnTo>
                    <a:pt x="221467" y="373571"/>
                  </a:lnTo>
                  <a:lnTo>
                    <a:pt x="223452" y="369415"/>
                  </a:lnTo>
                  <a:lnTo>
                    <a:pt x="224681" y="366999"/>
                  </a:lnTo>
                  <a:lnTo>
                    <a:pt x="224964" y="366516"/>
                  </a:lnTo>
                  <a:lnTo>
                    <a:pt x="225720" y="364969"/>
                  </a:lnTo>
                  <a:lnTo>
                    <a:pt x="228178" y="360136"/>
                  </a:lnTo>
                  <a:lnTo>
                    <a:pt x="228273" y="359750"/>
                  </a:lnTo>
                  <a:lnTo>
                    <a:pt x="228462" y="359363"/>
                  </a:lnTo>
                  <a:lnTo>
                    <a:pt x="229879" y="356753"/>
                  </a:lnTo>
                  <a:lnTo>
                    <a:pt x="230258" y="355980"/>
                  </a:lnTo>
                  <a:lnTo>
                    <a:pt x="230825" y="354820"/>
                  </a:lnTo>
                  <a:lnTo>
                    <a:pt x="231864" y="352984"/>
                  </a:lnTo>
                  <a:lnTo>
                    <a:pt x="232148" y="352597"/>
                  </a:lnTo>
                  <a:lnTo>
                    <a:pt x="233093" y="351341"/>
                  </a:lnTo>
                  <a:lnTo>
                    <a:pt x="233188" y="351147"/>
                  </a:lnTo>
                  <a:lnTo>
                    <a:pt x="233755" y="350664"/>
                  </a:lnTo>
                  <a:lnTo>
                    <a:pt x="234322" y="350084"/>
                  </a:lnTo>
                  <a:lnTo>
                    <a:pt x="234795" y="349698"/>
                  </a:lnTo>
                  <a:lnTo>
                    <a:pt x="235645" y="349311"/>
                  </a:lnTo>
                  <a:lnTo>
                    <a:pt x="236212" y="349118"/>
                  </a:lnTo>
                  <a:lnTo>
                    <a:pt x="234417" y="345928"/>
                  </a:lnTo>
                  <a:lnTo>
                    <a:pt x="233566" y="344962"/>
                  </a:lnTo>
                  <a:lnTo>
                    <a:pt x="233755" y="344768"/>
                  </a:lnTo>
                  <a:lnTo>
                    <a:pt x="234133" y="343995"/>
                  </a:lnTo>
                  <a:lnTo>
                    <a:pt x="234322" y="343608"/>
                  </a:lnTo>
                  <a:lnTo>
                    <a:pt x="235834" y="343415"/>
                  </a:lnTo>
                  <a:lnTo>
                    <a:pt x="241600" y="343028"/>
                  </a:lnTo>
                  <a:lnTo>
                    <a:pt x="268256" y="341192"/>
                  </a:lnTo>
                  <a:lnTo>
                    <a:pt x="272982" y="340805"/>
                  </a:lnTo>
                  <a:lnTo>
                    <a:pt x="275818" y="340612"/>
                  </a:lnTo>
                  <a:lnTo>
                    <a:pt x="283758" y="340032"/>
                  </a:lnTo>
                  <a:lnTo>
                    <a:pt x="291886" y="339452"/>
                  </a:lnTo>
                  <a:lnTo>
                    <a:pt x="297936" y="338969"/>
                  </a:lnTo>
                  <a:lnTo>
                    <a:pt x="299354" y="338872"/>
                  </a:lnTo>
                  <a:lnTo>
                    <a:pt x="299543" y="338872"/>
                  </a:lnTo>
                  <a:lnTo>
                    <a:pt x="310980" y="338099"/>
                  </a:lnTo>
                  <a:lnTo>
                    <a:pt x="319960" y="337422"/>
                  </a:lnTo>
                  <a:lnTo>
                    <a:pt x="322417" y="337326"/>
                  </a:lnTo>
                  <a:lnTo>
                    <a:pt x="325348" y="337036"/>
                  </a:lnTo>
                  <a:lnTo>
                    <a:pt x="334800" y="336359"/>
                  </a:lnTo>
                  <a:lnTo>
                    <a:pt x="344158" y="335683"/>
                  </a:lnTo>
                  <a:lnTo>
                    <a:pt x="349167" y="335296"/>
                  </a:lnTo>
                  <a:lnTo>
                    <a:pt x="352948" y="335006"/>
                  </a:lnTo>
                  <a:lnTo>
                    <a:pt x="371380" y="333750"/>
                  </a:lnTo>
                  <a:lnTo>
                    <a:pt x="375067" y="333556"/>
                  </a:lnTo>
                  <a:lnTo>
                    <a:pt x="378470" y="333266"/>
                  </a:lnTo>
                  <a:lnTo>
                    <a:pt x="378942" y="333266"/>
                  </a:lnTo>
                  <a:lnTo>
                    <a:pt x="379320" y="333170"/>
                  </a:lnTo>
                  <a:lnTo>
                    <a:pt x="378942" y="330463"/>
                  </a:lnTo>
                  <a:lnTo>
                    <a:pt x="378375" y="326404"/>
                  </a:lnTo>
                  <a:lnTo>
                    <a:pt x="377335" y="318768"/>
                  </a:lnTo>
                  <a:lnTo>
                    <a:pt x="377052" y="316642"/>
                  </a:lnTo>
                  <a:lnTo>
                    <a:pt x="376579" y="313452"/>
                  </a:lnTo>
                  <a:lnTo>
                    <a:pt x="375350" y="304656"/>
                  </a:lnTo>
                  <a:lnTo>
                    <a:pt x="373932" y="294411"/>
                  </a:lnTo>
                  <a:lnTo>
                    <a:pt x="373460" y="291608"/>
                  </a:lnTo>
                  <a:lnTo>
                    <a:pt x="372042" y="280686"/>
                  </a:lnTo>
                  <a:lnTo>
                    <a:pt x="372137" y="279913"/>
                  </a:lnTo>
                  <a:lnTo>
                    <a:pt x="370813" y="270247"/>
                  </a:lnTo>
                  <a:lnTo>
                    <a:pt x="370719" y="269764"/>
                  </a:lnTo>
                  <a:lnTo>
                    <a:pt x="370624" y="268991"/>
                  </a:lnTo>
                  <a:lnTo>
                    <a:pt x="370246" y="267058"/>
                  </a:lnTo>
                  <a:lnTo>
                    <a:pt x="370246" y="266671"/>
                  </a:lnTo>
                  <a:lnTo>
                    <a:pt x="369584" y="261838"/>
                  </a:lnTo>
                  <a:lnTo>
                    <a:pt x="369017" y="257585"/>
                  </a:lnTo>
                  <a:lnTo>
                    <a:pt x="367410" y="245793"/>
                  </a:lnTo>
                  <a:lnTo>
                    <a:pt x="364669" y="225109"/>
                  </a:lnTo>
                  <a:lnTo>
                    <a:pt x="364575" y="224143"/>
                  </a:lnTo>
                  <a:lnTo>
                    <a:pt x="364480" y="223659"/>
                  </a:lnTo>
                  <a:lnTo>
                    <a:pt x="364386" y="223369"/>
                  </a:lnTo>
                  <a:lnTo>
                    <a:pt x="363913" y="219407"/>
                  </a:lnTo>
                  <a:lnTo>
                    <a:pt x="363724" y="218440"/>
                  </a:lnTo>
                  <a:lnTo>
                    <a:pt x="363346" y="216797"/>
                  </a:lnTo>
                  <a:lnTo>
                    <a:pt x="362779" y="213221"/>
                  </a:lnTo>
                  <a:lnTo>
                    <a:pt x="361928" y="206455"/>
                  </a:lnTo>
                  <a:lnTo>
                    <a:pt x="361455" y="202492"/>
                  </a:lnTo>
                  <a:lnTo>
                    <a:pt x="361077" y="200076"/>
                  </a:lnTo>
                  <a:lnTo>
                    <a:pt x="360605" y="196016"/>
                  </a:lnTo>
                  <a:lnTo>
                    <a:pt x="360132" y="192923"/>
                  </a:lnTo>
                  <a:lnTo>
                    <a:pt x="358525" y="181228"/>
                  </a:lnTo>
                  <a:lnTo>
                    <a:pt x="358242" y="179005"/>
                  </a:lnTo>
                  <a:lnTo>
                    <a:pt x="356446" y="166053"/>
                  </a:lnTo>
                  <a:lnTo>
                    <a:pt x="356162" y="163637"/>
                  </a:lnTo>
                  <a:lnTo>
                    <a:pt x="355879" y="161993"/>
                  </a:lnTo>
                  <a:lnTo>
                    <a:pt x="353515" y="144306"/>
                  </a:lnTo>
                  <a:lnTo>
                    <a:pt x="352759" y="138796"/>
                  </a:lnTo>
                  <a:lnTo>
                    <a:pt x="351814" y="131547"/>
                  </a:lnTo>
                  <a:lnTo>
                    <a:pt x="351625" y="129711"/>
                  </a:lnTo>
                  <a:lnTo>
                    <a:pt x="351530" y="129131"/>
                  </a:lnTo>
                  <a:lnTo>
                    <a:pt x="351341" y="128068"/>
                  </a:lnTo>
                  <a:lnTo>
                    <a:pt x="351247" y="127874"/>
                  </a:lnTo>
                  <a:lnTo>
                    <a:pt x="350585" y="124685"/>
                  </a:lnTo>
                  <a:lnTo>
                    <a:pt x="350396" y="124105"/>
                  </a:lnTo>
                  <a:lnTo>
                    <a:pt x="349829" y="122075"/>
                  </a:lnTo>
                  <a:lnTo>
                    <a:pt x="349546" y="121205"/>
                  </a:lnTo>
                  <a:lnTo>
                    <a:pt x="348884" y="119272"/>
                  </a:lnTo>
                  <a:lnTo>
                    <a:pt x="347561" y="114826"/>
                  </a:lnTo>
                  <a:lnTo>
                    <a:pt x="346521" y="112119"/>
                  </a:lnTo>
                  <a:lnTo>
                    <a:pt x="345954" y="110670"/>
                  </a:lnTo>
                  <a:lnTo>
                    <a:pt x="345103" y="108447"/>
                  </a:lnTo>
                  <a:lnTo>
                    <a:pt x="344914" y="107867"/>
                  </a:lnTo>
                  <a:lnTo>
                    <a:pt x="344536" y="106997"/>
                  </a:lnTo>
                  <a:lnTo>
                    <a:pt x="343307" y="103517"/>
                  </a:lnTo>
                  <a:lnTo>
                    <a:pt x="342645" y="101874"/>
                  </a:lnTo>
                  <a:lnTo>
                    <a:pt x="342173" y="100617"/>
                  </a:lnTo>
                  <a:lnTo>
                    <a:pt x="341795" y="99264"/>
                  </a:lnTo>
                  <a:lnTo>
                    <a:pt x="341795" y="98878"/>
                  </a:lnTo>
                  <a:lnTo>
                    <a:pt x="341511" y="97235"/>
                  </a:lnTo>
                  <a:lnTo>
                    <a:pt x="341417" y="96268"/>
                  </a:lnTo>
                  <a:lnTo>
                    <a:pt x="341511" y="94721"/>
                  </a:lnTo>
                  <a:lnTo>
                    <a:pt x="341700" y="92788"/>
                  </a:lnTo>
                  <a:lnTo>
                    <a:pt x="341795" y="92498"/>
                  </a:lnTo>
                  <a:lnTo>
                    <a:pt x="342267" y="90759"/>
                  </a:lnTo>
                  <a:lnTo>
                    <a:pt x="342456" y="90275"/>
                  </a:lnTo>
                  <a:lnTo>
                    <a:pt x="342551" y="90082"/>
                  </a:lnTo>
                  <a:lnTo>
                    <a:pt x="342740" y="89599"/>
                  </a:lnTo>
                  <a:lnTo>
                    <a:pt x="342929" y="89115"/>
                  </a:lnTo>
                  <a:lnTo>
                    <a:pt x="343307" y="88439"/>
                  </a:lnTo>
                  <a:lnTo>
                    <a:pt x="343591" y="87859"/>
                  </a:lnTo>
                  <a:lnTo>
                    <a:pt x="344536" y="86409"/>
                  </a:lnTo>
                  <a:lnTo>
                    <a:pt x="345859" y="84863"/>
                  </a:lnTo>
                  <a:lnTo>
                    <a:pt x="349073" y="81383"/>
                  </a:lnTo>
                  <a:lnTo>
                    <a:pt x="350774" y="79643"/>
                  </a:lnTo>
                  <a:lnTo>
                    <a:pt x="351720" y="78870"/>
                  </a:lnTo>
                  <a:lnTo>
                    <a:pt x="352098" y="78483"/>
                  </a:lnTo>
                  <a:lnTo>
                    <a:pt x="354555" y="76067"/>
                  </a:lnTo>
                  <a:lnTo>
                    <a:pt x="355406" y="75197"/>
                  </a:lnTo>
                  <a:lnTo>
                    <a:pt x="357580" y="73071"/>
                  </a:lnTo>
                  <a:lnTo>
                    <a:pt x="358336" y="72298"/>
                  </a:lnTo>
                  <a:lnTo>
                    <a:pt x="361928" y="68721"/>
                  </a:lnTo>
                  <a:lnTo>
                    <a:pt x="365709" y="65145"/>
                  </a:lnTo>
                  <a:lnTo>
                    <a:pt x="367221" y="63695"/>
                  </a:lnTo>
                  <a:lnTo>
                    <a:pt x="367694" y="63212"/>
                  </a:lnTo>
                  <a:lnTo>
                    <a:pt x="367977" y="63019"/>
                  </a:lnTo>
                  <a:lnTo>
                    <a:pt x="370719" y="60216"/>
                  </a:lnTo>
                  <a:lnTo>
                    <a:pt x="372609" y="58476"/>
                  </a:lnTo>
                  <a:lnTo>
                    <a:pt x="373082" y="58089"/>
                  </a:lnTo>
                  <a:lnTo>
                    <a:pt x="377335" y="54030"/>
                  </a:lnTo>
                  <a:lnTo>
                    <a:pt x="381211" y="50260"/>
                  </a:lnTo>
                  <a:lnTo>
                    <a:pt x="382629" y="48907"/>
                  </a:lnTo>
                  <a:lnTo>
                    <a:pt x="384424" y="46877"/>
                  </a:lnTo>
                  <a:lnTo>
                    <a:pt x="386882" y="44171"/>
                  </a:lnTo>
                  <a:lnTo>
                    <a:pt x="389718" y="40691"/>
                  </a:lnTo>
                  <a:lnTo>
                    <a:pt x="392459" y="36922"/>
                  </a:lnTo>
                  <a:lnTo>
                    <a:pt x="394633" y="33346"/>
                  </a:lnTo>
                  <a:lnTo>
                    <a:pt x="396429" y="30349"/>
                  </a:lnTo>
                  <a:lnTo>
                    <a:pt x="398603" y="26773"/>
                  </a:lnTo>
                  <a:lnTo>
                    <a:pt x="399737" y="24743"/>
                  </a:lnTo>
                  <a:lnTo>
                    <a:pt x="408433" y="28416"/>
                  </a:lnTo>
                  <a:lnTo>
                    <a:pt x="410796" y="29189"/>
                  </a:lnTo>
                  <a:lnTo>
                    <a:pt x="411742" y="29576"/>
                  </a:lnTo>
                  <a:lnTo>
                    <a:pt x="411080" y="26870"/>
                  </a:lnTo>
                  <a:lnTo>
                    <a:pt x="411175" y="24357"/>
                  </a:lnTo>
                  <a:lnTo>
                    <a:pt x="411553" y="22423"/>
                  </a:lnTo>
                  <a:lnTo>
                    <a:pt x="412498" y="19524"/>
                  </a:lnTo>
                  <a:lnTo>
                    <a:pt x="413632" y="17881"/>
                  </a:lnTo>
                  <a:lnTo>
                    <a:pt x="414577" y="17107"/>
                  </a:lnTo>
                  <a:lnTo>
                    <a:pt x="415901" y="15851"/>
                  </a:lnTo>
                  <a:lnTo>
                    <a:pt x="418925" y="25033"/>
                  </a:lnTo>
                  <a:lnTo>
                    <a:pt x="419303" y="26676"/>
                  </a:lnTo>
                  <a:lnTo>
                    <a:pt x="420721" y="31799"/>
                  </a:lnTo>
                  <a:lnTo>
                    <a:pt x="420816" y="31992"/>
                  </a:lnTo>
                  <a:lnTo>
                    <a:pt x="421099" y="33635"/>
                  </a:lnTo>
                  <a:lnTo>
                    <a:pt x="421099" y="34022"/>
                  </a:lnTo>
                  <a:lnTo>
                    <a:pt x="421478" y="37018"/>
                  </a:lnTo>
                  <a:lnTo>
                    <a:pt x="421478" y="37212"/>
                  </a:lnTo>
                  <a:lnTo>
                    <a:pt x="421099" y="41658"/>
                  </a:lnTo>
                  <a:lnTo>
                    <a:pt x="420816" y="49970"/>
                  </a:lnTo>
                  <a:lnTo>
                    <a:pt x="420627" y="53643"/>
                  </a:lnTo>
                  <a:lnTo>
                    <a:pt x="420532" y="56446"/>
                  </a:lnTo>
                  <a:lnTo>
                    <a:pt x="420721" y="58476"/>
                  </a:lnTo>
                  <a:lnTo>
                    <a:pt x="420910" y="60022"/>
                  </a:lnTo>
                  <a:lnTo>
                    <a:pt x="421005" y="60216"/>
                  </a:lnTo>
                  <a:lnTo>
                    <a:pt x="421099" y="60506"/>
                  </a:lnTo>
                  <a:lnTo>
                    <a:pt x="421478" y="60796"/>
                  </a:lnTo>
                  <a:lnTo>
                    <a:pt x="421856" y="61859"/>
                  </a:lnTo>
                  <a:lnTo>
                    <a:pt x="422706" y="63695"/>
                  </a:lnTo>
                  <a:lnTo>
                    <a:pt x="423084" y="64758"/>
                  </a:lnTo>
                  <a:lnTo>
                    <a:pt x="423935" y="66112"/>
                  </a:lnTo>
                  <a:lnTo>
                    <a:pt x="424786" y="67561"/>
                  </a:lnTo>
                  <a:lnTo>
                    <a:pt x="425542" y="68721"/>
                  </a:lnTo>
                  <a:lnTo>
                    <a:pt x="426393" y="69978"/>
                  </a:lnTo>
                  <a:lnTo>
                    <a:pt x="427527" y="71718"/>
                  </a:lnTo>
                  <a:lnTo>
                    <a:pt x="428189" y="72877"/>
                  </a:lnTo>
                  <a:lnTo>
                    <a:pt x="428661" y="73747"/>
                  </a:lnTo>
                  <a:lnTo>
                    <a:pt x="428850" y="75004"/>
                  </a:lnTo>
                  <a:lnTo>
                    <a:pt x="429417" y="78193"/>
                  </a:lnTo>
                  <a:lnTo>
                    <a:pt x="429701" y="78193"/>
                  </a:lnTo>
                  <a:lnTo>
                    <a:pt x="430363" y="78097"/>
                  </a:lnTo>
                  <a:lnTo>
                    <a:pt x="431024" y="78000"/>
                  </a:lnTo>
                  <a:lnTo>
                    <a:pt x="431781" y="77904"/>
                  </a:lnTo>
                  <a:lnTo>
                    <a:pt x="432159" y="77807"/>
                  </a:lnTo>
                  <a:lnTo>
                    <a:pt x="432348" y="77807"/>
                  </a:lnTo>
                  <a:lnTo>
                    <a:pt x="434805" y="77420"/>
                  </a:lnTo>
                  <a:lnTo>
                    <a:pt x="436223" y="77130"/>
                  </a:lnTo>
                  <a:lnTo>
                    <a:pt x="438492" y="76840"/>
                  </a:lnTo>
                  <a:lnTo>
                    <a:pt x="438681" y="76744"/>
                  </a:lnTo>
                  <a:lnTo>
                    <a:pt x="444919" y="75970"/>
                  </a:lnTo>
                  <a:lnTo>
                    <a:pt x="445203" y="75874"/>
                  </a:lnTo>
                  <a:lnTo>
                    <a:pt x="445864" y="75777"/>
                  </a:lnTo>
                  <a:lnTo>
                    <a:pt x="446243" y="75680"/>
                  </a:lnTo>
                  <a:lnTo>
                    <a:pt x="447188" y="75584"/>
                  </a:lnTo>
                  <a:lnTo>
                    <a:pt x="450874" y="75197"/>
                  </a:lnTo>
                  <a:lnTo>
                    <a:pt x="451158" y="75197"/>
                  </a:lnTo>
                  <a:lnTo>
                    <a:pt x="451819" y="75101"/>
                  </a:lnTo>
                  <a:lnTo>
                    <a:pt x="452292" y="75101"/>
                  </a:lnTo>
                  <a:lnTo>
                    <a:pt x="452765" y="75101"/>
                  </a:lnTo>
                  <a:lnTo>
                    <a:pt x="453143" y="75101"/>
                  </a:lnTo>
                  <a:lnTo>
                    <a:pt x="453426" y="75487"/>
                  </a:lnTo>
                  <a:lnTo>
                    <a:pt x="453804" y="75874"/>
                  </a:lnTo>
                  <a:lnTo>
                    <a:pt x="454182" y="76260"/>
                  </a:lnTo>
                  <a:lnTo>
                    <a:pt x="454561" y="76550"/>
                  </a:lnTo>
                  <a:lnTo>
                    <a:pt x="455033" y="76840"/>
                  </a:lnTo>
                  <a:lnTo>
                    <a:pt x="455506" y="77034"/>
                  </a:lnTo>
                  <a:lnTo>
                    <a:pt x="455978" y="77130"/>
                  </a:lnTo>
                  <a:lnTo>
                    <a:pt x="456546" y="77227"/>
                  </a:lnTo>
                  <a:lnTo>
                    <a:pt x="457018" y="77227"/>
                  </a:lnTo>
                  <a:lnTo>
                    <a:pt x="457491" y="77227"/>
                  </a:lnTo>
                  <a:lnTo>
                    <a:pt x="458058" y="77130"/>
                  </a:lnTo>
                  <a:lnTo>
                    <a:pt x="458531" y="76937"/>
                  </a:lnTo>
                  <a:lnTo>
                    <a:pt x="459003" y="76744"/>
                  </a:lnTo>
                  <a:lnTo>
                    <a:pt x="459476" y="76454"/>
                  </a:lnTo>
                  <a:lnTo>
                    <a:pt x="459948" y="76067"/>
                  </a:lnTo>
                  <a:lnTo>
                    <a:pt x="460326" y="75680"/>
                  </a:lnTo>
                  <a:lnTo>
                    <a:pt x="460610" y="75294"/>
                  </a:lnTo>
                  <a:lnTo>
                    <a:pt x="460894" y="74907"/>
                  </a:lnTo>
                  <a:lnTo>
                    <a:pt x="461083" y="74521"/>
                  </a:lnTo>
                  <a:lnTo>
                    <a:pt x="461177" y="74134"/>
                  </a:lnTo>
                  <a:lnTo>
                    <a:pt x="461272" y="73651"/>
                  </a:lnTo>
                  <a:lnTo>
                    <a:pt x="461650" y="72781"/>
                  </a:lnTo>
                  <a:lnTo>
                    <a:pt x="461744" y="72587"/>
                  </a:lnTo>
                  <a:lnTo>
                    <a:pt x="461933" y="72104"/>
                  </a:lnTo>
                  <a:lnTo>
                    <a:pt x="462690" y="70074"/>
                  </a:lnTo>
                  <a:lnTo>
                    <a:pt x="463068" y="68915"/>
                  </a:lnTo>
                  <a:lnTo>
                    <a:pt x="464107" y="68238"/>
                  </a:lnTo>
                  <a:lnTo>
                    <a:pt x="470913" y="63695"/>
                  </a:lnTo>
                  <a:lnTo>
                    <a:pt x="475734" y="60312"/>
                  </a:lnTo>
                  <a:lnTo>
                    <a:pt x="477530" y="59056"/>
                  </a:lnTo>
                  <a:lnTo>
                    <a:pt x="478475" y="58476"/>
                  </a:lnTo>
                  <a:lnTo>
                    <a:pt x="478664" y="58283"/>
                  </a:lnTo>
                  <a:lnTo>
                    <a:pt x="479042" y="57896"/>
                  </a:lnTo>
                  <a:lnTo>
                    <a:pt x="480460" y="56833"/>
                  </a:lnTo>
                  <a:lnTo>
                    <a:pt x="481500" y="55866"/>
                  </a:lnTo>
                  <a:lnTo>
                    <a:pt x="482917" y="54416"/>
                  </a:lnTo>
                  <a:lnTo>
                    <a:pt x="483107" y="54320"/>
                  </a:lnTo>
                  <a:lnTo>
                    <a:pt x="483201" y="54126"/>
                  </a:lnTo>
                  <a:lnTo>
                    <a:pt x="485186" y="52097"/>
                  </a:lnTo>
                  <a:lnTo>
                    <a:pt x="486887" y="49584"/>
                  </a:lnTo>
                  <a:lnTo>
                    <a:pt x="487455" y="48907"/>
                  </a:lnTo>
                  <a:lnTo>
                    <a:pt x="487833" y="48230"/>
                  </a:lnTo>
                  <a:lnTo>
                    <a:pt x="490007" y="44751"/>
                  </a:lnTo>
                  <a:lnTo>
                    <a:pt x="491897" y="41658"/>
                  </a:lnTo>
                  <a:lnTo>
                    <a:pt x="494071" y="38082"/>
                  </a:lnTo>
                  <a:lnTo>
                    <a:pt x="494449" y="37502"/>
                  </a:lnTo>
                  <a:lnTo>
                    <a:pt x="494733" y="37018"/>
                  </a:lnTo>
                  <a:lnTo>
                    <a:pt x="495111" y="36438"/>
                  </a:lnTo>
                  <a:lnTo>
                    <a:pt x="495584" y="35665"/>
                  </a:lnTo>
                  <a:lnTo>
                    <a:pt x="496434" y="34409"/>
                  </a:lnTo>
                  <a:lnTo>
                    <a:pt x="497001" y="33539"/>
                  </a:lnTo>
                  <a:lnTo>
                    <a:pt x="498892" y="30832"/>
                  </a:lnTo>
                  <a:lnTo>
                    <a:pt x="499743" y="29673"/>
                  </a:lnTo>
                  <a:lnTo>
                    <a:pt x="501349" y="27643"/>
                  </a:lnTo>
                  <a:lnTo>
                    <a:pt x="503051" y="25710"/>
                  </a:lnTo>
                  <a:lnTo>
                    <a:pt x="504752" y="23777"/>
                  </a:lnTo>
                  <a:lnTo>
                    <a:pt x="506548" y="21940"/>
                  </a:lnTo>
                  <a:lnTo>
                    <a:pt x="508344" y="20104"/>
                  </a:lnTo>
                  <a:lnTo>
                    <a:pt x="510235" y="18267"/>
                  </a:lnTo>
                  <a:lnTo>
                    <a:pt x="512125" y="16528"/>
                  </a:lnTo>
                  <a:lnTo>
                    <a:pt x="514110" y="14884"/>
                  </a:lnTo>
                  <a:lnTo>
                    <a:pt x="516095" y="13241"/>
                  </a:lnTo>
                  <a:lnTo>
                    <a:pt x="518175" y="11695"/>
                  </a:lnTo>
                  <a:lnTo>
                    <a:pt x="519214" y="10922"/>
                  </a:lnTo>
                  <a:lnTo>
                    <a:pt x="520254" y="10148"/>
                  </a:lnTo>
                  <a:lnTo>
                    <a:pt x="522334" y="8698"/>
                  </a:lnTo>
                  <a:lnTo>
                    <a:pt x="524508" y="7345"/>
                  </a:lnTo>
                  <a:lnTo>
                    <a:pt x="525831" y="6669"/>
                  </a:lnTo>
                  <a:lnTo>
                    <a:pt x="529801" y="4929"/>
                  </a:lnTo>
                  <a:lnTo>
                    <a:pt x="531124" y="4349"/>
                  </a:lnTo>
                  <a:lnTo>
                    <a:pt x="531786" y="4059"/>
                  </a:lnTo>
                  <a:lnTo>
                    <a:pt x="533676" y="3382"/>
                  </a:lnTo>
                  <a:lnTo>
                    <a:pt x="535567" y="2802"/>
                  </a:lnTo>
                  <a:lnTo>
                    <a:pt x="537174" y="2319"/>
                  </a:lnTo>
                  <a:lnTo>
                    <a:pt x="542372" y="1063"/>
                  </a:lnTo>
                  <a:lnTo>
                    <a:pt x="543318" y="966"/>
                  </a:lnTo>
                  <a:lnTo>
                    <a:pt x="545303" y="579"/>
                  </a:lnTo>
                  <a:lnTo>
                    <a:pt x="547288" y="386"/>
                  </a:lnTo>
                  <a:lnTo>
                    <a:pt x="549273" y="193"/>
                  </a:lnTo>
                  <a:lnTo>
                    <a:pt x="551258" y="96"/>
                  </a:lnTo>
                  <a:lnTo>
                    <a:pt x="553243" y="0"/>
                  </a:lnTo>
                  <a:lnTo>
                    <a:pt x="55551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025642" y="4217345"/>
              <a:ext cx="321378" cy="236901"/>
            </a:xfrm>
            <a:custGeom>
              <a:avLst/>
              <a:pathLst>
                <a:path w="321378" h="236901">
                  <a:moveTo>
                    <a:pt x="93955" y="2029"/>
                  </a:moveTo>
                  <a:lnTo>
                    <a:pt x="94901" y="2126"/>
                  </a:lnTo>
                  <a:lnTo>
                    <a:pt x="95657" y="2319"/>
                  </a:lnTo>
                  <a:lnTo>
                    <a:pt x="101895" y="3286"/>
                  </a:lnTo>
                  <a:lnTo>
                    <a:pt x="103313" y="3576"/>
                  </a:lnTo>
                  <a:lnTo>
                    <a:pt x="103219" y="4156"/>
                  </a:lnTo>
                  <a:lnTo>
                    <a:pt x="103124" y="4929"/>
                  </a:lnTo>
                  <a:lnTo>
                    <a:pt x="102841" y="7345"/>
                  </a:lnTo>
                  <a:lnTo>
                    <a:pt x="102841" y="7732"/>
                  </a:lnTo>
                  <a:lnTo>
                    <a:pt x="102557" y="9568"/>
                  </a:lnTo>
                  <a:lnTo>
                    <a:pt x="102179" y="12468"/>
                  </a:lnTo>
                  <a:lnTo>
                    <a:pt x="102179" y="12855"/>
                  </a:lnTo>
                  <a:lnTo>
                    <a:pt x="102179" y="13048"/>
                  </a:lnTo>
                  <a:lnTo>
                    <a:pt x="102368" y="13338"/>
                  </a:lnTo>
                  <a:lnTo>
                    <a:pt x="102557" y="13725"/>
                  </a:lnTo>
                  <a:lnTo>
                    <a:pt x="102935" y="13918"/>
                  </a:lnTo>
                  <a:lnTo>
                    <a:pt x="104164" y="14594"/>
                  </a:lnTo>
                  <a:lnTo>
                    <a:pt x="105960" y="15658"/>
                  </a:lnTo>
                  <a:lnTo>
                    <a:pt x="106338" y="15851"/>
                  </a:lnTo>
                  <a:lnTo>
                    <a:pt x="106054" y="16431"/>
                  </a:lnTo>
                  <a:lnTo>
                    <a:pt x="105960" y="16721"/>
                  </a:lnTo>
                  <a:lnTo>
                    <a:pt x="104447" y="19620"/>
                  </a:lnTo>
                  <a:lnTo>
                    <a:pt x="104258" y="20104"/>
                  </a:lnTo>
                  <a:lnTo>
                    <a:pt x="103786" y="22037"/>
                  </a:lnTo>
                  <a:lnTo>
                    <a:pt x="103313" y="24840"/>
                  </a:lnTo>
                  <a:lnTo>
                    <a:pt x="102462" y="31799"/>
                  </a:lnTo>
                  <a:lnTo>
                    <a:pt x="102368" y="33346"/>
                  </a:lnTo>
                  <a:lnTo>
                    <a:pt x="102651" y="35279"/>
                  </a:lnTo>
                  <a:lnTo>
                    <a:pt x="104920" y="38468"/>
                  </a:lnTo>
                  <a:lnTo>
                    <a:pt x="113711" y="51130"/>
                  </a:lnTo>
                  <a:lnTo>
                    <a:pt x="113900" y="51517"/>
                  </a:lnTo>
                  <a:lnTo>
                    <a:pt x="117492" y="56639"/>
                  </a:lnTo>
                  <a:lnTo>
                    <a:pt x="119382" y="59346"/>
                  </a:lnTo>
                  <a:lnTo>
                    <a:pt x="122407" y="58766"/>
                  </a:lnTo>
                  <a:lnTo>
                    <a:pt x="124014" y="58476"/>
                  </a:lnTo>
                  <a:lnTo>
                    <a:pt x="129496" y="57509"/>
                  </a:lnTo>
                  <a:lnTo>
                    <a:pt x="130914" y="57219"/>
                  </a:lnTo>
                  <a:lnTo>
                    <a:pt x="139799" y="55576"/>
                  </a:lnTo>
                  <a:lnTo>
                    <a:pt x="142918" y="54996"/>
                  </a:lnTo>
                  <a:lnTo>
                    <a:pt x="145187" y="54610"/>
                  </a:lnTo>
                  <a:lnTo>
                    <a:pt x="149346" y="53836"/>
                  </a:lnTo>
                  <a:lnTo>
                    <a:pt x="159743" y="51903"/>
                  </a:lnTo>
                  <a:lnTo>
                    <a:pt x="160121" y="53836"/>
                  </a:lnTo>
                  <a:lnTo>
                    <a:pt x="160500" y="55769"/>
                  </a:lnTo>
                  <a:lnTo>
                    <a:pt x="161161" y="57509"/>
                  </a:lnTo>
                  <a:lnTo>
                    <a:pt x="161445" y="58089"/>
                  </a:lnTo>
                  <a:lnTo>
                    <a:pt x="161445" y="58379"/>
                  </a:lnTo>
                  <a:lnTo>
                    <a:pt x="162768" y="64952"/>
                  </a:lnTo>
                  <a:lnTo>
                    <a:pt x="164186" y="71718"/>
                  </a:lnTo>
                  <a:lnTo>
                    <a:pt x="164186" y="71911"/>
                  </a:lnTo>
                  <a:lnTo>
                    <a:pt x="164564" y="73844"/>
                  </a:lnTo>
                  <a:lnTo>
                    <a:pt x="165037" y="76357"/>
                  </a:lnTo>
                  <a:lnTo>
                    <a:pt x="165131" y="76840"/>
                  </a:lnTo>
                  <a:lnTo>
                    <a:pt x="165698" y="79547"/>
                  </a:lnTo>
                  <a:lnTo>
                    <a:pt x="165887" y="80320"/>
                  </a:lnTo>
                  <a:lnTo>
                    <a:pt x="165982" y="80513"/>
                  </a:lnTo>
                  <a:lnTo>
                    <a:pt x="166171" y="80610"/>
                  </a:lnTo>
                  <a:lnTo>
                    <a:pt x="166549" y="80900"/>
                  </a:lnTo>
                  <a:lnTo>
                    <a:pt x="166738" y="81093"/>
                  </a:lnTo>
                  <a:lnTo>
                    <a:pt x="167116" y="85539"/>
                  </a:lnTo>
                  <a:lnTo>
                    <a:pt x="167305" y="87182"/>
                  </a:lnTo>
                  <a:lnTo>
                    <a:pt x="167494" y="89599"/>
                  </a:lnTo>
                  <a:lnTo>
                    <a:pt x="167967" y="95108"/>
                  </a:lnTo>
                  <a:lnTo>
                    <a:pt x="168439" y="101004"/>
                  </a:lnTo>
                  <a:lnTo>
                    <a:pt x="180917" y="100038"/>
                  </a:lnTo>
                  <a:lnTo>
                    <a:pt x="185170" y="99748"/>
                  </a:lnTo>
                  <a:lnTo>
                    <a:pt x="186399" y="99651"/>
                  </a:lnTo>
                  <a:lnTo>
                    <a:pt x="200294" y="98781"/>
                  </a:lnTo>
                  <a:lnTo>
                    <a:pt x="201428" y="98684"/>
                  </a:lnTo>
                  <a:lnTo>
                    <a:pt x="201617" y="98588"/>
                  </a:lnTo>
                  <a:lnTo>
                    <a:pt x="213149" y="97814"/>
                  </a:lnTo>
                  <a:lnTo>
                    <a:pt x="226855" y="96848"/>
                  </a:lnTo>
                  <a:lnTo>
                    <a:pt x="228462" y="96751"/>
                  </a:lnTo>
                  <a:lnTo>
                    <a:pt x="237063" y="96171"/>
                  </a:lnTo>
                  <a:lnTo>
                    <a:pt x="237914" y="96171"/>
                  </a:lnTo>
                  <a:lnTo>
                    <a:pt x="254455" y="95108"/>
                  </a:lnTo>
                  <a:lnTo>
                    <a:pt x="256913" y="94915"/>
                  </a:lnTo>
                  <a:lnTo>
                    <a:pt x="257480" y="94818"/>
                  </a:lnTo>
                  <a:lnTo>
                    <a:pt x="266838" y="94142"/>
                  </a:lnTo>
                  <a:lnTo>
                    <a:pt x="276290" y="93465"/>
                  </a:lnTo>
                  <a:lnTo>
                    <a:pt x="313910" y="90952"/>
                  </a:lnTo>
                  <a:lnTo>
                    <a:pt x="318447" y="90565"/>
                  </a:lnTo>
                  <a:lnTo>
                    <a:pt x="319676" y="90469"/>
                  </a:lnTo>
                  <a:lnTo>
                    <a:pt x="319487" y="90855"/>
                  </a:lnTo>
                  <a:lnTo>
                    <a:pt x="319109" y="91629"/>
                  </a:lnTo>
                  <a:lnTo>
                    <a:pt x="318920" y="91822"/>
                  </a:lnTo>
                  <a:lnTo>
                    <a:pt x="319771" y="92788"/>
                  </a:lnTo>
                  <a:lnTo>
                    <a:pt x="321378" y="96075"/>
                  </a:lnTo>
                  <a:lnTo>
                    <a:pt x="321000" y="96171"/>
                  </a:lnTo>
                  <a:lnTo>
                    <a:pt x="320149" y="96558"/>
                  </a:lnTo>
                  <a:lnTo>
                    <a:pt x="319676" y="96945"/>
                  </a:lnTo>
                  <a:lnTo>
                    <a:pt x="319109" y="97524"/>
                  </a:lnTo>
                  <a:lnTo>
                    <a:pt x="318542" y="98008"/>
                  </a:lnTo>
                  <a:lnTo>
                    <a:pt x="318447" y="98201"/>
                  </a:lnTo>
                  <a:lnTo>
                    <a:pt x="317502" y="99458"/>
                  </a:lnTo>
                  <a:lnTo>
                    <a:pt x="317219" y="99844"/>
                  </a:lnTo>
                  <a:lnTo>
                    <a:pt x="316179" y="101681"/>
                  </a:lnTo>
                  <a:lnTo>
                    <a:pt x="315612" y="102841"/>
                  </a:lnTo>
                  <a:lnTo>
                    <a:pt x="315234" y="103614"/>
                  </a:lnTo>
                  <a:lnTo>
                    <a:pt x="313816" y="106223"/>
                  </a:lnTo>
                  <a:lnTo>
                    <a:pt x="313627" y="106610"/>
                  </a:lnTo>
                  <a:lnTo>
                    <a:pt x="313532" y="106997"/>
                  </a:lnTo>
                  <a:lnTo>
                    <a:pt x="311075" y="111926"/>
                  </a:lnTo>
                  <a:lnTo>
                    <a:pt x="310318" y="113376"/>
                  </a:lnTo>
                  <a:lnTo>
                    <a:pt x="310035" y="113859"/>
                  </a:lnTo>
                  <a:lnTo>
                    <a:pt x="308806" y="116372"/>
                  </a:lnTo>
                  <a:lnTo>
                    <a:pt x="306727" y="120528"/>
                  </a:lnTo>
                  <a:lnTo>
                    <a:pt x="305876" y="122268"/>
                  </a:lnTo>
                  <a:lnTo>
                    <a:pt x="305403" y="123331"/>
                  </a:lnTo>
                  <a:lnTo>
                    <a:pt x="304269" y="125554"/>
                  </a:lnTo>
                  <a:lnTo>
                    <a:pt x="302946" y="128261"/>
                  </a:lnTo>
                  <a:lnTo>
                    <a:pt x="302473" y="129227"/>
                  </a:lnTo>
                  <a:lnTo>
                    <a:pt x="302095" y="130001"/>
                  </a:lnTo>
                  <a:lnTo>
                    <a:pt x="301339" y="129614"/>
                  </a:lnTo>
                  <a:lnTo>
                    <a:pt x="299259" y="133577"/>
                  </a:lnTo>
                  <a:lnTo>
                    <a:pt x="299165" y="133867"/>
                  </a:lnTo>
                  <a:lnTo>
                    <a:pt x="298976" y="134060"/>
                  </a:lnTo>
                  <a:lnTo>
                    <a:pt x="298220" y="135220"/>
                  </a:lnTo>
                  <a:lnTo>
                    <a:pt x="297180" y="136766"/>
                  </a:lnTo>
                  <a:lnTo>
                    <a:pt x="296140" y="138603"/>
                  </a:lnTo>
                  <a:lnTo>
                    <a:pt x="294628" y="141599"/>
                  </a:lnTo>
                  <a:lnTo>
                    <a:pt x="291319" y="148655"/>
                  </a:lnTo>
                  <a:lnTo>
                    <a:pt x="291036" y="149332"/>
                  </a:lnTo>
                  <a:lnTo>
                    <a:pt x="289145" y="153874"/>
                  </a:lnTo>
                  <a:lnTo>
                    <a:pt x="287633" y="157547"/>
                  </a:lnTo>
                  <a:lnTo>
                    <a:pt x="287538" y="157837"/>
                  </a:lnTo>
                  <a:lnTo>
                    <a:pt x="287160" y="158707"/>
                  </a:lnTo>
                  <a:lnTo>
                    <a:pt x="286404" y="160930"/>
                  </a:lnTo>
                  <a:lnTo>
                    <a:pt x="283568" y="168953"/>
                  </a:lnTo>
                  <a:lnTo>
                    <a:pt x="283379" y="169339"/>
                  </a:lnTo>
                  <a:lnTo>
                    <a:pt x="283001" y="170789"/>
                  </a:lnTo>
                  <a:lnTo>
                    <a:pt x="282056" y="173689"/>
                  </a:lnTo>
                  <a:lnTo>
                    <a:pt x="278559" y="174075"/>
                  </a:lnTo>
                  <a:lnTo>
                    <a:pt x="278086" y="174075"/>
                  </a:lnTo>
                  <a:lnTo>
                    <a:pt x="277330" y="174172"/>
                  </a:lnTo>
                  <a:lnTo>
                    <a:pt x="276290" y="174269"/>
                  </a:lnTo>
                  <a:lnTo>
                    <a:pt x="275534" y="174365"/>
                  </a:lnTo>
                  <a:lnTo>
                    <a:pt x="275534" y="174945"/>
                  </a:lnTo>
                  <a:lnTo>
                    <a:pt x="275629" y="177652"/>
                  </a:lnTo>
                  <a:lnTo>
                    <a:pt x="275629" y="178135"/>
                  </a:lnTo>
                  <a:lnTo>
                    <a:pt x="275629" y="179971"/>
                  </a:lnTo>
                  <a:lnTo>
                    <a:pt x="275629" y="181228"/>
                  </a:lnTo>
                  <a:lnTo>
                    <a:pt x="275629" y="182194"/>
                  </a:lnTo>
                  <a:lnTo>
                    <a:pt x="275629" y="182484"/>
                  </a:lnTo>
                  <a:lnTo>
                    <a:pt x="275629" y="182968"/>
                  </a:lnTo>
                  <a:lnTo>
                    <a:pt x="275156" y="187897"/>
                  </a:lnTo>
                  <a:lnTo>
                    <a:pt x="275061" y="188477"/>
                  </a:lnTo>
                  <a:lnTo>
                    <a:pt x="270430" y="188380"/>
                  </a:lnTo>
                  <a:lnTo>
                    <a:pt x="270146" y="188380"/>
                  </a:lnTo>
                  <a:lnTo>
                    <a:pt x="269201" y="189057"/>
                  </a:lnTo>
                  <a:lnTo>
                    <a:pt x="268445" y="189540"/>
                  </a:lnTo>
                  <a:lnTo>
                    <a:pt x="267689" y="190507"/>
                  </a:lnTo>
                  <a:lnTo>
                    <a:pt x="267594" y="190797"/>
                  </a:lnTo>
                  <a:lnTo>
                    <a:pt x="266743" y="192053"/>
                  </a:lnTo>
                  <a:lnTo>
                    <a:pt x="265136" y="194663"/>
                  </a:lnTo>
                  <a:lnTo>
                    <a:pt x="264853" y="195146"/>
                  </a:lnTo>
                  <a:lnTo>
                    <a:pt x="263341" y="197369"/>
                  </a:lnTo>
                  <a:lnTo>
                    <a:pt x="262868" y="198142"/>
                  </a:lnTo>
                  <a:lnTo>
                    <a:pt x="261261" y="200559"/>
                  </a:lnTo>
                  <a:lnTo>
                    <a:pt x="260032" y="202492"/>
                  </a:lnTo>
                  <a:lnTo>
                    <a:pt x="259087" y="203845"/>
                  </a:lnTo>
                  <a:lnTo>
                    <a:pt x="258992" y="204038"/>
                  </a:lnTo>
                  <a:lnTo>
                    <a:pt x="258142" y="205198"/>
                  </a:lnTo>
                  <a:lnTo>
                    <a:pt x="256629" y="207518"/>
                  </a:lnTo>
                  <a:lnTo>
                    <a:pt x="255779" y="208388"/>
                  </a:lnTo>
                  <a:lnTo>
                    <a:pt x="254833" y="209354"/>
                  </a:lnTo>
                  <a:lnTo>
                    <a:pt x="254644" y="209741"/>
                  </a:lnTo>
                  <a:lnTo>
                    <a:pt x="253132" y="212254"/>
                  </a:lnTo>
                  <a:lnTo>
                    <a:pt x="252659" y="213027"/>
                  </a:lnTo>
                  <a:lnTo>
                    <a:pt x="252187" y="213704"/>
                  </a:lnTo>
                  <a:lnTo>
                    <a:pt x="251147" y="215250"/>
                  </a:lnTo>
                  <a:lnTo>
                    <a:pt x="250864" y="215637"/>
                  </a:lnTo>
                  <a:lnTo>
                    <a:pt x="250013" y="216604"/>
                  </a:lnTo>
                  <a:lnTo>
                    <a:pt x="248784" y="217667"/>
                  </a:lnTo>
                  <a:lnTo>
                    <a:pt x="246705" y="219213"/>
                  </a:lnTo>
                  <a:lnTo>
                    <a:pt x="246232" y="219503"/>
                  </a:lnTo>
                  <a:lnTo>
                    <a:pt x="244058" y="221243"/>
                  </a:lnTo>
                  <a:lnTo>
                    <a:pt x="243680" y="221533"/>
                  </a:lnTo>
                  <a:lnTo>
                    <a:pt x="242545" y="222500"/>
                  </a:lnTo>
                  <a:lnTo>
                    <a:pt x="241695" y="223176"/>
                  </a:lnTo>
                  <a:lnTo>
                    <a:pt x="240844" y="223853"/>
                  </a:lnTo>
                  <a:lnTo>
                    <a:pt x="239804" y="224723"/>
                  </a:lnTo>
                  <a:lnTo>
                    <a:pt x="239237" y="225303"/>
                  </a:lnTo>
                  <a:lnTo>
                    <a:pt x="238576" y="225979"/>
                  </a:lnTo>
                  <a:lnTo>
                    <a:pt x="238103" y="226559"/>
                  </a:lnTo>
                  <a:lnTo>
                    <a:pt x="237725" y="227139"/>
                  </a:lnTo>
                  <a:lnTo>
                    <a:pt x="237158" y="228299"/>
                  </a:lnTo>
                  <a:lnTo>
                    <a:pt x="236969" y="229169"/>
                  </a:lnTo>
                  <a:lnTo>
                    <a:pt x="236685" y="230425"/>
                  </a:lnTo>
                  <a:lnTo>
                    <a:pt x="236118" y="231972"/>
                  </a:lnTo>
                  <a:lnTo>
                    <a:pt x="235551" y="233615"/>
                  </a:lnTo>
                  <a:lnTo>
                    <a:pt x="234795" y="234871"/>
                  </a:lnTo>
                  <a:lnTo>
                    <a:pt x="233849" y="235741"/>
                  </a:lnTo>
                  <a:lnTo>
                    <a:pt x="233282" y="236128"/>
                  </a:lnTo>
                  <a:lnTo>
                    <a:pt x="232999" y="236418"/>
                  </a:lnTo>
                  <a:lnTo>
                    <a:pt x="232337" y="236901"/>
                  </a:lnTo>
                  <a:lnTo>
                    <a:pt x="231486" y="235548"/>
                  </a:lnTo>
                  <a:lnTo>
                    <a:pt x="229785" y="233035"/>
                  </a:lnTo>
                  <a:lnTo>
                    <a:pt x="228745" y="231392"/>
                  </a:lnTo>
                  <a:lnTo>
                    <a:pt x="228556" y="231198"/>
                  </a:lnTo>
                  <a:lnTo>
                    <a:pt x="225531" y="226462"/>
                  </a:lnTo>
                  <a:lnTo>
                    <a:pt x="214850" y="210321"/>
                  </a:lnTo>
                  <a:lnTo>
                    <a:pt x="211920" y="205682"/>
                  </a:lnTo>
                  <a:lnTo>
                    <a:pt x="207005" y="198142"/>
                  </a:lnTo>
                  <a:lnTo>
                    <a:pt x="205398" y="195629"/>
                  </a:lnTo>
                  <a:lnTo>
                    <a:pt x="204925" y="195049"/>
                  </a:lnTo>
                  <a:lnTo>
                    <a:pt x="200766" y="188767"/>
                  </a:lnTo>
                  <a:lnTo>
                    <a:pt x="198498" y="185384"/>
                  </a:lnTo>
                  <a:lnTo>
                    <a:pt x="193488" y="177942"/>
                  </a:lnTo>
                  <a:lnTo>
                    <a:pt x="192826" y="176878"/>
                  </a:lnTo>
                  <a:lnTo>
                    <a:pt x="189329" y="171659"/>
                  </a:lnTo>
                  <a:lnTo>
                    <a:pt x="188573" y="170499"/>
                  </a:lnTo>
                  <a:lnTo>
                    <a:pt x="185926" y="166536"/>
                  </a:lnTo>
                  <a:lnTo>
                    <a:pt x="185454" y="165956"/>
                  </a:lnTo>
                  <a:lnTo>
                    <a:pt x="185076" y="165376"/>
                  </a:lnTo>
                  <a:lnTo>
                    <a:pt x="180917" y="159190"/>
                  </a:lnTo>
                  <a:lnTo>
                    <a:pt x="178081" y="154938"/>
                  </a:lnTo>
                  <a:lnTo>
                    <a:pt x="176852" y="153005"/>
                  </a:lnTo>
                  <a:lnTo>
                    <a:pt x="176757" y="152811"/>
                  </a:lnTo>
                  <a:lnTo>
                    <a:pt x="174300" y="149235"/>
                  </a:lnTo>
                  <a:lnTo>
                    <a:pt x="173071" y="147592"/>
                  </a:lnTo>
                  <a:lnTo>
                    <a:pt x="172788" y="147012"/>
                  </a:lnTo>
                  <a:lnTo>
                    <a:pt x="172315" y="146239"/>
                  </a:lnTo>
                  <a:lnTo>
                    <a:pt x="170141" y="142856"/>
                  </a:lnTo>
                  <a:lnTo>
                    <a:pt x="168723" y="140633"/>
                  </a:lnTo>
                  <a:lnTo>
                    <a:pt x="168534" y="140439"/>
                  </a:lnTo>
                  <a:lnTo>
                    <a:pt x="167022" y="137926"/>
                  </a:lnTo>
                  <a:lnTo>
                    <a:pt x="164280" y="133577"/>
                  </a:lnTo>
                  <a:lnTo>
                    <a:pt x="163619" y="132610"/>
                  </a:lnTo>
                  <a:lnTo>
                    <a:pt x="162957" y="133094"/>
                  </a:lnTo>
                  <a:lnTo>
                    <a:pt x="162106" y="133673"/>
                  </a:lnTo>
                  <a:lnTo>
                    <a:pt x="161161" y="134253"/>
                  </a:lnTo>
                  <a:lnTo>
                    <a:pt x="156624" y="137250"/>
                  </a:lnTo>
                  <a:lnTo>
                    <a:pt x="154639" y="138603"/>
                  </a:lnTo>
                  <a:lnTo>
                    <a:pt x="151898" y="140343"/>
                  </a:lnTo>
                  <a:lnTo>
                    <a:pt x="151236" y="140826"/>
                  </a:lnTo>
                  <a:lnTo>
                    <a:pt x="151047" y="140923"/>
                  </a:lnTo>
                  <a:lnTo>
                    <a:pt x="150669" y="141213"/>
                  </a:lnTo>
                  <a:lnTo>
                    <a:pt x="149913" y="141696"/>
                  </a:lnTo>
                  <a:lnTo>
                    <a:pt x="147361" y="143339"/>
                  </a:lnTo>
                  <a:lnTo>
                    <a:pt x="146699" y="143726"/>
                  </a:lnTo>
                  <a:lnTo>
                    <a:pt x="140366" y="147882"/>
                  </a:lnTo>
                  <a:lnTo>
                    <a:pt x="137436" y="149912"/>
                  </a:lnTo>
                  <a:lnTo>
                    <a:pt x="136680" y="150395"/>
                  </a:lnTo>
                  <a:lnTo>
                    <a:pt x="135924" y="150878"/>
                  </a:lnTo>
                  <a:lnTo>
                    <a:pt x="134506" y="152135"/>
                  </a:lnTo>
                  <a:lnTo>
                    <a:pt x="134411" y="152521"/>
                  </a:lnTo>
                  <a:lnTo>
                    <a:pt x="134222" y="153778"/>
                  </a:lnTo>
                  <a:lnTo>
                    <a:pt x="134128" y="155518"/>
                  </a:lnTo>
                  <a:lnTo>
                    <a:pt x="134128" y="158031"/>
                  </a:lnTo>
                  <a:lnTo>
                    <a:pt x="134128" y="158900"/>
                  </a:lnTo>
                  <a:lnTo>
                    <a:pt x="134222" y="162477"/>
                  </a:lnTo>
                  <a:lnTo>
                    <a:pt x="128267" y="162767"/>
                  </a:lnTo>
                  <a:lnTo>
                    <a:pt x="128456" y="167889"/>
                  </a:lnTo>
                  <a:lnTo>
                    <a:pt x="120611" y="167986"/>
                  </a:lnTo>
                  <a:lnTo>
                    <a:pt x="119949" y="167986"/>
                  </a:lnTo>
                  <a:lnTo>
                    <a:pt x="107756" y="168276"/>
                  </a:lnTo>
                  <a:lnTo>
                    <a:pt x="95468" y="168566"/>
                  </a:lnTo>
                  <a:lnTo>
                    <a:pt x="95751" y="180068"/>
                  </a:lnTo>
                  <a:lnTo>
                    <a:pt x="91687" y="180068"/>
                  </a:lnTo>
                  <a:lnTo>
                    <a:pt x="88000" y="180165"/>
                  </a:lnTo>
                  <a:lnTo>
                    <a:pt x="86583" y="180165"/>
                  </a:lnTo>
                  <a:lnTo>
                    <a:pt x="86583" y="169146"/>
                  </a:lnTo>
                  <a:lnTo>
                    <a:pt x="85448" y="169243"/>
                  </a:lnTo>
                  <a:lnTo>
                    <a:pt x="78454" y="169726"/>
                  </a:lnTo>
                  <a:lnTo>
                    <a:pt x="77225" y="169823"/>
                  </a:lnTo>
                  <a:lnTo>
                    <a:pt x="58698" y="170886"/>
                  </a:lnTo>
                  <a:lnTo>
                    <a:pt x="57659" y="170982"/>
                  </a:lnTo>
                  <a:lnTo>
                    <a:pt x="48017" y="171659"/>
                  </a:lnTo>
                  <a:lnTo>
                    <a:pt x="37903" y="172336"/>
                  </a:lnTo>
                  <a:lnTo>
                    <a:pt x="30909" y="172915"/>
                  </a:lnTo>
                  <a:lnTo>
                    <a:pt x="30058" y="172336"/>
                  </a:lnTo>
                  <a:lnTo>
                    <a:pt x="28451" y="171176"/>
                  </a:lnTo>
                  <a:lnTo>
                    <a:pt x="25710" y="169243"/>
                  </a:lnTo>
                  <a:lnTo>
                    <a:pt x="23725" y="167793"/>
                  </a:lnTo>
                  <a:lnTo>
                    <a:pt x="23536" y="167696"/>
                  </a:lnTo>
                  <a:lnTo>
                    <a:pt x="22212" y="167213"/>
                  </a:lnTo>
                  <a:lnTo>
                    <a:pt x="20984" y="166826"/>
                  </a:lnTo>
                  <a:lnTo>
                    <a:pt x="19377" y="166730"/>
                  </a:lnTo>
                  <a:lnTo>
                    <a:pt x="19188" y="166730"/>
                  </a:lnTo>
                  <a:lnTo>
                    <a:pt x="18148" y="166730"/>
                  </a:lnTo>
                  <a:lnTo>
                    <a:pt x="16636" y="166633"/>
                  </a:lnTo>
                  <a:lnTo>
                    <a:pt x="16068" y="166633"/>
                  </a:lnTo>
                  <a:lnTo>
                    <a:pt x="14083" y="166633"/>
                  </a:lnTo>
                  <a:lnTo>
                    <a:pt x="13705" y="165376"/>
                  </a:lnTo>
                  <a:lnTo>
                    <a:pt x="13044" y="161124"/>
                  </a:lnTo>
                  <a:lnTo>
                    <a:pt x="12666" y="159480"/>
                  </a:lnTo>
                  <a:lnTo>
                    <a:pt x="12477" y="158321"/>
                  </a:lnTo>
                  <a:lnTo>
                    <a:pt x="12004" y="155904"/>
                  </a:lnTo>
                  <a:lnTo>
                    <a:pt x="11531" y="153101"/>
                  </a:lnTo>
                  <a:lnTo>
                    <a:pt x="11531" y="152715"/>
                  </a:lnTo>
                  <a:lnTo>
                    <a:pt x="11342" y="150491"/>
                  </a:lnTo>
                  <a:lnTo>
                    <a:pt x="11248" y="148172"/>
                  </a:lnTo>
                  <a:lnTo>
                    <a:pt x="11153" y="145852"/>
                  </a:lnTo>
                  <a:lnTo>
                    <a:pt x="11437" y="142662"/>
                  </a:lnTo>
                  <a:lnTo>
                    <a:pt x="11626" y="140246"/>
                  </a:lnTo>
                  <a:lnTo>
                    <a:pt x="12004" y="135317"/>
                  </a:lnTo>
                  <a:lnTo>
                    <a:pt x="12855" y="123911"/>
                  </a:lnTo>
                  <a:lnTo>
                    <a:pt x="13044" y="120142"/>
                  </a:lnTo>
                  <a:lnTo>
                    <a:pt x="13233" y="116469"/>
                  </a:lnTo>
                  <a:lnTo>
                    <a:pt x="13327" y="114053"/>
                  </a:lnTo>
                  <a:lnTo>
                    <a:pt x="13327" y="112023"/>
                  </a:lnTo>
                  <a:lnTo>
                    <a:pt x="13233" y="109510"/>
                  </a:lnTo>
                  <a:lnTo>
                    <a:pt x="13233" y="107190"/>
                  </a:lnTo>
                  <a:lnTo>
                    <a:pt x="13138" y="103807"/>
                  </a:lnTo>
                  <a:lnTo>
                    <a:pt x="13044" y="101487"/>
                  </a:lnTo>
                  <a:lnTo>
                    <a:pt x="12949" y="100714"/>
                  </a:lnTo>
                  <a:lnTo>
                    <a:pt x="12193" y="91049"/>
                  </a:lnTo>
                  <a:lnTo>
                    <a:pt x="11626" y="86409"/>
                  </a:lnTo>
                  <a:lnTo>
                    <a:pt x="11437" y="83316"/>
                  </a:lnTo>
                  <a:lnTo>
                    <a:pt x="11248" y="81480"/>
                  </a:lnTo>
                  <a:lnTo>
                    <a:pt x="11248" y="81190"/>
                  </a:lnTo>
                  <a:lnTo>
                    <a:pt x="10113" y="71331"/>
                  </a:lnTo>
                  <a:lnTo>
                    <a:pt x="9357" y="64758"/>
                  </a:lnTo>
                  <a:lnTo>
                    <a:pt x="8885" y="62342"/>
                  </a:lnTo>
                  <a:lnTo>
                    <a:pt x="8318" y="59442"/>
                  </a:lnTo>
                  <a:lnTo>
                    <a:pt x="7372" y="56639"/>
                  </a:lnTo>
                  <a:lnTo>
                    <a:pt x="4064" y="48810"/>
                  </a:lnTo>
                  <a:lnTo>
                    <a:pt x="3591" y="47360"/>
                  </a:lnTo>
                  <a:lnTo>
                    <a:pt x="2268" y="43688"/>
                  </a:lnTo>
                  <a:lnTo>
                    <a:pt x="1512" y="41658"/>
                  </a:lnTo>
                  <a:lnTo>
                    <a:pt x="1039" y="40111"/>
                  </a:lnTo>
                  <a:lnTo>
                    <a:pt x="850" y="39048"/>
                  </a:lnTo>
                  <a:lnTo>
                    <a:pt x="756" y="38468"/>
                  </a:lnTo>
                  <a:lnTo>
                    <a:pt x="472" y="36632"/>
                  </a:lnTo>
                  <a:lnTo>
                    <a:pt x="189" y="34119"/>
                  </a:lnTo>
                  <a:lnTo>
                    <a:pt x="94" y="31412"/>
                  </a:lnTo>
                  <a:lnTo>
                    <a:pt x="94" y="25420"/>
                  </a:lnTo>
                  <a:lnTo>
                    <a:pt x="0" y="18654"/>
                  </a:lnTo>
                  <a:lnTo>
                    <a:pt x="189" y="13145"/>
                  </a:lnTo>
                  <a:lnTo>
                    <a:pt x="472" y="8988"/>
                  </a:lnTo>
                  <a:lnTo>
                    <a:pt x="850" y="8892"/>
                  </a:lnTo>
                  <a:lnTo>
                    <a:pt x="1606" y="8795"/>
                  </a:lnTo>
                  <a:lnTo>
                    <a:pt x="3024" y="8698"/>
                  </a:lnTo>
                  <a:lnTo>
                    <a:pt x="4442" y="8505"/>
                  </a:lnTo>
                  <a:lnTo>
                    <a:pt x="10870" y="7829"/>
                  </a:lnTo>
                  <a:lnTo>
                    <a:pt x="15029" y="7345"/>
                  </a:lnTo>
                  <a:lnTo>
                    <a:pt x="21362" y="6669"/>
                  </a:lnTo>
                  <a:lnTo>
                    <a:pt x="27600" y="5992"/>
                  </a:lnTo>
                  <a:lnTo>
                    <a:pt x="31570" y="5509"/>
                  </a:lnTo>
                  <a:lnTo>
                    <a:pt x="36391" y="5026"/>
                  </a:lnTo>
                  <a:lnTo>
                    <a:pt x="36769" y="4929"/>
                  </a:lnTo>
                  <a:lnTo>
                    <a:pt x="37336" y="4929"/>
                  </a:lnTo>
                  <a:lnTo>
                    <a:pt x="42440" y="4349"/>
                  </a:lnTo>
                  <a:lnTo>
                    <a:pt x="45465" y="3962"/>
                  </a:lnTo>
                  <a:lnTo>
                    <a:pt x="52082" y="3286"/>
                  </a:lnTo>
                  <a:lnTo>
                    <a:pt x="59549" y="2416"/>
                  </a:lnTo>
                  <a:lnTo>
                    <a:pt x="73349" y="966"/>
                  </a:lnTo>
                  <a:lnTo>
                    <a:pt x="81667" y="0"/>
                  </a:lnTo>
                  <a:lnTo>
                    <a:pt x="90174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01943" y="4996965"/>
              <a:ext cx="636045" cy="677648"/>
            </a:xfrm>
            <a:custGeom>
              <a:avLst/>
              <a:pathLst>
                <a:path w="636045" h="677648">
                  <a:moveTo>
                    <a:pt x="334800" y="9375"/>
                  </a:moveTo>
                  <a:lnTo>
                    <a:pt x="335840" y="10825"/>
                  </a:lnTo>
                  <a:lnTo>
                    <a:pt x="337258" y="12758"/>
                  </a:lnTo>
                  <a:lnTo>
                    <a:pt x="341133" y="19427"/>
                  </a:lnTo>
                  <a:lnTo>
                    <a:pt x="349167" y="33346"/>
                  </a:lnTo>
                  <a:lnTo>
                    <a:pt x="350018" y="34699"/>
                  </a:lnTo>
                  <a:lnTo>
                    <a:pt x="351814" y="37695"/>
                  </a:lnTo>
                  <a:lnTo>
                    <a:pt x="355122" y="43881"/>
                  </a:lnTo>
                  <a:lnTo>
                    <a:pt x="361644" y="54513"/>
                  </a:lnTo>
                  <a:lnTo>
                    <a:pt x="367127" y="63695"/>
                  </a:lnTo>
                  <a:lnTo>
                    <a:pt x="367883" y="65048"/>
                  </a:lnTo>
                  <a:lnTo>
                    <a:pt x="368356" y="66788"/>
                  </a:lnTo>
                  <a:lnTo>
                    <a:pt x="368545" y="67175"/>
                  </a:lnTo>
                  <a:lnTo>
                    <a:pt x="369395" y="69784"/>
                  </a:lnTo>
                  <a:lnTo>
                    <a:pt x="369773" y="70944"/>
                  </a:lnTo>
                  <a:lnTo>
                    <a:pt x="370152" y="72298"/>
                  </a:lnTo>
                  <a:lnTo>
                    <a:pt x="370341" y="72781"/>
                  </a:lnTo>
                  <a:lnTo>
                    <a:pt x="371097" y="74231"/>
                  </a:lnTo>
                  <a:lnTo>
                    <a:pt x="375539" y="81673"/>
                  </a:lnTo>
                  <a:lnTo>
                    <a:pt x="384141" y="96171"/>
                  </a:lnTo>
                  <a:lnTo>
                    <a:pt x="386882" y="100907"/>
                  </a:lnTo>
                  <a:lnTo>
                    <a:pt x="389812" y="106030"/>
                  </a:lnTo>
                  <a:lnTo>
                    <a:pt x="391986" y="109510"/>
                  </a:lnTo>
                  <a:lnTo>
                    <a:pt x="395200" y="115309"/>
                  </a:lnTo>
                  <a:lnTo>
                    <a:pt x="398603" y="120915"/>
                  </a:lnTo>
                  <a:lnTo>
                    <a:pt x="401911" y="126714"/>
                  </a:lnTo>
                  <a:lnTo>
                    <a:pt x="403140" y="128744"/>
                  </a:lnTo>
                  <a:lnTo>
                    <a:pt x="403235" y="128937"/>
                  </a:lnTo>
                  <a:lnTo>
                    <a:pt x="405503" y="132514"/>
                  </a:lnTo>
                  <a:lnTo>
                    <a:pt x="414955" y="148655"/>
                  </a:lnTo>
                  <a:lnTo>
                    <a:pt x="421856" y="160254"/>
                  </a:lnTo>
                  <a:lnTo>
                    <a:pt x="428472" y="171562"/>
                  </a:lnTo>
                  <a:lnTo>
                    <a:pt x="431875" y="177362"/>
                  </a:lnTo>
                  <a:lnTo>
                    <a:pt x="432915" y="179198"/>
                  </a:lnTo>
                  <a:lnTo>
                    <a:pt x="434900" y="182484"/>
                  </a:lnTo>
                  <a:lnTo>
                    <a:pt x="438681" y="188960"/>
                  </a:lnTo>
                  <a:lnTo>
                    <a:pt x="442367" y="195339"/>
                  </a:lnTo>
                  <a:lnTo>
                    <a:pt x="449645" y="207325"/>
                  </a:lnTo>
                  <a:lnTo>
                    <a:pt x="453332" y="213607"/>
                  </a:lnTo>
                  <a:lnTo>
                    <a:pt x="460137" y="225109"/>
                  </a:lnTo>
                  <a:lnTo>
                    <a:pt x="463162" y="230619"/>
                  </a:lnTo>
                  <a:lnTo>
                    <a:pt x="466376" y="235935"/>
                  </a:lnTo>
                  <a:lnTo>
                    <a:pt x="469779" y="241154"/>
                  </a:lnTo>
                  <a:lnTo>
                    <a:pt x="480743" y="255942"/>
                  </a:lnTo>
                  <a:lnTo>
                    <a:pt x="484808" y="261645"/>
                  </a:lnTo>
                  <a:lnTo>
                    <a:pt x="492370" y="271504"/>
                  </a:lnTo>
                  <a:lnTo>
                    <a:pt x="493220" y="272664"/>
                  </a:lnTo>
                  <a:lnTo>
                    <a:pt x="496718" y="277206"/>
                  </a:lnTo>
                  <a:lnTo>
                    <a:pt x="497096" y="277690"/>
                  </a:lnTo>
                  <a:lnTo>
                    <a:pt x="500688" y="282716"/>
                  </a:lnTo>
                  <a:lnTo>
                    <a:pt x="502011" y="284649"/>
                  </a:lnTo>
                  <a:lnTo>
                    <a:pt x="503807" y="287065"/>
                  </a:lnTo>
                  <a:lnTo>
                    <a:pt x="506454" y="290641"/>
                  </a:lnTo>
                  <a:lnTo>
                    <a:pt x="508817" y="294024"/>
                  </a:lnTo>
                  <a:lnTo>
                    <a:pt x="510613" y="296441"/>
                  </a:lnTo>
                  <a:lnTo>
                    <a:pt x="512409" y="299727"/>
                  </a:lnTo>
                  <a:lnTo>
                    <a:pt x="513732" y="302337"/>
                  </a:lnTo>
                  <a:lnTo>
                    <a:pt x="514016" y="303013"/>
                  </a:lnTo>
                  <a:lnTo>
                    <a:pt x="515433" y="305720"/>
                  </a:lnTo>
                  <a:lnTo>
                    <a:pt x="516284" y="307459"/>
                  </a:lnTo>
                  <a:lnTo>
                    <a:pt x="516284" y="307653"/>
                  </a:lnTo>
                  <a:lnTo>
                    <a:pt x="516568" y="308233"/>
                  </a:lnTo>
                  <a:lnTo>
                    <a:pt x="518080" y="311809"/>
                  </a:lnTo>
                  <a:lnTo>
                    <a:pt x="518931" y="314032"/>
                  </a:lnTo>
                  <a:lnTo>
                    <a:pt x="519120" y="314708"/>
                  </a:lnTo>
                  <a:lnTo>
                    <a:pt x="519592" y="316062"/>
                  </a:lnTo>
                  <a:lnTo>
                    <a:pt x="519687" y="316255"/>
                  </a:lnTo>
                  <a:lnTo>
                    <a:pt x="520065" y="318188"/>
                  </a:lnTo>
                  <a:lnTo>
                    <a:pt x="520254" y="318961"/>
                  </a:lnTo>
                  <a:lnTo>
                    <a:pt x="520821" y="321764"/>
                  </a:lnTo>
                  <a:lnTo>
                    <a:pt x="522239" y="328240"/>
                  </a:lnTo>
                  <a:lnTo>
                    <a:pt x="522523" y="329400"/>
                  </a:lnTo>
                  <a:lnTo>
                    <a:pt x="524319" y="335876"/>
                  </a:lnTo>
                  <a:lnTo>
                    <a:pt x="528572" y="351631"/>
                  </a:lnTo>
                  <a:lnTo>
                    <a:pt x="529423" y="354434"/>
                  </a:lnTo>
                  <a:lnTo>
                    <a:pt x="530652" y="358687"/>
                  </a:lnTo>
                  <a:lnTo>
                    <a:pt x="531691" y="362649"/>
                  </a:lnTo>
                  <a:lnTo>
                    <a:pt x="533487" y="369415"/>
                  </a:lnTo>
                  <a:lnTo>
                    <a:pt x="534338" y="372315"/>
                  </a:lnTo>
                  <a:lnTo>
                    <a:pt x="535094" y="375215"/>
                  </a:lnTo>
                  <a:lnTo>
                    <a:pt x="536985" y="382174"/>
                  </a:lnTo>
                  <a:lnTo>
                    <a:pt x="538402" y="387490"/>
                  </a:lnTo>
                  <a:lnTo>
                    <a:pt x="538875" y="389036"/>
                  </a:lnTo>
                  <a:lnTo>
                    <a:pt x="540387" y="394642"/>
                  </a:lnTo>
                  <a:lnTo>
                    <a:pt x="541994" y="400635"/>
                  </a:lnTo>
                  <a:lnTo>
                    <a:pt x="542372" y="401505"/>
                  </a:lnTo>
                  <a:lnTo>
                    <a:pt x="543318" y="404018"/>
                  </a:lnTo>
                  <a:lnTo>
                    <a:pt x="543885" y="405274"/>
                  </a:lnTo>
                  <a:lnTo>
                    <a:pt x="544263" y="405951"/>
                  </a:lnTo>
                  <a:lnTo>
                    <a:pt x="544452" y="406531"/>
                  </a:lnTo>
                  <a:lnTo>
                    <a:pt x="546248" y="409624"/>
                  </a:lnTo>
                  <a:lnTo>
                    <a:pt x="547477" y="411750"/>
                  </a:lnTo>
                  <a:lnTo>
                    <a:pt x="548516" y="413103"/>
                  </a:lnTo>
                  <a:lnTo>
                    <a:pt x="549367" y="414070"/>
                  </a:lnTo>
                  <a:lnTo>
                    <a:pt x="550501" y="415230"/>
                  </a:lnTo>
                  <a:lnTo>
                    <a:pt x="550785" y="415616"/>
                  </a:lnTo>
                  <a:lnTo>
                    <a:pt x="551825" y="416583"/>
                  </a:lnTo>
                  <a:lnTo>
                    <a:pt x="553432" y="417839"/>
                  </a:lnTo>
                  <a:lnTo>
                    <a:pt x="555228" y="419096"/>
                  </a:lnTo>
                  <a:lnTo>
                    <a:pt x="557118" y="420159"/>
                  </a:lnTo>
                  <a:lnTo>
                    <a:pt x="557496" y="420353"/>
                  </a:lnTo>
                  <a:lnTo>
                    <a:pt x="558725" y="420836"/>
                  </a:lnTo>
                  <a:lnTo>
                    <a:pt x="560332" y="421512"/>
                  </a:lnTo>
                  <a:lnTo>
                    <a:pt x="567137" y="424702"/>
                  </a:lnTo>
                  <a:lnTo>
                    <a:pt x="573376" y="427408"/>
                  </a:lnTo>
                  <a:lnTo>
                    <a:pt x="583112" y="431854"/>
                  </a:lnTo>
                  <a:lnTo>
                    <a:pt x="595116" y="437364"/>
                  </a:lnTo>
                  <a:lnTo>
                    <a:pt x="608255" y="443356"/>
                  </a:lnTo>
                  <a:lnTo>
                    <a:pt x="609862" y="444130"/>
                  </a:lnTo>
                  <a:lnTo>
                    <a:pt x="610807" y="444613"/>
                  </a:lnTo>
                  <a:lnTo>
                    <a:pt x="612225" y="445193"/>
                  </a:lnTo>
                  <a:lnTo>
                    <a:pt x="615344" y="446643"/>
                  </a:lnTo>
                  <a:lnTo>
                    <a:pt x="628861" y="452829"/>
                  </a:lnTo>
                  <a:lnTo>
                    <a:pt x="636045" y="455342"/>
                  </a:lnTo>
                  <a:lnTo>
                    <a:pt x="636045" y="455825"/>
                  </a:lnTo>
                  <a:lnTo>
                    <a:pt x="635667" y="459884"/>
                  </a:lnTo>
                  <a:lnTo>
                    <a:pt x="635572" y="460464"/>
                  </a:lnTo>
                  <a:lnTo>
                    <a:pt x="635194" y="462108"/>
                  </a:lnTo>
                  <a:lnTo>
                    <a:pt x="633871" y="466070"/>
                  </a:lnTo>
                  <a:lnTo>
                    <a:pt x="633209" y="467714"/>
                  </a:lnTo>
                  <a:lnTo>
                    <a:pt x="629428" y="477476"/>
                  </a:lnTo>
                  <a:lnTo>
                    <a:pt x="629334" y="477862"/>
                  </a:lnTo>
                  <a:lnTo>
                    <a:pt x="626876" y="484145"/>
                  </a:lnTo>
                  <a:lnTo>
                    <a:pt x="624891" y="489364"/>
                  </a:lnTo>
                  <a:lnTo>
                    <a:pt x="624040" y="491684"/>
                  </a:lnTo>
                  <a:lnTo>
                    <a:pt x="623379" y="493230"/>
                  </a:lnTo>
                  <a:lnTo>
                    <a:pt x="623095" y="494100"/>
                  </a:lnTo>
                  <a:lnTo>
                    <a:pt x="622433" y="495743"/>
                  </a:lnTo>
                  <a:lnTo>
                    <a:pt x="614210" y="517104"/>
                  </a:lnTo>
                  <a:lnTo>
                    <a:pt x="613643" y="518747"/>
                  </a:lnTo>
                  <a:lnTo>
                    <a:pt x="612319" y="522227"/>
                  </a:lnTo>
                  <a:lnTo>
                    <a:pt x="611658" y="523870"/>
                  </a:lnTo>
                  <a:lnTo>
                    <a:pt x="610902" y="525803"/>
                  </a:lnTo>
                  <a:lnTo>
                    <a:pt x="610334" y="527543"/>
                  </a:lnTo>
                  <a:lnTo>
                    <a:pt x="609673" y="530056"/>
                  </a:lnTo>
                  <a:lnTo>
                    <a:pt x="609200" y="532279"/>
                  </a:lnTo>
                  <a:lnTo>
                    <a:pt x="608917" y="534889"/>
                  </a:lnTo>
                  <a:lnTo>
                    <a:pt x="608917" y="535565"/>
                  </a:lnTo>
                  <a:lnTo>
                    <a:pt x="608822" y="537982"/>
                  </a:lnTo>
                  <a:lnTo>
                    <a:pt x="608822" y="539238"/>
                  </a:lnTo>
                  <a:lnTo>
                    <a:pt x="609011" y="540398"/>
                  </a:lnTo>
                  <a:lnTo>
                    <a:pt x="609200" y="541945"/>
                  </a:lnTo>
                  <a:lnTo>
                    <a:pt x="609484" y="543878"/>
                  </a:lnTo>
                  <a:lnTo>
                    <a:pt x="610523" y="548710"/>
                  </a:lnTo>
                  <a:lnTo>
                    <a:pt x="611752" y="553253"/>
                  </a:lnTo>
                  <a:lnTo>
                    <a:pt x="614210" y="556346"/>
                  </a:lnTo>
                  <a:lnTo>
                    <a:pt x="617235" y="560792"/>
                  </a:lnTo>
                  <a:lnTo>
                    <a:pt x="617707" y="561566"/>
                  </a:lnTo>
                  <a:lnTo>
                    <a:pt x="619692" y="565239"/>
                  </a:lnTo>
                  <a:lnTo>
                    <a:pt x="621299" y="567655"/>
                  </a:lnTo>
                  <a:lnTo>
                    <a:pt x="622244" y="569201"/>
                  </a:lnTo>
                  <a:lnTo>
                    <a:pt x="621110" y="570458"/>
                  </a:lnTo>
                  <a:lnTo>
                    <a:pt x="617140" y="575097"/>
                  </a:lnTo>
                  <a:lnTo>
                    <a:pt x="607121" y="583410"/>
                  </a:lnTo>
                  <a:lnTo>
                    <a:pt x="596251" y="592979"/>
                  </a:lnTo>
                  <a:lnTo>
                    <a:pt x="586704" y="606897"/>
                  </a:lnTo>
                  <a:lnTo>
                    <a:pt x="585191" y="617529"/>
                  </a:lnTo>
                  <a:lnTo>
                    <a:pt x="587554" y="625648"/>
                  </a:lnTo>
                  <a:lnTo>
                    <a:pt x="589256" y="634734"/>
                  </a:lnTo>
                  <a:lnTo>
                    <a:pt x="587365" y="641499"/>
                  </a:lnTo>
                  <a:lnTo>
                    <a:pt x="581127" y="646912"/>
                  </a:lnTo>
                  <a:lnTo>
                    <a:pt x="576023" y="648942"/>
                  </a:lnTo>
                  <a:lnTo>
                    <a:pt x="566003" y="652905"/>
                  </a:lnTo>
                  <a:lnTo>
                    <a:pt x="564302" y="652711"/>
                  </a:lnTo>
                  <a:lnTo>
                    <a:pt x="564302" y="649522"/>
                  </a:lnTo>
                  <a:lnTo>
                    <a:pt x="555417" y="648072"/>
                  </a:lnTo>
                  <a:lnTo>
                    <a:pt x="554660" y="647879"/>
                  </a:lnTo>
                  <a:lnTo>
                    <a:pt x="555700" y="635313"/>
                  </a:lnTo>
                  <a:lnTo>
                    <a:pt x="555795" y="633670"/>
                  </a:lnTo>
                  <a:lnTo>
                    <a:pt x="549556" y="632897"/>
                  </a:lnTo>
                  <a:lnTo>
                    <a:pt x="548611" y="632800"/>
                  </a:lnTo>
                  <a:lnTo>
                    <a:pt x="539631" y="631641"/>
                  </a:lnTo>
                  <a:lnTo>
                    <a:pt x="531691" y="630481"/>
                  </a:lnTo>
                  <a:lnTo>
                    <a:pt x="531502" y="630481"/>
                  </a:lnTo>
                  <a:lnTo>
                    <a:pt x="524980" y="629611"/>
                  </a:lnTo>
                  <a:lnTo>
                    <a:pt x="518742" y="628838"/>
                  </a:lnTo>
                  <a:lnTo>
                    <a:pt x="513543" y="628161"/>
                  </a:lnTo>
                  <a:lnTo>
                    <a:pt x="507777" y="627388"/>
                  </a:lnTo>
                  <a:lnTo>
                    <a:pt x="501444" y="626614"/>
                  </a:lnTo>
                  <a:lnTo>
                    <a:pt x="498986" y="626325"/>
                  </a:lnTo>
                  <a:lnTo>
                    <a:pt x="495111" y="625841"/>
                  </a:lnTo>
                  <a:lnTo>
                    <a:pt x="492559" y="625455"/>
                  </a:lnTo>
                  <a:lnTo>
                    <a:pt x="490574" y="625068"/>
                  </a:lnTo>
                  <a:lnTo>
                    <a:pt x="485848" y="624198"/>
                  </a:lnTo>
                  <a:lnTo>
                    <a:pt x="484430" y="623908"/>
                  </a:lnTo>
                  <a:lnTo>
                    <a:pt x="484335" y="623522"/>
                  </a:lnTo>
                  <a:lnTo>
                    <a:pt x="482634" y="623811"/>
                  </a:lnTo>
                  <a:lnTo>
                    <a:pt x="482067" y="623811"/>
                  </a:lnTo>
                  <a:lnTo>
                    <a:pt x="479893" y="624101"/>
                  </a:lnTo>
                  <a:lnTo>
                    <a:pt x="477624" y="624295"/>
                  </a:lnTo>
                  <a:lnTo>
                    <a:pt x="474599" y="624391"/>
                  </a:lnTo>
                  <a:lnTo>
                    <a:pt x="470724" y="624391"/>
                  </a:lnTo>
                  <a:lnTo>
                    <a:pt x="470913" y="629707"/>
                  </a:lnTo>
                  <a:lnTo>
                    <a:pt x="470819" y="632510"/>
                  </a:lnTo>
                  <a:lnTo>
                    <a:pt x="470913" y="636667"/>
                  </a:lnTo>
                  <a:lnTo>
                    <a:pt x="470819" y="639663"/>
                  </a:lnTo>
                  <a:lnTo>
                    <a:pt x="470157" y="643143"/>
                  </a:lnTo>
                  <a:lnTo>
                    <a:pt x="469212" y="647782"/>
                  </a:lnTo>
                  <a:lnTo>
                    <a:pt x="469117" y="648362"/>
                  </a:lnTo>
                  <a:lnTo>
                    <a:pt x="468644" y="652325"/>
                  </a:lnTo>
                  <a:lnTo>
                    <a:pt x="468172" y="654838"/>
                  </a:lnTo>
                  <a:lnTo>
                    <a:pt x="468361" y="655128"/>
                  </a:lnTo>
                  <a:lnTo>
                    <a:pt x="468928" y="656191"/>
                  </a:lnTo>
                  <a:lnTo>
                    <a:pt x="471953" y="661314"/>
                  </a:lnTo>
                  <a:lnTo>
                    <a:pt x="473276" y="662474"/>
                  </a:lnTo>
                  <a:lnTo>
                    <a:pt x="473560" y="662763"/>
                  </a:lnTo>
                  <a:lnTo>
                    <a:pt x="473749" y="662957"/>
                  </a:lnTo>
                  <a:lnTo>
                    <a:pt x="474883" y="663923"/>
                  </a:lnTo>
                  <a:lnTo>
                    <a:pt x="475828" y="664890"/>
                  </a:lnTo>
                  <a:lnTo>
                    <a:pt x="475639" y="665277"/>
                  </a:lnTo>
                  <a:lnTo>
                    <a:pt x="475261" y="665856"/>
                  </a:lnTo>
                  <a:lnTo>
                    <a:pt x="474883" y="666243"/>
                  </a:lnTo>
                  <a:lnTo>
                    <a:pt x="474221" y="667016"/>
                  </a:lnTo>
                  <a:lnTo>
                    <a:pt x="473371" y="667886"/>
                  </a:lnTo>
                  <a:lnTo>
                    <a:pt x="472331" y="668659"/>
                  </a:lnTo>
                  <a:lnTo>
                    <a:pt x="471669" y="669626"/>
                  </a:lnTo>
                  <a:lnTo>
                    <a:pt x="470535" y="671559"/>
                  </a:lnTo>
                  <a:lnTo>
                    <a:pt x="469968" y="672719"/>
                  </a:lnTo>
                  <a:lnTo>
                    <a:pt x="469023" y="674169"/>
                  </a:lnTo>
                  <a:lnTo>
                    <a:pt x="468644" y="675329"/>
                  </a:lnTo>
                  <a:lnTo>
                    <a:pt x="468550" y="675619"/>
                  </a:lnTo>
                  <a:lnTo>
                    <a:pt x="468455" y="676005"/>
                  </a:lnTo>
                  <a:lnTo>
                    <a:pt x="467888" y="677648"/>
                  </a:lnTo>
                  <a:lnTo>
                    <a:pt x="467038" y="677165"/>
                  </a:lnTo>
                  <a:lnTo>
                    <a:pt x="462217" y="673589"/>
                  </a:lnTo>
                  <a:lnTo>
                    <a:pt x="456924" y="669433"/>
                  </a:lnTo>
                  <a:lnTo>
                    <a:pt x="445959" y="660734"/>
                  </a:lnTo>
                  <a:lnTo>
                    <a:pt x="429985" y="648362"/>
                  </a:lnTo>
                  <a:lnTo>
                    <a:pt x="417318" y="638406"/>
                  </a:lnTo>
                  <a:lnTo>
                    <a:pt x="416846" y="638116"/>
                  </a:lnTo>
                  <a:lnTo>
                    <a:pt x="415428" y="636957"/>
                  </a:lnTo>
                  <a:lnTo>
                    <a:pt x="413916" y="635700"/>
                  </a:lnTo>
                  <a:lnTo>
                    <a:pt x="412970" y="635023"/>
                  </a:lnTo>
                  <a:lnTo>
                    <a:pt x="412025" y="634347"/>
                  </a:lnTo>
                  <a:lnTo>
                    <a:pt x="408906" y="631834"/>
                  </a:lnTo>
                  <a:lnTo>
                    <a:pt x="403424" y="627774"/>
                  </a:lnTo>
                  <a:lnTo>
                    <a:pt x="400588" y="625938"/>
                  </a:lnTo>
                  <a:lnTo>
                    <a:pt x="398697" y="624585"/>
                  </a:lnTo>
                  <a:lnTo>
                    <a:pt x="396051" y="623038"/>
                  </a:lnTo>
                  <a:lnTo>
                    <a:pt x="391608" y="620429"/>
                  </a:lnTo>
                  <a:lnTo>
                    <a:pt x="366843" y="606994"/>
                  </a:lnTo>
                  <a:lnTo>
                    <a:pt x="347655" y="635023"/>
                  </a:lnTo>
                  <a:lnTo>
                    <a:pt x="346332" y="634154"/>
                  </a:lnTo>
                  <a:lnTo>
                    <a:pt x="344914" y="633187"/>
                  </a:lnTo>
                  <a:lnTo>
                    <a:pt x="344063" y="632897"/>
                  </a:lnTo>
                  <a:lnTo>
                    <a:pt x="343307" y="632800"/>
                  </a:lnTo>
                  <a:lnTo>
                    <a:pt x="341511" y="632124"/>
                  </a:lnTo>
                  <a:lnTo>
                    <a:pt x="339999" y="631254"/>
                  </a:lnTo>
                  <a:lnTo>
                    <a:pt x="338392" y="629611"/>
                  </a:lnTo>
                  <a:lnTo>
                    <a:pt x="337352" y="628064"/>
                  </a:lnTo>
                  <a:lnTo>
                    <a:pt x="335273" y="626808"/>
                  </a:lnTo>
                  <a:lnTo>
                    <a:pt x="333099" y="626131"/>
                  </a:lnTo>
                  <a:lnTo>
                    <a:pt x="331303" y="625261"/>
                  </a:lnTo>
                  <a:lnTo>
                    <a:pt x="330074" y="624875"/>
                  </a:lnTo>
                  <a:lnTo>
                    <a:pt x="327522" y="624198"/>
                  </a:lnTo>
                  <a:lnTo>
                    <a:pt x="326198" y="623038"/>
                  </a:lnTo>
                  <a:lnTo>
                    <a:pt x="324213" y="621975"/>
                  </a:lnTo>
                  <a:lnTo>
                    <a:pt x="323457" y="620429"/>
                  </a:lnTo>
                  <a:lnTo>
                    <a:pt x="322323" y="619849"/>
                  </a:lnTo>
                  <a:lnTo>
                    <a:pt x="321378" y="618882"/>
                  </a:lnTo>
                  <a:lnTo>
                    <a:pt x="320621" y="618689"/>
                  </a:lnTo>
                  <a:lnTo>
                    <a:pt x="317880" y="618012"/>
                  </a:lnTo>
                  <a:lnTo>
                    <a:pt x="316746" y="616466"/>
                  </a:lnTo>
                  <a:lnTo>
                    <a:pt x="315801" y="615016"/>
                  </a:lnTo>
                  <a:lnTo>
                    <a:pt x="314288" y="614243"/>
                  </a:lnTo>
                  <a:lnTo>
                    <a:pt x="312303" y="613179"/>
                  </a:lnTo>
                  <a:lnTo>
                    <a:pt x="309468" y="612213"/>
                  </a:lnTo>
                  <a:lnTo>
                    <a:pt x="307388" y="611826"/>
                  </a:lnTo>
                  <a:lnTo>
                    <a:pt x="305781" y="610956"/>
                  </a:lnTo>
                  <a:lnTo>
                    <a:pt x="304553" y="608830"/>
                  </a:lnTo>
                  <a:lnTo>
                    <a:pt x="302662" y="607573"/>
                  </a:lnTo>
                  <a:lnTo>
                    <a:pt x="300299" y="606317"/>
                  </a:lnTo>
                  <a:lnTo>
                    <a:pt x="298692" y="605350"/>
                  </a:lnTo>
                  <a:lnTo>
                    <a:pt x="296235" y="604384"/>
                  </a:lnTo>
                  <a:lnTo>
                    <a:pt x="293399" y="603031"/>
                  </a:lnTo>
                  <a:lnTo>
                    <a:pt x="291886" y="601774"/>
                  </a:lnTo>
                  <a:lnTo>
                    <a:pt x="289996" y="601098"/>
                  </a:lnTo>
                  <a:lnTo>
                    <a:pt x="288862" y="600228"/>
                  </a:lnTo>
                  <a:lnTo>
                    <a:pt x="287538" y="599358"/>
                  </a:lnTo>
                  <a:lnTo>
                    <a:pt x="286593" y="598681"/>
                  </a:lnTo>
                  <a:lnTo>
                    <a:pt x="284986" y="598005"/>
                  </a:lnTo>
                  <a:lnTo>
                    <a:pt x="283001" y="597425"/>
                  </a:lnTo>
                  <a:lnTo>
                    <a:pt x="281678" y="596748"/>
                  </a:lnTo>
                  <a:lnTo>
                    <a:pt x="280166" y="596458"/>
                  </a:lnTo>
                  <a:lnTo>
                    <a:pt x="277235" y="594138"/>
                  </a:lnTo>
                  <a:lnTo>
                    <a:pt x="275156" y="593268"/>
                  </a:lnTo>
                  <a:lnTo>
                    <a:pt x="273360" y="591915"/>
                  </a:lnTo>
                  <a:lnTo>
                    <a:pt x="271470" y="591335"/>
                  </a:lnTo>
                  <a:lnTo>
                    <a:pt x="269863" y="592012"/>
                  </a:lnTo>
                  <a:lnTo>
                    <a:pt x="268445" y="590272"/>
                  </a:lnTo>
                  <a:lnTo>
                    <a:pt x="267689" y="589789"/>
                  </a:lnTo>
                  <a:lnTo>
                    <a:pt x="266460" y="588242"/>
                  </a:lnTo>
                  <a:lnTo>
                    <a:pt x="265326" y="587469"/>
                  </a:lnTo>
                  <a:lnTo>
                    <a:pt x="264002" y="586986"/>
                  </a:lnTo>
                  <a:lnTo>
                    <a:pt x="261828" y="587759"/>
                  </a:lnTo>
                  <a:lnTo>
                    <a:pt x="259654" y="585246"/>
                  </a:lnTo>
                  <a:lnTo>
                    <a:pt x="257575" y="584280"/>
                  </a:lnTo>
                  <a:lnTo>
                    <a:pt x="256535" y="583410"/>
                  </a:lnTo>
                  <a:lnTo>
                    <a:pt x="255117" y="582540"/>
                  </a:lnTo>
                  <a:lnTo>
                    <a:pt x="252565" y="581863"/>
                  </a:lnTo>
                  <a:lnTo>
                    <a:pt x="248122" y="580220"/>
                  </a:lnTo>
                  <a:lnTo>
                    <a:pt x="244814" y="578674"/>
                  </a:lnTo>
                  <a:lnTo>
                    <a:pt x="242356" y="576740"/>
                  </a:lnTo>
                  <a:lnTo>
                    <a:pt x="239899" y="574807"/>
                  </a:lnTo>
                  <a:lnTo>
                    <a:pt x="237725" y="573261"/>
                  </a:lnTo>
                  <a:lnTo>
                    <a:pt x="235551" y="571908"/>
                  </a:lnTo>
                  <a:lnTo>
                    <a:pt x="233377" y="570845"/>
                  </a:lnTo>
                  <a:lnTo>
                    <a:pt x="231392" y="570168"/>
                  </a:lnTo>
                  <a:lnTo>
                    <a:pt x="228651" y="568815"/>
                  </a:lnTo>
                  <a:lnTo>
                    <a:pt x="227800" y="567655"/>
                  </a:lnTo>
                  <a:lnTo>
                    <a:pt x="226760" y="566978"/>
                  </a:lnTo>
                  <a:lnTo>
                    <a:pt x="225059" y="566398"/>
                  </a:lnTo>
                  <a:lnTo>
                    <a:pt x="223735" y="566398"/>
                  </a:lnTo>
                  <a:lnTo>
                    <a:pt x="219387" y="564949"/>
                  </a:lnTo>
                  <a:lnTo>
                    <a:pt x="216363" y="562532"/>
                  </a:lnTo>
                  <a:lnTo>
                    <a:pt x="214850" y="562532"/>
                  </a:lnTo>
                  <a:lnTo>
                    <a:pt x="213149" y="561759"/>
                  </a:lnTo>
                  <a:lnTo>
                    <a:pt x="212015" y="561179"/>
                  </a:lnTo>
                  <a:lnTo>
                    <a:pt x="210502" y="559729"/>
                  </a:lnTo>
                  <a:lnTo>
                    <a:pt x="209462" y="558956"/>
                  </a:lnTo>
                  <a:lnTo>
                    <a:pt x="208139" y="558279"/>
                  </a:lnTo>
                  <a:lnTo>
                    <a:pt x="206438" y="557216"/>
                  </a:lnTo>
                  <a:lnTo>
                    <a:pt x="205209" y="557023"/>
                  </a:lnTo>
                  <a:lnTo>
                    <a:pt x="204264" y="556540"/>
                  </a:lnTo>
                  <a:lnTo>
                    <a:pt x="203035" y="556443"/>
                  </a:lnTo>
                  <a:lnTo>
                    <a:pt x="201333" y="555766"/>
                  </a:lnTo>
                  <a:lnTo>
                    <a:pt x="199916" y="555186"/>
                  </a:lnTo>
                  <a:lnTo>
                    <a:pt x="198592" y="554220"/>
                  </a:lnTo>
                  <a:lnTo>
                    <a:pt x="196796" y="553640"/>
                  </a:lnTo>
                  <a:lnTo>
                    <a:pt x="194811" y="552770"/>
                  </a:lnTo>
                  <a:lnTo>
                    <a:pt x="193299" y="552287"/>
                  </a:lnTo>
                  <a:lnTo>
                    <a:pt x="190936" y="551127"/>
                  </a:lnTo>
                  <a:lnTo>
                    <a:pt x="188667" y="550837"/>
                  </a:lnTo>
                  <a:lnTo>
                    <a:pt x="186871" y="550450"/>
                  </a:lnTo>
                  <a:lnTo>
                    <a:pt x="184414" y="549290"/>
                  </a:lnTo>
                  <a:lnTo>
                    <a:pt x="183185" y="547551"/>
                  </a:lnTo>
                  <a:lnTo>
                    <a:pt x="181389" y="546681"/>
                  </a:lnTo>
                  <a:lnTo>
                    <a:pt x="179499" y="545134"/>
                  </a:lnTo>
                  <a:lnTo>
                    <a:pt x="177608" y="544168"/>
                  </a:lnTo>
                  <a:lnTo>
                    <a:pt x="176568" y="542911"/>
                  </a:lnTo>
                  <a:lnTo>
                    <a:pt x="175151" y="542621"/>
                  </a:lnTo>
                  <a:lnTo>
                    <a:pt x="173449" y="541558"/>
                  </a:lnTo>
                  <a:lnTo>
                    <a:pt x="170803" y="540591"/>
                  </a:lnTo>
                  <a:lnTo>
                    <a:pt x="169196" y="539915"/>
                  </a:lnTo>
                  <a:lnTo>
                    <a:pt x="167589" y="539045"/>
                  </a:lnTo>
                  <a:lnTo>
                    <a:pt x="165509" y="538948"/>
                  </a:lnTo>
                  <a:lnTo>
                    <a:pt x="163052" y="538078"/>
                  </a:lnTo>
                  <a:lnTo>
                    <a:pt x="160310" y="537112"/>
                  </a:lnTo>
                  <a:lnTo>
                    <a:pt x="158420" y="535469"/>
                  </a:lnTo>
                  <a:lnTo>
                    <a:pt x="156719" y="534309"/>
                  </a:lnTo>
                  <a:lnTo>
                    <a:pt x="153977" y="532086"/>
                  </a:lnTo>
                  <a:lnTo>
                    <a:pt x="151520" y="530733"/>
                  </a:lnTo>
                  <a:lnTo>
                    <a:pt x="149062" y="529186"/>
                  </a:lnTo>
                  <a:lnTo>
                    <a:pt x="145376" y="528026"/>
                  </a:lnTo>
                  <a:lnTo>
                    <a:pt x="141217" y="526673"/>
                  </a:lnTo>
                  <a:lnTo>
                    <a:pt x="138570" y="525707"/>
                  </a:lnTo>
                  <a:lnTo>
                    <a:pt x="136680" y="524063"/>
                  </a:lnTo>
                  <a:lnTo>
                    <a:pt x="135073" y="522517"/>
                  </a:lnTo>
                  <a:lnTo>
                    <a:pt x="133277" y="521937"/>
                  </a:lnTo>
                  <a:lnTo>
                    <a:pt x="131765" y="521550"/>
                  </a:lnTo>
                  <a:lnTo>
                    <a:pt x="129874" y="520391"/>
                  </a:lnTo>
                  <a:lnTo>
                    <a:pt x="128362" y="519424"/>
                  </a:lnTo>
                  <a:lnTo>
                    <a:pt x="126755" y="518844"/>
                  </a:lnTo>
                  <a:lnTo>
                    <a:pt x="125904" y="518554"/>
                  </a:lnTo>
                  <a:lnTo>
                    <a:pt x="125148" y="517878"/>
                  </a:lnTo>
                  <a:lnTo>
                    <a:pt x="122785" y="517588"/>
                  </a:lnTo>
                  <a:lnTo>
                    <a:pt x="120800" y="517104"/>
                  </a:lnTo>
                  <a:lnTo>
                    <a:pt x="118059" y="516138"/>
                  </a:lnTo>
                  <a:lnTo>
                    <a:pt x="116546" y="515364"/>
                  </a:lnTo>
                  <a:lnTo>
                    <a:pt x="115885" y="514301"/>
                  </a:lnTo>
                  <a:lnTo>
                    <a:pt x="114089" y="513721"/>
                  </a:lnTo>
                  <a:lnTo>
                    <a:pt x="111820" y="513045"/>
                  </a:lnTo>
                  <a:lnTo>
                    <a:pt x="109930" y="511112"/>
                  </a:lnTo>
                  <a:lnTo>
                    <a:pt x="107850" y="509855"/>
                  </a:lnTo>
                  <a:lnTo>
                    <a:pt x="106338" y="509372"/>
                  </a:lnTo>
                  <a:lnTo>
                    <a:pt x="103408" y="508599"/>
                  </a:lnTo>
                  <a:lnTo>
                    <a:pt x="101706" y="507342"/>
                  </a:lnTo>
                  <a:lnTo>
                    <a:pt x="98776" y="505699"/>
                  </a:lnTo>
                  <a:lnTo>
                    <a:pt x="96602" y="505119"/>
                  </a:lnTo>
                  <a:lnTo>
                    <a:pt x="95090" y="504152"/>
                  </a:lnTo>
                  <a:lnTo>
                    <a:pt x="92632" y="502993"/>
                  </a:lnTo>
                  <a:lnTo>
                    <a:pt x="90742" y="502606"/>
                  </a:lnTo>
                  <a:lnTo>
                    <a:pt x="89513" y="501060"/>
                  </a:lnTo>
                  <a:lnTo>
                    <a:pt x="87717" y="500383"/>
                  </a:lnTo>
                  <a:lnTo>
                    <a:pt x="85826" y="499996"/>
                  </a:lnTo>
                  <a:lnTo>
                    <a:pt x="84503" y="498836"/>
                  </a:lnTo>
                  <a:lnTo>
                    <a:pt x="82140" y="497870"/>
                  </a:lnTo>
                  <a:lnTo>
                    <a:pt x="79588" y="496903"/>
                  </a:lnTo>
                  <a:lnTo>
                    <a:pt x="77697" y="496033"/>
                  </a:lnTo>
                  <a:lnTo>
                    <a:pt x="75618" y="495550"/>
                  </a:lnTo>
                  <a:lnTo>
                    <a:pt x="74389" y="494584"/>
                  </a:lnTo>
                  <a:lnTo>
                    <a:pt x="72499" y="494100"/>
                  </a:lnTo>
                  <a:lnTo>
                    <a:pt x="70703" y="492264"/>
                  </a:lnTo>
                  <a:lnTo>
                    <a:pt x="68434" y="491587"/>
                  </a:lnTo>
                  <a:lnTo>
                    <a:pt x="61534" y="488494"/>
                  </a:lnTo>
                  <a:lnTo>
                    <a:pt x="60022" y="486851"/>
                  </a:lnTo>
                  <a:lnTo>
                    <a:pt x="56997" y="485691"/>
                  </a:lnTo>
                  <a:lnTo>
                    <a:pt x="54067" y="483952"/>
                  </a:lnTo>
                  <a:lnTo>
                    <a:pt x="51042" y="483275"/>
                  </a:lnTo>
                  <a:lnTo>
                    <a:pt x="48490" y="482985"/>
                  </a:lnTo>
                  <a:lnTo>
                    <a:pt x="45181" y="480955"/>
                  </a:lnTo>
                  <a:lnTo>
                    <a:pt x="43102" y="480375"/>
                  </a:lnTo>
                  <a:lnTo>
                    <a:pt x="41684" y="479119"/>
                  </a:lnTo>
                  <a:lnTo>
                    <a:pt x="39510" y="478056"/>
                  </a:lnTo>
                  <a:lnTo>
                    <a:pt x="37620" y="476992"/>
                  </a:lnTo>
                  <a:lnTo>
                    <a:pt x="36202" y="476412"/>
                  </a:lnTo>
                  <a:lnTo>
                    <a:pt x="31948" y="475253"/>
                  </a:lnTo>
                  <a:lnTo>
                    <a:pt x="28734" y="473513"/>
                  </a:lnTo>
                  <a:lnTo>
                    <a:pt x="26560" y="471870"/>
                  </a:lnTo>
                  <a:lnTo>
                    <a:pt x="23819" y="471096"/>
                  </a:lnTo>
                  <a:lnTo>
                    <a:pt x="21929" y="470420"/>
                  </a:lnTo>
                  <a:lnTo>
                    <a:pt x="19849" y="469357"/>
                  </a:lnTo>
                  <a:lnTo>
                    <a:pt x="16541" y="468197"/>
                  </a:lnTo>
                  <a:lnTo>
                    <a:pt x="14651" y="467037"/>
                  </a:lnTo>
                  <a:lnTo>
                    <a:pt x="10586" y="465587"/>
                  </a:lnTo>
                  <a:lnTo>
                    <a:pt x="12760" y="462977"/>
                  </a:lnTo>
                  <a:lnTo>
                    <a:pt x="20606" y="449639"/>
                  </a:lnTo>
                  <a:lnTo>
                    <a:pt x="25237" y="441520"/>
                  </a:lnTo>
                  <a:lnTo>
                    <a:pt x="26088" y="440457"/>
                  </a:lnTo>
                  <a:lnTo>
                    <a:pt x="29585" y="433401"/>
                  </a:lnTo>
                  <a:lnTo>
                    <a:pt x="33177" y="427118"/>
                  </a:lnTo>
                  <a:lnTo>
                    <a:pt x="38376" y="417646"/>
                  </a:lnTo>
                  <a:lnTo>
                    <a:pt x="43480" y="408367"/>
                  </a:lnTo>
                  <a:lnTo>
                    <a:pt x="43858" y="407787"/>
                  </a:lnTo>
                  <a:lnTo>
                    <a:pt x="22401" y="385170"/>
                  </a:lnTo>
                  <a:lnTo>
                    <a:pt x="12477" y="374828"/>
                  </a:lnTo>
                  <a:lnTo>
                    <a:pt x="9735" y="371928"/>
                  </a:lnTo>
                  <a:lnTo>
                    <a:pt x="7656" y="369222"/>
                  </a:lnTo>
                  <a:lnTo>
                    <a:pt x="6333" y="367096"/>
                  </a:lnTo>
                  <a:lnTo>
                    <a:pt x="5198" y="365259"/>
                  </a:lnTo>
                  <a:lnTo>
                    <a:pt x="4159" y="363133"/>
                  </a:lnTo>
                  <a:lnTo>
                    <a:pt x="2930" y="360136"/>
                  </a:lnTo>
                  <a:lnTo>
                    <a:pt x="2174" y="358010"/>
                  </a:lnTo>
                  <a:lnTo>
                    <a:pt x="1512" y="355304"/>
                  </a:lnTo>
                  <a:lnTo>
                    <a:pt x="756" y="352501"/>
                  </a:lnTo>
                  <a:lnTo>
                    <a:pt x="283" y="349698"/>
                  </a:lnTo>
                  <a:lnTo>
                    <a:pt x="94" y="347185"/>
                  </a:lnTo>
                  <a:lnTo>
                    <a:pt x="0" y="344092"/>
                  </a:lnTo>
                  <a:lnTo>
                    <a:pt x="94" y="340902"/>
                  </a:lnTo>
                  <a:lnTo>
                    <a:pt x="189" y="339162"/>
                  </a:lnTo>
                  <a:lnTo>
                    <a:pt x="1039" y="334040"/>
                  </a:lnTo>
                  <a:lnTo>
                    <a:pt x="5482" y="309392"/>
                  </a:lnTo>
                  <a:lnTo>
                    <a:pt x="9735" y="286002"/>
                  </a:lnTo>
                  <a:lnTo>
                    <a:pt x="11531" y="276433"/>
                  </a:lnTo>
                  <a:lnTo>
                    <a:pt x="12004" y="273630"/>
                  </a:lnTo>
                  <a:lnTo>
                    <a:pt x="17297" y="244440"/>
                  </a:lnTo>
                  <a:lnTo>
                    <a:pt x="17486" y="243280"/>
                  </a:lnTo>
                  <a:lnTo>
                    <a:pt x="21078" y="223563"/>
                  </a:lnTo>
                  <a:lnTo>
                    <a:pt x="26560" y="192633"/>
                  </a:lnTo>
                  <a:lnTo>
                    <a:pt x="28356" y="182291"/>
                  </a:lnTo>
                  <a:lnTo>
                    <a:pt x="29680" y="174655"/>
                  </a:lnTo>
                  <a:lnTo>
                    <a:pt x="33555" y="153584"/>
                  </a:lnTo>
                  <a:lnTo>
                    <a:pt x="34028" y="150975"/>
                  </a:lnTo>
                  <a:lnTo>
                    <a:pt x="34500" y="148172"/>
                  </a:lnTo>
                  <a:lnTo>
                    <a:pt x="39132" y="122655"/>
                  </a:lnTo>
                  <a:lnTo>
                    <a:pt x="40455" y="115792"/>
                  </a:lnTo>
                  <a:lnTo>
                    <a:pt x="40455" y="115309"/>
                  </a:lnTo>
                  <a:lnTo>
                    <a:pt x="40833" y="113376"/>
                  </a:lnTo>
                  <a:lnTo>
                    <a:pt x="41022" y="111926"/>
                  </a:lnTo>
                  <a:lnTo>
                    <a:pt x="41212" y="109993"/>
                  </a:lnTo>
                  <a:lnTo>
                    <a:pt x="41401" y="108447"/>
                  </a:lnTo>
                  <a:lnTo>
                    <a:pt x="41495" y="107577"/>
                  </a:lnTo>
                  <a:lnTo>
                    <a:pt x="41495" y="107093"/>
                  </a:lnTo>
                  <a:lnTo>
                    <a:pt x="41590" y="105837"/>
                  </a:lnTo>
                  <a:lnTo>
                    <a:pt x="41684" y="103807"/>
                  </a:lnTo>
                  <a:lnTo>
                    <a:pt x="41684" y="103130"/>
                  </a:lnTo>
                  <a:lnTo>
                    <a:pt x="41684" y="102164"/>
                  </a:lnTo>
                  <a:lnTo>
                    <a:pt x="41779" y="100521"/>
                  </a:lnTo>
                  <a:lnTo>
                    <a:pt x="41779" y="100327"/>
                  </a:lnTo>
                  <a:lnTo>
                    <a:pt x="41779" y="99168"/>
                  </a:lnTo>
                  <a:lnTo>
                    <a:pt x="41779" y="98008"/>
                  </a:lnTo>
                  <a:lnTo>
                    <a:pt x="41684" y="96075"/>
                  </a:lnTo>
                  <a:lnTo>
                    <a:pt x="41495" y="93175"/>
                  </a:lnTo>
                  <a:lnTo>
                    <a:pt x="41495" y="91725"/>
                  </a:lnTo>
                  <a:lnTo>
                    <a:pt x="41779" y="92015"/>
                  </a:lnTo>
                  <a:lnTo>
                    <a:pt x="44047" y="92692"/>
                  </a:lnTo>
                  <a:lnTo>
                    <a:pt x="47166" y="93755"/>
                  </a:lnTo>
                  <a:lnTo>
                    <a:pt x="51042" y="95011"/>
                  </a:lnTo>
                  <a:lnTo>
                    <a:pt x="54634" y="95978"/>
                  </a:lnTo>
                  <a:lnTo>
                    <a:pt x="57375" y="96558"/>
                  </a:lnTo>
                  <a:lnTo>
                    <a:pt x="60116" y="97138"/>
                  </a:lnTo>
                  <a:lnTo>
                    <a:pt x="72215" y="99361"/>
                  </a:lnTo>
                  <a:lnTo>
                    <a:pt x="82140" y="101197"/>
                  </a:lnTo>
                  <a:lnTo>
                    <a:pt x="93577" y="103227"/>
                  </a:lnTo>
                  <a:lnTo>
                    <a:pt x="94428" y="103227"/>
                  </a:lnTo>
                  <a:lnTo>
                    <a:pt x="95373" y="103227"/>
                  </a:lnTo>
                  <a:lnTo>
                    <a:pt x="96886" y="103227"/>
                  </a:lnTo>
                  <a:lnTo>
                    <a:pt x="98776" y="103034"/>
                  </a:lnTo>
                  <a:lnTo>
                    <a:pt x="100950" y="102841"/>
                  </a:lnTo>
                  <a:lnTo>
                    <a:pt x="103597" y="102551"/>
                  </a:lnTo>
                  <a:lnTo>
                    <a:pt x="105393" y="102357"/>
                  </a:lnTo>
                  <a:lnTo>
                    <a:pt x="106432" y="102261"/>
                  </a:lnTo>
                  <a:lnTo>
                    <a:pt x="107189" y="102164"/>
                  </a:lnTo>
                  <a:lnTo>
                    <a:pt x="109363" y="101874"/>
                  </a:lnTo>
                  <a:lnTo>
                    <a:pt x="115790" y="101101"/>
                  </a:lnTo>
                  <a:lnTo>
                    <a:pt x="116263" y="101101"/>
                  </a:lnTo>
                  <a:lnTo>
                    <a:pt x="122690" y="100327"/>
                  </a:lnTo>
                  <a:lnTo>
                    <a:pt x="125715" y="99941"/>
                  </a:lnTo>
                  <a:lnTo>
                    <a:pt x="128929" y="99458"/>
                  </a:lnTo>
                  <a:lnTo>
                    <a:pt x="129307" y="99458"/>
                  </a:lnTo>
                  <a:lnTo>
                    <a:pt x="138098" y="98394"/>
                  </a:lnTo>
                  <a:lnTo>
                    <a:pt x="142446" y="97911"/>
                  </a:lnTo>
                  <a:lnTo>
                    <a:pt x="145470" y="97524"/>
                  </a:lnTo>
                  <a:lnTo>
                    <a:pt x="147077" y="97331"/>
                  </a:lnTo>
                  <a:lnTo>
                    <a:pt x="147172" y="97524"/>
                  </a:lnTo>
                  <a:lnTo>
                    <a:pt x="149440" y="96558"/>
                  </a:lnTo>
                  <a:lnTo>
                    <a:pt x="149913" y="96268"/>
                  </a:lnTo>
                  <a:lnTo>
                    <a:pt x="150575" y="96075"/>
                  </a:lnTo>
                  <a:lnTo>
                    <a:pt x="158326" y="90855"/>
                  </a:lnTo>
                  <a:lnTo>
                    <a:pt x="164186" y="87956"/>
                  </a:lnTo>
                  <a:lnTo>
                    <a:pt x="167872" y="87956"/>
                  </a:lnTo>
                  <a:lnTo>
                    <a:pt x="172126" y="90469"/>
                  </a:lnTo>
                  <a:lnTo>
                    <a:pt x="174867" y="95398"/>
                  </a:lnTo>
                  <a:lnTo>
                    <a:pt x="185832" y="88536"/>
                  </a:lnTo>
                  <a:lnTo>
                    <a:pt x="187817" y="87376"/>
                  </a:lnTo>
                  <a:lnTo>
                    <a:pt x="212582" y="73167"/>
                  </a:lnTo>
                  <a:lnTo>
                    <a:pt x="215606" y="70268"/>
                  </a:lnTo>
                  <a:lnTo>
                    <a:pt x="212676" y="64952"/>
                  </a:lnTo>
                  <a:lnTo>
                    <a:pt x="212676" y="60699"/>
                  </a:lnTo>
                  <a:lnTo>
                    <a:pt x="213338" y="59829"/>
                  </a:lnTo>
                  <a:lnTo>
                    <a:pt x="214094" y="50163"/>
                  </a:lnTo>
                  <a:lnTo>
                    <a:pt x="213621" y="39435"/>
                  </a:lnTo>
                  <a:lnTo>
                    <a:pt x="212771" y="39435"/>
                  </a:lnTo>
                  <a:lnTo>
                    <a:pt x="212204" y="37405"/>
                  </a:lnTo>
                  <a:lnTo>
                    <a:pt x="214945" y="34795"/>
                  </a:lnTo>
                  <a:lnTo>
                    <a:pt x="215134" y="34892"/>
                  </a:lnTo>
                  <a:lnTo>
                    <a:pt x="224208" y="36535"/>
                  </a:lnTo>
                  <a:lnTo>
                    <a:pt x="227705" y="31992"/>
                  </a:lnTo>
                  <a:lnTo>
                    <a:pt x="227894" y="32089"/>
                  </a:lnTo>
                  <a:lnTo>
                    <a:pt x="230447" y="33346"/>
                  </a:lnTo>
                  <a:lnTo>
                    <a:pt x="230919" y="32089"/>
                  </a:lnTo>
                  <a:lnTo>
                    <a:pt x="232621" y="27933"/>
                  </a:lnTo>
                  <a:lnTo>
                    <a:pt x="233471" y="27256"/>
                  </a:lnTo>
                  <a:lnTo>
                    <a:pt x="235078" y="28513"/>
                  </a:lnTo>
                  <a:lnTo>
                    <a:pt x="236118" y="29189"/>
                  </a:lnTo>
                  <a:lnTo>
                    <a:pt x="236591" y="29576"/>
                  </a:lnTo>
                  <a:lnTo>
                    <a:pt x="243018" y="31122"/>
                  </a:lnTo>
                  <a:lnTo>
                    <a:pt x="244625" y="31026"/>
                  </a:lnTo>
                  <a:lnTo>
                    <a:pt x="245854" y="31606"/>
                  </a:lnTo>
                  <a:lnTo>
                    <a:pt x="247366" y="32089"/>
                  </a:lnTo>
                  <a:lnTo>
                    <a:pt x="247555" y="32089"/>
                  </a:lnTo>
                  <a:lnTo>
                    <a:pt x="248784" y="32379"/>
                  </a:lnTo>
                  <a:lnTo>
                    <a:pt x="249635" y="32476"/>
                  </a:lnTo>
                  <a:lnTo>
                    <a:pt x="252659" y="32476"/>
                  </a:lnTo>
                  <a:lnTo>
                    <a:pt x="252943" y="32669"/>
                  </a:lnTo>
                  <a:lnTo>
                    <a:pt x="255495" y="34215"/>
                  </a:lnTo>
                  <a:lnTo>
                    <a:pt x="257669" y="35085"/>
                  </a:lnTo>
                  <a:lnTo>
                    <a:pt x="257953" y="35182"/>
                  </a:lnTo>
                  <a:lnTo>
                    <a:pt x="259371" y="35665"/>
                  </a:lnTo>
                  <a:lnTo>
                    <a:pt x="259749" y="35859"/>
                  </a:lnTo>
                  <a:lnTo>
                    <a:pt x="260410" y="36245"/>
                  </a:lnTo>
                  <a:lnTo>
                    <a:pt x="262490" y="37405"/>
                  </a:lnTo>
                  <a:lnTo>
                    <a:pt x="262962" y="37888"/>
                  </a:lnTo>
                  <a:lnTo>
                    <a:pt x="263813" y="38662"/>
                  </a:lnTo>
                  <a:lnTo>
                    <a:pt x="264475" y="38178"/>
                  </a:lnTo>
                  <a:lnTo>
                    <a:pt x="265136" y="38178"/>
                  </a:lnTo>
                  <a:lnTo>
                    <a:pt x="265326" y="38082"/>
                  </a:lnTo>
                  <a:lnTo>
                    <a:pt x="268634" y="37598"/>
                  </a:lnTo>
                  <a:lnTo>
                    <a:pt x="271280" y="37018"/>
                  </a:lnTo>
                  <a:lnTo>
                    <a:pt x="274211" y="35569"/>
                  </a:lnTo>
                  <a:lnTo>
                    <a:pt x="274211" y="35375"/>
                  </a:lnTo>
                  <a:lnTo>
                    <a:pt x="274305" y="34892"/>
                  </a:lnTo>
                  <a:lnTo>
                    <a:pt x="274494" y="34699"/>
                  </a:lnTo>
                  <a:lnTo>
                    <a:pt x="284230" y="28513"/>
                  </a:lnTo>
                  <a:lnTo>
                    <a:pt x="286971" y="26966"/>
                  </a:lnTo>
                  <a:lnTo>
                    <a:pt x="287066" y="26773"/>
                  </a:lnTo>
                  <a:lnTo>
                    <a:pt x="287444" y="26000"/>
                  </a:lnTo>
                  <a:lnTo>
                    <a:pt x="288106" y="25226"/>
                  </a:lnTo>
                  <a:lnTo>
                    <a:pt x="288295" y="24937"/>
                  </a:lnTo>
                  <a:lnTo>
                    <a:pt x="289145" y="23970"/>
                  </a:lnTo>
                  <a:lnTo>
                    <a:pt x="290185" y="22617"/>
                  </a:lnTo>
                  <a:lnTo>
                    <a:pt x="290469" y="22423"/>
                  </a:lnTo>
                  <a:lnTo>
                    <a:pt x="290847" y="22037"/>
                  </a:lnTo>
                  <a:lnTo>
                    <a:pt x="291319" y="21747"/>
                  </a:lnTo>
                  <a:lnTo>
                    <a:pt x="292548" y="20877"/>
                  </a:lnTo>
                  <a:lnTo>
                    <a:pt x="294911" y="19717"/>
                  </a:lnTo>
                  <a:lnTo>
                    <a:pt x="298976" y="17397"/>
                  </a:lnTo>
                  <a:lnTo>
                    <a:pt x="310224" y="10922"/>
                  </a:lnTo>
                  <a:lnTo>
                    <a:pt x="315801" y="7732"/>
                  </a:lnTo>
                  <a:lnTo>
                    <a:pt x="319676" y="5509"/>
                  </a:lnTo>
                  <a:lnTo>
                    <a:pt x="323363" y="3382"/>
                  </a:lnTo>
                  <a:lnTo>
                    <a:pt x="329223" y="0"/>
                  </a:lnTo>
                  <a:lnTo>
                    <a:pt x="334516" y="8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645145" y="4381658"/>
              <a:ext cx="763651" cy="1116946"/>
            </a:xfrm>
            <a:custGeom>
              <a:avLst/>
              <a:pathLst>
                <a:path w="763651" h="1116946">
                  <a:moveTo>
                    <a:pt x="431591" y="12468"/>
                  </a:moveTo>
                  <a:lnTo>
                    <a:pt x="437830" y="13435"/>
                  </a:lnTo>
                  <a:lnTo>
                    <a:pt x="441422" y="16044"/>
                  </a:lnTo>
                  <a:lnTo>
                    <a:pt x="444730" y="20587"/>
                  </a:lnTo>
                  <a:lnTo>
                    <a:pt x="447566" y="21844"/>
                  </a:lnTo>
                  <a:lnTo>
                    <a:pt x="451252" y="21747"/>
                  </a:lnTo>
                  <a:lnTo>
                    <a:pt x="453332" y="21070"/>
                  </a:lnTo>
                  <a:lnTo>
                    <a:pt x="454844" y="20490"/>
                  </a:lnTo>
                  <a:lnTo>
                    <a:pt x="460988" y="20974"/>
                  </a:lnTo>
                  <a:lnTo>
                    <a:pt x="465053" y="22327"/>
                  </a:lnTo>
                  <a:lnTo>
                    <a:pt x="473371" y="26580"/>
                  </a:lnTo>
                  <a:lnTo>
                    <a:pt x="475072" y="27450"/>
                  </a:lnTo>
                  <a:lnTo>
                    <a:pt x="482917" y="32959"/>
                  </a:lnTo>
                  <a:lnTo>
                    <a:pt x="471858" y="52966"/>
                  </a:lnTo>
                  <a:lnTo>
                    <a:pt x="467416" y="63502"/>
                  </a:lnTo>
                  <a:lnTo>
                    <a:pt x="465903" y="75390"/>
                  </a:lnTo>
                  <a:lnTo>
                    <a:pt x="467510" y="83896"/>
                  </a:lnTo>
                  <a:lnTo>
                    <a:pt x="469023" y="85733"/>
                  </a:lnTo>
                  <a:lnTo>
                    <a:pt x="469873" y="86506"/>
                  </a:lnTo>
                  <a:lnTo>
                    <a:pt x="474316" y="90662"/>
                  </a:lnTo>
                  <a:lnTo>
                    <a:pt x="476773" y="94625"/>
                  </a:lnTo>
                  <a:lnTo>
                    <a:pt x="484052" y="97524"/>
                  </a:lnTo>
                  <a:lnTo>
                    <a:pt x="492181" y="102261"/>
                  </a:lnTo>
                  <a:lnTo>
                    <a:pt x="495205" y="104097"/>
                  </a:lnTo>
                  <a:lnTo>
                    <a:pt x="497474" y="107770"/>
                  </a:lnTo>
                  <a:lnTo>
                    <a:pt x="499554" y="110960"/>
                  </a:lnTo>
                  <a:lnTo>
                    <a:pt x="501444" y="113569"/>
                  </a:lnTo>
                  <a:lnTo>
                    <a:pt x="503713" y="114922"/>
                  </a:lnTo>
                  <a:lnTo>
                    <a:pt x="509006" y="116759"/>
                  </a:lnTo>
                  <a:lnTo>
                    <a:pt x="510707" y="117242"/>
                  </a:lnTo>
                  <a:lnTo>
                    <a:pt x="529045" y="121978"/>
                  </a:lnTo>
                  <a:lnTo>
                    <a:pt x="532920" y="121978"/>
                  </a:lnTo>
                  <a:lnTo>
                    <a:pt x="536796" y="122172"/>
                  </a:lnTo>
                  <a:lnTo>
                    <a:pt x="542467" y="122558"/>
                  </a:lnTo>
                  <a:lnTo>
                    <a:pt x="544925" y="122751"/>
                  </a:lnTo>
                  <a:lnTo>
                    <a:pt x="547855" y="123525"/>
                  </a:lnTo>
                  <a:lnTo>
                    <a:pt x="550785" y="125554"/>
                  </a:lnTo>
                  <a:lnTo>
                    <a:pt x="553810" y="129034"/>
                  </a:lnTo>
                  <a:lnTo>
                    <a:pt x="555038" y="131644"/>
                  </a:lnTo>
                  <a:lnTo>
                    <a:pt x="555795" y="133673"/>
                  </a:lnTo>
                  <a:lnTo>
                    <a:pt x="558630" y="135317"/>
                  </a:lnTo>
                  <a:lnTo>
                    <a:pt x="569595" y="144209"/>
                  </a:lnTo>
                  <a:lnTo>
                    <a:pt x="576779" y="152715"/>
                  </a:lnTo>
                  <a:lnTo>
                    <a:pt x="577440" y="155518"/>
                  </a:lnTo>
                  <a:lnTo>
                    <a:pt x="578197" y="163540"/>
                  </a:lnTo>
                  <a:lnTo>
                    <a:pt x="578669" y="165570"/>
                  </a:lnTo>
                  <a:lnTo>
                    <a:pt x="578858" y="166343"/>
                  </a:lnTo>
                  <a:lnTo>
                    <a:pt x="582545" y="172819"/>
                  </a:lnTo>
                  <a:lnTo>
                    <a:pt x="587932" y="179971"/>
                  </a:lnTo>
                  <a:lnTo>
                    <a:pt x="590390" y="184611"/>
                  </a:lnTo>
                  <a:lnTo>
                    <a:pt x="593509" y="192246"/>
                  </a:lnTo>
                  <a:lnTo>
                    <a:pt x="596345" y="197659"/>
                  </a:lnTo>
                  <a:lnTo>
                    <a:pt x="598519" y="200559"/>
                  </a:lnTo>
                  <a:lnTo>
                    <a:pt x="602489" y="204812"/>
                  </a:lnTo>
                  <a:lnTo>
                    <a:pt x="613548" y="213317"/>
                  </a:lnTo>
                  <a:lnTo>
                    <a:pt x="618274" y="219310"/>
                  </a:lnTo>
                  <a:lnTo>
                    <a:pt x="619409" y="224433"/>
                  </a:lnTo>
                  <a:lnTo>
                    <a:pt x="619598" y="230329"/>
                  </a:lnTo>
                  <a:lnTo>
                    <a:pt x="622055" y="244054"/>
                  </a:lnTo>
                  <a:lnTo>
                    <a:pt x="622244" y="244537"/>
                  </a:lnTo>
                  <a:lnTo>
                    <a:pt x="622055" y="253139"/>
                  </a:lnTo>
                  <a:lnTo>
                    <a:pt x="625080" y="266574"/>
                  </a:lnTo>
                  <a:lnTo>
                    <a:pt x="627065" y="274693"/>
                  </a:lnTo>
                  <a:lnTo>
                    <a:pt x="633682" y="288225"/>
                  </a:lnTo>
                  <a:lnTo>
                    <a:pt x="645970" y="302917"/>
                  </a:lnTo>
                  <a:lnTo>
                    <a:pt x="663645" y="315675"/>
                  </a:lnTo>
                  <a:lnTo>
                    <a:pt x="680849" y="325631"/>
                  </a:lnTo>
                  <a:lnTo>
                    <a:pt x="693798" y="328530"/>
                  </a:lnTo>
                  <a:lnTo>
                    <a:pt x="709300" y="334523"/>
                  </a:lnTo>
                  <a:lnTo>
                    <a:pt x="723384" y="338099"/>
                  </a:lnTo>
                  <a:lnTo>
                    <a:pt x="726314" y="339066"/>
                  </a:lnTo>
                  <a:lnTo>
                    <a:pt x="734254" y="341772"/>
                  </a:lnTo>
                  <a:lnTo>
                    <a:pt x="738413" y="344285"/>
                  </a:lnTo>
                  <a:lnTo>
                    <a:pt x="741438" y="350278"/>
                  </a:lnTo>
                  <a:lnTo>
                    <a:pt x="742478" y="359750"/>
                  </a:lnTo>
                  <a:lnTo>
                    <a:pt x="741438" y="372992"/>
                  </a:lnTo>
                  <a:lnTo>
                    <a:pt x="744841" y="392709"/>
                  </a:lnTo>
                  <a:lnTo>
                    <a:pt x="748243" y="404018"/>
                  </a:lnTo>
                  <a:lnTo>
                    <a:pt x="750134" y="410977"/>
                  </a:lnTo>
                  <a:lnTo>
                    <a:pt x="755333" y="427602"/>
                  </a:lnTo>
                  <a:lnTo>
                    <a:pt x="758452" y="434174"/>
                  </a:lnTo>
                  <a:lnTo>
                    <a:pt x="759870" y="436011"/>
                  </a:lnTo>
                  <a:lnTo>
                    <a:pt x="762138" y="441617"/>
                  </a:lnTo>
                  <a:lnTo>
                    <a:pt x="763651" y="453505"/>
                  </a:lnTo>
                  <a:lnTo>
                    <a:pt x="762800" y="462687"/>
                  </a:lnTo>
                  <a:lnTo>
                    <a:pt x="762138" y="473030"/>
                  </a:lnTo>
                  <a:lnTo>
                    <a:pt x="755049" y="485401"/>
                  </a:lnTo>
                  <a:lnTo>
                    <a:pt x="744557" y="506279"/>
                  </a:lnTo>
                  <a:lnTo>
                    <a:pt x="737184" y="516234"/>
                  </a:lnTo>
                  <a:lnTo>
                    <a:pt x="733876" y="519231"/>
                  </a:lnTo>
                  <a:lnTo>
                    <a:pt x="730851" y="524643"/>
                  </a:lnTo>
                  <a:lnTo>
                    <a:pt x="729433" y="529573"/>
                  </a:lnTo>
                  <a:lnTo>
                    <a:pt x="728961" y="531216"/>
                  </a:lnTo>
                  <a:lnTo>
                    <a:pt x="729150" y="532956"/>
                  </a:lnTo>
                  <a:lnTo>
                    <a:pt x="729906" y="540785"/>
                  </a:lnTo>
                  <a:lnTo>
                    <a:pt x="735483" y="548904"/>
                  </a:lnTo>
                  <a:lnTo>
                    <a:pt x="741060" y="560599"/>
                  </a:lnTo>
                  <a:lnTo>
                    <a:pt x="743423" y="568911"/>
                  </a:lnTo>
                  <a:lnTo>
                    <a:pt x="744274" y="575001"/>
                  </a:lnTo>
                  <a:lnTo>
                    <a:pt x="744557" y="585536"/>
                  </a:lnTo>
                  <a:lnTo>
                    <a:pt x="741627" y="595008"/>
                  </a:lnTo>
                  <a:lnTo>
                    <a:pt x="739169" y="599358"/>
                  </a:lnTo>
                  <a:lnTo>
                    <a:pt x="734443" y="607960"/>
                  </a:lnTo>
                  <a:lnTo>
                    <a:pt x="731607" y="617626"/>
                  </a:lnTo>
                  <a:lnTo>
                    <a:pt x="728866" y="627484"/>
                  </a:lnTo>
                  <a:lnTo>
                    <a:pt x="727543" y="635217"/>
                  </a:lnTo>
                  <a:lnTo>
                    <a:pt x="726125" y="641016"/>
                  </a:lnTo>
                  <a:lnTo>
                    <a:pt x="724518" y="647879"/>
                  </a:lnTo>
                  <a:lnTo>
                    <a:pt x="723384" y="655611"/>
                  </a:lnTo>
                  <a:lnTo>
                    <a:pt x="721777" y="660734"/>
                  </a:lnTo>
                  <a:lnTo>
                    <a:pt x="718563" y="663343"/>
                  </a:lnTo>
                  <a:lnTo>
                    <a:pt x="716295" y="664407"/>
                  </a:lnTo>
                  <a:lnTo>
                    <a:pt x="714971" y="664987"/>
                  </a:lnTo>
                  <a:lnTo>
                    <a:pt x="708071" y="668176"/>
                  </a:lnTo>
                  <a:lnTo>
                    <a:pt x="704952" y="671849"/>
                  </a:lnTo>
                  <a:lnTo>
                    <a:pt x="700698" y="686541"/>
                  </a:lnTo>
                  <a:lnTo>
                    <a:pt x="693231" y="714667"/>
                  </a:lnTo>
                  <a:lnTo>
                    <a:pt x="688221" y="731775"/>
                  </a:lnTo>
                  <a:lnTo>
                    <a:pt x="680471" y="741537"/>
                  </a:lnTo>
                  <a:lnTo>
                    <a:pt x="674137" y="751300"/>
                  </a:lnTo>
                  <a:lnTo>
                    <a:pt x="667899" y="762318"/>
                  </a:lnTo>
                  <a:lnTo>
                    <a:pt x="661566" y="771790"/>
                  </a:lnTo>
                  <a:lnTo>
                    <a:pt x="660148" y="777203"/>
                  </a:lnTo>
                  <a:lnTo>
                    <a:pt x="661755" y="783679"/>
                  </a:lnTo>
                  <a:lnTo>
                    <a:pt x="668939" y="793151"/>
                  </a:lnTo>
                  <a:lnTo>
                    <a:pt x="671113" y="797404"/>
                  </a:lnTo>
                  <a:lnTo>
                    <a:pt x="674043" y="803300"/>
                  </a:lnTo>
                  <a:lnTo>
                    <a:pt x="675272" y="812386"/>
                  </a:lnTo>
                  <a:lnTo>
                    <a:pt x="675933" y="819055"/>
                  </a:lnTo>
                  <a:lnTo>
                    <a:pt x="674799" y="827464"/>
                  </a:lnTo>
                  <a:lnTo>
                    <a:pt x="674043" y="833843"/>
                  </a:lnTo>
                  <a:lnTo>
                    <a:pt x="673948" y="834036"/>
                  </a:lnTo>
                  <a:lnTo>
                    <a:pt x="671680" y="839642"/>
                  </a:lnTo>
                  <a:lnTo>
                    <a:pt x="669600" y="844088"/>
                  </a:lnTo>
                  <a:lnTo>
                    <a:pt x="668655" y="846408"/>
                  </a:lnTo>
                  <a:lnTo>
                    <a:pt x="668655" y="854237"/>
                  </a:lnTo>
                  <a:lnTo>
                    <a:pt x="670357" y="858683"/>
                  </a:lnTo>
                  <a:lnTo>
                    <a:pt x="675083" y="879078"/>
                  </a:lnTo>
                  <a:lnTo>
                    <a:pt x="679620" y="894639"/>
                  </a:lnTo>
                  <a:lnTo>
                    <a:pt x="684251" y="909911"/>
                  </a:lnTo>
                  <a:lnTo>
                    <a:pt x="686142" y="920446"/>
                  </a:lnTo>
                  <a:lnTo>
                    <a:pt x="685386" y="923829"/>
                  </a:lnTo>
                  <a:lnTo>
                    <a:pt x="627443" y="957852"/>
                  </a:lnTo>
                  <a:lnTo>
                    <a:pt x="616951" y="965584"/>
                  </a:lnTo>
                  <a:lnTo>
                    <a:pt x="600882" y="985108"/>
                  </a:lnTo>
                  <a:lnTo>
                    <a:pt x="587082" y="1002796"/>
                  </a:lnTo>
                  <a:lnTo>
                    <a:pt x="577913" y="1017874"/>
                  </a:lnTo>
                  <a:lnTo>
                    <a:pt x="570162" y="1033822"/>
                  </a:lnTo>
                  <a:lnTo>
                    <a:pt x="565247" y="1046774"/>
                  </a:lnTo>
                  <a:lnTo>
                    <a:pt x="535850" y="1087853"/>
                  </a:lnTo>
                  <a:lnTo>
                    <a:pt x="517891" y="1112306"/>
                  </a:lnTo>
                  <a:lnTo>
                    <a:pt x="512787" y="1115399"/>
                  </a:lnTo>
                  <a:lnTo>
                    <a:pt x="510235" y="1116656"/>
                  </a:lnTo>
                  <a:lnTo>
                    <a:pt x="509100" y="1116946"/>
                  </a:lnTo>
                  <a:lnTo>
                    <a:pt x="506265" y="1116752"/>
                  </a:lnTo>
                  <a:lnTo>
                    <a:pt x="480838" y="1106894"/>
                  </a:lnTo>
                  <a:lnTo>
                    <a:pt x="481689" y="1104671"/>
                  </a:lnTo>
                  <a:lnTo>
                    <a:pt x="483674" y="1099451"/>
                  </a:lnTo>
                  <a:lnTo>
                    <a:pt x="486131" y="1093169"/>
                  </a:lnTo>
                  <a:lnTo>
                    <a:pt x="486226" y="1092782"/>
                  </a:lnTo>
                  <a:lnTo>
                    <a:pt x="490007" y="1083020"/>
                  </a:lnTo>
                  <a:lnTo>
                    <a:pt x="490668" y="1081377"/>
                  </a:lnTo>
                  <a:lnTo>
                    <a:pt x="491992" y="1077414"/>
                  </a:lnTo>
                  <a:lnTo>
                    <a:pt x="492370" y="1075771"/>
                  </a:lnTo>
                  <a:lnTo>
                    <a:pt x="492464" y="1075191"/>
                  </a:lnTo>
                  <a:lnTo>
                    <a:pt x="492842" y="1071131"/>
                  </a:lnTo>
                  <a:lnTo>
                    <a:pt x="492842" y="1070648"/>
                  </a:lnTo>
                  <a:lnTo>
                    <a:pt x="485659" y="1068135"/>
                  </a:lnTo>
                  <a:lnTo>
                    <a:pt x="472142" y="1061949"/>
                  </a:lnTo>
                  <a:lnTo>
                    <a:pt x="469023" y="1060499"/>
                  </a:lnTo>
                  <a:lnTo>
                    <a:pt x="467605" y="1059919"/>
                  </a:lnTo>
                  <a:lnTo>
                    <a:pt x="466660" y="1059436"/>
                  </a:lnTo>
                  <a:lnTo>
                    <a:pt x="465053" y="1058663"/>
                  </a:lnTo>
                  <a:lnTo>
                    <a:pt x="451914" y="1052670"/>
                  </a:lnTo>
                  <a:lnTo>
                    <a:pt x="439909" y="1047161"/>
                  </a:lnTo>
                  <a:lnTo>
                    <a:pt x="430174" y="1042715"/>
                  </a:lnTo>
                  <a:lnTo>
                    <a:pt x="423935" y="1040008"/>
                  </a:lnTo>
                  <a:lnTo>
                    <a:pt x="417129" y="1036819"/>
                  </a:lnTo>
                  <a:lnTo>
                    <a:pt x="415523" y="1036142"/>
                  </a:lnTo>
                  <a:lnTo>
                    <a:pt x="414294" y="1035562"/>
                  </a:lnTo>
                  <a:lnTo>
                    <a:pt x="413916" y="1035466"/>
                  </a:lnTo>
                  <a:lnTo>
                    <a:pt x="412025" y="1034402"/>
                  </a:lnTo>
                  <a:lnTo>
                    <a:pt x="410229" y="1033146"/>
                  </a:lnTo>
                  <a:lnTo>
                    <a:pt x="408622" y="1031889"/>
                  </a:lnTo>
                  <a:lnTo>
                    <a:pt x="407488" y="1030826"/>
                  </a:lnTo>
                  <a:lnTo>
                    <a:pt x="407299" y="1030536"/>
                  </a:lnTo>
                  <a:lnTo>
                    <a:pt x="406165" y="1029376"/>
                  </a:lnTo>
                  <a:lnTo>
                    <a:pt x="405314" y="1028410"/>
                  </a:lnTo>
                  <a:lnTo>
                    <a:pt x="404274" y="1027057"/>
                  </a:lnTo>
                  <a:lnTo>
                    <a:pt x="403046" y="1024930"/>
                  </a:lnTo>
                  <a:lnTo>
                    <a:pt x="401250" y="1021837"/>
                  </a:lnTo>
                  <a:lnTo>
                    <a:pt x="401061" y="1021257"/>
                  </a:lnTo>
                  <a:lnTo>
                    <a:pt x="400682" y="1020581"/>
                  </a:lnTo>
                  <a:lnTo>
                    <a:pt x="400115" y="1019324"/>
                  </a:lnTo>
                  <a:lnTo>
                    <a:pt x="399170" y="1016811"/>
                  </a:lnTo>
                  <a:lnTo>
                    <a:pt x="398792" y="1015941"/>
                  </a:lnTo>
                  <a:lnTo>
                    <a:pt x="397185" y="1009949"/>
                  </a:lnTo>
                  <a:lnTo>
                    <a:pt x="395673" y="1004343"/>
                  </a:lnTo>
                  <a:lnTo>
                    <a:pt x="395200" y="1002796"/>
                  </a:lnTo>
                  <a:lnTo>
                    <a:pt x="393782" y="997480"/>
                  </a:lnTo>
                  <a:lnTo>
                    <a:pt x="391892" y="990521"/>
                  </a:lnTo>
                  <a:lnTo>
                    <a:pt x="391136" y="987621"/>
                  </a:lnTo>
                  <a:lnTo>
                    <a:pt x="390285" y="984722"/>
                  </a:lnTo>
                  <a:lnTo>
                    <a:pt x="388489" y="977956"/>
                  </a:lnTo>
                  <a:lnTo>
                    <a:pt x="387449" y="973993"/>
                  </a:lnTo>
                  <a:lnTo>
                    <a:pt x="386220" y="969740"/>
                  </a:lnTo>
                  <a:lnTo>
                    <a:pt x="385370" y="966937"/>
                  </a:lnTo>
                  <a:lnTo>
                    <a:pt x="381116" y="951182"/>
                  </a:lnTo>
                  <a:lnTo>
                    <a:pt x="379320" y="944706"/>
                  </a:lnTo>
                  <a:lnTo>
                    <a:pt x="379037" y="943547"/>
                  </a:lnTo>
                  <a:lnTo>
                    <a:pt x="377619" y="937071"/>
                  </a:lnTo>
                  <a:lnTo>
                    <a:pt x="377052" y="934268"/>
                  </a:lnTo>
                  <a:lnTo>
                    <a:pt x="376863" y="933494"/>
                  </a:lnTo>
                  <a:lnTo>
                    <a:pt x="376485" y="931561"/>
                  </a:lnTo>
                  <a:lnTo>
                    <a:pt x="376390" y="931368"/>
                  </a:lnTo>
                  <a:lnTo>
                    <a:pt x="375917" y="930015"/>
                  </a:lnTo>
                  <a:lnTo>
                    <a:pt x="375728" y="929338"/>
                  </a:lnTo>
                  <a:lnTo>
                    <a:pt x="374878" y="927115"/>
                  </a:lnTo>
                  <a:lnTo>
                    <a:pt x="373365" y="923539"/>
                  </a:lnTo>
                  <a:lnTo>
                    <a:pt x="373082" y="922959"/>
                  </a:lnTo>
                  <a:lnTo>
                    <a:pt x="372987" y="922862"/>
                  </a:lnTo>
                  <a:lnTo>
                    <a:pt x="372231" y="921026"/>
                  </a:lnTo>
                  <a:lnTo>
                    <a:pt x="370813" y="918320"/>
                  </a:lnTo>
                  <a:lnTo>
                    <a:pt x="370530" y="917643"/>
                  </a:lnTo>
                  <a:lnTo>
                    <a:pt x="369206" y="915033"/>
                  </a:lnTo>
                  <a:lnTo>
                    <a:pt x="367410" y="911747"/>
                  </a:lnTo>
                  <a:lnTo>
                    <a:pt x="365614" y="909331"/>
                  </a:lnTo>
                  <a:lnTo>
                    <a:pt x="363251" y="905948"/>
                  </a:lnTo>
                  <a:lnTo>
                    <a:pt x="360605" y="902371"/>
                  </a:lnTo>
                  <a:lnTo>
                    <a:pt x="358809" y="899955"/>
                  </a:lnTo>
                  <a:lnTo>
                    <a:pt x="357485" y="898022"/>
                  </a:lnTo>
                  <a:lnTo>
                    <a:pt x="353894" y="892996"/>
                  </a:lnTo>
                  <a:lnTo>
                    <a:pt x="353515" y="892513"/>
                  </a:lnTo>
                  <a:lnTo>
                    <a:pt x="350018" y="887970"/>
                  </a:lnTo>
                  <a:lnTo>
                    <a:pt x="349167" y="886907"/>
                  </a:lnTo>
                  <a:lnTo>
                    <a:pt x="341606" y="876951"/>
                  </a:lnTo>
                  <a:lnTo>
                    <a:pt x="337541" y="871249"/>
                  </a:lnTo>
                  <a:lnTo>
                    <a:pt x="326576" y="856460"/>
                  </a:lnTo>
                  <a:lnTo>
                    <a:pt x="323174" y="851241"/>
                  </a:lnTo>
                  <a:lnTo>
                    <a:pt x="319960" y="845925"/>
                  </a:lnTo>
                  <a:lnTo>
                    <a:pt x="316935" y="840416"/>
                  </a:lnTo>
                  <a:lnTo>
                    <a:pt x="310129" y="828914"/>
                  </a:lnTo>
                  <a:lnTo>
                    <a:pt x="306443" y="822631"/>
                  </a:lnTo>
                  <a:lnTo>
                    <a:pt x="299165" y="810646"/>
                  </a:lnTo>
                  <a:lnTo>
                    <a:pt x="295478" y="804267"/>
                  </a:lnTo>
                  <a:lnTo>
                    <a:pt x="291697" y="797791"/>
                  </a:lnTo>
                  <a:lnTo>
                    <a:pt x="289712" y="794504"/>
                  </a:lnTo>
                  <a:lnTo>
                    <a:pt x="288673" y="792668"/>
                  </a:lnTo>
                  <a:lnTo>
                    <a:pt x="285270" y="786869"/>
                  </a:lnTo>
                  <a:lnTo>
                    <a:pt x="278653" y="775560"/>
                  </a:lnTo>
                  <a:lnTo>
                    <a:pt x="271753" y="763961"/>
                  </a:lnTo>
                  <a:lnTo>
                    <a:pt x="262301" y="747820"/>
                  </a:lnTo>
                  <a:lnTo>
                    <a:pt x="260032" y="744244"/>
                  </a:lnTo>
                  <a:lnTo>
                    <a:pt x="259938" y="744050"/>
                  </a:lnTo>
                  <a:lnTo>
                    <a:pt x="258709" y="742021"/>
                  </a:lnTo>
                  <a:lnTo>
                    <a:pt x="255401" y="736221"/>
                  </a:lnTo>
                  <a:lnTo>
                    <a:pt x="251998" y="730615"/>
                  </a:lnTo>
                  <a:lnTo>
                    <a:pt x="248784" y="724816"/>
                  </a:lnTo>
                  <a:lnTo>
                    <a:pt x="246610" y="721336"/>
                  </a:lnTo>
                  <a:lnTo>
                    <a:pt x="243680" y="716214"/>
                  </a:lnTo>
                  <a:lnTo>
                    <a:pt x="240939" y="711478"/>
                  </a:lnTo>
                  <a:lnTo>
                    <a:pt x="232337" y="696979"/>
                  </a:lnTo>
                  <a:lnTo>
                    <a:pt x="227894" y="689537"/>
                  </a:lnTo>
                  <a:lnTo>
                    <a:pt x="227138" y="688087"/>
                  </a:lnTo>
                  <a:lnTo>
                    <a:pt x="226949" y="687604"/>
                  </a:lnTo>
                  <a:lnTo>
                    <a:pt x="226571" y="686251"/>
                  </a:lnTo>
                  <a:lnTo>
                    <a:pt x="226193" y="685091"/>
                  </a:lnTo>
                  <a:lnTo>
                    <a:pt x="225342" y="682481"/>
                  </a:lnTo>
                  <a:lnTo>
                    <a:pt x="225153" y="682095"/>
                  </a:lnTo>
                  <a:lnTo>
                    <a:pt x="224681" y="680355"/>
                  </a:lnTo>
                  <a:lnTo>
                    <a:pt x="223924" y="679002"/>
                  </a:lnTo>
                  <a:lnTo>
                    <a:pt x="218442" y="669819"/>
                  </a:lnTo>
                  <a:lnTo>
                    <a:pt x="211920" y="659187"/>
                  </a:lnTo>
                  <a:lnTo>
                    <a:pt x="208612" y="653001"/>
                  </a:lnTo>
                  <a:lnTo>
                    <a:pt x="206816" y="650005"/>
                  </a:lnTo>
                  <a:lnTo>
                    <a:pt x="205965" y="648652"/>
                  </a:lnTo>
                  <a:lnTo>
                    <a:pt x="197931" y="634734"/>
                  </a:lnTo>
                  <a:lnTo>
                    <a:pt x="194055" y="628064"/>
                  </a:lnTo>
                  <a:lnTo>
                    <a:pt x="192637" y="626131"/>
                  </a:lnTo>
                  <a:lnTo>
                    <a:pt x="191598" y="624681"/>
                  </a:lnTo>
                  <a:lnTo>
                    <a:pt x="191314" y="624295"/>
                  </a:lnTo>
                  <a:lnTo>
                    <a:pt x="186021" y="615306"/>
                  </a:lnTo>
                  <a:lnTo>
                    <a:pt x="180160" y="618689"/>
                  </a:lnTo>
                  <a:lnTo>
                    <a:pt x="176474" y="620815"/>
                  </a:lnTo>
                  <a:lnTo>
                    <a:pt x="172598" y="623038"/>
                  </a:lnTo>
                  <a:lnTo>
                    <a:pt x="167022" y="626228"/>
                  </a:lnTo>
                  <a:lnTo>
                    <a:pt x="155773" y="632704"/>
                  </a:lnTo>
                  <a:lnTo>
                    <a:pt x="151709" y="635023"/>
                  </a:lnTo>
                  <a:lnTo>
                    <a:pt x="149346" y="636280"/>
                  </a:lnTo>
                  <a:lnTo>
                    <a:pt x="148117" y="637053"/>
                  </a:lnTo>
                  <a:lnTo>
                    <a:pt x="147644" y="637343"/>
                  </a:lnTo>
                  <a:lnTo>
                    <a:pt x="147266" y="637730"/>
                  </a:lnTo>
                  <a:lnTo>
                    <a:pt x="146983" y="637923"/>
                  </a:lnTo>
                  <a:lnTo>
                    <a:pt x="145943" y="639276"/>
                  </a:lnTo>
                  <a:lnTo>
                    <a:pt x="145092" y="640243"/>
                  </a:lnTo>
                  <a:lnTo>
                    <a:pt x="144903" y="640533"/>
                  </a:lnTo>
                  <a:lnTo>
                    <a:pt x="144147" y="641403"/>
                  </a:lnTo>
                  <a:lnTo>
                    <a:pt x="143863" y="642079"/>
                  </a:lnTo>
                  <a:lnTo>
                    <a:pt x="143769" y="642273"/>
                  </a:lnTo>
                  <a:lnTo>
                    <a:pt x="141028" y="643819"/>
                  </a:lnTo>
                  <a:lnTo>
                    <a:pt x="131292" y="650005"/>
                  </a:lnTo>
                  <a:lnTo>
                    <a:pt x="131103" y="650198"/>
                  </a:lnTo>
                  <a:lnTo>
                    <a:pt x="131008" y="650682"/>
                  </a:lnTo>
                  <a:lnTo>
                    <a:pt x="131008" y="650875"/>
                  </a:lnTo>
                  <a:lnTo>
                    <a:pt x="128078" y="652325"/>
                  </a:lnTo>
                  <a:lnTo>
                    <a:pt x="125432" y="652905"/>
                  </a:lnTo>
                  <a:lnTo>
                    <a:pt x="122123" y="653388"/>
                  </a:lnTo>
                  <a:lnTo>
                    <a:pt x="121934" y="653485"/>
                  </a:lnTo>
                  <a:lnTo>
                    <a:pt x="121272" y="653485"/>
                  </a:lnTo>
                  <a:lnTo>
                    <a:pt x="120611" y="653968"/>
                  </a:lnTo>
                  <a:lnTo>
                    <a:pt x="119760" y="653195"/>
                  </a:lnTo>
                  <a:lnTo>
                    <a:pt x="119288" y="652711"/>
                  </a:lnTo>
                  <a:lnTo>
                    <a:pt x="117208" y="651552"/>
                  </a:lnTo>
                  <a:lnTo>
                    <a:pt x="116452" y="651068"/>
                  </a:lnTo>
                  <a:lnTo>
                    <a:pt x="116168" y="650972"/>
                  </a:lnTo>
                  <a:lnTo>
                    <a:pt x="114750" y="650488"/>
                  </a:lnTo>
                  <a:lnTo>
                    <a:pt x="114467" y="650392"/>
                  </a:lnTo>
                  <a:lnTo>
                    <a:pt x="112293" y="649522"/>
                  </a:lnTo>
                  <a:lnTo>
                    <a:pt x="109741" y="647975"/>
                  </a:lnTo>
                  <a:lnTo>
                    <a:pt x="109457" y="647782"/>
                  </a:lnTo>
                  <a:lnTo>
                    <a:pt x="106432" y="647782"/>
                  </a:lnTo>
                  <a:lnTo>
                    <a:pt x="105582" y="647685"/>
                  </a:lnTo>
                  <a:lnTo>
                    <a:pt x="104353" y="647395"/>
                  </a:lnTo>
                  <a:lnTo>
                    <a:pt x="104164" y="647395"/>
                  </a:lnTo>
                  <a:lnTo>
                    <a:pt x="102651" y="646912"/>
                  </a:lnTo>
                  <a:lnTo>
                    <a:pt x="101423" y="646332"/>
                  </a:lnTo>
                  <a:lnTo>
                    <a:pt x="99816" y="646429"/>
                  </a:lnTo>
                  <a:lnTo>
                    <a:pt x="93388" y="644882"/>
                  </a:lnTo>
                  <a:lnTo>
                    <a:pt x="92916" y="644496"/>
                  </a:lnTo>
                  <a:lnTo>
                    <a:pt x="91876" y="643819"/>
                  </a:lnTo>
                  <a:lnTo>
                    <a:pt x="90269" y="642563"/>
                  </a:lnTo>
                  <a:lnTo>
                    <a:pt x="89418" y="641886"/>
                  </a:lnTo>
                  <a:lnTo>
                    <a:pt x="88095" y="639953"/>
                  </a:lnTo>
                  <a:lnTo>
                    <a:pt x="87906" y="639180"/>
                  </a:lnTo>
                  <a:lnTo>
                    <a:pt x="86677" y="636957"/>
                  </a:lnTo>
                  <a:lnTo>
                    <a:pt x="84976" y="636570"/>
                  </a:lnTo>
                  <a:lnTo>
                    <a:pt x="82802" y="636957"/>
                  </a:lnTo>
                  <a:lnTo>
                    <a:pt x="80911" y="630867"/>
                  </a:lnTo>
                  <a:lnTo>
                    <a:pt x="78737" y="624005"/>
                  </a:lnTo>
                  <a:lnTo>
                    <a:pt x="78832" y="622168"/>
                  </a:lnTo>
                  <a:lnTo>
                    <a:pt x="79304" y="618205"/>
                  </a:lnTo>
                  <a:lnTo>
                    <a:pt x="80722" y="615596"/>
                  </a:lnTo>
                  <a:lnTo>
                    <a:pt x="82329" y="613083"/>
                  </a:lnTo>
                  <a:lnTo>
                    <a:pt x="84030" y="611246"/>
                  </a:lnTo>
                  <a:lnTo>
                    <a:pt x="84787" y="607283"/>
                  </a:lnTo>
                  <a:lnTo>
                    <a:pt x="84314" y="604674"/>
                  </a:lnTo>
                  <a:lnTo>
                    <a:pt x="83652" y="602741"/>
                  </a:lnTo>
                  <a:lnTo>
                    <a:pt x="82613" y="598005"/>
                  </a:lnTo>
                  <a:lnTo>
                    <a:pt x="81667" y="596361"/>
                  </a:lnTo>
                  <a:lnTo>
                    <a:pt x="80155" y="594525"/>
                  </a:lnTo>
                  <a:lnTo>
                    <a:pt x="79021" y="591239"/>
                  </a:lnTo>
                  <a:lnTo>
                    <a:pt x="78454" y="590949"/>
                  </a:lnTo>
                  <a:lnTo>
                    <a:pt x="76563" y="587469"/>
                  </a:lnTo>
                  <a:lnTo>
                    <a:pt x="74295" y="584086"/>
                  </a:lnTo>
                  <a:lnTo>
                    <a:pt x="72971" y="582540"/>
                  </a:lnTo>
                  <a:lnTo>
                    <a:pt x="72215" y="580703"/>
                  </a:lnTo>
                  <a:lnTo>
                    <a:pt x="72688" y="579060"/>
                  </a:lnTo>
                  <a:lnTo>
                    <a:pt x="72215" y="578190"/>
                  </a:lnTo>
                  <a:lnTo>
                    <a:pt x="73066" y="576161"/>
                  </a:lnTo>
                  <a:lnTo>
                    <a:pt x="73633" y="575001"/>
                  </a:lnTo>
                  <a:lnTo>
                    <a:pt x="74011" y="574324"/>
                  </a:lnTo>
                  <a:lnTo>
                    <a:pt x="75712" y="575001"/>
                  </a:lnTo>
                  <a:lnTo>
                    <a:pt x="77697" y="575097"/>
                  </a:lnTo>
                  <a:lnTo>
                    <a:pt x="77036" y="569588"/>
                  </a:lnTo>
                  <a:lnTo>
                    <a:pt x="75712" y="567945"/>
                  </a:lnTo>
                  <a:lnTo>
                    <a:pt x="75712" y="561662"/>
                  </a:lnTo>
                  <a:lnTo>
                    <a:pt x="70797" y="559729"/>
                  </a:lnTo>
                  <a:lnTo>
                    <a:pt x="69947" y="555573"/>
                  </a:lnTo>
                  <a:lnTo>
                    <a:pt x="67205" y="551610"/>
                  </a:lnTo>
                  <a:lnTo>
                    <a:pt x="66260" y="548904"/>
                  </a:lnTo>
                  <a:lnTo>
                    <a:pt x="65977" y="547067"/>
                  </a:lnTo>
                  <a:lnTo>
                    <a:pt x="66449" y="544264"/>
                  </a:lnTo>
                  <a:lnTo>
                    <a:pt x="66733" y="543298"/>
                  </a:lnTo>
                  <a:lnTo>
                    <a:pt x="66544" y="541751"/>
                  </a:lnTo>
                  <a:lnTo>
                    <a:pt x="66827" y="540688"/>
                  </a:lnTo>
                  <a:lnTo>
                    <a:pt x="67300" y="540108"/>
                  </a:lnTo>
                  <a:lnTo>
                    <a:pt x="67394" y="537498"/>
                  </a:lnTo>
                  <a:lnTo>
                    <a:pt x="67583" y="536629"/>
                  </a:lnTo>
                  <a:lnTo>
                    <a:pt x="67678" y="535662"/>
                  </a:lnTo>
                  <a:lnTo>
                    <a:pt x="67867" y="534599"/>
                  </a:lnTo>
                  <a:lnTo>
                    <a:pt x="67678" y="533729"/>
                  </a:lnTo>
                  <a:lnTo>
                    <a:pt x="67867" y="531023"/>
                  </a:lnTo>
                  <a:lnTo>
                    <a:pt x="66733" y="527640"/>
                  </a:lnTo>
                  <a:lnTo>
                    <a:pt x="66355" y="524257"/>
                  </a:lnTo>
                  <a:lnTo>
                    <a:pt x="66166" y="522710"/>
                  </a:lnTo>
                  <a:lnTo>
                    <a:pt x="65977" y="519231"/>
                  </a:lnTo>
                  <a:lnTo>
                    <a:pt x="63613" y="516814"/>
                  </a:lnTo>
                  <a:lnTo>
                    <a:pt x="62290" y="512658"/>
                  </a:lnTo>
                  <a:lnTo>
                    <a:pt x="62857" y="506086"/>
                  </a:lnTo>
                  <a:lnTo>
                    <a:pt x="63424" y="504346"/>
                  </a:lnTo>
                  <a:lnTo>
                    <a:pt x="64086" y="501156"/>
                  </a:lnTo>
                  <a:lnTo>
                    <a:pt x="63803" y="499126"/>
                  </a:lnTo>
                  <a:lnTo>
                    <a:pt x="62385" y="496710"/>
                  </a:lnTo>
                  <a:lnTo>
                    <a:pt x="60683" y="494584"/>
                  </a:lnTo>
                  <a:lnTo>
                    <a:pt x="59833" y="493907"/>
                  </a:lnTo>
                  <a:lnTo>
                    <a:pt x="58415" y="493327"/>
                  </a:lnTo>
                  <a:lnTo>
                    <a:pt x="57753" y="491491"/>
                  </a:lnTo>
                  <a:lnTo>
                    <a:pt x="58415" y="490814"/>
                  </a:lnTo>
                  <a:lnTo>
                    <a:pt x="57186" y="489171"/>
                  </a:lnTo>
                  <a:lnTo>
                    <a:pt x="55768" y="486851"/>
                  </a:lnTo>
                  <a:lnTo>
                    <a:pt x="54350" y="484628"/>
                  </a:lnTo>
                  <a:lnTo>
                    <a:pt x="54823" y="484242"/>
                  </a:lnTo>
                  <a:lnTo>
                    <a:pt x="54445" y="479312"/>
                  </a:lnTo>
                  <a:lnTo>
                    <a:pt x="52176" y="475253"/>
                  </a:lnTo>
                  <a:lnTo>
                    <a:pt x="51987" y="474963"/>
                  </a:lnTo>
                  <a:lnTo>
                    <a:pt x="51609" y="474286"/>
                  </a:lnTo>
                  <a:lnTo>
                    <a:pt x="51136" y="473416"/>
                  </a:lnTo>
                  <a:lnTo>
                    <a:pt x="50853" y="472740"/>
                  </a:lnTo>
                  <a:lnTo>
                    <a:pt x="50097" y="470613"/>
                  </a:lnTo>
                  <a:lnTo>
                    <a:pt x="49435" y="469647"/>
                  </a:lnTo>
                  <a:lnTo>
                    <a:pt x="49057" y="468873"/>
                  </a:lnTo>
                  <a:lnTo>
                    <a:pt x="48962" y="468680"/>
                  </a:lnTo>
                  <a:lnTo>
                    <a:pt x="48206" y="466747"/>
                  </a:lnTo>
                  <a:lnTo>
                    <a:pt x="47450" y="464427"/>
                  </a:lnTo>
                  <a:lnTo>
                    <a:pt x="47639" y="462301"/>
                  </a:lnTo>
                  <a:lnTo>
                    <a:pt x="48584" y="461141"/>
                  </a:lnTo>
                  <a:lnTo>
                    <a:pt x="48206" y="460754"/>
                  </a:lnTo>
                  <a:lnTo>
                    <a:pt x="47734" y="459884"/>
                  </a:lnTo>
                  <a:lnTo>
                    <a:pt x="47923" y="459691"/>
                  </a:lnTo>
                  <a:lnTo>
                    <a:pt x="48301" y="459401"/>
                  </a:lnTo>
                  <a:lnTo>
                    <a:pt x="43858" y="453119"/>
                  </a:lnTo>
                  <a:lnTo>
                    <a:pt x="43480" y="452635"/>
                  </a:lnTo>
                  <a:lnTo>
                    <a:pt x="44142" y="451572"/>
                  </a:lnTo>
                  <a:lnTo>
                    <a:pt x="44614" y="450412"/>
                  </a:lnTo>
                  <a:lnTo>
                    <a:pt x="44898" y="449446"/>
                  </a:lnTo>
                  <a:lnTo>
                    <a:pt x="44898" y="448286"/>
                  </a:lnTo>
                  <a:lnTo>
                    <a:pt x="44898" y="447996"/>
                  </a:lnTo>
                  <a:lnTo>
                    <a:pt x="44898" y="447609"/>
                  </a:lnTo>
                  <a:lnTo>
                    <a:pt x="44898" y="447319"/>
                  </a:lnTo>
                  <a:lnTo>
                    <a:pt x="44898" y="447029"/>
                  </a:lnTo>
                  <a:lnTo>
                    <a:pt x="44803" y="446256"/>
                  </a:lnTo>
                  <a:lnTo>
                    <a:pt x="44709" y="445579"/>
                  </a:lnTo>
                  <a:lnTo>
                    <a:pt x="44425" y="444903"/>
                  </a:lnTo>
                  <a:lnTo>
                    <a:pt x="44142" y="444323"/>
                  </a:lnTo>
                  <a:lnTo>
                    <a:pt x="43764" y="443550"/>
                  </a:lnTo>
                  <a:lnTo>
                    <a:pt x="43480" y="442970"/>
                  </a:lnTo>
                  <a:lnTo>
                    <a:pt x="43197" y="442487"/>
                  </a:lnTo>
                  <a:lnTo>
                    <a:pt x="43102" y="442293"/>
                  </a:lnTo>
                  <a:lnTo>
                    <a:pt x="42629" y="441907"/>
                  </a:lnTo>
                  <a:lnTo>
                    <a:pt x="42062" y="441520"/>
                  </a:lnTo>
                  <a:lnTo>
                    <a:pt x="41306" y="441230"/>
                  </a:lnTo>
                  <a:lnTo>
                    <a:pt x="40361" y="440940"/>
                  </a:lnTo>
                  <a:lnTo>
                    <a:pt x="38659" y="440360"/>
                  </a:lnTo>
                  <a:lnTo>
                    <a:pt x="37809" y="440070"/>
                  </a:lnTo>
                  <a:lnTo>
                    <a:pt x="36769" y="439490"/>
                  </a:lnTo>
                  <a:lnTo>
                    <a:pt x="35540" y="438234"/>
                  </a:lnTo>
                  <a:lnTo>
                    <a:pt x="34973" y="437557"/>
                  </a:lnTo>
                  <a:lnTo>
                    <a:pt x="34406" y="436687"/>
                  </a:lnTo>
                  <a:lnTo>
                    <a:pt x="33839" y="435721"/>
                  </a:lnTo>
                  <a:lnTo>
                    <a:pt x="32988" y="434851"/>
                  </a:lnTo>
                  <a:lnTo>
                    <a:pt x="31381" y="433884"/>
                  </a:lnTo>
                  <a:lnTo>
                    <a:pt x="32988" y="430501"/>
                  </a:lnTo>
                  <a:lnTo>
                    <a:pt x="34122" y="427795"/>
                  </a:lnTo>
                  <a:lnTo>
                    <a:pt x="34878" y="425959"/>
                  </a:lnTo>
                  <a:lnTo>
                    <a:pt x="35351" y="424702"/>
                  </a:lnTo>
                  <a:lnTo>
                    <a:pt x="36391" y="422092"/>
                  </a:lnTo>
                  <a:lnTo>
                    <a:pt x="38092" y="417356"/>
                  </a:lnTo>
                  <a:lnTo>
                    <a:pt x="38754" y="415713"/>
                  </a:lnTo>
                  <a:lnTo>
                    <a:pt x="41590" y="408947"/>
                  </a:lnTo>
                  <a:lnTo>
                    <a:pt x="41779" y="408367"/>
                  </a:lnTo>
                  <a:lnTo>
                    <a:pt x="42251" y="407884"/>
                  </a:lnTo>
                  <a:lnTo>
                    <a:pt x="45087" y="405468"/>
                  </a:lnTo>
                  <a:lnTo>
                    <a:pt x="45938" y="404791"/>
                  </a:lnTo>
                  <a:lnTo>
                    <a:pt x="47923" y="403051"/>
                  </a:lnTo>
                  <a:lnTo>
                    <a:pt x="48773" y="402375"/>
                  </a:lnTo>
                  <a:lnTo>
                    <a:pt x="48584" y="402278"/>
                  </a:lnTo>
                  <a:lnTo>
                    <a:pt x="46883" y="400538"/>
                  </a:lnTo>
                  <a:lnTo>
                    <a:pt x="46599" y="400345"/>
                  </a:lnTo>
                  <a:lnTo>
                    <a:pt x="51893" y="395319"/>
                  </a:lnTo>
                  <a:lnTo>
                    <a:pt x="54067" y="393289"/>
                  </a:lnTo>
                  <a:lnTo>
                    <a:pt x="54350" y="393096"/>
                  </a:lnTo>
                  <a:lnTo>
                    <a:pt x="44709" y="385267"/>
                  </a:lnTo>
                  <a:lnTo>
                    <a:pt x="38281" y="379467"/>
                  </a:lnTo>
                  <a:lnTo>
                    <a:pt x="37147" y="378501"/>
                  </a:lnTo>
                  <a:lnTo>
                    <a:pt x="34878" y="376761"/>
                  </a:lnTo>
                  <a:lnTo>
                    <a:pt x="22685" y="366226"/>
                  </a:lnTo>
                  <a:lnTo>
                    <a:pt x="18053" y="362069"/>
                  </a:lnTo>
                  <a:lnTo>
                    <a:pt x="17392" y="361490"/>
                  </a:lnTo>
                  <a:lnTo>
                    <a:pt x="17108" y="361200"/>
                  </a:lnTo>
                  <a:lnTo>
                    <a:pt x="15312" y="359653"/>
                  </a:lnTo>
                  <a:lnTo>
                    <a:pt x="15029" y="359363"/>
                  </a:lnTo>
                  <a:lnTo>
                    <a:pt x="11531" y="356270"/>
                  </a:lnTo>
                  <a:lnTo>
                    <a:pt x="10775" y="355690"/>
                  </a:lnTo>
                  <a:lnTo>
                    <a:pt x="9546" y="354627"/>
                  </a:lnTo>
                  <a:lnTo>
                    <a:pt x="0" y="346991"/>
                  </a:lnTo>
                  <a:lnTo>
                    <a:pt x="189" y="346798"/>
                  </a:lnTo>
                  <a:lnTo>
                    <a:pt x="1039" y="345831"/>
                  </a:lnTo>
                  <a:lnTo>
                    <a:pt x="3213" y="343415"/>
                  </a:lnTo>
                  <a:lnTo>
                    <a:pt x="3875" y="342642"/>
                  </a:lnTo>
                  <a:lnTo>
                    <a:pt x="5198" y="341192"/>
                  </a:lnTo>
                  <a:lnTo>
                    <a:pt x="5482" y="340902"/>
                  </a:lnTo>
                  <a:lnTo>
                    <a:pt x="7750" y="338389"/>
                  </a:lnTo>
                  <a:lnTo>
                    <a:pt x="10397" y="335296"/>
                  </a:lnTo>
                  <a:lnTo>
                    <a:pt x="10586" y="335103"/>
                  </a:lnTo>
                  <a:lnTo>
                    <a:pt x="13044" y="335973"/>
                  </a:lnTo>
                  <a:lnTo>
                    <a:pt x="14462" y="336553"/>
                  </a:lnTo>
                  <a:lnTo>
                    <a:pt x="15785" y="336746"/>
                  </a:lnTo>
                  <a:lnTo>
                    <a:pt x="16919" y="336843"/>
                  </a:lnTo>
                  <a:lnTo>
                    <a:pt x="18242" y="336746"/>
                  </a:lnTo>
                  <a:lnTo>
                    <a:pt x="19849" y="336649"/>
                  </a:lnTo>
                  <a:lnTo>
                    <a:pt x="20889" y="336553"/>
                  </a:lnTo>
                  <a:lnTo>
                    <a:pt x="21173" y="336263"/>
                  </a:lnTo>
                  <a:lnTo>
                    <a:pt x="21551" y="333556"/>
                  </a:lnTo>
                  <a:lnTo>
                    <a:pt x="21645" y="333363"/>
                  </a:lnTo>
                  <a:lnTo>
                    <a:pt x="21456" y="333170"/>
                  </a:lnTo>
                  <a:lnTo>
                    <a:pt x="21645" y="331043"/>
                  </a:lnTo>
                  <a:lnTo>
                    <a:pt x="25048" y="325920"/>
                  </a:lnTo>
                  <a:lnTo>
                    <a:pt x="25804" y="325631"/>
                  </a:lnTo>
                  <a:lnTo>
                    <a:pt x="28734" y="321764"/>
                  </a:lnTo>
                  <a:lnTo>
                    <a:pt x="31003" y="321764"/>
                  </a:lnTo>
                  <a:lnTo>
                    <a:pt x="31003" y="320411"/>
                  </a:lnTo>
                  <a:lnTo>
                    <a:pt x="29396" y="318575"/>
                  </a:lnTo>
                  <a:lnTo>
                    <a:pt x="29207" y="315288"/>
                  </a:lnTo>
                  <a:lnTo>
                    <a:pt x="29207" y="312485"/>
                  </a:lnTo>
                  <a:lnTo>
                    <a:pt x="28924" y="310939"/>
                  </a:lnTo>
                  <a:lnTo>
                    <a:pt x="27789" y="309199"/>
                  </a:lnTo>
                  <a:lnTo>
                    <a:pt x="27222" y="307943"/>
                  </a:lnTo>
                  <a:lnTo>
                    <a:pt x="27033" y="306300"/>
                  </a:lnTo>
                  <a:lnTo>
                    <a:pt x="26560" y="302723"/>
                  </a:lnTo>
                  <a:lnTo>
                    <a:pt x="25804" y="297987"/>
                  </a:lnTo>
                  <a:lnTo>
                    <a:pt x="25332" y="294024"/>
                  </a:lnTo>
                  <a:lnTo>
                    <a:pt x="24954" y="292768"/>
                  </a:lnTo>
                  <a:lnTo>
                    <a:pt x="29396" y="290545"/>
                  </a:lnTo>
                  <a:lnTo>
                    <a:pt x="27978" y="286679"/>
                  </a:lnTo>
                  <a:lnTo>
                    <a:pt x="29207" y="285422"/>
                  </a:lnTo>
                  <a:lnTo>
                    <a:pt x="29774" y="282522"/>
                  </a:lnTo>
                  <a:lnTo>
                    <a:pt x="32232" y="281459"/>
                  </a:lnTo>
                  <a:lnTo>
                    <a:pt x="33177" y="278559"/>
                  </a:lnTo>
                  <a:lnTo>
                    <a:pt x="30909" y="277400"/>
                  </a:lnTo>
                  <a:lnTo>
                    <a:pt x="31854" y="274017"/>
                  </a:lnTo>
                  <a:lnTo>
                    <a:pt x="34500" y="275080"/>
                  </a:lnTo>
                  <a:lnTo>
                    <a:pt x="35257" y="272953"/>
                  </a:lnTo>
                  <a:lnTo>
                    <a:pt x="29302" y="270247"/>
                  </a:lnTo>
                  <a:lnTo>
                    <a:pt x="30436" y="267251"/>
                  </a:lnTo>
                  <a:lnTo>
                    <a:pt x="30341" y="265994"/>
                  </a:lnTo>
                  <a:lnTo>
                    <a:pt x="30909" y="262805"/>
                  </a:lnTo>
                  <a:lnTo>
                    <a:pt x="32894" y="261838"/>
                  </a:lnTo>
                  <a:lnTo>
                    <a:pt x="34028" y="258359"/>
                  </a:lnTo>
                  <a:lnTo>
                    <a:pt x="34217" y="255266"/>
                  </a:lnTo>
                  <a:lnTo>
                    <a:pt x="36391" y="254106"/>
                  </a:lnTo>
                  <a:lnTo>
                    <a:pt x="36580" y="251399"/>
                  </a:lnTo>
                  <a:lnTo>
                    <a:pt x="37147" y="249370"/>
                  </a:lnTo>
                  <a:lnTo>
                    <a:pt x="37998" y="245697"/>
                  </a:lnTo>
                  <a:lnTo>
                    <a:pt x="38754" y="239994"/>
                  </a:lnTo>
                  <a:lnTo>
                    <a:pt x="38848" y="238061"/>
                  </a:lnTo>
                  <a:lnTo>
                    <a:pt x="38565" y="235645"/>
                  </a:lnTo>
                  <a:lnTo>
                    <a:pt x="39605" y="229845"/>
                  </a:lnTo>
                  <a:lnTo>
                    <a:pt x="41212" y="227622"/>
                  </a:lnTo>
                  <a:lnTo>
                    <a:pt x="42818" y="223756"/>
                  </a:lnTo>
                  <a:lnTo>
                    <a:pt x="47072" y="220276"/>
                  </a:lnTo>
                  <a:lnTo>
                    <a:pt x="49435" y="219697"/>
                  </a:lnTo>
                  <a:lnTo>
                    <a:pt x="57659" y="214284"/>
                  </a:lnTo>
                  <a:lnTo>
                    <a:pt x="61439" y="208968"/>
                  </a:lnTo>
                  <a:lnTo>
                    <a:pt x="61061" y="205295"/>
                  </a:lnTo>
                  <a:lnTo>
                    <a:pt x="60589" y="203555"/>
                  </a:lnTo>
                  <a:lnTo>
                    <a:pt x="62101" y="200366"/>
                  </a:lnTo>
                  <a:lnTo>
                    <a:pt x="64275" y="198239"/>
                  </a:lnTo>
                  <a:lnTo>
                    <a:pt x="67300" y="192730"/>
                  </a:lnTo>
                  <a:lnTo>
                    <a:pt x="68623" y="191473"/>
                  </a:lnTo>
                  <a:lnTo>
                    <a:pt x="70608" y="188767"/>
                  </a:lnTo>
                  <a:lnTo>
                    <a:pt x="71081" y="187800"/>
                  </a:lnTo>
                  <a:lnTo>
                    <a:pt x="71837" y="186351"/>
                  </a:lnTo>
                  <a:lnTo>
                    <a:pt x="72121" y="185771"/>
                  </a:lnTo>
                  <a:lnTo>
                    <a:pt x="72782" y="185094"/>
                  </a:lnTo>
                  <a:lnTo>
                    <a:pt x="73444" y="184804"/>
                  </a:lnTo>
                  <a:lnTo>
                    <a:pt x="74673" y="182001"/>
                  </a:lnTo>
                  <a:lnTo>
                    <a:pt x="75523" y="179681"/>
                  </a:lnTo>
                  <a:lnTo>
                    <a:pt x="76374" y="177555"/>
                  </a:lnTo>
                  <a:lnTo>
                    <a:pt x="77697" y="173205"/>
                  </a:lnTo>
                  <a:lnTo>
                    <a:pt x="77886" y="170306"/>
                  </a:lnTo>
                  <a:lnTo>
                    <a:pt x="79210" y="167599"/>
                  </a:lnTo>
                  <a:lnTo>
                    <a:pt x="81667" y="166246"/>
                  </a:lnTo>
                  <a:lnTo>
                    <a:pt x="85165" y="164603"/>
                  </a:lnTo>
                  <a:lnTo>
                    <a:pt x="87339" y="165086"/>
                  </a:lnTo>
                  <a:lnTo>
                    <a:pt x="88189" y="163443"/>
                  </a:lnTo>
                  <a:lnTo>
                    <a:pt x="89135" y="162960"/>
                  </a:lnTo>
                  <a:lnTo>
                    <a:pt x="89607" y="163057"/>
                  </a:lnTo>
                  <a:lnTo>
                    <a:pt x="89891" y="161993"/>
                  </a:lnTo>
                  <a:lnTo>
                    <a:pt x="94428" y="160930"/>
                  </a:lnTo>
                  <a:lnTo>
                    <a:pt x="95279" y="161993"/>
                  </a:lnTo>
                  <a:lnTo>
                    <a:pt x="97169" y="160350"/>
                  </a:lnTo>
                  <a:lnTo>
                    <a:pt x="96980" y="159964"/>
                  </a:lnTo>
                  <a:lnTo>
                    <a:pt x="99154" y="158611"/>
                  </a:lnTo>
                  <a:lnTo>
                    <a:pt x="100666" y="154841"/>
                  </a:lnTo>
                  <a:lnTo>
                    <a:pt x="101328" y="152715"/>
                  </a:lnTo>
                  <a:lnTo>
                    <a:pt x="104920" y="150298"/>
                  </a:lnTo>
                  <a:lnTo>
                    <a:pt x="106149" y="149428"/>
                  </a:lnTo>
                  <a:lnTo>
                    <a:pt x="107283" y="148848"/>
                  </a:lnTo>
                  <a:lnTo>
                    <a:pt x="108512" y="147205"/>
                  </a:lnTo>
                  <a:lnTo>
                    <a:pt x="109079" y="146625"/>
                  </a:lnTo>
                  <a:lnTo>
                    <a:pt x="110402" y="145562"/>
                  </a:lnTo>
                  <a:lnTo>
                    <a:pt x="111064" y="144789"/>
                  </a:lnTo>
                  <a:lnTo>
                    <a:pt x="111726" y="143822"/>
                  </a:lnTo>
                  <a:lnTo>
                    <a:pt x="112198" y="143146"/>
                  </a:lnTo>
                  <a:lnTo>
                    <a:pt x="112671" y="142759"/>
                  </a:lnTo>
                  <a:lnTo>
                    <a:pt x="112954" y="142856"/>
                  </a:lnTo>
                  <a:lnTo>
                    <a:pt x="114939" y="142276"/>
                  </a:lnTo>
                  <a:lnTo>
                    <a:pt x="116452" y="142179"/>
                  </a:lnTo>
                  <a:lnTo>
                    <a:pt x="117019" y="141406"/>
                  </a:lnTo>
                  <a:lnTo>
                    <a:pt x="117113" y="140826"/>
                  </a:lnTo>
                  <a:lnTo>
                    <a:pt x="117492" y="140343"/>
                  </a:lnTo>
                  <a:lnTo>
                    <a:pt x="119477" y="139376"/>
                  </a:lnTo>
                  <a:lnTo>
                    <a:pt x="121651" y="139086"/>
                  </a:lnTo>
                  <a:lnTo>
                    <a:pt x="123541" y="139473"/>
                  </a:lnTo>
                  <a:lnTo>
                    <a:pt x="125526" y="139376"/>
                  </a:lnTo>
                  <a:lnTo>
                    <a:pt x="127889" y="138313"/>
                  </a:lnTo>
                  <a:lnTo>
                    <a:pt x="129307" y="137636"/>
                  </a:lnTo>
                  <a:lnTo>
                    <a:pt x="132993" y="137153"/>
                  </a:lnTo>
                  <a:lnTo>
                    <a:pt x="135545" y="136670"/>
                  </a:lnTo>
                  <a:lnTo>
                    <a:pt x="136963" y="136187"/>
                  </a:lnTo>
                  <a:lnTo>
                    <a:pt x="138287" y="132514"/>
                  </a:lnTo>
                  <a:lnTo>
                    <a:pt x="138948" y="132030"/>
                  </a:lnTo>
                  <a:lnTo>
                    <a:pt x="141122" y="132514"/>
                  </a:lnTo>
                  <a:lnTo>
                    <a:pt x="144053" y="132610"/>
                  </a:lnTo>
                  <a:lnTo>
                    <a:pt x="145754" y="131644"/>
                  </a:lnTo>
                  <a:lnTo>
                    <a:pt x="147172" y="129807"/>
                  </a:lnTo>
                  <a:lnTo>
                    <a:pt x="148212" y="128357"/>
                  </a:lnTo>
                  <a:lnTo>
                    <a:pt x="148023" y="127971"/>
                  </a:lnTo>
                  <a:lnTo>
                    <a:pt x="147644" y="127391"/>
                  </a:lnTo>
                  <a:lnTo>
                    <a:pt x="147077" y="124878"/>
                  </a:lnTo>
                  <a:lnTo>
                    <a:pt x="146416" y="123041"/>
                  </a:lnTo>
                  <a:lnTo>
                    <a:pt x="146132" y="122558"/>
                  </a:lnTo>
                  <a:lnTo>
                    <a:pt x="151898" y="119659"/>
                  </a:lnTo>
                  <a:lnTo>
                    <a:pt x="152749" y="117532"/>
                  </a:lnTo>
                  <a:lnTo>
                    <a:pt x="157475" y="112119"/>
                  </a:lnTo>
                  <a:lnTo>
                    <a:pt x="157664" y="107673"/>
                  </a:lnTo>
                  <a:lnTo>
                    <a:pt x="155301" y="104097"/>
                  </a:lnTo>
                  <a:lnTo>
                    <a:pt x="153883" y="98104"/>
                  </a:lnTo>
                  <a:lnTo>
                    <a:pt x="154072" y="93368"/>
                  </a:lnTo>
                  <a:lnTo>
                    <a:pt x="155868" y="88149"/>
                  </a:lnTo>
                  <a:lnTo>
                    <a:pt x="158420" y="83606"/>
                  </a:lnTo>
                  <a:lnTo>
                    <a:pt x="162579" y="79450"/>
                  </a:lnTo>
                  <a:lnTo>
                    <a:pt x="167305" y="75584"/>
                  </a:lnTo>
                  <a:lnTo>
                    <a:pt x="169952" y="72201"/>
                  </a:lnTo>
                  <a:lnTo>
                    <a:pt x="173544" y="67078"/>
                  </a:lnTo>
                  <a:lnTo>
                    <a:pt x="175151" y="62149"/>
                  </a:lnTo>
                  <a:lnTo>
                    <a:pt x="178081" y="54320"/>
                  </a:lnTo>
                  <a:lnTo>
                    <a:pt x="183185" y="47457"/>
                  </a:lnTo>
                  <a:lnTo>
                    <a:pt x="188100" y="42044"/>
                  </a:lnTo>
                  <a:lnTo>
                    <a:pt x="199254" y="31316"/>
                  </a:lnTo>
                  <a:lnTo>
                    <a:pt x="206438" y="31122"/>
                  </a:lnTo>
                  <a:lnTo>
                    <a:pt x="213527" y="32186"/>
                  </a:lnTo>
                  <a:lnTo>
                    <a:pt x="227044" y="34312"/>
                  </a:lnTo>
                  <a:lnTo>
                    <a:pt x="230352" y="34892"/>
                  </a:lnTo>
                  <a:lnTo>
                    <a:pt x="233944" y="36052"/>
                  </a:lnTo>
                  <a:lnTo>
                    <a:pt x="238670" y="36052"/>
                  </a:lnTo>
                  <a:lnTo>
                    <a:pt x="243491" y="37598"/>
                  </a:lnTo>
                  <a:lnTo>
                    <a:pt x="253699" y="43784"/>
                  </a:lnTo>
                  <a:lnTo>
                    <a:pt x="256818" y="44364"/>
                  </a:lnTo>
                  <a:lnTo>
                    <a:pt x="269957" y="41561"/>
                  </a:lnTo>
                  <a:lnTo>
                    <a:pt x="285932" y="41948"/>
                  </a:lnTo>
                  <a:lnTo>
                    <a:pt x="294439" y="41561"/>
                  </a:lnTo>
                  <a:lnTo>
                    <a:pt x="303418" y="38758"/>
                  </a:lnTo>
                  <a:lnTo>
                    <a:pt x="312682" y="33056"/>
                  </a:lnTo>
                  <a:lnTo>
                    <a:pt x="315517" y="31412"/>
                  </a:lnTo>
                  <a:lnTo>
                    <a:pt x="315706" y="31316"/>
                  </a:lnTo>
                  <a:lnTo>
                    <a:pt x="322606" y="29286"/>
                  </a:lnTo>
                  <a:lnTo>
                    <a:pt x="322796" y="29189"/>
                  </a:lnTo>
                  <a:lnTo>
                    <a:pt x="331114" y="28319"/>
                  </a:lnTo>
                  <a:lnTo>
                    <a:pt x="336029" y="26483"/>
                  </a:lnTo>
                  <a:lnTo>
                    <a:pt x="338486" y="25130"/>
                  </a:lnTo>
                  <a:lnTo>
                    <a:pt x="349924" y="18654"/>
                  </a:lnTo>
                  <a:lnTo>
                    <a:pt x="358525" y="16528"/>
                  </a:lnTo>
                  <a:lnTo>
                    <a:pt x="358903" y="16334"/>
                  </a:lnTo>
                  <a:lnTo>
                    <a:pt x="364197" y="14208"/>
                  </a:lnTo>
                  <a:lnTo>
                    <a:pt x="367505" y="14111"/>
                  </a:lnTo>
                  <a:lnTo>
                    <a:pt x="370813" y="14111"/>
                  </a:lnTo>
                  <a:lnTo>
                    <a:pt x="378470" y="13145"/>
                  </a:lnTo>
                  <a:lnTo>
                    <a:pt x="383668" y="9085"/>
                  </a:lnTo>
                  <a:lnTo>
                    <a:pt x="386977" y="3382"/>
                  </a:lnTo>
                  <a:lnTo>
                    <a:pt x="389340" y="1159"/>
                  </a:lnTo>
                  <a:lnTo>
                    <a:pt x="390001" y="483"/>
                  </a:lnTo>
                  <a:lnTo>
                    <a:pt x="391136" y="773"/>
                  </a:lnTo>
                  <a:lnTo>
                    <a:pt x="395956" y="2223"/>
                  </a:lnTo>
                  <a:lnTo>
                    <a:pt x="402195" y="2996"/>
                  </a:lnTo>
                  <a:lnTo>
                    <a:pt x="406921" y="966"/>
                  </a:lnTo>
                  <a:lnTo>
                    <a:pt x="409095" y="773"/>
                  </a:lnTo>
                  <a:lnTo>
                    <a:pt x="414105" y="0"/>
                  </a:lnTo>
                  <a:lnTo>
                    <a:pt x="420154" y="1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6888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63156" y="1508760"/>
            <a:ext cx="40261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63156" y="1892808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189280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3156" y="2203704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897819" y="220370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63156" y="2514600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251460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63156" y="2825496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282549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63156" y="3154680"/>
            <a:ext cx="494050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63156" y="31821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97819" y="31821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88836" y="35935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63156" y="3520440"/>
            <a:ext cx="40261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897819" y="35570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63156" y="3904488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7819" y="390448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63156" y="4215384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897819" y="42153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63156" y="4526280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897819" y="452628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63156" y="4837176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483717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63156" y="5166360"/>
            <a:ext cx="494050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63156" y="519379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897819" y="51937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633972" y="5486400"/>
            <a:ext cx="52148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mapa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88836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71716" y="5779008"/>
            <a:ext cx="49953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841349" y="1508760"/>
            <a:ext cx="2745533" cy="4544568"/>
            <a:chOff x="1841349" y="1508760"/>
            <a:chExt cx="2745533" cy="4544568"/>
          </a:xfrm>
        </p:grpSpPr>
        <p:sp>
          <p:nvSpPr>
            <p:cNvPr id="4" name="pg3"/>
            <p:cNvSpPr/>
            <p:nvPr/>
          </p:nvSpPr>
          <p:spPr>
            <a:xfrm>
              <a:off x="2716087" y="2748152"/>
              <a:ext cx="166910" cy="173053"/>
            </a:xfrm>
            <a:custGeom>
              <a:avLst/>
              <a:pathLst>
                <a:path w="166910" h="173053">
                  <a:moveTo>
                    <a:pt x="121207" y="9903"/>
                  </a:moveTo>
                  <a:lnTo>
                    <a:pt x="131276" y="18642"/>
                  </a:lnTo>
                  <a:lnTo>
                    <a:pt x="133556" y="18642"/>
                  </a:lnTo>
                  <a:lnTo>
                    <a:pt x="137296" y="14907"/>
                  </a:lnTo>
                  <a:lnTo>
                    <a:pt x="137640" y="14564"/>
                  </a:lnTo>
                  <a:lnTo>
                    <a:pt x="142470" y="20183"/>
                  </a:lnTo>
                  <a:lnTo>
                    <a:pt x="146650" y="25046"/>
                  </a:lnTo>
                  <a:lnTo>
                    <a:pt x="148514" y="27705"/>
                  </a:lnTo>
                  <a:lnTo>
                    <a:pt x="154737" y="33130"/>
                  </a:lnTo>
                  <a:lnTo>
                    <a:pt x="156654" y="35053"/>
                  </a:lnTo>
                  <a:lnTo>
                    <a:pt x="161433" y="39846"/>
                  </a:lnTo>
                  <a:lnTo>
                    <a:pt x="162915" y="41128"/>
                  </a:lnTo>
                  <a:lnTo>
                    <a:pt x="163571" y="42322"/>
                  </a:lnTo>
                  <a:lnTo>
                    <a:pt x="164198" y="44012"/>
                  </a:lnTo>
                  <a:lnTo>
                    <a:pt x="164796" y="46633"/>
                  </a:lnTo>
                  <a:lnTo>
                    <a:pt x="165565" y="49488"/>
                  </a:lnTo>
                  <a:lnTo>
                    <a:pt x="165765" y="51323"/>
                  </a:lnTo>
                  <a:lnTo>
                    <a:pt x="166306" y="53187"/>
                  </a:lnTo>
                  <a:lnTo>
                    <a:pt x="166841" y="54811"/>
                  </a:lnTo>
                  <a:lnTo>
                    <a:pt x="166910" y="55019"/>
                  </a:lnTo>
                  <a:lnTo>
                    <a:pt x="163034" y="55563"/>
                  </a:lnTo>
                  <a:lnTo>
                    <a:pt x="156575" y="54476"/>
                  </a:lnTo>
                  <a:lnTo>
                    <a:pt x="145404" y="51757"/>
                  </a:lnTo>
                  <a:lnTo>
                    <a:pt x="143580" y="51524"/>
                  </a:lnTo>
                  <a:lnTo>
                    <a:pt x="140844" y="51990"/>
                  </a:lnTo>
                  <a:lnTo>
                    <a:pt x="138869" y="53078"/>
                  </a:lnTo>
                  <a:lnTo>
                    <a:pt x="136516" y="59377"/>
                  </a:lnTo>
                  <a:lnTo>
                    <a:pt x="136455" y="59539"/>
                  </a:lnTo>
                  <a:lnTo>
                    <a:pt x="136167" y="61485"/>
                  </a:lnTo>
                  <a:lnTo>
                    <a:pt x="135232" y="67804"/>
                  </a:lnTo>
                  <a:lnTo>
                    <a:pt x="135289" y="68460"/>
                  </a:lnTo>
                  <a:lnTo>
                    <a:pt x="135467" y="70514"/>
                  </a:lnTo>
                  <a:lnTo>
                    <a:pt x="135552" y="71494"/>
                  </a:lnTo>
                  <a:lnTo>
                    <a:pt x="135400" y="74040"/>
                  </a:lnTo>
                  <a:lnTo>
                    <a:pt x="135013" y="80018"/>
                  </a:lnTo>
                  <a:lnTo>
                    <a:pt x="134945" y="81070"/>
                  </a:lnTo>
                  <a:lnTo>
                    <a:pt x="134527" y="92216"/>
                  </a:lnTo>
                  <a:lnTo>
                    <a:pt x="150950" y="93359"/>
                  </a:lnTo>
                  <a:lnTo>
                    <a:pt x="150287" y="111129"/>
                  </a:lnTo>
                  <a:lnTo>
                    <a:pt x="150200" y="113189"/>
                  </a:lnTo>
                  <a:lnTo>
                    <a:pt x="149531" y="129505"/>
                  </a:lnTo>
                  <a:lnTo>
                    <a:pt x="124778" y="120234"/>
                  </a:lnTo>
                  <a:lnTo>
                    <a:pt x="115150" y="122107"/>
                  </a:lnTo>
                  <a:lnTo>
                    <a:pt x="90430" y="126914"/>
                  </a:lnTo>
                  <a:lnTo>
                    <a:pt x="79335" y="137478"/>
                  </a:lnTo>
                  <a:lnTo>
                    <a:pt x="78038" y="144710"/>
                  </a:lnTo>
                  <a:lnTo>
                    <a:pt x="77490" y="147768"/>
                  </a:lnTo>
                  <a:lnTo>
                    <a:pt x="76689" y="152232"/>
                  </a:lnTo>
                  <a:lnTo>
                    <a:pt x="75992" y="156120"/>
                  </a:lnTo>
                  <a:lnTo>
                    <a:pt x="62009" y="170568"/>
                  </a:lnTo>
                  <a:lnTo>
                    <a:pt x="41035" y="173053"/>
                  </a:lnTo>
                  <a:lnTo>
                    <a:pt x="33588" y="165286"/>
                  </a:lnTo>
                  <a:lnTo>
                    <a:pt x="33318" y="160661"/>
                  </a:lnTo>
                  <a:lnTo>
                    <a:pt x="33252" y="159527"/>
                  </a:lnTo>
                  <a:lnTo>
                    <a:pt x="33217" y="158934"/>
                  </a:lnTo>
                  <a:lnTo>
                    <a:pt x="33164" y="158021"/>
                  </a:lnTo>
                  <a:lnTo>
                    <a:pt x="32851" y="152670"/>
                  </a:lnTo>
                  <a:lnTo>
                    <a:pt x="31969" y="137564"/>
                  </a:lnTo>
                  <a:lnTo>
                    <a:pt x="31764" y="134060"/>
                  </a:lnTo>
                  <a:lnTo>
                    <a:pt x="29870" y="133011"/>
                  </a:lnTo>
                  <a:lnTo>
                    <a:pt x="25579" y="130632"/>
                  </a:lnTo>
                  <a:lnTo>
                    <a:pt x="9848" y="121915"/>
                  </a:lnTo>
                  <a:lnTo>
                    <a:pt x="8505" y="121171"/>
                  </a:lnTo>
                  <a:lnTo>
                    <a:pt x="6535" y="120079"/>
                  </a:lnTo>
                  <a:lnTo>
                    <a:pt x="9397" y="104538"/>
                  </a:lnTo>
                  <a:lnTo>
                    <a:pt x="3039" y="102990"/>
                  </a:lnTo>
                  <a:lnTo>
                    <a:pt x="3286" y="101685"/>
                  </a:lnTo>
                  <a:lnTo>
                    <a:pt x="3524" y="100430"/>
                  </a:lnTo>
                  <a:lnTo>
                    <a:pt x="4863" y="93359"/>
                  </a:lnTo>
                  <a:lnTo>
                    <a:pt x="1447" y="92486"/>
                  </a:lnTo>
                  <a:lnTo>
                    <a:pt x="0" y="92116"/>
                  </a:lnTo>
                  <a:lnTo>
                    <a:pt x="173" y="89815"/>
                  </a:lnTo>
                  <a:lnTo>
                    <a:pt x="1063" y="77979"/>
                  </a:lnTo>
                  <a:lnTo>
                    <a:pt x="6742" y="77928"/>
                  </a:lnTo>
                  <a:lnTo>
                    <a:pt x="7753" y="77919"/>
                  </a:lnTo>
                  <a:lnTo>
                    <a:pt x="36020" y="77668"/>
                  </a:lnTo>
                  <a:lnTo>
                    <a:pt x="35412" y="72542"/>
                  </a:lnTo>
                  <a:lnTo>
                    <a:pt x="36446" y="66317"/>
                  </a:lnTo>
                  <a:lnTo>
                    <a:pt x="36780" y="64308"/>
                  </a:lnTo>
                  <a:lnTo>
                    <a:pt x="48786" y="57628"/>
                  </a:lnTo>
                  <a:lnTo>
                    <a:pt x="54866" y="51414"/>
                  </a:lnTo>
                  <a:lnTo>
                    <a:pt x="52635" y="45257"/>
                  </a:lnTo>
                  <a:lnTo>
                    <a:pt x="51826" y="43025"/>
                  </a:lnTo>
                  <a:lnTo>
                    <a:pt x="59425" y="39607"/>
                  </a:lnTo>
                  <a:lnTo>
                    <a:pt x="70481" y="39800"/>
                  </a:lnTo>
                  <a:lnTo>
                    <a:pt x="98598" y="39994"/>
                  </a:lnTo>
                  <a:lnTo>
                    <a:pt x="98804" y="32646"/>
                  </a:lnTo>
                  <a:lnTo>
                    <a:pt x="101734" y="21554"/>
                  </a:lnTo>
                  <a:lnTo>
                    <a:pt x="107661" y="18226"/>
                  </a:lnTo>
                  <a:lnTo>
                    <a:pt x="108478" y="17768"/>
                  </a:lnTo>
                  <a:lnTo>
                    <a:pt x="107710" y="16560"/>
                  </a:lnTo>
                  <a:lnTo>
                    <a:pt x="98612" y="2246"/>
                  </a:lnTo>
                  <a:lnTo>
                    <a:pt x="101259" y="0"/>
                  </a:lnTo>
                  <a:lnTo>
                    <a:pt x="110420" y="1993"/>
                  </a:lnTo>
                  <a:lnTo>
                    <a:pt x="115982" y="3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018550" y="2635112"/>
              <a:ext cx="112156" cy="136123"/>
            </a:xfrm>
            <a:custGeom>
              <a:avLst/>
              <a:pathLst>
                <a:path w="112156" h="136123">
                  <a:moveTo>
                    <a:pt x="73225" y="4032"/>
                  </a:moveTo>
                  <a:lnTo>
                    <a:pt x="75058" y="6919"/>
                  </a:lnTo>
                  <a:lnTo>
                    <a:pt x="75211" y="7161"/>
                  </a:lnTo>
                  <a:lnTo>
                    <a:pt x="77710" y="11096"/>
                  </a:lnTo>
                  <a:lnTo>
                    <a:pt x="77820" y="11268"/>
                  </a:lnTo>
                  <a:lnTo>
                    <a:pt x="78786" y="12790"/>
                  </a:lnTo>
                  <a:lnTo>
                    <a:pt x="79150" y="13429"/>
                  </a:lnTo>
                  <a:lnTo>
                    <a:pt x="80465" y="15740"/>
                  </a:lnTo>
                  <a:lnTo>
                    <a:pt x="80680" y="16119"/>
                  </a:lnTo>
                  <a:lnTo>
                    <a:pt x="81675" y="17776"/>
                  </a:lnTo>
                  <a:lnTo>
                    <a:pt x="82405" y="18992"/>
                  </a:lnTo>
                  <a:lnTo>
                    <a:pt x="83764" y="21257"/>
                  </a:lnTo>
                  <a:lnTo>
                    <a:pt x="83345" y="23146"/>
                  </a:lnTo>
                  <a:lnTo>
                    <a:pt x="82938" y="24978"/>
                  </a:lnTo>
                  <a:lnTo>
                    <a:pt x="82613" y="26446"/>
                  </a:lnTo>
                  <a:lnTo>
                    <a:pt x="82383" y="27483"/>
                  </a:lnTo>
                  <a:lnTo>
                    <a:pt x="82025" y="28773"/>
                  </a:lnTo>
                  <a:lnTo>
                    <a:pt x="81443" y="30876"/>
                  </a:lnTo>
                  <a:lnTo>
                    <a:pt x="81187" y="31799"/>
                  </a:lnTo>
                  <a:lnTo>
                    <a:pt x="81029" y="32272"/>
                  </a:lnTo>
                  <a:lnTo>
                    <a:pt x="80831" y="32867"/>
                  </a:lnTo>
                  <a:lnTo>
                    <a:pt x="80752" y="33207"/>
                  </a:lnTo>
                  <a:lnTo>
                    <a:pt x="80558" y="34044"/>
                  </a:lnTo>
                  <a:lnTo>
                    <a:pt x="80433" y="34672"/>
                  </a:lnTo>
                  <a:lnTo>
                    <a:pt x="80392" y="34882"/>
                  </a:lnTo>
                  <a:lnTo>
                    <a:pt x="79785" y="36233"/>
                  </a:lnTo>
                  <a:lnTo>
                    <a:pt x="79181" y="37576"/>
                  </a:lnTo>
                  <a:lnTo>
                    <a:pt x="79087" y="37911"/>
                  </a:lnTo>
                  <a:lnTo>
                    <a:pt x="78943" y="38118"/>
                  </a:lnTo>
                  <a:lnTo>
                    <a:pt x="78791" y="38337"/>
                  </a:lnTo>
                  <a:lnTo>
                    <a:pt x="78643" y="38550"/>
                  </a:lnTo>
                  <a:lnTo>
                    <a:pt x="78530" y="38713"/>
                  </a:lnTo>
                  <a:lnTo>
                    <a:pt x="78349" y="38977"/>
                  </a:lnTo>
                  <a:lnTo>
                    <a:pt x="78224" y="39189"/>
                  </a:lnTo>
                  <a:lnTo>
                    <a:pt x="77867" y="39852"/>
                  </a:lnTo>
                  <a:lnTo>
                    <a:pt x="78963" y="40430"/>
                  </a:lnTo>
                  <a:lnTo>
                    <a:pt x="80768" y="41383"/>
                  </a:lnTo>
                  <a:lnTo>
                    <a:pt x="82360" y="42224"/>
                  </a:lnTo>
                  <a:lnTo>
                    <a:pt x="88368" y="45397"/>
                  </a:lnTo>
                  <a:lnTo>
                    <a:pt x="89834" y="46171"/>
                  </a:lnTo>
                  <a:lnTo>
                    <a:pt x="91649" y="47112"/>
                  </a:lnTo>
                  <a:lnTo>
                    <a:pt x="95325" y="49019"/>
                  </a:lnTo>
                  <a:lnTo>
                    <a:pt x="95506" y="49113"/>
                  </a:lnTo>
                  <a:lnTo>
                    <a:pt x="95888" y="49311"/>
                  </a:lnTo>
                  <a:lnTo>
                    <a:pt x="95027" y="50487"/>
                  </a:lnTo>
                  <a:lnTo>
                    <a:pt x="92528" y="54696"/>
                  </a:lnTo>
                  <a:lnTo>
                    <a:pt x="91983" y="55764"/>
                  </a:lnTo>
                  <a:lnTo>
                    <a:pt x="92284" y="55906"/>
                  </a:lnTo>
                  <a:lnTo>
                    <a:pt x="92834" y="56166"/>
                  </a:lnTo>
                  <a:lnTo>
                    <a:pt x="93038" y="56262"/>
                  </a:lnTo>
                  <a:lnTo>
                    <a:pt x="93569" y="56513"/>
                  </a:lnTo>
                  <a:lnTo>
                    <a:pt x="94816" y="57236"/>
                  </a:lnTo>
                  <a:lnTo>
                    <a:pt x="96873" y="58429"/>
                  </a:lnTo>
                  <a:lnTo>
                    <a:pt x="101401" y="61054"/>
                  </a:lnTo>
                  <a:lnTo>
                    <a:pt x="102387" y="61625"/>
                  </a:lnTo>
                  <a:lnTo>
                    <a:pt x="105419" y="63383"/>
                  </a:lnTo>
                  <a:lnTo>
                    <a:pt x="107918" y="66227"/>
                  </a:lnTo>
                  <a:lnTo>
                    <a:pt x="108796" y="67226"/>
                  </a:lnTo>
                  <a:lnTo>
                    <a:pt x="111179" y="69939"/>
                  </a:lnTo>
                  <a:lnTo>
                    <a:pt x="111689" y="70519"/>
                  </a:lnTo>
                  <a:lnTo>
                    <a:pt x="112156" y="71105"/>
                  </a:lnTo>
                  <a:lnTo>
                    <a:pt x="111964" y="71276"/>
                  </a:lnTo>
                  <a:lnTo>
                    <a:pt x="107202" y="75518"/>
                  </a:lnTo>
                  <a:lnTo>
                    <a:pt x="106506" y="76137"/>
                  </a:lnTo>
                  <a:lnTo>
                    <a:pt x="106297" y="76413"/>
                  </a:lnTo>
                  <a:lnTo>
                    <a:pt x="101649" y="82521"/>
                  </a:lnTo>
                  <a:lnTo>
                    <a:pt x="101519" y="82691"/>
                  </a:lnTo>
                  <a:lnTo>
                    <a:pt x="97587" y="88196"/>
                  </a:lnTo>
                  <a:lnTo>
                    <a:pt x="97367" y="88513"/>
                  </a:lnTo>
                  <a:lnTo>
                    <a:pt x="93319" y="94349"/>
                  </a:lnTo>
                  <a:lnTo>
                    <a:pt x="93141" y="94605"/>
                  </a:lnTo>
                  <a:lnTo>
                    <a:pt x="89007" y="100098"/>
                  </a:lnTo>
                  <a:lnTo>
                    <a:pt x="90153" y="100947"/>
                  </a:lnTo>
                  <a:lnTo>
                    <a:pt x="98279" y="106971"/>
                  </a:lnTo>
                  <a:lnTo>
                    <a:pt x="102284" y="109939"/>
                  </a:lnTo>
                  <a:lnTo>
                    <a:pt x="95149" y="119360"/>
                  </a:lnTo>
                  <a:lnTo>
                    <a:pt x="88505" y="123283"/>
                  </a:lnTo>
                  <a:lnTo>
                    <a:pt x="86052" y="124732"/>
                  </a:lnTo>
                  <a:lnTo>
                    <a:pt x="75911" y="130680"/>
                  </a:lnTo>
                  <a:lnTo>
                    <a:pt x="59527" y="132705"/>
                  </a:lnTo>
                  <a:lnTo>
                    <a:pt x="58398" y="135693"/>
                  </a:lnTo>
                  <a:lnTo>
                    <a:pt x="58235" y="136123"/>
                  </a:lnTo>
                  <a:lnTo>
                    <a:pt x="53374" y="135023"/>
                  </a:lnTo>
                  <a:lnTo>
                    <a:pt x="54284" y="129288"/>
                  </a:lnTo>
                  <a:lnTo>
                    <a:pt x="52755" y="129528"/>
                  </a:lnTo>
                  <a:lnTo>
                    <a:pt x="47370" y="130375"/>
                  </a:lnTo>
                  <a:lnTo>
                    <a:pt x="46381" y="130531"/>
                  </a:lnTo>
                  <a:lnTo>
                    <a:pt x="45165" y="125249"/>
                  </a:lnTo>
                  <a:lnTo>
                    <a:pt x="50408" y="122297"/>
                  </a:lnTo>
                  <a:lnTo>
                    <a:pt x="62263" y="121132"/>
                  </a:lnTo>
                  <a:lnTo>
                    <a:pt x="77537" y="102101"/>
                  </a:lnTo>
                  <a:lnTo>
                    <a:pt x="65455" y="92625"/>
                  </a:lnTo>
                  <a:lnTo>
                    <a:pt x="60515" y="91538"/>
                  </a:lnTo>
                  <a:lnTo>
                    <a:pt x="60859" y="89585"/>
                  </a:lnTo>
                  <a:lnTo>
                    <a:pt x="61199" y="87654"/>
                  </a:lnTo>
                  <a:lnTo>
                    <a:pt x="60149" y="87056"/>
                  </a:lnTo>
                  <a:lnTo>
                    <a:pt x="58046" y="85859"/>
                  </a:lnTo>
                  <a:lnTo>
                    <a:pt x="55196" y="84236"/>
                  </a:lnTo>
                  <a:lnTo>
                    <a:pt x="56174" y="83378"/>
                  </a:lnTo>
                  <a:lnTo>
                    <a:pt x="58485" y="81351"/>
                  </a:lnTo>
                  <a:lnTo>
                    <a:pt x="61436" y="78762"/>
                  </a:lnTo>
                  <a:lnTo>
                    <a:pt x="64871" y="75749"/>
                  </a:lnTo>
                  <a:lnTo>
                    <a:pt x="65379" y="75303"/>
                  </a:lnTo>
                  <a:lnTo>
                    <a:pt x="61128" y="72601"/>
                  </a:lnTo>
                  <a:lnTo>
                    <a:pt x="54882" y="68630"/>
                  </a:lnTo>
                  <a:lnTo>
                    <a:pt x="53609" y="67821"/>
                  </a:lnTo>
                  <a:lnTo>
                    <a:pt x="52916" y="67381"/>
                  </a:lnTo>
                  <a:lnTo>
                    <a:pt x="53221" y="64631"/>
                  </a:lnTo>
                  <a:lnTo>
                    <a:pt x="54231" y="55510"/>
                  </a:lnTo>
                  <a:lnTo>
                    <a:pt x="54284" y="55030"/>
                  </a:lnTo>
                  <a:lnTo>
                    <a:pt x="52156" y="52467"/>
                  </a:lnTo>
                  <a:lnTo>
                    <a:pt x="47369" y="52467"/>
                  </a:lnTo>
                  <a:lnTo>
                    <a:pt x="46685" y="55962"/>
                  </a:lnTo>
                  <a:lnTo>
                    <a:pt x="43949" y="56351"/>
                  </a:lnTo>
                  <a:lnTo>
                    <a:pt x="39922" y="63606"/>
                  </a:lnTo>
                  <a:lnTo>
                    <a:pt x="35695" y="63072"/>
                  </a:lnTo>
                  <a:lnTo>
                    <a:pt x="32930" y="57050"/>
                  </a:lnTo>
                  <a:lnTo>
                    <a:pt x="33235" y="55668"/>
                  </a:lnTo>
                  <a:lnTo>
                    <a:pt x="33606" y="53992"/>
                  </a:lnTo>
                  <a:lnTo>
                    <a:pt x="33994" y="52234"/>
                  </a:lnTo>
                  <a:lnTo>
                    <a:pt x="19935" y="46719"/>
                  </a:lnTo>
                  <a:lnTo>
                    <a:pt x="15908" y="43224"/>
                  </a:lnTo>
                  <a:lnTo>
                    <a:pt x="10436" y="42758"/>
                  </a:lnTo>
                  <a:lnTo>
                    <a:pt x="9008" y="44063"/>
                  </a:lnTo>
                  <a:lnTo>
                    <a:pt x="6865" y="46020"/>
                  </a:lnTo>
                  <a:lnTo>
                    <a:pt x="4205" y="43146"/>
                  </a:lnTo>
                  <a:lnTo>
                    <a:pt x="1177" y="40623"/>
                  </a:lnTo>
                  <a:lnTo>
                    <a:pt x="0" y="37269"/>
                  </a:lnTo>
                  <a:lnTo>
                    <a:pt x="3502" y="30655"/>
                  </a:lnTo>
                  <a:lnTo>
                    <a:pt x="13581" y="33039"/>
                  </a:lnTo>
                  <a:lnTo>
                    <a:pt x="20800" y="29640"/>
                  </a:lnTo>
                  <a:lnTo>
                    <a:pt x="20018" y="25545"/>
                  </a:lnTo>
                  <a:lnTo>
                    <a:pt x="16335" y="6241"/>
                  </a:lnTo>
                  <a:lnTo>
                    <a:pt x="17537" y="6047"/>
                  </a:lnTo>
                  <a:lnTo>
                    <a:pt x="18538" y="5885"/>
                  </a:lnTo>
                  <a:lnTo>
                    <a:pt x="23484" y="5088"/>
                  </a:lnTo>
                  <a:lnTo>
                    <a:pt x="48927" y="985"/>
                  </a:lnTo>
                  <a:lnTo>
                    <a:pt x="49287" y="4985"/>
                  </a:lnTo>
                  <a:lnTo>
                    <a:pt x="52465" y="3860"/>
                  </a:lnTo>
                  <a:lnTo>
                    <a:pt x="54352" y="2912"/>
                  </a:lnTo>
                  <a:lnTo>
                    <a:pt x="57815" y="664"/>
                  </a:lnTo>
                  <a:lnTo>
                    <a:pt x="58404" y="281"/>
                  </a:lnTo>
                  <a:lnTo>
                    <a:pt x="58838" y="0"/>
                  </a:lnTo>
                  <a:lnTo>
                    <a:pt x="59977" y="18"/>
                  </a:lnTo>
                  <a:lnTo>
                    <a:pt x="61517" y="43"/>
                  </a:lnTo>
                  <a:lnTo>
                    <a:pt x="66042" y="116"/>
                  </a:lnTo>
                  <a:lnTo>
                    <a:pt x="68694" y="158"/>
                  </a:lnTo>
                  <a:lnTo>
                    <a:pt x="69831" y="469"/>
                  </a:lnTo>
                  <a:lnTo>
                    <a:pt x="70354" y="612"/>
                  </a:lnTo>
                  <a:lnTo>
                    <a:pt x="70617" y="683"/>
                  </a:lnTo>
                  <a:lnTo>
                    <a:pt x="71738" y="1905"/>
                  </a:lnTo>
                  <a:lnTo>
                    <a:pt x="72763" y="3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850614" y="2722509"/>
              <a:ext cx="105841" cy="175721"/>
            </a:xfrm>
            <a:custGeom>
              <a:avLst/>
              <a:pathLst>
                <a:path w="105841" h="175721">
                  <a:moveTo>
                    <a:pt x="92872" y="42187"/>
                  </a:moveTo>
                  <a:lnTo>
                    <a:pt x="95267" y="47599"/>
                  </a:lnTo>
                  <a:lnTo>
                    <a:pt x="96931" y="51357"/>
                  </a:lnTo>
                  <a:lnTo>
                    <a:pt x="105841" y="71489"/>
                  </a:lnTo>
                  <a:lnTo>
                    <a:pt x="105585" y="71857"/>
                  </a:lnTo>
                  <a:lnTo>
                    <a:pt x="104646" y="72384"/>
                  </a:lnTo>
                  <a:lnTo>
                    <a:pt x="104116" y="72681"/>
                  </a:lnTo>
                  <a:lnTo>
                    <a:pt x="103548" y="72999"/>
                  </a:lnTo>
                  <a:lnTo>
                    <a:pt x="103118" y="73240"/>
                  </a:lnTo>
                  <a:lnTo>
                    <a:pt x="102848" y="73392"/>
                  </a:lnTo>
                  <a:lnTo>
                    <a:pt x="102639" y="73509"/>
                  </a:lnTo>
                  <a:lnTo>
                    <a:pt x="102102" y="73870"/>
                  </a:lnTo>
                  <a:lnTo>
                    <a:pt x="102007" y="74028"/>
                  </a:lnTo>
                  <a:lnTo>
                    <a:pt x="101630" y="74658"/>
                  </a:lnTo>
                  <a:lnTo>
                    <a:pt x="101372" y="75090"/>
                  </a:lnTo>
                  <a:lnTo>
                    <a:pt x="101231" y="75326"/>
                  </a:lnTo>
                  <a:lnTo>
                    <a:pt x="101134" y="75487"/>
                  </a:lnTo>
                  <a:lnTo>
                    <a:pt x="100859" y="75946"/>
                  </a:lnTo>
                  <a:lnTo>
                    <a:pt x="100553" y="76460"/>
                  </a:lnTo>
                  <a:lnTo>
                    <a:pt x="100444" y="76641"/>
                  </a:lnTo>
                  <a:lnTo>
                    <a:pt x="100252" y="76962"/>
                  </a:lnTo>
                  <a:lnTo>
                    <a:pt x="100162" y="77113"/>
                  </a:lnTo>
                  <a:lnTo>
                    <a:pt x="100059" y="77284"/>
                  </a:lnTo>
                  <a:lnTo>
                    <a:pt x="99759" y="77786"/>
                  </a:lnTo>
                  <a:lnTo>
                    <a:pt x="99626" y="78008"/>
                  </a:lnTo>
                  <a:lnTo>
                    <a:pt x="99360" y="78453"/>
                  </a:lnTo>
                  <a:lnTo>
                    <a:pt x="99082" y="78918"/>
                  </a:lnTo>
                  <a:lnTo>
                    <a:pt x="98900" y="79223"/>
                  </a:lnTo>
                  <a:lnTo>
                    <a:pt x="98810" y="79372"/>
                  </a:lnTo>
                  <a:lnTo>
                    <a:pt x="98683" y="79585"/>
                  </a:lnTo>
                  <a:lnTo>
                    <a:pt x="98507" y="79880"/>
                  </a:lnTo>
                  <a:lnTo>
                    <a:pt x="98143" y="80831"/>
                  </a:lnTo>
                  <a:lnTo>
                    <a:pt x="97919" y="81416"/>
                  </a:lnTo>
                  <a:lnTo>
                    <a:pt x="97852" y="81590"/>
                  </a:lnTo>
                  <a:lnTo>
                    <a:pt x="97673" y="82057"/>
                  </a:lnTo>
                  <a:lnTo>
                    <a:pt x="97619" y="82199"/>
                  </a:lnTo>
                  <a:lnTo>
                    <a:pt x="97454" y="82629"/>
                  </a:lnTo>
                  <a:lnTo>
                    <a:pt x="97358" y="82881"/>
                  </a:lnTo>
                  <a:lnTo>
                    <a:pt x="97046" y="83694"/>
                  </a:lnTo>
                  <a:lnTo>
                    <a:pt x="96912" y="84043"/>
                  </a:lnTo>
                  <a:lnTo>
                    <a:pt x="96769" y="84384"/>
                  </a:lnTo>
                  <a:lnTo>
                    <a:pt x="96522" y="84974"/>
                  </a:lnTo>
                  <a:lnTo>
                    <a:pt x="95472" y="87483"/>
                  </a:lnTo>
                  <a:lnTo>
                    <a:pt x="95364" y="87741"/>
                  </a:lnTo>
                  <a:lnTo>
                    <a:pt x="95263" y="87983"/>
                  </a:lnTo>
                  <a:lnTo>
                    <a:pt x="95048" y="88498"/>
                  </a:lnTo>
                  <a:lnTo>
                    <a:pt x="94992" y="88631"/>
                  </a:lnTo>
                  <a:lnTo>
                    <a:pt x="94937" y="88761"/>
                  </a:lnTo>
                  <a:lnTo>
                    <a:pt x="94532" y="89702"/>
                  </a:lnTo>
                  <a:lnTo>
                    <a:pt x="94452" y="89870"/>
                  </a:lnTo>
                  <a:lnTo>
                    <a:pt x="94366" y="90052"/>
                  </a:lnTo>
                  <a:lnTo>
                    <a:pt x="94240" y="90319"/>
                  </a:lnTo>
                  <a:lnTo>
                    <a:pt x="94156" y="90494"/>
                  </a:lnTo>
                  <a:lnTo>
                    <a:pt x="94072" y="90671"/>
                  </a:lnTo>
                  <a:lnTo>
                    <a:pt x="93777" y="91295"/>
                  </a:lnTo>
                  <a:lnTo>
                    <a:pt x="93639" y="91586"/>
                  </a:lnTo>
                  <a:lnTo>
                    <a:pt x="93540" y="91795"/>
                  </a:lnTo>
                  <a:lnTo>
                    <a:pt x="93367" y="92161"/>
                  </a:lnTo>
                  <a:lnTo>
                    <a:pt x="93143" y="92632"/>
                  </a:lnTo>
                  <a:lnTo>
                    <a:pt x="92997" y="92940"/>
                  </a:lnTo>
                  <a:lnTo>
                    <a:pt x="92727" y="93443"/>
                  </a:lnTo>
                  <a:lnTo>
                    <a:pt x="92466" y="93868"/>
                  </a:lnTo>
                  <a:lnTo>
                    <a:pt x="92347" y="94063"/>
                  </a:lnTo>
                  <a:lnTo>
                    <a:pt x="92104" y="94548"/>
                  </a:lnTo>
                  <a:lnTo>
                    <a:pt x="92096" y="94763"/>
                  </a:lnTo>
                  <a:lnTo>
                    <a:pt x="92091" y="94904"/>
                  </a:lnTo>
                  <a:lnTo>
                    <a:pt x="92084" y="95108"/>
                  </a:lnTo>
                  <a:lnTo>
                    <a:pt x="92077" y="95289"/>
                  </a:lnTo>
                  <a:lnTo>
                    <a:pt x="92068" y="95543"/>
                  </a:lnTo>
                  <a:lnTo>
                    <a:pt x="92061" y="95752"/>
                  </a:lnTo>
                  <a:lnTo>
                    <a:pt x="92047" y="95971"/>
                  </a:lnTo>
                  <a:lnTo>
                    <a:pt x="92027" y="96279"/>
                  </a:lnTo>
                  <a:lnTo>
                    <a:pt x="92009" y="96564"/>
                  </a:lnTo>
                  <a:lnTo>
                    <a:pt x="91978" y="97037"/>
                  </a:lnTo>
                  <a:lnTo>
                    <a:pt x="91954" y="97422"/>
                  </a:lnTo>
                  <a:lnTo>
                    <a:pt x="91836" y="97550"/>
                  </a:lnTo>
                  <a:lnTo>
                    <a:pt x="91659" y="97812"/>
                  </a:lnTo>
                  <a:lnTo>
                    <a:pt x="89934" y="106724"/>
                  </a:lnTo>
                  <a:lnTo>
                    <a:pt x="89552" y="108695"/>
                  </a:lnTo>
                  <a:lnTo>
                    <a:pt x="86855" y="113203"/>
                  </a:lnTo>
                  <a:lnTo>
                    <a:pt x="86618" y="113599"/>
                  </a:lnTo>
                  <a:lnTo>
                    <a:pt x="86209" y="113891"/>
                  </a:lnTo>
                  <a:lnTo>
                    <a:pt x="82345" y="116688"/>
                  </a:lnTo>
                  <a:lnTo>
                    <a:pt x="82455" y="118577"/>
                  </a:lnTo>
                  <a:lnTo>
                    <a:pt x="82814" y="124744"/>
                  </a:lnTo>
                  <a:lnTo>
                    <a:pt x="82868" y="125660"/>
                  </a:lnTo>
                  <a:lnTo>
                    <a:pt x="83222" y="129560"/>
                  </a:lnTo>
                  <a:lnTo>
                    <a:pt x="84254" y="140926"/>
                  </a:lnTo>
                  <a:lnTo>
                    <a:pt x="83758" y="140939"/>
                  </a:lnTo>
                  <a:lnTo>
                    <a:pt x="83853" y="157820"/>
                  </a:lnTo>
                  <a:lnTo>
                    <a:pt x="84476" y="163737"/>
                  </a:lnTo>
                  <a:lnTo>
                    <a:pt x="84516" y="164114"/>
                  </a:lnTo>
                  <a:lnTo>
                    <a:pt x="84379" y="164108"/>
                  </a:lnTo>
                  <a:lnTo>
                    <a:pt x="78996" y="162934"/>
                  </a:lnTo>
                  <a:lnTo>
                    <a:pt x="78194" y="162759"/>
                  </a:lnTo>
                  <a:lnTo>
                    <a:pt x="83181" y="175721"/>
                  </a:lnTo>
                  <a:lnTo>
                    <a:pt x="82287" y="175266"/>
                  </a:lnTo>
                  <a:lnTo>
                    <a:pt x="78027" y="173099"/>
                  </a:lnTo>
                  <a:lnTo>
                    <a:pt x="77934" y="173252"/>
                  </a:lnTo>
                  <a:lnTo>
                    <a:pt x="71695" y="168653"/>
                  </a:lnTo>
                  <a:lnTo>
                    <a:pt x="69035" y="166809"/>
                  </a:lnTo>
                  <a:lnTo>
                    <a:pt x="64000" y="169236"/>
                  </a:lnTo>
                  <a:lnTo>
                    <a:pt x="57161" y="174091"/>
                  </a:lnTo>
                  <a:lnTo>
                    <a:pt x="44290" y="168702"/>
                  </a:lnTo>
                  <a:lnTo>
                    <a:pt x="24865" y="160303"/>
                  </a:lnTo>
                  <a:lnTo>
                    <a:pt x="19521" y="157490"/>
                  </a:lnTo>
                  <a:lnTo>
                    <a:pt x="17028" y="156177"/>
                  </a:lnTo>
                  <a:lnTo>
                    <a:pt x="15004" y="155148"/>
                  </a:lnTo>
                  <a:lnTo>
                    <a:pt x="15673" y="138831"/>
                  </a:lnTo>
                  <a:lnTo>
                    <a:pt x="15760" y="136772"/>
                  </a:lnTo>
                  <a:lnTo>
                    <a:pt x="16423" y="119001"/>
                  </a:lnTo>
                  <a:lnTo>
                    <a:pt x="0" y="117859"/>
                  </a:lnTo>
                  <a:lnTo>
                    <a:pt x="417" y="106713"/>
                  </a:lnTo>
                  <a:lnTo>
                    <a:pt x="486" y="105661"/>
                  </a:lnTo>
                  <a:lnTo>
                    <a:pt x="873" y="99683"/>
                  </a:lnTo>
                  <a:lnTo>
                    <a:pt x="1025" y="97137"/>
                  </a:lnTo>
                  <a:lnTo>
                    <a:pt x="940" y="96157"/>
                  </a:lnTo>
                  <a:lnTo>
                    <a:pt x="762" y="94103"/>
                  </a:lnTo>
                  <a:lnTo>
                    <a:pt x="705" y="93447"/>
                  </a:lnTo>
                  <a:lnTo>
                    <a:pt x="1640" y="87128"/>
                  </a:lnTo>
                  <a:lnTo>
                    <a:pt x="1928" y="85181"/>
                  </a:lnTo>
                  <a:lnTo>
                    <a:pt x="1988" y="85019"/>
                  </a:lnTo>
                  <a:lnTo>
                    <a:pt x="4342" y="78720"/>
                  </a:lnTo>
                  <a:lnTo>
                    <a:pt x="6317" y="77633"/>
                  </a:lnTo>
                  <a:lnTo>
                    <a:pt x="9053" y="77167"/>
                  </a:lnTo>
                  <a:lnTo>
                    <a:pt x="10877" y="77400"/>
                  </a:lnTo>
                  <a:lnTo>
                    <a:pt x="22048" y="80118"/>
                  </a:lnTo>
                  <a:lnTo>
                    <a:pt x="28507" y="81206"/>
                  </a:lnTo>
                  <a:lnTo>
                    <a:pt x="32382" y="80662"/>
                  </a:lnTo>
                  <a:lnTo>
                    <a:pt x="32314" y="80453"/>
                  </a:lnTo>
                  <a:lnTo>
                    <a:pt x="31779" y="78830"/>
                  </a:lnTo>
                  <a:lnTo>
                    <a:pt x="31238" y="76965"/>
                  </a:lnTo>
                  <a:lnTo>
                    <a:pt x="31038" y="75130"/>
                  </a:lnTo>
                  <a:lnTo>
                    <a:pt x="30269" y="72276"/>
                  </a:lnTo>
                  <a:lnTo>
                    <a:pt x="29670" y="69654"/>
                  </a:lnTo>
                  <a:lnTo>
                    <a:pt x="29044" y="67965"/>
                  </a:lnTo>
                  <a:lnTo>
                    <a:pt x="28388" y="66770"/>
                  </a:lnTo>
                  <a:lnTo>
                    <a:pt x="26906" y="65489"/>
                  </a:lnTo>
                  <a:lnTo>
                    <a:pt x="22127" y="60696"/>
                  </a:lnTo>
                  <a:lnTo>
                    <a:pt x="20210" y="58772"/>
                  </a:lnTo>
                  <a:lnTo>
                    <a:pt x="13987" y="53347"/>
                  </a:lnTo>
                  <a:lnTo>
                    <a:pt x="12123" y="50688"/>
                  </a:lnTo>
                  <a:lnTo>
                    <a:pt x="21446" y="39527"/>
                  </a:lnTo>
                  <a:lnTo>
                    <a:pt x="29413" y="33044"/>
                  </a:lnTo>
                  <a:lnTo>
                    <a:pt x="30167" y="32537"/>
                  </a:lnTo>
                  <a:lnTo>
                    <a:pt x="41578" y="43611"/>
                  </a:lnTo>
                  <a:lnTo>
                    <a:pt x="46745" y="38795"/>
                  </a:lnTo>
                  <a:lnTo>
                    <a:pt x="53432" y="36776"/>
                  </a:lnTo>
                  <a:lnTo>
                    <a:pt x="56016" y="27299"/>
                  </a:lnTo>
                  <a:lnTo>
                    <a:pt x="60120" y="25435"/>
                  </a:lnTo>
                  <a:lnTo>
                    <a:pt x="62551" y="22639"/>
                  </a:lnTo>
                  <a:lnTo>
                    <a:pt x="62745" y="19341"/>
                  </a:lnTo>
                  <a:lnTo>
                    <a:pt x="63007" y="14871"/>
                  </a:lnTo>
                  <a:lnTo>
                    <a:pt x="64401" y="14634"/>
                  </a:lnTo>
                  <a:lnTo>
                    <a:pt x="72126" y="13318"/>
                  </a:lnTo>
                  <a:lnTo>
                    <a:pt x="73674" y="0"/>
                  </a:lnTo>
                  <a:lnTo>
                    <a:pt x="75800" y="2014"/>
                  </a:lnTo>
                  <a:lnTo>
                    <a:pt x="76075" y="3120"/>
                  </a:lnTo>
                  <a:lnTo>
                    <a:pt x="77154" y="7446"/>
                  </a:lnTo>
                  <a:lnTo>
                    <a:pt x="78050" y="9369"/>
                  </a:lnTo>
                  <a:lnTo>
                    <a:pt x="82473" y="18864"/>
                  </a:lnTo>
                  <a:lnTo>
                    <a:pt x="83993" y="22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305170" y="5081353"/>
              <a:ext cx="147392" cy="153966"/>
            </a:xfrm>
            <a:custGeom>
              <a:avLst/>
              <a:pathLst>
                <a:path w="147392" h="153966">
                  <a:moveTo>
                    <a:pt x="108774" y="17846"/>
                  </a:moveTo>
                  <a:lnTo>
                    <a:pt x="119888" y="18978"/>
                  </a:lnTo>
                  <a:lnTo>
                    <a:pt x="125116" y="18922"/>
                  </a:lnTo>
                  <a:lnTo>
                    <a:pt x="129546" y="18874"/>
                  </a:lnTo>
                  <a:lnTo>
                    <a:pt x="129649" y="20392"/>
                  </a:lnTo>
                  <a:lnTo>
                    <a:pt x="129659" y="20559"/>
                  </a:lnTo>
                  <a:lnTo>
                    <a:pt x="129700" y="21277"/>
                  </a:lnTo>
                  <a:lnTo>
                    <a:pt x="129936" y="25361"/>
                  </a:lnTo>
                  <a:lnTo>
                    <a:pt x="130180" y="29577"/>
                  </a:lnTo>
                  <a:lnTo>
                    <a:pt x="130214" y="29921"/>
                  </a:lnTo>
                  <a:lnTo>
                    <a:pt x="130867" y="29902"/>
                  </a:lnTo>
                  <a:lnTo>
                    <a:pt x="135417" y="29769"/>
                  </a:lnTo>
                  <a:lnTo>
                    <a:pt x="135699" y="29757"/>
                  </a:lnTo>
                  <a:lnTo>
                    <a:pt x="141037" y="29542"/>
                  </a:lnTo>
                  <a:lnTo>
                    <a:pt x="141733" y="29514"/>
                  </a:lnTo>
                  <a:lnTo>
                    <a:pt x="145093" y="29378"/>
                  </a:lnTo>
                  <a:lnTo>
                    <a:pt x="145231" y="31495"/>
                  </a:lnTo>
                  <a:lnTo>
                    <a:pt x="145307" y="32651"/>
                  </a:lnTo>
                  <a:lnTo>
                    <a:pt x="145346" y="33250"/>
                  </a:lnTo>
                  <a:lnTo>
                    <a:pt x="146180" y="46001"/>
                  </a:lnTo>
                  <a:lnTo>
                    <a:pt x="146214" y="46525"/>
                  </a:lnTo>
                  <a:lnTo>
                    <a:pt x="146676" y="53587"/>
                  </a:lnTo>
                  <a:lnTo>
                    <a:pt x="146823" y="55834"/>
                  </a:lnTo>
                  <a:lnTo>
                    <a:pt x="146865" y="56478"/>
                  </a:lnTo>
                  <a:lnTo>
                    <a:pt x="147392" y="64520"/>
                  </a:lnTo>
                  <a:lnTo>
                    <a:pt x="146670" y="74735"/>
                  </a:lnTo>
                  <a:lnTo>
                    <a:pt x="146460" y="75984"/>
                  </a:lnTo>
                  <a:lnTo>
                    <a:pt x="146211" y="77138"/>
                  </a:lnTo>
                  <a:lnTo>
                    <a:pt x="145899" y="78587"/>
                  </a:lnTo>
                  <a:lnTo>
                    <a:pt x="145841" y="78803"/>
                  </a:lnTo>
                  <a:lnTo>
                    <a:pt x="145367" y="80568"/>
                  </a:lnTo>
                  <a:lnTo>
                    <a:pt x="144962" y="81827"/>
                  </a:lnTo>
                  <a:lnTo>
                    <a:pt x="144342" y="83753"/>
                  </a:lnTo>
                  <a:lnTo>
                    <a:pt x="142186" y="89182"/>
                  </a:lnTo>
                  <a:lnTo>
                    <a:pt x="141645" y="90390"/>
                  </a:lnTo>
                  <a:lnTo>
                    <a:pt x="140810" y="91967"/>
                  </a:lnTo>
                  <a:lnTo>
                    <a:pt x="140263" y="92737"/>
                  </a:lnTo>
                  <a:lnTo>
                    <a:pt x="135423" y="99552"/>
                  </a:lnTo>
                  <a:lnTo>
                    <a:pt x="132728" y="102414"/>
                  </a:lnTo>
                  <a:lnTo>
                    <a:pt x="126860" y="110291"/>
                  </a:lnTo>
                  <a:lnTo>
                    <a:pt x="119252" y="119600"/>
                  </a:lnTo>
                  <a:lnTo>
                    <a:pt x="118968" y="119947"/>
                  </a:lnTo>
                  <a:lnTo>
                    <a:pt x="117457" y="121797"/>
                  </a:lnTo>
                  <a:lnTo>
                    <a:pt x="117180" y="122094"/>
                  </a:lnTo>
                  <a:lnTo>
                    <a:pt x="116779" y="122525"/>
                  </a:lnTo>
                  <a:lnTo>
                    <a:pt x="112885" y="126712"/>
                  </a:lnTo>
                  <a:lnTo>
                    <a:pt x="109990" y="129244"/>
                  </a:lnTo>
                  <a:lnTo>
                    <a:pt x="107958" y="131021"/>
                  </a:lnTo>
                  <a:lnTo>
                    <a:pt x="106576" y="132125"/>
                  </a:lnTo>
                  <a:lnTo>
                    <a:pt x="102254" y="135578"/>
                  </a:lnTo>
                  <a:lnTo>
                    <a:pt x="97525" y="139356"/>
                  </a:lnTo>
                  <a:lnTo>
                    <a:pt x="97312" y="139526"/>
                  </a:lnTo>
                  <a:lnTo>
                    <a:pt x="96284" y="140416"/>
                  </a:lnTo>
                  <a:lnTo>
                    <a:pt x="93892" y="142487"/>
                  </a:lnTo>
                  <a:lnTo>
                    <a:pt x="81973" y="153966"/>
                  </a:lnTo>
                  <a:lnTo>
                    <a:pt x="80948" y="143516"/>
                  </a:lnTo>
                  <a:lnTo>
                    <a:pt x="80260" y="139064"/>
                  </a:lnTo>
                  <a:lnTo>
                    <a:pt x="80186" y="138584"/>
                  </a:lnTo>
                  <a:lnTo>
                    <a:pt x="79857" y="136459"/>
                  </a:lnTo>
                  <a:lnTo>
                    <a:pt x="78322" y="133479"/>
                  </a:lnTo>
                  <a:lnTo>
                    <a:pt x="74946" y="126924"/>
                  </a:lnTo>
                  <a:lnTo>
                    <a:pt x="73119" y="123377"/>
                  </a:lnTo>
                  <a:lnTo>
                    <a:pt x="72459" y="122326"/>
                  </a:lnTo>
                  <a:lnTo>
                    <a:pt x="67867" y="115006"/>
                  </a:lnTo>
                  <a:lnTo>
                    <a:pt x="63675" y="108454"/>
                  </a:lnTo>
                  <a:lnTo>
                    <a:pt x="58578" y="100490"/>
                  </a:lnTo>
                  <a:lnTo>
                    <a:pt x="58421" y="100242"/>
                  </a:lnTo>
                  <a:lnTo>
                    <a:pt x="57503" y="98212"/>
                  </a:lnTo>
                  <a:lnTo>
                    <a:pt x="55364" y="95250"/>
                  </a:lnTo>
                  <a:lnTo>
                    <a:pt x="54269" y="94504"/>
                  </a:lnTo>
                  <a:lnTo>
                    <a:pt x="53297" y="94038"/>
                  </a:lnTo>
                  <a:lnTo>
                    <a:pt x="52202" y="93821"/>
                  </a:lnTo>
                  <a:lnTo>
                    <a:pt x="50895" y="93697"/>
                  </a:lnTo>
                  <a:lnTo>
                    <a:pt x="48676" y="94256"/>
                  </a:lnTo>
                  <a:lnTo>
                    <a:pt x="46706" y="95381"/>
                  </a:lnTo>
                  <a:lnTo>
                    <a:pt x="45478" y="96081"/>
                  </a:lnTo>
                  <a:lnTo>
                    <a:pt x="45190" y="96246"/>
                  </a:lnTo>
                  <a:lnTo>
                    <a:pt x="45087" y="96106"/>
                  </a:lnTo>
                  <a:lnTo>
                    <a:pt x="43708" y="94226"/>
                  </a:lnTo>
                  <a:lnTo>
                    <a:pt x="43040" y="92989"/>
                  </a:lnTo>
                  <a:lnTo>
                    <a:pt x="42679" y="91515"/>
                  </a:lnTo>
                  <a:lnTo>
                    <a:pt x="42777" y="82646"/>
                  </a:lnTo>
                  <a:lnTo>
                    <a:pt x="34957" y="83009"/>
                  </a:lnTo>
                  <a:lnTo>
                    <a:pt x="27743" y="83344"/>
                  </a:lnTo>
                  <a:lnTo>
                    <a:pt x="27255" y="83355"/>
                  </a:lnTo>
                  <a:lnTo>
                    <a:pt x="27542" y="94323"/>
                  </a:lnTo>
                  <a:lnTo>
                    <a:pt x="27594" y="94882"/>
                  </a:lnTo>
                  <a:lnTo>
                    <a:pt x="27632" y="95443"/>
                  </a:lnTo>
                  <a:lnTo>
                    <a:pt x="27166" y="95446"/>
                  </a:lnTo>
                  <a:lnTo>
                    <a:pt x="8927" y="95561"/>
                  </a:lnTo>
                  <a:lnTo>
                    <a:pt x="8268" y="95544"/>
                  </a:lnTo>
                  <a:lnTo>
                    <a:pt x="4366" y="95441"/>
                  </a:lnTo>
                  <a:lnTo>
                    <a:pt x="132" y="94979"/>
                  </a:lnTo>
                  <a:lnTo>
                    <a:pt x="0" y="94963"/>
                  </a:lnTo>
                  <a:lnTo>
                    <a:pt x="116" y="94420"/>
                  </a:lnTo>
                  <a:lnTo>
                    <a:pt x="1412" y="88362"/>
                  </a:lnTo>
                  <a:lnTo>
                    <a:pt x="6229" y="77442"/>
                  </a:lnTo>
                  <a:lnTo>
                    <a:pt x="12858" y="62416"/>
                  </a:lnTo>
                  <a:lnTo>
                    <a:pt x="13161" y="61728"/>
                  </a:lnTo>
                  <a:lnTo>
                    <a:pt x="15383" y="57624"/>
                  </a:lnTo>
                  <a:lnTo>
                    <a:pt x="16397" y="56229"/>
                  </a:lnTo>
                  <a:lnTo>
                    <a:pt x="18740" y="54976"/>
                  </a:lnTo>
                  <a:lnTo>
                    <a:pt x="25627" y="54585"/>
                  </a:lnTo>
                  <a:lnTo>
                    <a:pt x="26134" y="54563"/>
                  </a:lnTo>
                  <a:lnTo>
                    <a:pt x="35553" y="54160"/>
                  </a:lnTo>
                  <a:lnTo>
                    <a:pt x="48949" y="53490"/>
                  </a:lnTo>
                  <a:lnTo>
                    <a:pt x="60893" y="52761"/>
                  </a:lnTo>
                  <a:lnTo>
                    <a:pt x="60851" y="52302"/>
                  </a:lnTo>
                  <a:lnTo>
                    <a:pt x="58945" y="35807"/>
                  </a:lnTo>
                  <a:lnTo>
                    <a:pt x="58819" y="34710"/>
                  </a:lnTo>
                  <a:lnTo>
                    <a:pt x="58020" y="25046"/>
                  </a:lnTo>
                  <a:lnTo>
                    <a:pt x="57360" y="13635"/>
                  </a:lnTo>
                  <a:lnTo>
                    <a:pt x="57448" y="13016"/>
                  </a:lnTo>
                  <a:lnTo>
                    <a:pt x="57558" y="12242"/>
                  </a:lnTo>
                  <a:lnTo>
                    <a:pt x="59305" y="0"/>
                  </a:lnTo>
                  <a:lnTo>
                    <a:pt x="60392" y="149"/>
                  </a:lnTo>
                  <a:lnTo>
                    <a:pt x="62298" y="411"/>
                  </a:lnTo>
                  <a:lnTo>
                    <a:pt x="69615" y="1416"/>
                  </a:lnTo>
                  <a:lnTo>
                    <a:pt x="70499" y="1529"/>
                  </a:lnTo>
                  <a:lnTo>
                    <a:pt x="71715" y="1683"/>
                  </a:lnTo>
                  <a:lnTo>
                    <a:pt x="73504" y="1911"/>
                  </a:lnTo>
                  <a:lnTo>
                    <a:pt x="77531" y="2423"/>
                  </a:lnTo>
                  <a:lnTo>
                    <a:pt x="81921" y="2982"/>
                  </a:lnTo>
                  <a:lnTo>
                    <a:pt x="81927" y="3420"/>
                  </a:lnTo>
                  <a:lnTo>
                    <a:pt x="82006" y="9412"/>
                  </a:lnTo>
                  <a:lnTo>
                    <a:pt x="82303" y="13789"/>
                  </a:lnTo>
                  <a:lnTo>
                    <a:pt x="82385" y="14586"/>
                  </a:lnTo>
                  <a:lnTo>
                    <a:pt x="87321" y="15208"/>
                  </a:lnTo>
                  <a:lnTo>
                    <a:pt x="87528" y="15234"/>
                  </a:lnTo>
                  <a:lnTo>
                    <a:pt x="91999" y="15797"/>
                  </a:lnTo>
                  <a:lnTo>
                    <a:pt x="100764" y="16902"/>
                  </a:lnTo>
                  <a:lnTo>
                    <a:pt x="104641" y="17390"/>
                  </a:lnTo>
                  <a:lnTo>
                    <a:pt x="106067" y="17570"/>
                  </a:lnTo>
                  <a:lnTo>
                    <a:pt x="106387" y="17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163152" y="5064176"/>
              <a:ext cx="202911" cy="112140"/>
            </a:xfrm>
            <a:custGeom>
              <a:avLst/>
              <a:pathLst>
                <a:path w="202911" h="112140">
                  <a:moveTo>
                    <a:pt x="109985" y="6195"/>
                  </a:moveTo>
                  <a:lnTo>
                    <a:pt x="132415" y="8883"/>
                  </a:lnTo>
                  <a:lnTo>
                    <a:pt x="133047" y="8958"/>
                  </a:lnTo>
                  <a:lnTo>
                    <a:pt x="134400" y="9128"/>
                  </a:lnTo>
                  <a:lnTo>
                    <a:pt x="141560" y="10024"/>
                  </a:lnTo>
                  <a:lnTo>
                    <a:pt x="143936" y="10388"/>
                  </a:lnTo>
                  <a:lnTo>
                    <a:pt x="144544" y="10481"/>
                  </a:lnTo>
                  <a:lnTo>
                    <a:pt x="146067" y="10715"/>
                  </a:lnTo>
                  <a:lnTo>
                    <a:pt x="147031" y="10863"/>
                  </a:lnTo>
                  <a:lnTo>
                    <a:pt x="154646" y="11748"/>
                  </a:lnTo>
                  <a:lnTo>
                    <a:pt x="166520" y="13129"/>
                  </a:lnTo>
                  <a:lnTo>
                    <a:pt x="167346" y="13225"/>
                  </a:lnTo>
                  <a:lnTo>
                    <a:pt x="168441" y="13353"/>
                  </a:lnTo>
                  <a:lnTo>
                    <a:pt x="176609" y="14302"/>
                  </a:lnTo>
                  <a:lnTo>
                    <a:pt x="188608" y="15698"/>
                  </a:lnTo>
                  <a:lnTo>
                    <a:pt x="200222" y="17049"/>
                  </a:lnTo>
                  <a:lnTo>
                    <a:pt x="201321" y="17176"/>
                  </a:lnTo>
                  <a:lnTo>
                    <a:pt x="199576" y="29419"/>
                  </a:lnTo>
                  <a:lnTo>
                    <a:pt x="199466" y="30193"/>
                  </a:lnTo>
                  <a:lnTo>
                    <a:pt x="199378" y="30812"/>
                  </a:lnTo>
                  <a:lnTo>
                    <a:pt x="200038" y="42223"/>
                  </a:lnTo>
                  <a:lnTo>
                    <a:pt x="200837" y="51887"/>
                  </a:lnTo>
                  <a:lnTo>
                    <a:pt x="200963" y="52984"/>
                  </a:lnTo>
                  <a:lnTo>
                    <a:pt x="202869" y="69479"/>
                  </a:lnTo>
                  <a:lnTo>
                    <a:pt x="202911" y="69938"/>
                  </a:lnTo>
                  <a:lnTo>
                    <a:pt x="190924" y="70669"/>
                  </a:lnTo>
                  <a:lnTo>
                    <a:pt x="177448" y="71343"/>
                  </a:lnTo>
                  <a:lnTo>
                    <a:pt x="168152" y="71740"/>
                  </a:lnTo>
                  <a:lnTo>
                    <a:pt x="167645" y="71762"/>
                  </a:lnTo>
                  <a:lnTo>
                    <a:pt x="160759" y="72153"/>
                  </a:lnTo>
                  <a:lnTo>
                    <a:pt x="158415" y="73406"/>
                  </a:lnTo>
                  <a:lnTo>
                    <a:pt x="157401" y="74801"/>
                  </a:lnTo>
                  <a:lnTo>
                    <a:pt x="155179" y="78905"/>
                  </a:lnTo>
                  <a:lnTo>
                    <a:pt x="154876" y="79593"/>
                  </a:lnTo>
                  <a:lnTo>
                    <a:pt x="148247" y="94619"/>
                  </a:lnTo>
                  <a:lnTo>
                    <a:pt x="143430" y="105539"/>
                  </a:lnTo>
                  <a:lnTo>
                    <a:pt x="142134" y="111597"/>
                  </a:lnTo>
                  <a:lnTo>
                    <a:pt x="142018" y="112140"/>
                  </a:lnTo>
                  <a:lnTo>
                    <a:pt x="135008" y="111279"/>
                  </a:lnTo>
                  <a:lnTo>
                    <a:pt x="132407" y="110960"/>
                  </a:lnTo>
                  <a:lnTo>
                    <a:pt x="122993" y="109804"/>
                  </a:lnTo>
                  <a:lnTo>
                    <a:pt x="114629" y="108777"/>
                  </a:lnTo>
                  <a:lnTo>
                    <a:pt x="105612" y="107669"/>
                  </a:lnTo>
                  <a:lnTo>
                    <a:pt x="96206" y="106393"/>
                  </a:lnTo>
                  <a:lnTo>
                    <a:pt x="96073" y="106374"/>
                  </a:lnTo>
                  <a:lnTo>
                    <a:pt x="85408" y="104832"/>
                  </a:lnTo>
                  <a:lnTo>
                    <a:pt x="84802" y="104745"/>
                  </a:lnTo>
                  <a:lnTo>
                    <a:pt x="85432" y="99276"/>
                  </a:lnTo>
                  <a:lnTo>
                    <a:pt x="87827" y="78496"/>
                  </a:lnTo>
                  <a:lnTo>
                    <a:pt x="87861" y="78200"/>
                  </a:lnTo>
                  <a:lnTo>
                    <a:pt x="87428" y="78180"/>
                  </a:lnTo>
                  <a:lnTo>
                    <a:pt x="83953" y="78018"/>
                  </a:lnTo>
                  <a:lnTo>
                    <a:pt x="80278" y="78042"/>
                  </a:lnTo>
                  <a:lnTo>
                    <a:pt x="78056" y="78057"/>
                  </a:lnTo>
                  <a:lnTo>
                    <a:pt x="77680" y="78125"/>
                  </a:lnTo>
                  <a:lnTo>
                    <a:pt x="77500" y="78157"/>
                  </a:lnTo>
                  <a:lnTo>
                    <a:pt x="76952" y="78256"/>
                  </a:lnTo>
                  <a:lnTo>
                    <a:pt x="75061" y="77701"/>
                  </a:lnTo>
                  <a:lnTo>
                    <a:pt x="74000" y="77324"/>
                  </a:lnTo>
                  <a:lnTo>
                    <a:pt x="72857" y="76772"/>
                  </a:lnTo>
                  <a:lnTo>
                    <a:pt x="73076" y="78705"/>
                  </a:lnTo>
                  <a:lnTo>
                    <a:pt x="72672" y="78693"/>
                  </a:lnTo>
                  <a:lnTo>
                    <a:pt x="67345" y="78542"/>
                  </a:lnTo>
                  <a:lnTo>
                    <a:pt x="67063" y="78534"/>
                  </a:lnTo>
                  <a:lnTo>
                    <a:pt x="67024" y="77919"/>
                  </a:lnTo>
                  <a:lnTo>
                    <a:pt x="66926" y="76387"/>
                  </a:lnTo>
                  <a:lnTo>
                    <a:pt x="66778" y="76418"/>
                  </a:lnTo>
                  <a:lnTo>
                    <a:pt x="62597" y="77286"/>
                  </a:lnTo>
                  <a:lnTo>
                    <a:pt x="62157" y="77377"/>
                  </a:lnTo>
                  <a:lnTo>
                    <a:pt x="57763" y="76106"/>
                  </a:lnTo>
                  <a:lnTo>
                    <a:pt x="57412" y="76081"/>
                  </a:lnTo>
                  <a:lnTo>
                    <a:pt x="55286" y="75930"/>
                  </a:lnTo>
                  <a:lnTo>
                    <a:pt x="54715" y="75890"/>
                  </a:lnTo>
                  <a:lnTo>
                    <a:pt x="41409" y="72382"/>
                  </a:lnTo>
                  <a:lnTo>
                    <a:pt x="34379" y="72479"/>
                  </a:lnTo>
                  <a:lnTo>
                    <a:pt x="18871" y="65462"/>
                  </a:lnTo>
                  <a:lnTo>
                    <a:pt x="3877" y="59180"/>
                  </a:lnTo>
                  <a:lnTo>
                    <a:pt x="2141" y="58669"/>
                  </a:lnTo>
                  <a:lnTo>
                    <a:pt x="0" y="58083"/>
                  </a:lnTo>
                  <a:lnTo>
                    <a:pt x="2810" y="50854"/>
                  </a:lnTo>
                  <a:lnTo>
                    <a:pt x="7099" y="44309"/>
                  </a:lnTo>
                  <a:lnTo>
                    <a:pt x="8988" y="39298"/>
                  </a:lnTo>
                  <a:lnTo>
                    <a:pt x="23331" y="44832"/>
                  </a:lnTo>
                  <a:lnTo>
                    <a:pt x="25421" y="40900"/>
                  </a:lnTo>
                  <a:lnTo>
                    <a:pt x="17025" y="27986"/>
                  </a:lnTo>
                  <a:lnTo>
                    <a:pt x="21157" y="17355"/>
                  </a:lnTo>
                  <a:lnTo>
                    <a:pt x="31178" y="15024"/>
                  </a:lnTo>
                  <a:lnTo>
                    <a:pt x="36946" y="7608"/>
                  </a:lnTo>
                  <a:lnTo>
                    <a:pt x="37547" y="6835"/>
                  </a:lnTo>
                  <a:lnTo>
                    <a:pt x="37687" y="6655"/>
                  </a:lnTo>
                  <a:lnTo>
                    <a:pt x="40043" y="4118"/>
                  </a:lnTo>
                  <a:lnTo>
                    <a:pt x="42356" y="4254"/>
                  </a:lnTo>
                  <a:lnTo>
                    <a:pt x="42494" y="5588"/>
                  </a:lnTo>
                  <a:lnTo>
                    <a:pt x="42614" y="6755"/>
                  </a:lnTo>
                  <a:lnTo>
                    <a:pt x="42721" y="8308"/>
                  </a:lnTo>
                  <a:lnTo>
                    <a:pt x="43827" y="7153"/>
                  </a:lnTo>
                  <a:lnTo>
                    <a:pt x="45742" y="6291"/>
                  </a:lnTo>
                  <a:lnTo>
                    <a:pt x="46039" y="5996"/>
                  </a:lnTo>
                  <a:lnTo>
                    <a:pt x="46927" y="5111"/>
                  </a:lnTo>
                  <a:lnTo>
                    <a:pt x="51235" y="5899"/>
                  </a:lnTo>
                  <a:lnTo>
                    <a:pt x="58311" y="8312"/>
                  </a:lnTo>
                  <a:lnTo>
                    <a:pt x="58374" y="8093"/>
                  </a:lnTo>
                  <a:lnTo>
                    <a:pt x="60215" y="1651"/>
                  </a:lnTo>
                  <a:lnTo>
                    <a:pt x="60687" y="0"/>
                  </a:lnTo>
                  <a:lnTo>
                    <a:pt x="61301" y="77"/>
                  </a:lnTo>
                  <a:lnTo>
                    <a:pt x="76316" y="1981"/>
                  </a:lnTo>
                  <a:lnTo>
                    <a:pt x="76514" y="2006"/>
                  </a:lnTo>
                  <a:lnTo>
                    <a:pt x="86053" y="3182"/>
                  </a:lnTo>
                  <a:lnTo>
                    <a:pt x="94745" y="4253"/>
                  </a:lnTo>
                  <a:lnTo>
                    <a:pt x="97108" y="4545"/>
                  </a:lnTo>
                  <a:lnTo>
                    <a:pt x="99777" y="4887"/>
                  </a:lnTo>
                  <a:lnTo>
                    <a:pt x="109245" y="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266665" y="4964642"/>
              <a:ext cx="183597" cy="146632"/>
            </a:xfrm>
            <a:custGeom>
              <a:avLst/>
              <a:pathLst>
                <a:path w="183597" h="146632">
                  <a:moveTo>
                    <a:pt x="71690" y="35084"/>
                  </a:moveTo>
                  <a:lnTo>
                    <a:pt x="72016" y="40021"/>
                  </a:lnTo>
                  <a:lnTo>
                    <a:pt x="72380" y="39229"/>
                  </a:lnTo>
                  <a:lnTo>
                    <a:pt x="73627" y="37784"/>
                  </a:lnTo>
                  <a:lnTo>
                    <a:pt x="75587" y="36619"/>
                  </a:lnTo>
                  <a:lnTo>
                    <a:pt x="77441" y="36138"/>
                  </a:lnTo>
                  <a:lnTo>
                    <a:pt x="79615" y="35982"/>
                  </a:lnTo>
                  <a:lnTo>
                    <a:pt x="80883" y="36147"/>
                  </a:lnTo>
                  <a:lnTo>
                    <a:pt x="90542" y="37614"/>
                  </a:lnTo>
                  <a:lnTo>
                    <a:pt x="90718" y="37640"/>
                  </a:lnTo>
                  <a:lnTo>
                    <a:pt x="96886" y="38577"/>
                  </a:lnTo>
                  <a:lnTo>
                    <a:pt x="102908" y="38609"/>
                  </a:lnTo>
                  <a:lnTo>
                    <a:pt x="106827" y="37851"/>
                  </a:lnTo>
                  <a:lnTo>
                    <a:pt x="107968" y="37354"/>
                  </a:lnTo>
                  <a:lnTo>
                    <a:pt x="110057" y="36443"/>
                  </a:lnTo>
                  <a:lnTo>
                    <a:pt x="113809" y="34453"/>
                  </a:lnTo>
                  <a:lnTo>
                    <a:pt x="119366" y="31006"/>
                  </a:lnTo>
                  <a:lnTo>
                    <a:pt x="119626" y="30831"/>
                  </a:lnTo>
                  <a:lnTo>
                    <a:pt x="122575" y="28845"/>
                  </a:lnTo>
                  <a:lnTo>
                    <a:pt x="122723" y="29078"/>
                  </a:lnTo>
                  <a:lnTo>
                    <a:pt x="129072" y="24939"/>
                  </a:lnTo>
                  <a:lnTo>
                    <a:pt x="129882" y="24412"/>
                  </a:lnTo>
                  <a:lnTo>
                    <a:pt x="133103" y="22311"/>
                  </a:lnTo>
                  <a:lnTo>
                    <a:pt x="133742" y="23321"/>
                  </a:lnTo>
                  <a:lnTo>
                    <a:pt x="138886" y="31446"/>
                  </a:lnTo>
                  <a:lnTo>
                    <a:pt x="146807" y="43958"/>
                  </a:lnTo>
                  <a:lnTo>
                    <a:pt x="151942" y="52070"/>
                  </a:lnTo>
                  <a:lnTo>
                    <a:pt x="156313" y="58975"/>
                  </a:lnTo>
                  <a:lnTo>
                    <a:pt x="157127" y="60261"/>
                  </a:lnTo>
                  <a:lnTo>
                    <a:pt x="157661" y="61105"/>
                  </a:lnTo>
                  <a:lnTo>
                    <a:pt x="157888" y="61463"/>
                  </a:lnTo>
                  <a:lnTo>
                    <a:pt x="168428" y="78112"/>
                  </a:lnTo>
                  <a:lnTo>
                    <a:pt x="169078" y="79221"/>
                  </a:lnTo>
                  <a:lnTo>
                    <a:pt x="169445" y="79846"/>
                  </a:lnTo>
                  <a:lnTo>
                    <a:pt x="174370" y="88236"/>
                  </a:lnTo>
                  <a:lnTo>
                    <a:pt x="175552" y="90249"/>
                  </a:lnTo>
                  <a:lnTo>
                    <a:pt x="179256" y="100055"/>
                  </a:lnTo>
                  <a:lnTo>
                    <a:pt x="179513" y="101298"/>
                  </a:lnTo>
                  <a:lnTo>
                    <a:pt x="180130" y="104287"/>
                  </a:lnTo>
                  <a:lnTo>
                    <a:pt x="181061" y="108794"/>
                  </a:lnTo>
                  <a:lnTo>
                    <a:pt x="181274" y="111895"/>
                  </a:lnTo>
                  <a:lnTo>
                    <a:pt x="181962" y="121922"/>
                  </a:lnTo>
                  <a:lnTo>
                    <a:pt x="182025" y="122850"/>
                  </a:lnTo>
                  <a:lnTo>
                    <a:pt x="182605" y="131413"/>
                  </a:lnTo>
                  <a:lnTo>
                    <a:pt x="182884" y="135526"/>
                  </a:lnTo>
                  <a:lnTo>
                    <a:pt x="182947" y="136462"/>
                  </a:lnTo>
                  <a:lnTo>
                    <a:pt x="183207" y="140290"/>
                  </a:lnTo>
                  <a:lnTo>
                    <a:pt x="183534" y="145117"/>
                  </a:lnTo>
                  <a:lnTo>
                    <a:pt x="183597" y="146089"/>
                  </a:lnTo>
                  <a:lnTo>
                    <a:pt x="180238" y="146225"/>
                  </a:lnTo>
                  <a:lnTo>
                    <a:pt x="179542" y="146253"/>
                  </a:lnTo>
                  <a:lnTo>
                    <a:pt x="174204" y="146469"/>
                  </a:lnTo>
                  <a:lnTo>
                    <a:pt x="173922" y="146480"/>
                  </a:lnTo>
                  <a:lnTo>
                    <a:pt x="169371" y="146613"/>
                  </a:lnTo>
                  <a:lnTo>
                    <a:pt x="168719" y="146632"/>
                  </a:lnTo>
                  <a:lnTo>
                    <a:pt x="168685" y="146288"/>
                  </a:lnTo>
                  <a:lnTo>
                    <a:pt x="168441" y="142072"/>
                  </a:lnTo>
                  <a:lnTo>
                    <a:pt x="168205" y="137988"/>
                  </a:lnTo>
                  <a:lnTo>
                    <a:pt x="168163" y="137271"/>
                  </a:lnTo>
                  <a:lnTo>
                    <a:pt x="168154" y="137103"/>
                  </a:lnTo>
                  <a:lnTo>
                    <a:pt x="168051" y="135585"/>
                  </a:lnTo>
                  <a:lnTo>
                    <a:pt x="163621" y="135633"/>
                  </a:lnTo>
                  <a:lnTo>
                    <a:pt x="158393" y="135689"/>
                  </a:lnTo>
                  <a:lnTo>
                    <a:pt x="147279" y="134557"/>
                  </a:lnTo>
                  <a:lnTo>
                    <a:pt x="144892" y="134314"/>
                  </a:lnTo>
                  <a:lnTo>
                    <a:pt x="144572" y="134281"/>
                  </a:lnTo>
                  <a:lnTo>
                    <a:pt x="143145" y="134101"/>
                  </a:lnTo>
                  <a:lnTo>
                    <a:pt x="139269" y="133613"/>
                  </a:lnTo>
                  <a:lnTo>
                    <a:pt x="130504" y="132508"/>
                  </a:lnTo>
                  <a:lnTo>
                    <a:pt x="126033" y="131945"/>
                  </a:lnTo>
                  <a:lnTo>
                    <a:pt x="125826" y="131919"/>
                  </a:lnTo>
                  <a:lnTo>
                    <a:pt x="120889" y="131297"/>
                  </a:lnTo>
                  <a:lnTo>
                    <a:pt x="120808" y="130500"/>
                  </a:lnTo>
                  <a:lnTo>
                    <a:pt x="120511" y="126123"/>
                  </a:lnTo>
                  <a:lnTo>
                    <a:pt x="120432" y="120131"/>
                  </a:lnTo>
                  <a:lnTo>
                    <a:pt x="120426" y="119693"/>
                  </a:lnTo>
                  <a:lnTo>
                    <a:pt x="116035" y="119134"/>
                  </a:lnTo>
                  <a:lnTo>
                    <a:pt x="112009" y="118622"/>
                  </a:lnTo>
                  <a:lnTo>
                    <a:pt x="110206" y="118393"/>
                  </a:lnTo>
                  <a:lnTo>
                    <a:pt x="109003" y="118240"/>
                  </a:lnTo>
                  <a:lnTo>
                    <a:pt x="108120" y="118127"/>
                  </a:lnTo>
                  <a:lnTo>
                    <a:pt x="100803" y="117122"/>
                  </a:lnTo>
                  <a:lnTo>
                    <a:pt x="98897" y="116860"/>
                  </a:lnTo>
                  <a:lnTo>
                    <a:pt x="97807" y="116710"/>
                  </a:lnTo>
                  <a:lnTo>
                    <a:pt x="96709" y="116583"/>
                  </a:lnTo>
                  <a:lnTo>
                    <a:pt x="85095" y="115232"/>
                  </a:lnTo>
                  <a:lnTo>
                    <a:pt x="73096" y="113837"/>
                  </a:lnTo>
                  <a:lnTo>
                    <a:pt x="64928" y="112887"/>
                  </a:lnTo>
                  <a:lnTo>
                    <a:pt x="63807" y="112756"/>
                  </a:lnTo>
                  <a:lnTo>
                    <a:pt x="63007" y="112663"/>
                  </a:lnTo>
                  <a:lnTo>
                    <a:pt x="51133" y="111282"/>
                  </a:lnTo>
                  <a:lnTo>
                    <a:pt x="43518" y="110397"/>
                  </a:lnTo>
                  <a:lnTo>
                    <a:pt x="43591" y="109868"/>
                  </a:lnTo>
                  <a:lnTo>
                    <a:pt x="45038" y="99420"/>
                  </a:lnTo>
                  <a:lnTo>
                    <a:pt x="45247" y="98929"/>
                  </a:lnTo>
                  <a:lnTo>
                    <a:pt x="49080" y="89921"/>
                  </a:lnTo>
                  <a:lnTo>
                    <a:pt x="50542" y="86486"/>
                  </a:lnTo>
                  <a:lnTo>
                    <a:pt x="51906" y="83281"/>
                  </a:lnTo>
                  <a:lnTo>
                    <a:pt x="52113" y="82794"/>
                  </a:lnTo>
                  <a:lnTo>
                    <a:pt x="52212" y="82564"/>
                  </a:lnTo>
                  <a:lnTo>
                    <a:pt x="54412" y="77946"/>
                  </a:lnTo>
                  <a:lnTo>
                    <a:pt x="55830" y="74971"/>
                  </a:lnTo>
                  <a:lnTo>
                    <a:pt x="56431" y="73710"/>
                  </a:lnTo>
                  <a:lnTo>
                    <a:pt x="56895" y="72737"/>
                  </a:lnTo>
                  <a:lnTo>
                    <a:pt x="59833" y="66572"/>
                  </a:lnTo>
                  <a:lnTo>
                    <a:pt x="51030" y="62607"/>
                  </a:lnTo>
                  <a:lnTo>
                    <a:pt x="47842" y="60821"/>
                  </a:lnTo>
                  <a:lnTo>
                    <a:pt x="44233" y="59695"/>
                  </a:lnTo>
                  <a:lnTo>
                    <a:pt x="31357" y="58381"/>
                  </a:lnTo>
                  <a:lnTo>
                    <a:pt x="31229" y="58368"/>
                  </a:lnTo>
                  <a:lnTo>
                    <a:pt x="30283" y="58271"/>
                  </a:lnTo>
                  <a:lnTo>
                    <a:pt x="12491" y="56082"/>
                  </a:lnTo>
                  <a:lnTo>
                    <a:pt x="1003" y="54668"/>
                  </a:lnTo>
                  <a:lnTo>
                    <a:pt x="0" y="54545"/>
                  </a:lnTo>
                  <a:lnTo>
                    <a:pt x="82" y="53853"/>
                  </a:lnTo>
                  <a:lnTo>
                    <a:pt x="1143" y="45329"/>
                  </a:lnTo>
                  <a:lnTo>
                    <a:pt x="1542" y="42123"/>
                  </a:lnTo>
                  <a:lnTo>
                    <a:pt x="1623" y="41466"/>
                  </a:lnTo>
                  <a:lnTo>
                    <a:pt x="1762" y="40350"/>
                  </a:lnTo>
                  <a:lnTo>
                    <a:pt x="1996" y="38471"/>
                  </a:lnTo>
                  <a:lnTo>
                    <a:pt x="3917" y="34538"/>
                  </a:lnTo>
                  <a:lnTo>
                    <a:pt x="6173" y="29918"/>
                  </a:lnTo>
                  <a:lnTo>
                    <a:pt x="6842" y="29099"/>
                  </a:lnTo>
                  <a:lnTo>
                    <a:pt x="10013" y="24831"/>
                  </a:lnTo>
                  <a:lnTo>
                    <a:pt x="12263" y="22128"/>
                  </a:lnTo>
                  <a:lnTo>
                    <a:pt x="15312" y="20028"/>
                  </a:lnTo>
                  <a:lnTo>
                    <a:pt x="21419" y="16229"/>
                  </a:lnTo>
                  <a:lnTo>
                    <a:pt x="21890" y="16014"/>
                  </a:lnTo>
                  <a:lnTo>
                    <a:pt x="47943" y="4122"/>
                  </a:lnTo>
                  <a:lnTo>
                    <a:pt x="56975" y="0"/>
                  </a:lnTo>
                  <a:lnTo>
                    <a:pt x="61182" y="9251"/>
                  </a:lnTo>
                  <a:lnTo>
                    <a:pt x="69886" y="28394"/>
                  </a:lnTo>
                  <a:lnTo>
                    <a:pt x="70740" y="31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043552" y="4904269"/>
              <a:ext cx="146553" cy="109907"/>
            </a:xfrm>
            <a:custGeom>
              <a:avLst/>
              <a:pathLst>
                <a:path w="146553" h="109907">
                  <a:moveTo>
                    <a:pt x="146353" y="15625"/>
                  </a:moveTo>
                  <a:lnTo>
                    <a:pt x="138512" y="27206"/>
                  </a:lnTo>
                  <a:lnTo>
                    <a:pt x="138280" y="27721"/>
                  </a:lnTo>
                  <a:lnTo>
                    <a:pt x="137883" y="28599"/>
                  </a:lnTo>
                  <a:lnTo>
                    <a:pt x="136634" y="31365"/>
                  </a:lnTo>
                  <a:lnTo>
                    <a:pt x="135811" y="35451"/>
                  </a:lnTo>
                  <a:lnTo>
                    <a:pt x="134386" y="37296"/>
                  </a:lnTo>
                  <a:lnTo>
                    <a:pt x="131855" y="39952"/>
                  </a:lnTo>
                  <a:lnTo>
                    <a:pt x="129507" y="42609"/>
                  </a:lnTo>
                  <a:lnTo>
                    <a:pt x="127204" y="46369"/>
                  </a:lnTo>
                  <a:lnTo>
                    <a:pt x="125176" y="50811"/>
                  </a:lnTo>
                  <a:lnTo>
                    <a:pt x="123011" y="54304"/>
                  </a:lnTo>
                  <a:lnTo>
                    <a:pt x="122585" y="54583"/>
                  </a:lnTo>
                  <a:lnTo>
                    <a:pt x="122246" y="54805"/>
                  </a:lnTo>
                  <a:lnTo>
                    <a:pt x="120114" y="56198"/>
                  </a:lnTo>
                  <a:lnTo>
                    <a:pt x="114415" y="59547"/>
                  </a:lnTo>
                  <a:lnTo>
                    <a:pt x="112439" y="61607"/>
                  </a:lnTo>
                  <a:lnTo>
                    <a:pt x="112192" y="61864"/>
                  </a:lnTo>
                  <a:lnTo>
                    <a:pt x="112040" y="62023"/>
                  </a:lnTo>
                  <a:lnTo>
                    <a:pt x="109942" y="65037"/>
                  </a:lnTo>
                  <a:lnTo>
                    <a:pt x="109373" y="66177"/>
                  </a:lnTo>
                  <a:lnTo>
                    <a:pt x="108241" y="68444"/>
                  </a:lnTo>
                  <a:lnTo>
                    <a:pt x="107819" y="69289"/>
                  </a:lnTo>
                  <a:lnTo>
                    <a:pt x="107696" y="69503"/>
                  </a:lnTo>
                  <a:lnTo>
                    <a:pt x="105843" y="72726"/>
                  </a:lnTo>
                  <a:lnTo>
                    <a:pt x="104748" y="77708"/>
                  </a:lnTo>
                  <a:lnTo>
                    <a:pt x="103540" y="78293"/>
                  </a:lnTo>
                  <a:lnTo>
                    <a:pt x="101658" y="79209"/>
                  </a:lnTo>
                  <a:lnTo>
                    <a:pt x="100845" y="79869"/>
                  </a:lnTo>
                  <a:lnTo>
                    <a:pt x="100427" y="80394"/>
                  </a:lnTo>
                  <a:lnTo>
                    <a:pt x="100199" y="81003"/>
                  </a:lnTo>
                  <a:lnTo>
                    <a:pt x="100564" y="82378"/>
                  </a:lnTo>
                  <a:lnTo>
                    <a:pt x="101990" y="86502"/>
                  </a:lnTo>
                  <a:lnTo>
                    <a:pt x="102870" y="88350"/>
                  </a:lnTo>
                  <a:lnTo>
                    <a:pt x="96546" y="93063"/>
                  </a:lnTo>
                  <a:lnTo>
                    <a:pt x="90892" y="96962"/>
                  </a:lnTo>
                  <a:lnTo>
                    <a:pt x="85495" y="100573"/>
                  </a:lnTo>
                  <a:lnTo>
                    <a:pt x="83900" y="98553"/>
                  </a:lnTo>
                  <a:lnTo>
                    <a:pt x="82710" y="99289"/>
                  </a:lnTo>
                  <a:lnTo>
                    <a:pt x="78771" y="102155"/>
                  </a:lnTo>
                  <a:lnTo>
                    <a:pt x="77550" y="103494"/>
                  </a:lnTo>
                  <a:lnTo>
                    <a:pt x="74083" y="99453"/>
                  </a:lnTo>
                  <a:lnTo>
                    <a:pt x="69172" y="99580"/>
                  </a:lnTo>
                  <a:lnTo>
                    <a:pt x="67709" y="99580"/>
                  </a:lnTo>
                  <a:lnTo>
                    <a:pt x="66360" y="99657"/>
                  </a:lnTo>
                  <a:lnTo>
                    <a:pt x="65449" y="99717"/>
                  </a:lnTo>
                  <a:lnTo>
                    <a:pt x="64240" y="99795"/>
                  </a:lnTo>
                  <a:lnTo>
                    <a:pt x="62325" y="99906"/>
                  </a:lnTo>
                  <a:lnTo>
                    <a:pt x="59549" y="100210"/>
                  </a:lnTo>
                  <a:lnTo>
                    <a:pt x="59188" y="100250"/>
                  </a:lnTo>
                  <a:lnTo>
                    <a:pt x="57722" y="100108"/>
                  </a:lnTo>
                  <a:lnTo>
                    <a:pt x="57773" y="96937"/>
                  </a:lnTo>
                  <a:lnTo>
                    <a:pt x="57822" y="96611"/>
                  </a:lnTo>
                  <a:lnTo>
                    <a:pt x="51667" y="95912"/>
                  </a:lnTo>
                  <a:lnTo>
                    <a:pt x="49250" y="92953"/>
                  </a:lnTo>
                  <a:lnTo>
                    <a:pt x="47994" y="94005"/>
                  </a:lnTo>
                  <a:lnTo>
                    <a:pt x="47221" y="96566"/>
                  </a:lnTo>
                  <a:lnTo>
                    <a:pt x="46125" y="100439"/>
                  </a:lnTo>
                  <a:lnTo>
                    <a:pt x="44013" y="99928"/>
                  </a:lnTo>
                  <a:lnTo>
                    <a:pt x="31784" y="107150"/>
                  </a:lnTo>
                  <a:lnTo>
                    <a:pt x="15407" y="109907"/>
                  </a:lnTo>
                  <a:lnTo>
                    <a:pt x="14005" y="108502"/>
                  </a:lnTo>
                  <a:lnTo>
                    <a:pt x="13622" y="101790"/>
                  </a:lnTo>
                  <a:lnTo>
                    <a:pt x="17567" y="98861"/>
                  </a:lnTo>
                  <a:lnTo>
                    <a:pt x="29926" y="92395"/>
                  </a:lnTo>
                  <a:lnTo>
                    <a:pt x="21958" y="82449"/>
                  </a:lnTo>
                  <a:lnTo>
                    <a:pt x="20377" y="78068"/>
                  </a:lnTo>
                  <a:lnTo>
                    <a:pt x="25818" y="76577"/>
                  </a:lnTo>
                  <a:lnTo>
                    <a:pt x="30955" y="76266"/>
                  </a:lnTo>
                  <a:lnTo>
                    <a:pt x="33862" y="77000"/>
                  </a:lnTo>
                  <a:lnTo>
                    <a:pt x="38112" y="70516"/>
                  </a:lnTo>
                  <a:lnTo>
                    <a:pt x="40057" y="71013"/>
                  </a:lnTo>
                  <a:lnTo>
                    <a:pt x="41486" y="66414"/>
                  </a:lnTo>
                  <a:lnTo>
                    <a:pt x="37260" y="65296"/>
                  </a:lnTo>
                  <a:lnTo>
                    <a:pt x="40048" y="58355"/>
                  </a:lnTo>
                  <a:lnTo>
                    <a:pt x="40097" y="54977"/>
                  </a:lnTo>
                  <a:lnTo>
                    <a:pt x="16182" y="54394"/>
                  </a:lnTo>
                  <a:lnTo>
                    <a:pt x="16684" y="62923"/>
                  </a:lnTo>
                  <a:lnTo>
                    <a:pt x="8978" y="65882"/>
                  </a:lnTo>
                  <a:lnTo>
                    <a:pt x="64" y="65929"/>
                  </a:lnTo>
                  <a:lnTo>
                    <a:pt x="0" y="61650"/>
                  </a:lnTo>
                  <a:lnTo>
                    <a:pt x="2329" y="55419"/>
                  </a:lnTo>
                  <a:lnTo>
                    <a:pt x="3116" y="51015"/>
                  </a:lnTo>
                  <a:lnTo>
                    <a:pt x="4593" y="47164"/>
                  </a:lnTo>
                  <a:lnTo>
                    <a:pt x="6578" y="46130"/>
                  </a:lnTo>
                  <a:lnTo>
                    <a:pt x="11545" y="47522"/>
                  </a:lnTo>
                  <a:lnTo>
                    <a:pt x="12950" y="41746"/>
                  </a:lnTo>
                  <a:lnTo>
                    <a:pt x="13472" y="39804"/>
                  </a:lnTo>
                  <a:lnTo>
                    <a:pt x="14897" y="37182"/>
                  </a:lnTo>
                  <a:lnTo>
                    <a:pt x="14810" y="34632"/>
                  </a:lnTo>
                  <a:lnTo>
                    <a:pt x="14919" y="33155"/>
                  </a:lnTo>
                  <a:lnTo>
                    <a:pt x="31168" y="30944"/>
                  </a:lnTo>
                  <a:lnTo>
                    <a:pt x="37552" y="26749"/>
                  </a:lnTo>
                  <a:lnTo>
                    <a:pt x="35332" y="21897"/>
                  </a:lnTo>
                  <a:lnTo>
                    <a:pt x="47070" y="19700"/>
                  </a:lnTo>
                  <a:lnTo>
                    <a:pt x="48438" y="16263"/>
                  </a:lnTo>
                  <a:lnTo>
                    <a:pt x="46523" y="15153"/>
                  </a:lnTo>
                  <a:lnTo>
                    <a:pt x="51501" y="13052"/>
                  </a:lnTo>
                  <a:lnTo>
                    <a:pt x="57716" y="10882"/>
                  </a:lnTo>
                  <a:lnTo>
                    <a:pt x="59669" y="10315"/>
                  </a:lnTo>
                  <a:lnTo>
                    <a:pt x="52559" y="6166"/>
                  </a:lnTo>
                  <a:lnTo>
                    <a:pt x="52706" y="6032"/>
                  </a:lnTo>
                  <a:lnTo>
                    <a:pt x="59027" y="0"/>
                  </a:lnTo>
                  <a:lnTo>
                    <a:pt x="59196" y="140"/>
                  </a:lnTo>
                  <a:lnTo>
                    <a:pt x="68106" y="7582"/>
                  </a:lnTo>
                  <a:lnTo>
                    <a:pt x="68643" y="8043"/>
                  </a:lnTo>
                  <a:lnTo>
                    <a:pt x="68993" y="9379"/>
                  </a:lnTo>
                  <a:lnTo>
                    <a:pt x="69831" y="12583"/>
                  </a:lnTo>
                  <a:lnTo>
                    <a:pt x="70268" y="14254"/>
                  </a:lnTo>
                  <a:lnTo>
                    <a:pt x="71509" y="18997"/>
                  </a:lnTo>
                  <a:lnTo>
                    <a:pt x="71848" y="20292"/>
                  </a:lnTo>
                  <a:lnTo>
                    <a:pt x="72539" y="22933"/>
                  </a:lnTo>
                  <a:lnTo>
                    <a:pt x="73229" y="25569"/>
                  </a:lnTo>
                  <a:lnTo>
                    <a:pt x="73338" y="25988"/>
                  </a:lnTo>
                  <a:lnTo>
                    <a:pt x="73420" y="26301"/>
                  </a:lnTo>
                  <a:lnTo>
                    <a:pt x="81712" y="24104"/>
                  </a:lnTo>
                  <a:lnTo>
                    <a:pt x="82052" y="24014"/>
                  </a:lnTo>
                  <a:lnTo>
                    <a:pt x="83419" y="23652"/>
                  </a:lnTo>
                  <a:lnTo>
                    <a:pt x="83644" y="23593"/>
                  </a:lnTo>
                  <a:lnTo>
                    <a:pt x="84633" y="23133"/>
                  </a:lnTo>
                  <a:lnTo>
                    <a:pt x="85870" y="22557"/>
                  </a:lnTo>
                  <a:lnTo>
                    <a:pt x="91077" y="17328"/>
                  </a:lnTo>
                  <a:lnTo>
                    <a:pt x="91332" y="17072"/>
                  </a:lnTo>
                  <a:lnTo>
                    <a:pt x="91506" y="17218"/>
                  </a:lnTo>
                  <a:lnTo>
                    <a:pt x="102233" y="25777"/>
                  </a:lnTo>
                  <a:lnTo>
                    <a:pt x="109381" y="31478"/>
                  </a:lnTo>
                  <a:lnTo>
                    <a:pt x="109495" y="31329"/>
                  </a:lnTo>
                  <a:lnTo>
                    <a:pt x="115159" y="24275"/>
                  </a:lnTo>
                  <a:lnTo>
                    <a:pt x="115342" y="24047"/>
                  </a:lnTo>
                  <a:lnTo>
                    <a:pt x="122853" y="14699"/>
                  </a:lnTo>
                  <a:lnTo>
                    <a:pt x="126203" y="10530"/>
                  </a:lnTo>
                  <a:lnTo>
                    <a:pt x="126623" y="10009"/>
                  </a:lnTo>
                  <a:lnTo>
                    <a:pt x="133503" y="1445"/>
                  </a:lnTo>
                  <a:lnTo>
                    <a:pt x="140561" y="6898"/>
                  </a:lnTo>
                  <a:lnTo>
                    <a:pt x="144174" y="9689"/>
                  </a:lnTo>
                  <a:lnTo>
                    <a:pt x="144714" y="10172"/>
                  </a:lnTo>
                  <a:lnTo>
                    <a:pt x="145314" y="10708"/>
                  </a:lnTo>
                  <a:lnTo>
                    <a:pt x="145433" y="10861"/>
                  </a:lnTo>
                  <a:lnTo>
                    <a:pt x="145757" y="11272"/>
                  </a:lnTo>
                  <a:lnTo>
                    <a:pt x="145945" y="11512"/>
                  </a:lnTo>
                  <a:lnTo>
                    <a:pt x="146114" y="11916"/>
                  </a:lnTo>
                  <a:lnTo>
                    <a:pt x="146520" y="12887"/>
                  </a:lnTo>
                  <a:lnTo>
                    <a:pt x="146553" y="13125"/>
                  </a:lnTo>
                  <a:lnTo>
                    <a:pt x="146535" y="13790"/>
                  </a:lnTo>
                  <a:lnTo>
                    <a:pt x="146512" y="14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48298" y="4898344"/>
              <a:ext cx="178200" cy="176694"/>
            </a:xfrm>
            <a:custGeom>
              <a:avLst/>
              <a:pathLst>
                <a:path w="178200" h="176694">
                  <a:moveTo>
                    <a:pt x="103054" y="17388"/>
                  </a:moveTo>
                  <a:lnTo>
                    <a:pt x="106104" y="26974"/>
                  </a:lnTo>
                  <a:lnTo>
                    <a:pt x="112751" y="47874"/>
                  </a:lnTo>
                  <a:lnTo>
                    <a:pt x="117562" y="63000"/>
                  </a:lnTo>
                  <a:lnTo>
                    <a:pt x="118598" y="66252"/>
                  </a:lnTo>
                  <a:lnTo>
                    <a:pt x="120779" y="65565"/>
                  </a:lnTo>
                  <a:lnTo>
                    <a:pt x="122881" y="70502"/>
                  </a:lnTo>
                  <a:lnTo>
                    <a:pt x="124489" y="73097"/>
                  </a:lnTo>
                  <a:lnTo>
                    <a:pt x="127517" y="75646"/>
                  </a:lnTo>
                  <a:lnTo>
                    <a:pt x="129381" y="76884"/>
                  </a:lnTo>
                  <a:lnTo>
                    <a:pt x="133454" y="78376"/>
                  </a:lnTo>
                  <a:lnTo>
                    <a:pt x="137491" y="78558"/>
                  </a:lnTo>
                  <a:lnTo>
                    <a:pt x="139628" y="78316"/>
                  </a:lnTo>
                  <a:lnTo>
                    <a:pt x="142181" y="77587"/>
                  </a:lnTo>
                  <a:lnTo>
                    <a:pt x="148043" y="75036"/>
                  </a:lnTo>
                  <a:lnTo>
                    <a:pt x="148177" y="74978"/>
                  </a:lnTo>
                  <a:lnTo>
                    <a:pt x="148534" y="74805"/>
                  </a:lnTo>
                  <a:lnTo>
                    <a:pt x="173613" y="62672"/>
                  </a:lnTo>
                  <a:lnTo>
                    <a:pt x="174493" y="64431"/>
                  </a:lnTo>
                  <a:lnTo>
                    <a:pt x="175339" y="66298"/>
                  </a:lnTo>
                  <a:lnTo>
                    <a:pt x="166310" y="70420"/>
                  </a:lnTo>
                  <a:lnTo>
                    <a:pt x="140257" y="82312"/>
                  </a:lnTo>
                  <a:lnTo>
                    <a:pt x="139786" y="82527"/>
                  </a:lnTo>
                  <a:lnTo>
                    <a:pt x="133679" y="86326"/>
                  </a:lnTo>
                  <a:lnTo>
                    <a:pt x="130630" y="88425"/>
                  </a:lnTo>
                  <a:lnTo>
                    <a:pt x="128380" y="91128"/>
                  </a:lnTo>
                  <a:lnTo>
                    <a:pt x="125209" y="95397"/>
                  </a:lnTo>
                  <a:lnTo>
                    <a:pt x="124540" y="96215"/>
                  </a:lnTo>
                  <a:lnTo>
                    <a:pt x="122284" y="100836"/>
                  </a:lnTo>
                  <a:lnTo>
                    <a:pt x="120363" y="104769"/>
                  </a:lnTo>
                  <a:lnTo>
                    <a:pt x="120129" y="106648"/>
                  </a:lnTo>
                  <a:lnTo>
                    <a:pt x="119990" y="107763"/>
                  </a:lnTo>
                  <a:lnTo>
                    <a:pt x="119909" y="108421"/>
                  </a:lnTo>
                  <a:lnTo>
                    <a:pt x="119510" y="111626"/>
                  </a:lnTo>
                  <a:lnTo>
                    <a:pt x="118449" y="120151"/>
                  </a:lnTo>
                  <a:lnTo>
                    <a:pt x="118367" y="120842"/>
                  </a:lnTo>
                  <a:lnTo>
                    <a:pt x="119370" y="120966"/>
                  </a:lnTo>
                  <a:lnTo>
                    <a:pt x="130858" y="122379"/>
                  </a:lnTo>
                  <a:lnTo>
                    <a:pt x="148712" y="124576"/>
                  </a:lnTo>
                  <a:lnTo>
                    <a:pt x="149596" y="124666"/>
                  </a:lnTo>
                  <a:lnTo>
                    <a:pt x="149724" y="124679"/>
                  </a:lnTo>
                  <a:lnTo>
                    <a:pt x="162600" y="125993"/>
                  </a:lnTo>
                  <a:lnTo>
                    <a:pt x="166209" y="127119"/>
                  </a:lnTo>
                  <a:lnTo>
                    <a:pt x="169397" y="128905"/>
                  </a:lnTo>
                  <a:lnTo>
                    <a:pt x="178200" y="132870"/>
                  </a:lnTo>
                  <a:lnTo>
                    <a:pt x="175262" y="139035"/>
                  </a:lnTo>
                  <a:lnTo>
                    <a:pt x="174798" y="140007"/>
                  </a:lnTo>
                  <a:lnTo>
                    <a:pt x="174197" y="141268"/>
                  </a:lnTo>
                  <a:lnTo>
                    <a:pt x="172779" y="144244"/>
                  </a:lnTo>
                  <a:lnTo>
                    <a:pt x="170579" y="148861"/>
                  </a:lnTo>
                  <a:lnTo>
                    <a:pt x="170480" y="149092"/>
                  </a:lnTo>
                  <a:lnTo>
                    <a:pt x="170273" y="149579"/>
                  </a:lnTo>
                  <a:lnTo>
                    <a:pt x="168909" y="152784"/>
                  </a:lnTo>
                  <a:lnTo>
                    <a:pt x="167447" y="156219"/>
                  </a:lnTo>
                  <a:lnTo>
                    <a:pt x="163614" y="165227"/>
                  </a:lnTo>
                  <a:lnTo>
                    <a:pt x="163405" y="165717"/>
                  </a:lnTo>
                  <a:lnTo>
                    <a:pt x="161958" y="176166"/>
                  </a:lnTo>
                  <a:lnTo>
                    <a:pt x="161885" y="176694"/>
                  </a:lnTo>
                  <a:lnTo>
                    <a:pt x="160921" y="176547"/>
                  </a:lnTo>
                  <a:lnTo>
                    <a:pt x="159397" y="176313"/>
                  </a:lnTo>
                  <a:lnTo>
                    <a:pt x="158789" y="176220"/>
                  </a:lnTo>
                  <a:lnTo>
                    <a:pt x="156414" y="175856"/>
                  </a:lnTo>
                  <a:lnTo>
                    <a:pt x="149254" y="174959"/>
                  </a:lnTo>
                  <a:lnTo>
                    <a:pt x="147893" y="174789"/>
                  </a:lnTo>
                  <a:lnTo>
                    <a:pt x="147268" y="174714"/>
                  </a:lnTo>
                  <a:lnTo>
                    <a:pt x="124791" y="172021"/>
                  </a:lnTo>
                  <a:lnTo>
                    <a:pt x="124098" y="171935"/>
                  </a:lnTo>
                  <a:lnTo>
                    <a:pt x="114631" y="170719"/>
                  </a:lnTo>
                  <a:lnTo>
                    <a:pt x="111961" y="170376"/>
                  </a:lnTo>
                  <a:lnTo>
                    <a:pt x="109599" y="170085"/>
                  </a:lnTo>
                  <a:lnTo>
                    <a:pt x="100906" y="169013"/>
                  </a:lnTo>
                  <a:lnTo>
                    <a:pt x="91367" y="167837"/>
                  </a:lnTo>
                  <a:lnTo>
                    <a:pt x="91170" y="167813"/>
                  </a:lnTo>
                  <a:lnTo>
                    <a:pt x="76155" y="165909"/>
                  </a:lnTo>
                  <a:lnTo>
                    <a:pt x="75540" y="165831"/>
                  </a:lnTo>
                  <a:lnTo>
                    <a:pt x="75037" y="164286"/>
                  </a:lnTo>
                  <a:lnTo>
                    <a:pt x="74334" y="163316"/>
                  </a:lnTo>
                  <a:lnTo>
                    <a:pt x="73658" y="162454"/>
                  </a:lnTo>
                  <a:lnTo>
                    <a:pt x="72648" y="161708"/>
                  </a:lnTo>
                  <a:lnTo>
                    <a:pt x="71070" y="160420"/>
                  </a:lnTo>
                  <a:lnTo>
                    <a:pt x="68179" y="158702"/>
                  </a:lnTo>
                  <a:lnTo>
                    <a:pt x="65367" y="157296"/>
                  </a:lnTo>
                  <a:lnTo>
                    <a:pt x="63894" y="156172"/>
                  </a:lnTo>
                  <a:lnTo>
                    <a:pt x="62798" y="155054"/>
                  </a:lnTo>
                  <a:lnTo>
                    <a:pt x="62535" y="154785"/>
                  </a:lnTo>
                  <a:lnTo>
                    <a:pt x="62370" y="154675"/>
                  </a:lnTo>
                  <a:lnTo>
                    <a:pt x="60203" y="152133"/>
                  </a:lnTo>
                  <a:lnTo>
                    <a:pt x="60020" y="151919"/>
                  </a:lnTo>
                  <a:lnTo>
                    <a:pt x="59529" y="151342"/>
                  </a:lnTo>
                  <a:lnTo>
                    <a:pt x="59371" y="151074"/>
                  </a:lnTo>
                  <a:lnTo>
                    <a:pt x="57927" y="148614"/>
                  </a:lnTo>
                  <a:lnTo>
                    <a:pt x="57619" y="148090"/>
                  </a:lnTo>
                  <a:lnTo>
                    <a:pt x="55817" y="145022"/>
                  </a:lnTo>
                  <a:lnTo>
                    <a:pt x="55632" y="144707"/>
                  </a:lnTo>
                  <a:lnTo>
                    <a:pt x="53596" y="141241"/>
                  </a:lnTo>
                  <a:lnTo>
                    <a:pt x="51548" y="137752"/>
                  </a:lnTo>
                  <a:lnTo>
                    <a:pt x="50302" y="135632"/>
                  </a:lnTo>
                  <a:lnTo>
                    <a:pt x="50014" y="135141"/>
                  </a:lnTo>
                  <a:lnTo>
                    <a:pt x="48681" y="132872"/>
                  </a:lnTo>
                  <a:lnTo>
                    <a:pt x="47171" y="131124"/>
                  </a:lnTo>
                  <a:lnTo>
                    <a:pt x="45290" y="129522"/>
                  </a:lnTo>
                  <a:lnTo>
                    <a:pt x="44036" y="128852"/>
                  </a:lnTo>
                  <a:lnTo>
                    <a:pt x="42668" y="128444"/>
                  </a:lnTo>
                  <a:lnTo>
                    <a:pt x="41187" y="128299"/>
                  </a:lnTo>
                  <a:lnTo>
                    <a:pt x="39172" y="128496"/>
                  </a:lnTo>
                  <a:lnTo>
                    <a:pt x="38950" y="128517"/>
                  </a:lnTo>
                  <a:lnTo>
                    <a:pt x="37965" y="128614"/>
                  </a:lnTo>
                  <a:lnTo>
                    <a:pt x="36224" y="128832"/>
                  </a:lnTo>
                  <a:lnTo>
                    <a:pt x="34537" y="128925"/>
                  </a:lnTo>
                  <a:lnTo>
                    <a:pt x="32702" y="128614"/>
                  </a:lnTo>
                  <a:lnTo>
                    <a:pt x="29347" y="126588"/>
                  </a:lnTo>
                  <a:lnTo>
                    <a:pt x="24218" y="122041"/>
                  </a:lnTo>
                  <a:lnTo>
                    <a:pt x="23871" y="121733"/>
                  </a:lnTo>
                  <a:lnTo>
                    <a:pt x="21773" y="119674"/>
                  </a:lnTo>
                  <a:lnTo>
                    <a:pt x="20925" y="118842"/>
                  </a:lnTo>
                  <a:lnTo>
                    <a:pt x="18169" y="116136"/>
                  </a:lnTo>
                  <a:lnTo>
                    <a:pt x="17849" y="115822"/>
                  </a:lnTo>
                  <a:lnTo>
                    <a:pt x="13028" y="110212"/>
                  </a:lnTo>
                  <a:lnTo>
                    <a:pt x="12781" y="109925"/>
                  </a:lnTo>
                  <a:lnTo>
                    <a:pt x="8502" y="103978"/>
                  </a:lnTo>
                  <a:lnTo>
                    <a:pt x="8336" y="103748"/>
                  </a:lnTo>
                  <a:lnTo>
                    <a:pt x="8096" y="103380"/>
                  </a:lnTo>
                  <a:lnTo>
                    <a:pt x="7412" y="102321"/>
                  </a:lnTo>
                  <a:lnTo>
                    <a:pt x="7132" y="101856"/>
                  </a:lnTo>
                  <a:lnTo>
                    <a:pt x="4555" y="97572"/>
                  </a:lnTo>
                  <a:lnTo>
                    <a:pt x="2361" y="93269"/>
                  </a:lnTo>
                  <a:lnTo>
                    <a:pt x="1161" y="90515"/>
                  </a:lnTo>
                  <a:lnTo>
                    <a:pt x="52" y="86612"/>
                  </a:lnTo>
                  <a:lnTo>
                    <a:pt x="0" y="83511"/>
                  </a:lnTo>
                  <a:lnTo>
                    <a:pt x="1097" y="78651"/>
                  </a:lnTo>
                  <a:lnTo>
                    <a:pt x="2950" y="75427"/>
                  </a:lnTo>
                  <a:lnTo>
                    <a:pt x="3072" y="75213"/>
                  </a:lnTo>
                  <a:lnTo>
                    <a:pt x="3495" y="74368"/>
                  </a:lnTo>
                  <a:lnTo>
                    <a:pt x="4626" y="72102"/>
                  </a:lnTo>
                  <a:lnTo>
                    <a:pt x="5195" y="70962"/>
                  </a:lnTo>
                  <a:lnTo>
                    <a:pt x="7293" y="67948"/>
                  </a:lnTo>
                  <a:lnTo>
                    <a:pt x="7446" y="67789"/>
                  </a:lnTo>
                  <a:lnTo>
                    <a:pt x="7692" y="67532"/>
                  </a:lnTo>
                  <a:lnTo>
                    <a:pt x="9668" y="65472"/>
                  </a:lnTo>
                  <a:lnTo>
                    <a:pt x="15368" y="62122"/>
                  </a:lnTo>
                  <a:lnTo>
                    <a:pt x="17499" y="60729"/>
                  </a:lnTo>
                  <a:lnTo>
                    <a:pt x="17838" y="60508"/>
                  </a:lnTo>
                  <a:lnTo>
                    <a:pt x="18265" y="60229"/>
                  </a:lnTo>
                  <a:lnTo>
                    <a:pt x="20429" y="56736"/>
                  </a:lnTo>
                  <a:lnTo>
                    <a:pt x="22504" y="52192"/>
                  </a:lnTo>
                  <a:lnTo>
                    <a:pt x="24761" y="48533"/>
                  </a:lnTo>
                  <a:lnTo>
                    <a:pt x="27109" y="45877"/>
                  </a:lnTo>
                  <a:lnTo>
                    <a:pt x="29639" y="43220"/>
                  </a:lnTo>
                  <a:lnTo>
                    <a:pt x="31064" y="41375"/>
                  </a:lnTo>
                  <a:lnTo>
                    <a:pt x="31887" y="37289"/>
                  </a:lnTo>
                  <a:lnTo>
                    <a:pt x="33136" y="34524"/>
                  </a:lnTo>
                  <a:lnTo>
                    <a:pt x="33533" y="33645"/>
                  </a:lnTo>
                  <a:lnTo>
                    <a:pt x="33766" y="33130"/>
                  </a:lnTo>
                  <a:lnTo>
                    <a:pt x="41607" y="21549"/>
                  </a:lnTo>
                  <a:lnTo>
                    <a:pt x="41799" y="21555"/>
                  </a:lnTo>
                  <a:lnTo>
                    <a:pt x="42755" y="21582"/>
                  </a:lnTo>
                  <a:lnTo>
                    <a:pt x="43350" y="21714"/>
                  </a:lnTo>
                  <a:lnTo>
                    <a:pt x="45231" y="22098"/>
                  </a:lnTo>
                  <a:lnTo>
                    <a:pt x="46982" y="21703"/>
                  </a:lnTo>
                  <a:lnTo>
                    <a:pt x="48050" y="20975"/>
                  </a:lnTo>
                  <a:lnTo>
                    <a:pt x="49546" y="19363"/>
                  </a:lnTo>
                  <a:lnTo>
                    <a:pt x="54172" y="18531"/>
                  </a:lnTo>
                  <a:lnTo>
                    <a:pt x="55253" y="18337"/>
                  </a:lnTo>
                  <a:lnTo>
                    <a:pt x="58194" y="14974"/>
                  </a:lnTo>
                  <a:lnTo>
                    <a:pt x="59769" y="13145"/>
                  </a:lnTo>
                  <a:lnTo>
                    <a:pt x="59971" y="12910"/>
                  </a:lnTo>
                  <a:lnTo>
                    <a:pt x="68981" y="9880"/>
                  </a:lnTo>
                  <a:lnTo>
                    <a:pt x="86814" y="3882"/>
                  </a:lnTo>
                  <a:lnTo>
                    <a:pt x="94443" y="1316"/>
                  </a:lnTo>
                  <a:lnTo>
                    <a:pt x="98358" y="0"/>
                  </a:lnTo>
                  <a:lnTo>
                    <a:pt x="98920" y="2081"/>
                  </a:lnTo>
                  <a:lnTo>
                    <a:pt x="101290" y="10855"/>
                  </a:lnTo>
                  <a:lnTo>
                    <a:pt x="102892" y="16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043895" y="5279288"/>
              <a:ext cx="145326" cy="138381"/>
            </a:xfrm>
            <a:custGeom>
              <a:avLst/>
              <a:pathLst>
                <a:path w="145326" h="138381">
                  <a:moveTo>
                    <a:pt x="3313" y="81442"/>
                  </a:moveTo>
                  <a:lnTo>
                    <a:pt x="3108" y="77425"/>
                  </a:lnTo>
                  <a:lnTo>
                    <a:pt x="3097" y="77214"/>
                  </a:lnTo>
                  <a:lnTo>
                    <a:pt x="2961" y="74533"/>
                  </a:lnTo>
                  <a:lnTo>
                    <a:pt x="2957" y="73455"/>
                  </a:lnTo>
                  <a:lnTo>
                    <a:pt x="3412" y="73466"/>
                  </a:lnTo>
                  <a:lnTo>
                    <a:pt x="3559" y="73469"/>
                  </a:lnTo>
                  <a:lnTo>
                    <a:pt x="3733" y="73474"/>
                  </a:lnTo>
                  <a:lnTo>
                    <a:pt x="3644" y="71937"/>
                  </a:lnTo>
                  <a:lnTo>
                    <a:pt x="3583" y="70873"/>
                  </a:lnTo>
                  <a:lnTo>
                    <a:pt x="3519" y="69759"/>
                  </a:lnTo>
                  <a:lnTo>
                    <a:pt x="3374" y="67237"/>
                  </a:lnTo>
                  <a:lnTo>
                    <a:pt x="3097" y="63778"/>
                  </a:lnTo>
                  <a:lnTo>
                    <a:pt x="3049" y="63177"/>
                  </a:lnTo>
                  <a:lnTo>
                    <a:pt x="2987" y="60091"/>
                  </a:lnTo>
                  <a:lnTo>
                    <a:pt x="3505" y="60195"/>
                  </a:lnTo>
                  <a:lnTo>
                    <a:pt x="3769" y="60248"/>
                  </a:lnTo>
                  <a:lnTo>
                    <a:pt x="5129" y="61415"/>
                  </a:lnTo>
                  <a:lnTo>
                    <a:pt x="11860" y="58694"/>
                  </a:lnTo>
                  <a:lnTo>
                    <a:pt x="12129" y="58585"/>
                  </a:lnTo>
                  <a:lnTo>
                    <a:pt x="13664" y="58084"/>
                  </a:lnTo>
                  <a:lnTo>
                    <a:pt x="13604" y="55617"/>
                  </a:lnTo>
                  <a:lnTo>
                    <a:pt x="13593" y="55123"/>
                  </a:lnTo>
                  <a:lnTo>
                    <a:pt x="12153" y="55181"/>
                  </a:lnTo>
                  <a:lnTo>
                    <a:pt x="11194" y="55220"/>
                  </a:lnTo>
                  <a:lnTo>
                    <a:pt x="10909" y="51118"/>
                  </a:lnTo>
                  <a:lnTo>
                    <a:pt x="12605" y="51065"/>
                  </a:lnTo>
                  <a:lnTo>
                    <a:pt x="18438" y="50885"/>
                  </a:lnTo>
                  <a:lnTo>
                    <a:pt x="19316" y="49904"/>
                  </a:lnTo>
                  <a:lnTo>
                    <a:pt x="19672" y="48132"/>
                  </a:lnTo>
                  <a:lnTo>
                    <a:pt x="20436" y="45356"/>
                  </a:lnTo>
                  <a:lnTo>
                    <a:pt x="21310" y="43619"/>
                  </a:lnTo>
                  <a:lnTo>
                    <a:pt x="21596" y="43052"/>
                  </a:lnTo>
                  <a:lnTo>
                    <a:pt x="22371" y="41513"/>
                  </a:lnTo>
                  <a:lnTo>
                    <a:pt x="24374" y="39369"/>
                  </a:lnTo>
                  <a:lnTo>
                    <a:pt x="27176" y="36796"/>
                  </a:lnTo>
                  <a:lnTo>
                    <a:pt x="28609" y="35028"/>
                  </a:lnTo>
                  <a:lnTo>
                    <a:pt x="29123" y="34393"/>
                  </a:lnTo>
                  <a:lnTo>
                    <a:pt x="30620" y="32937"/>
                  </a:lnTo>
                  <a:lnTo>
                    <a:pt x="31949" y="31116"/>
                  </a:lnTo>
                  <a:lnTo>
                    <a:pt x="33066" y="29709"/>
                  </a:lnTo>
                  <a:lnTo>
                    <a:pt x="34189" y="30041"/>
                  </a:lnTo>
                  <a:lnTo>
                    <a:pt x="35810" y="28602"/>
                  </a:lnTo>
                  <a:lnTo>
                    <a:pt x="36550" y="27945"/>
                  </a:lnTo>
                  <a:lnTo>
                    <a:pt x="38423" y="26283"/>
                  </a:lnTo>
                  <a:lnTo>
                    <a:pt x="39230" y="25567"/>
                  </a:lnTo>
                  <a:lnTo>
                    <a:pt x="41440" y="28748"/>
                  </a:lnTo>
                  <a:lnTo>
                    <a:pt x="44897" y="33722"/>
                  </a:lnTo>
                  <a:lnTo>
                    <a:pt x="45664" y="36255"/>
                  </a:lnTo>
                  <a:lnTo>
                    <a:pt x="46005" y="37380"/>
                  </a:lnTo>
                  <a:lnTo>
                    <a:pt x="46451" y="38853"/>
                  </a:lnTo>
                  <a:lnTo>
                    <a:pt x="40358" y="40496"/>
                  </a:lnTo>
                  <a:lnTo>
                    <a:pt x="40831" y="43350"/>
                  </a:lnTo>
                  <a:lnTo>
                    <a:pt x="42496" y="44516"/>
                  </a:lnTo>
                  <a:lnTo>
                    <a:pt x="48950" y="49035"/>
                  </a:lnTo>
                  <a:lnTo>
                    <a:pt x="48847" y="49401"/>
                  </a:lnTo>
                  <a:lnTo>
                    <a:pt x="48198" y="50734"/>
                  </a:lnTo>
                  <a:lnTo>
                    <a:pt x="46932" y="53332"/>
                  </a:lnTo>
                  <a:lnTo>
                    <a:pt x="47059" y="53322"/>
                  </a:lnTo>
                  <a:lnTo>
                    <a:pt x="55911" y="55045"/>
                  </a:lnTo>
                  <a:lnTo>
                    <a:pt x="60605" y="53441"/>
                  </a:lnTo>
                  <a:lnTo>
                    <a:pt x="61366" y="53181"/>
                  </a:lnTo>
                  <a:lnTo>
                    <a:pt x="68183" y="50851"/>
                  </a:lnTo>
                  <a:lnTo>
                    <a:pt x="68240" y="49838"/>
                  </a:lnTo>
                  <a:lnTo>
                    <a:pt x="68370" y="47520"/>
                  </a:lnTo>
                  <a:lnTo>
                    <a:pt x="68385" y="47249"/>
                  </a:lnTo>
                  <a:lnTo>
                    <a:pt x="70691" y="43316"/>
                  </a:lnTo>
                  <a:lnTo>
                    <a:pt x="71075" y="42955"/>
                  </a:lnTo>
                  <a:lnTo>
                    <a:pt x="72610" y="41510"/>
                  </a:lnTo>
                  <a:lnTo>
                    <a:pt x="74035" y="40170"/>
                  </a:lnTo>
                  <a:lnTo>
                    <a:pt x="77188" y="35937"/>
                  </a:lnTo>
                  <a:lnTo>
                    <a:pt x="78252" y="32908"/>
                  </a:lnTo>
                  <a:lnTo>
                    <a:pt x="78539" y="31048"/>
                  </a:lnTo>
                  <a:lnTo>
                    <a:pt x="78709" y="29944"/>
                  </a:lnTo>
                  <a:lnTo>
                    <a:pt x="78717" y="29809"/>
                  </a:lnTo>
                  <a:lnTo>
                    <a:pt x="78822" y="28092"/>
                  </a:lnTo>
                  <a:lnTo>
                    <a:pt x="73611" y="28289"/>
                  </a:lnTo>
                  <a:lnTo>
                    <a:pt x="73275" y="23859"/>
                  </a:lnTo>
                  <a:lnTo>
                    <a:pt x="69340" y="23859"/>
                  </a:lnTo>
                  <a:lnTo>
                    <a:pt x="69300" y="23608"/>
                  </a:lnTo>
                  <a:lnTo>
                    <a:pt x="68826" y="20551"/>
                  </a:lnTo>
                  <a:lnTo>
                    <a:pt x="68601" y="19198"/>
                  </a:lnTo>
                  <a:lnTo>
                    <a:pt x="60493" y="12689"/>
                  </a:lnTo>
                  <a:lnTo>
                    <a:pt x="60280" y="12518"/>
                  </a:lnTo>
                  <a:lnTo>
                    <a:pt x="62142" y="10421"/>
                  </a:lnTo>
                  <a:lnTo>
                    <a:pt x="65144" y="10032"/>
                  </a:lnTo>
                  <a:lnTo>
                    <a:pt x="67414" y="10504"/>
                  </a:lnTo>
                  <a:lnTo>
                    <a:pt x="67233" y="7275"/>
                  </a:lnTo>
                  <a:lnTo>
                    <a:pt x="72897" y="6942"/>
                  </a:lnTo>
                  <a:lnTo>
                    <a:pt x="72908" y="4935"/>
                  </a:lnTo>
                  <a:lnTo>
                    <a:pt x="72912" y="4177"/>
                  </a:lnTo>
                  <a:lnTo>
                    <a:pt x="72929" y="847"/>
                  </a:lnTo>
                  <a:lnTo>
                    <a:pt x="75478" y="0"/>
                  </a:lnTo>
                  <a:lnTo>
                    <a:pt x="76346" y="93"/>
                  </a:lnTo>
                  <a:lnTo>
                    <a:pt x="76318" y="1387"/>
                  </a:lnTo>
                  <a:lnTo>
                    <a:pt x="76345" y="1993"/>
                  </a:lnTo>
                  <a:lnTo>
                    <a:pt x="76371" y="2563"/>
                  </a:lnTo>
                  <a:lnTo>
                    <a:pt x="76498" y="5424"/>
                  </a:lnTo>
                  <a:lnTo>
                    <a:pt x="76525" y="6048"/>
                  </a:lnTo>
                  <a:lnTo>
                    <a:pt x="76553" y="9502"/>
                  </a:lnTo>
                  <a:lnTo>
                    <a:pt x="76284" y="9593"/>
                  </a:lnTo>
                  <a:lnTo>
                    <a:pt x="76084" y="9659"/>
                  </a:lnTo>
                  <a:lnTo>
                    <a:pt x="75733" y="9777"/>
                  </a:lnTo>
                  <a:lnTo>
                    <a:pt x="75474" y="9864"/>
                  </a:lnTo>
                  <a:lnTo>
                    <a:pt x="74789" y="10093"/>
                  </a:lnTo>
                  <a:lnTo>
                    <a:pt x="74830" y="10742"/>
                  </a:lnTo>
                  <a:lnTo>
                    <a:pt x="74870" y="11003"/>
                  </a:lnTo>
                  <a:lnTo>
                    <a:pt x="74927" y="11372"/>
                  </a:lnTo>
                  <a:lnTo>
                    <a:pt x="74956" y="11563"/>
                  </a:lnTo>
                  <a:lnTo>
                    <a:pt x="75038" y="12095"/>
                  </a:lnTo>
                  <a:lnTo>
                    <a:pt x="75082" y="12378"/>
                  </a:lnTo>
                  <a:lnTo>
                    <a:pt x="75146" y="12792"/>
                  </a:lnTo>
                  <a:lnTo>
                    <a:pt x="75203" y="13166"/>
                  </a:lnTo>
                  <a:lnTo>
                    <a:pt x="75315" y="13891"/>
                  </a:lnTo>
                  <a:lnTo>
                    <a:pt x="75364" y="14210"/>
                  </a:lnTo>
                  <a:lnTo>
                    <a:pt x="75397" y="14423"/>
                  </a:lnTo>
                  <a:lnTo>
                    <a:pt x="75642" y="16016"/>
                  </a:lnTo>
                  <a:lnTo>
                    <a:pt x="75799" y="17034"/>
                  </a:lnTo>
                  <a:lnTo>
                    <a:pt x="77273" y="16896"/>
                  </a:lnTo>
                  <a:lnTo>
                    <a:pt x="78225" y="16806"/>
                  </a:lnTo>
                  <a:lnTo>
                    <a:pt x="78621" y="16769"/>
                  </a:lnTo>
                  <a:lnTo>
                    <a:pt x="79168" y="16718"/>
                  </a:lnTo>
                  <a:lnTo>
                    <a:pt x="79359" y="16826"/>
                  </a:lnTo>
                  <a:lnTo>
                    <a:pt x="79453" y="17079"/>
                  </a:lnTo>
                  <a:lnTo>
                    <a:pt x="79519" y="17257"/>
                  </a:lnTo>
                  <a:lnTo>
                    <a:pt x="79583" y="17428"/>
                  </a:lnTo>
                  <a:lnTo>
                    <a:pt x="79742" y="17854"/>
                  </a:lnTo>
                  <a:lnTo>
                    <a:pt x="80085" y="18776"/>
                  </a:lnTo>
                  <a:lnTo>
                    <a:pt x="80383" y="19578"/>
                  </a:lnTo>
                  <a:lnTo>
                    <a:pt x="80459" y="19782"/>
                  </a:lnTo>
                  <a:lnTo>
                    <a:pt x="80535" y="19987"/>
                  </a:lnTo>
                  <a:lnTo>
                    <a:pt x="81082" y="21456"/>
                  </a:lnTo>
                  <a:lnTo>
                    <a:pt x="81259" y="21931"/>
                  </a:lnTo>
                  <a:lnTo>
                    <a:pt x="81335" y="22227"/>
                  </a:lnTo>
                  <a:lnTo>
                    <a:pt x="81487" y="22817"/>
                  </a:lnTo>
                  <a:lnTo>
                    <a:pt x="81636" y="23308"/>
                  </a:lnTo>
                  <a:lnTo>
                    <a:pt x="81758" y="23713"/>
                  </a:lnTo>
                  <a:lnTo>
                    <a:pt x="82286" y="25456"/>
                  </a:lnTo>
                  <a:lnTo>
                    <a:pt x="82857" y="27339"/>
                  </a:lnTo>
                  <a:lnTo>
                    <a:pt x="82895" y="27567"/>
                  </a:lnTo>
                  <a:lnTo>
                    <a:pt x="82913" y="27738"/>
                  </a:lnTo>
                  <a:lnTo>
                    <a:pt x="82992" y="28478"/>
                  </a:lnTo>
                  <a:lnTo>
                    <a:pt x="83174" y="30181"/>
                  </a:lnTo>
                  <a:lnTo>
                    <a:pt x="83327" y="30170"/>
                  </a:lnTo>
                  <a:lnTo>
                    <a:pt x="83858" y="30134"/>
                  </a:lnTo>
                  <a:lnTo>
                    <a:pt x="84012" y="31065"/>
                  </a:lnTo>
                  <a:lnTo>
                    <a:pt x="84428" y="33591"/>
                  </a:lnTo>
                  <a:lnTo>
                    <a:pt x="84558" y="34375"/>
                  </a:lnTo>
                  <a:lnTo>
                    <a:pt x="84656" y="34968"/>
                  </a:lnTo>
                  <a:lnTo>
                    <a:pt x="85112" y="37731"/>
                  </a:lnTo>
                  <a:lnTo>
                    <a:pt x="85163" y="38652"/>
                  </a:lnTo>
                  <a:lnTo>
                    <a:pt x="85166" y="39047"/>
                  </a:lnTo>
                  <a:lnTo>
                    <a:pt x="84948" y="40326"/>
                  </a:lnTo>
                  <a:lnTo>
                    <a:pt x="84516" y="42857"/>
                  </a:lnTo>
                  <a:lnTo>
                    <a:pt x="84407" y="43494"/>
                  </a:lnTo>
                  <a:lnTo>
                    <a:pt x="84292" y="44168"/>
                  </a:lnTo>
                  <a:lnTo>
                    <a:pt x="84983" y="49152"/>
                  </a:lnTo>
                  <a:lnTo>
                    <a:pt x="85031" y="49500"/>
                  </a:lnTo>
                  <a:lnTo>
                    <a:pt x="85348" y="51788"/>
                  </a:lnTo>
                  <a:lnTo>
                    <a:pt x="85559" y="53305"/>
                  </a:lnTo>
                  <a:lnTo>
                    <a:pt x="85945" y="56088"/>
                  </a:lnTo>
                  <a:lnTo>
                    <a:pt x="85995" y="56453"/>
                  </a:lnTo>
                  <a:lnTo>
                    <a:pt x="86056" y="56894"/>
                  </a:lnTo>
                  <a:lnTo>
                    <a:pt x="86119" y="57346"/>
                  </a:lnTo>
                  <a:lnTo>
                    <a:pt x="86881" y="62846"/>
                  </a:lnTo>
                  <a:lnTo>
                    <a:pt x="86986" y="63603"/>
                  </a:lnTo>
                  <a:lnTo>
                    <a:pt x="87018" y="63834"/>
                  </a:lnTo>
                  <a:lnTo>
                    <a:pt x="87097" y="64398"/>
                  </a:lnTo>
                  <a:lnTo>
                    <a:pt x="87696" y="68722"/>
                  </a:lnTo>
                  <a:lnTo>
                    <a:pt x="87739" y="69034"/>
                  </a:lnTo>
                  <a:lnTo>
                    <a:pt x="88108" y="71096"/>
                  </a:lnTo>
                  <a:lnTo>
                    <a:pt x="89931" y="70886"/>
                  </a:lnTo>
                  <a:lnTo>
                    <a:pt x="90991" y="70765"/>
                  </a:lnTo>
                  <a:lnTo>
                    <a:pt x="91489" y="70707"/>
                  </a:lnTo>
                  <a:lnTo>
                    <a:pt x="92220" y="70623"/>
                  </a:lnTo>
                  <a:lnTo>
                    <a:pt x="93664" y="70457"/>
                  </a:lnTo>
                  <a:lnTo>
                    <a:pt x="96576" y="70122"/>
                  </a:lnTo>
                  <a:lnTo>
                    <a:pt x="96856" y="70090"/>
                  </a:lnTo>
                  <a:lnTo>
                    <a:pt x="97177" y="72869"/>
                  </a:lnTo>
                  <a:lnTo>
                    <a:pt x="97901" y="79128"/>
                  </a:lnTo>
                  <a:lnTo>
                    <a:pt x="97960" y="79641"/>
                  </a:lnTo>
                  <a:lnTo>
                    <a:pt x="98052" y="80435"/>
                  </a:lnTo>
                  <a:lnTo>
                    <a:pt x="98081" y="80691"/>
                  </a:lnTo>
                  <a:lnTo>
                    <a:pt x="99085" y="89375"/>
                  </a:lnTo>
                  <a:lnTo>
                    <a:pt x="99230" y="90623"/>
                  </a:lnTo>
                  <a:lnTo>
                    <a:pt x="99435" y="92405"/>
                  </a:lnTo>
                  <a:lnTo>
                    <a:pt x="99566" y="93532"/>
                  </a:lnTo>
                  <a:lnTo>
                    <a:pt x="100538" y="101943"/>
                  </a:lnTo>
                  <a:lnTo>
                    <a:pt x="100624" y="102688"/>
                  </a:lnTo>
                  <a:lnTo>
                    <a:pt x="100738" y="103559"/>
                  </a:lnTo>
                  <a:lnTo>
                    <a:pt x="109894" y="102544"/>
                  </a:lnTo>
                  <a:lnTo>
                    <a:pt x="110209" y="102509"/>
                  </a:lnTo>
                  <a:lnTo>
                    <a:pt x="130032" y="100313"/>
                  </a:lnTo>
                  <a:lnTo>
                    <a:pt x="132181" y="100075"/>
                  </a:lnTo>
                  <a:lnTo>
                    <a:pt x="132705" y="100017"/>
                  </a:lnTo>
                  <a:lnTo>
                    <a:pt x="133128" y="99970"/>
                  </a:lnTo>
                  <a:lnTo>
                    <a:pt x="139514" y="99263"/>
                  </a:lnTo>
                  <a:lnTo>
                    <a:pt x="140201" y="99187"/>
                  </a:lnTo>
                  <a:lnTo>
                    <a:pt x="141712" y="99019"/>
                  </a:lnTo>
                  <a:lnTo>
                    <a:pt x="141969" y="101493"/>
                  </a:lnTo>
                  <a:lnTo>
                    <a:pt x="142390" y="105537"/>
                  </a:lnTo>
                  <a:lnTo>
                    <a:pt x="143711" y="118224"/>
                  </a:lnTo>
                  <a:lnTo>
                    <a:pt x="143816" y="119233"/>
                  </a:lnTo>
                  <a:lnTo>
                    <a:pt x="143846" y="119525"/>
                  </a:lnTo>
                  <a:lnTo>
                    <a:pt x="143994" y="120948"/>
                  </a:lnTo>
                  <a:lnTo>
                    <a:pt x="144611" y="126870"/>
                  </a:lnTo>
                  <a:lnTo>
                    <a:pt x="145147" y="130752"/>
                  </a:lnTo>
                  <a:lnTo>
                    <a:pt x="145254" y="131528"/>
                  </a:lnTo>
                  <a:lnTo>
                    <a:pt x="145326" y="132050"/>
                  </a:lnTo>
                  <a:lnTo>
                    <a:pt x="144512" y="132242"/>
                  </a:lnTo>
                  <a:lnTo>
                    <a:pt x="144090" y="132292"/>
                  </a:lnTo>
                  <a:lnTo>
                    <a:pt x="137191" y="133103"/>
                  </a:lnTo>
                  <a:lnTo>
                    <a:pt x="135447" y="133308"/>
                  </a:lnTo>
                  <a:lnTo>
                    <a:pt x="134974" y="133364"/>
                  </a:lnTo>
                  <a:lnTo>
                    <a:pt x="126615" y="134347"/>
                  </a:lnTo>
                  <a:lnTo>
                    <a:pt x="126440" y="134368"/>
                  </a:lnTo>
                  <a:lnTo>
                    <a:pt x="122556" y="134825"/>
                  </a:lnTo>
                  <a:lnTo>
                    <a:pt x="121534" y="134945"/>
                  </a:lnTo>
                  <a:lnTo>
                    <a:pt x="121177" y="134989"/>
                  </a:lnTo>
                  <a:lnTo>
                    <a:pt x="117667" y="135420"/>
                  </a:lnTo>
                  <a:lnTo>
                    <a:pt x="113708" y="135908"/>
                  </a:lnTo>
                  <a:lnTo>
                    <a:pt x="95745" y="138118"/>
                  </a:lnTo>
                  <a:lnTo>
                    <a:pt x="93657" y="138375"/>
                  </a:lnTo>
                  <a:lnTo>
                    <a:pt x="93280" y="138379"/>
                  </a:lnTo>
                  <a:lnTo>
                    <a:pt x="93117" y="138381"/>
                  </a:lnTo>
                  <a:lnTo>
                    <a:pt x="91788" y="137826"/>
                  </a:lnTo>
                  <a:lnTo>
                    <a:pt x="89258" y="136770"/>
                  </a:lnTo>
                  <a:lnTo>
                    <a:pt x="88809" y="136582"/>
                  </a:lnTo>
                  <a:lnTo>
                    <a:pt x="81121" y="132120"/>
                  </a:lnTo>
                  <a:lnTo>
                    <a:pt x="79809" y="131359"/>
                  </a:lnTo>
                  <a:lnTo>
                    <a:pt x="75396" y="128798"/>
                  </a:lnTo>
                  <a:lnTo>
                    <a:pt x="73433" y="127658"/>
                  </a:lnTo>
                  <a:lnTo>
                    <a:pt x="71070" y="126287"/>
                  </a:lnTo>
                  <a:lnTo>
                    <a:pt x="70021" y="125521"/>
                  </a:lnTo>
                  <a:lnTo>
                    <a:pt x="69663" y="125258"/>
                  </a:lnTo>
                  <a:lnTo>
                    <a:pt x="69514" y="125150"/>
                  </a:lnTo>
                  <a:lnTo>
                    <a:pt x="69037" y="124801"/>
                  </a:lnTo>
                  <a:lnTo>
                    <a:pt x="67901" y="123971"/>
                  </a:lnTo>
                  <a:lnTo>
                    <a:pt x="66892" y="122950"/>
                  </a:lnTo>
                  <a:lnTo>
                    <a:pt x="64940" y="120534"/>
                  </a:lnTo>
                  <a:lnTo>
                    <a:pt x="64416" y="119885"/>
                  </a:lnTo>
                  <a:lnTo>
                    <a:pt x="59302" y="113553"/>
                  </a:lnTo>
                  <a:lnTo>
                    <a:pt x="58520" y="112585"/>
                  </a:lnTo>
                  <a:lnTo>
                    <a:pt x="57596" y="111441"/>
                  </a:lnTo>
                  <a:lnTo>
                    <a:pt x="56192" y="109884"/>
                  </a:lnTo>
                  <a:lnTo>
                    <a:pt x="55052" y="108620"/>
                  </a:lnTo>
                  <a:lnTo>
                    <a:pt x="52710" y="106023"/>
                  </a:lnTo>
                  <a:lnTo>
                    <a:pt x="51550" y="104736"/>
                  </a:lnTo>
                  <a:lnTo>
                    <a:pt x="50948" y="104069"/>
                  </a:lnTo>
                  <a:lnTo>
                    <a:pt x="47927" y="100720"/>
                  </a:lnTo>
                  <a:lnTo>
                    <a:pt x="47331" y="100058"/>
                  </a:lnTo>
                  <a:lnTo>
                    <a:pt x="45398" y="97915"/>
                  </a:lnTo>
                  <a:lnTo>
                    <a:pt x="44019" y="96386"/>
                  </a:lnTo>
                  <a:lnTo>
                    <a:pt x="43634" y="95959"/>
                  </a:lnTo>
                  <a:lnTo>
                    <a:pt x="43497" y="95790"/>
                  </a:lnTo>
                  <a:lnTo>
                    <a:pt x="43326" y="95580"/>
                  </a:lnTo>
                  <a:lnTo>
                    <a:pt x="42844" y="94985"/>
                  </a:lnTo>
                  <a:lnTo>
                    <a:pt x="42537" y="94605"/>
                  </a:lnTo>
                  <a:lnTo>
                    <a:pt x="41322" y="93106"/>
                  </a:lnTo>
                  <a:lnTo>
                    <a:pt x="40671" y="92303"/>
                  </a:lnTo>
                  <a:lnTo>
                    <a:pt x="40513" y="92109"/>
                  </a:lnTo>
                  <a:lnTo>
                    <a:pt x="40165" y="91889"/>
                  </a:lnTo>
                  <a:lnTo>
                    <a:pt x="38963" y="91130"/>
                  </a:lnTo>
                  <a:lnTo>
                    <a:pt x="38395" y="90991"/>
                  </a:lnTo>
                  <a:lnTo>
                    <a:pt x="37436" y="90757"/>
                  </a:lnTo>
                  <a:lnTo>
                    <a:pt x="31803" y="93089"/>
                  </a:lnTo>
                  <a:lnTo>
                    <a:pt x="27512" y="94865"/>
                  </a:lnTo>
                  <a:lnTo>
                    <a:pt x="27375" y="94922"/>
                  </a:lnTo>
                  <a:lnTo>
                    <a:pt x="27106" y="95033"/>
                  </a:lnTo>
                  <a:lnTo>
                    <a:pt x="26869" y="95131"/>
                  </a:lnTo>
                  <a:lnTo>
                    <a:pt x="26596" y="94545"/>
                  </a:lnTo>
                  <a:lnTo>
                    <a:pt x="26153" y="93592"/>
                  </a:lnTo>
                  <a:lnTo>
                    <a:pt x="26055" y="93381"/>
                  </a:lnTo>
                  <a:lnTo>
                    <a:pt x="24466" y="94206"/>
                  </a:lnTo>
                  <a:lnTo>
                    <a:pt x="22554" y="95198"/>
                  </a:lnTo>
                  <a:lnTo>
                    <a:pt x="20816" y="96101"/>
                  </a:lnTo>
                  <a:lnTo>
                    <a:pt x="19878" y="96588"/>
                  </a:lnTo>
                  <a:lnTo>
                    <a:pt x="18406" y="97352"/>
                  </a:lnTo>
                  <a:lnTo>
                    <a:pt x="17091" y="98035"/>
                  </a:lnTo>
                  <a:lnTo>
                    <a:pt x="15517" y="98800"/>
                  </a:lnTo>
                  <a:lnTo>
                    <a:pt x="14195" y="99499"/>
                  </a:lnTo>
                  <a:lnTo>
                    <a:pt x="14019" y="99594"/>
                  </a:lnTo>
                  <a:lnTo>
                    <a:pt x="13559" y="99843"/>
                  </a:lnTo>
                  <a:lnTo>
                    <a:pt x="12929" y="100185"/>
                  </a:lnTo>
                  <a:lnTo>
                    <a:pt x="11274" y="101081"/>
                  </a:lnTo>
                  <a:lnTo>
                    <a:pt x="7568" y="103087"/>
                  </a:lnTo>
                  <a:lnTo>
                    <a:pt x="5215" y="104240"/>
                  </a:lnTo>
                  <a:lnTo>
                    <a:pt x="4776" y="104455"/>
                  </a:lnTo>
                  <a:lnTo>
                    <a:pt x="4301" y="104688"/>
                  </a:lnTo>
                  <a:lnTo>
                    <a:pt x="4042" y="104782"/>
                  </a:lnTo>
                  <a:lnTo>
                    <a:pt x="1724" y="99704"/>
                  </a:lnTo>
                  <a:lnTo>
                    <a:pt x="327" y="94621"/>
                  </a:lnTo>
                  <a:lnTo>
                    <a:pt x="0" y="93223"/>
                  </a:lnTo>
                  <a:lnTo>
                    <a:pt x="1011" y="92902"/>
                  </a:lnTo>
                  <a:lnTo>
                    <a:pt x="755" y="91999"/>
                  </a:lnTo>
                  <a:lnTo>
                    <a:pt x="2449" y="91467"/>
                  </a:lnTo>
                  <a:lnTo>
                    <a:pt x="2009" y="89800"/>
                  </a:lnTo>
                  <a:lnTo>
                    <a:pt x="3027" y="89491"/>
                  </a:lnTo>
                  <a:lnTo>
                    <a:pt x="3846" y="89243"/>
                  </a:lnTo>
                  <a:lnTo>
                    <a:pt x="4844" y="88941"/>
                  </a:lnTo>
                  <a:lnTo>
                    <a:pt x="4568" y="87977"/>
                  </a:lnTo>
                  <a:lnTo>
                    <a:pt x="7950" y="87047"/>
                  </a:lnTo>
                  <a:lnTo>
                    <a:pt x="6136" y="85230"/>
                  </a:lnTo>
                  <a:lnTo>
                    <a:pt x="5674" y="84460"/>
                  </a:lnTo>
                  <a:lnTo>
                    <a:pt x="4972" y="83290"/>
                  </a:lnTo>
                  <a:lnTo>
                    <a:pt x="4517" y="81852"/>
                  </a:lnTo>
                  <a:lnTo>
                    <a:pt x="4533" y="81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118685" y="5280559"/>
              <a:ext cx="168521" cy="130779"/>
            </a:xfrm>
            <a:custGeom>
              <a:avLst/>
              <a:pathLst>
                <a:path w="168521" h="130779">
                  <a:moveTo>
                    <a:pt x="4809" y="4977"/>
                  </a:moveTo>
                  <a:lnTo>
                    <a:pt x="5076" y="5102"/>
                  </a:lnTo>
                  <a:lnTo>
                    <a:pt x="7777" y="5015"/>
                  </a:lnTo>
                  <a:lnTo>
                    <a:pt x="9526" y="4959"/>
                  </a:lnTo>
                  <a:lnTo>
                    <a:pt x="12955" y="6527"/>
                  </a:lnTo>
                  <a:lnTo>
                    <a:pt x="17211" y="7572"/>
                  </a:lnTo>
                  <a:lnTo>
                    <a:pt x="22427" y="8670"/>
                  </a:lnTo>
                  <a:lnTo>
                    <a:pt x="26704" y="16813"/>
                  </a:lnTo>
                  <a:lnTo>
                    <a:pt x="27240" y="17833"/>
                  </a:lnTo>
                  <a:lnTo>
                    <a:pt x="27822" y="17974"/>
                  </a:lnTo>
                  <a:lnTo>
                    <a:pt x="36646" y="20102"/>
                  </a:lnTo>
                  <a:lnTo>
                    <a:pt x="38653" y="20767"/>
                  </a:lnTo>
                  <a:lnTo>
                    <a:pt x="43546" y="22386"/>
                  </a:lnTo>
                  <a:lnTo>
                    <a:pt x="49044" y="26552"/>
                  </a:lnTo>
                  <a:lnTo>
                    <a:pt x="52623" y="29346"/>
                  </a:lnTo>
                  <a:lnTo>
                    <a:pt x="56501" y="32382"/>
                  </a:lnTo>
                  <a:lnTo>
                    <a:pt x="58690" y="39155"/>
                  </a:lnTo>
                  <a:lnTo>
                    <a:pt x="59735" y="43960"/>
                  </a:lnTo>
                  <a:lnTo>
                    <a:pt x="59966" y="45027"/>
                  </a:lnTo>
                  <a:lnTo>
                    <a:pt x="59703" y="44944"/>
                  </a:lnTo>
                  <a:lnTo>
                    <a:pt x="58251" y="45115"/>
                  </a:lnTo>
                  <a:lnTo>
                    <a:pt x="55370" y="45565"/>
                  </a:lnTo>
                  <a:lnTo>
                    <a:pt x="52041" y="45403"/>
                  </a:lnTo>
                  <a:lnTo>
                    <a:pt x="52701" y="46323"/>
                  </a:lnTo>
                  <a:lnTo>
                    <a:pt x="54570" y="49679"/>
                  </a:lnTo>
                  <a:lnTo>
                    <a:pt x="57610" y="50813"/>
                  </a:lnTo>
                  <a:lnTo>
                    <a:pt x="60391" y="51325"/>
                  </a:lnTo>
                  <a:lnTo>
                    <a:pt x="64860" y="53065"/>
                  </a:lnTo>
                  <a:lnTo>
                    <a:pt x="65585" y="53064"/>
                  </a:lnTo>
                  <a:lnTo>
                    <a:pt x="68036" y="52693"/>
                  </a:lnTo>
                  <a:lnTo>
                    <a:pt x="69919" y="51062"/>
                  </a:lnTo>
                  <a:lnTo>
                    <a:pt x="70003" y="50901"/>
                  </a:lnTo>
                  <a:lnTo>
                    <a:pt x="70869" y="49241"/>
                  </a:lnTo>
                  <a:lnTo>
                    <a:pt x="71463" y="48452"/>
                  </a:lnTo>
                  <a:lnTo>
                    <a:pt x="72223" y="48427"/>
                  </a:lnTo>
                  <a:lnTo>
                    <a:pt x="73079" y="48399"/>
                  </a:lnTo>
                  <a:lnTo>
                    <a:pt x="73303" y="48391"/>
                  </a:lnTo>
                  <a:lnTo>
                    <a:pt x="75440" y="48573"/>
                  </a:lnTo>
                  <a:lnTo>
                    <a:pt x="76660" y="47760"/>
                  </a:lnTo>
                  <a:lnTo>
                    <a:pt x="77594" y="47437"/>
                  </a:lnTo>
                  <a:lnTo>
                    <a:pt x="79745" y="47576"/>
                  </a:lnTo>
                  <a:lnTo>
                    <a:pt x="81565" y="47714"/>
                  </a:lnTo>
                  <a:lnTo>
                    <a:pt x="84014" y="50917"/>
                  </a:lnTo>
                  <a:lnTo>
                    <a:pt x="88665" y="53556"/>
                  </a:lnTo>
                  <a:lnTo>
                    <a:pt x="89197" y="55646"/>
                  </a:lnTo>
                  <a:lnTo>
                    <a:pt x="89896" y="56217"/>
                  </a:lnTo>
                  <a:lnTo>
                    <a:pt x="89728" y="61280"/>
                  </a:lnTo>
                  <a:lnTo>
                    <a:pt x="91678" y="61072"/>
                  </a:lnTo>
                  <a:lnTo>
                    <a:pt x="94319" y="60734"/>
                  </a:lnTo>
                  <a:lnTo>
                    <a:pt x="97176" y="59989"/>
                  </a:lnTo>
                  <a:lnTo>
                    <a:pt x="99163" y="59166"/>
                  </a:lnTo>
                  <a:lnTo>
                    <a:pt x="99578" y="58995"/>
                  </a:lnTo>
                  <a:lnTo>
                    <a:pt x="100322" y="58641"/>
                  </a:lnTo>
                  <a:lnTo>
                    <a:pt x="105931" y="55981"/>
                  </a:lnTo>
                  <a:lnTo>
                    <a:pt x="106715" y="55663"/>
                  </a:lnTo>
                  <a:lnTo>
                    <a:pt x="107694" y="55266"/>
                  </a:lnTo>
                  <a:lnTo>
                    <a:pt x="108142" y="55175"/>
                  </a:lnTo>
                  <a:lnTo>
                    <a:pt x="114107" y="53961"/>
                  </a:lnTo>
                  <a:lnTo>
                    <a:pt x="132064" y="51708"/>
                  </a:lnTo>
                  <a:lnTo>
                    <a:pt x="133634" y="51511"/>
                  </a:lnTo>
                  <a:lnTo>
                    <a:pt x="141039" y="50582"/>
                  </a:lnTo>
                  <a:lnTo>
                    <a:pt x="142658" y="50408"/>
                  </a:lnTo>
                  <a:lnTo>
                    <a:pt x="151500" y="49453"/>
                  </a:lnTo>
                  <a:lnTo>
                    <a:pt x="152027" y="49396"/>
                  </a:lnTo>
                  <a:lnTo>
                    <a:pt x="153874" y="49340"/>
                  </a:lnTo>
                  <a:lnTo>
                    <a:pt x="155318" y="50194"/>
                  </a:lnTo>
                  <a:lnTo>
                    <a:pt x="157636" y="52253"/>
                  </a:lnTo>
                  <a:lnTo>
                    <a:pt x="159077" y="53625"/>
                  </a:lnTo>
                  <a:lnTo>
                    <a:pt x="160633" y="55108"/>
                  </a:lnTo>
                  <a:lnTo>
                    <a:pt x="168521" y="62624"/>
                  </a:lnTo>
                  <a:lnTo>
                    <a:pt x="167328" y="64007"/>
                  </a:lnTo>
                  <a:lnTo>
                    <a:pt x="166945" y="64458"/>
                  </a:lnTo>
                  <a:lnTo>
                    <a:pt x="164897" y="67203"/>
                  </a:lnTo>
                  <a:lnTo>
                    <a:pt x="163320" y="69316"/>
                  </a:lnTo>
                  <a:lnTo>
                    <a:pt x="163088" y="69626"/>
                  </a:lnTo>
                  <a:lnTo>
                    <a:pt x="161239" y="72250"/>
                  </a:lnTo>
                  <a:lnTo>
                    <a:pt x="159368" y="75959"/>
                  </a:lnTo>
                  <a:lnTo>
                    <a:pt x="158759" y="77167"/>
                  </a:lnTo>
                  <a:lnTo>
                    <a:pt x="158567" y="77549"/>
                  </a:lnTo>
                  <a:lnTo>
                    <a:pt x="158381" y="78001"/>
                  </a:lnTo>
                  <a:lnTo>
                    <a:pt x="158210" y="78417"/>
                  </a:lnTo>
                  <a:lnTo>
                    <a:pt x="158111" y="78657"/>
                  </a:lnTo>
                  <a:lnTo>
                    <a:pt x="156059" y="83647"/>
                  </a:lnTo>
                  <a:lnTo>
                    <a:pt x="154600" y="86873"/>
                  </a:lnTo>
                  <a:lnTo>
                    <a:pt x="154100" y="87977"/>
                  </a:lnTo>
                  <a:lnTo>
                    <a:pt x="150182" y="96638"/>
                  </a:lnTo>
                  <a:lnTo>
                    <a:pt x="149208" y="98792"/>
                  </a:lnTo>
                  <a:lnTo>
                    <a:pt x="147890" y="101706"/>
                  </a:lnTo>
                  <a:lnTo>
                    <a:pt x="145541" y="107164"/>
                  </a:lnTo>
                  <a:lnTo>
                    <a:pt x="144722" y="109064"/>
                  </a:lnTo>
                  <a:lnTo>
                    <a:pt x="141915" y="115586"/>
                  </a:lnTo>
                  <a:lnTo>
                    <a:pt x="141234" y="117169"/>
                  </a:lnTo>
                  <a:lnTo>
                    <a:pt x="138529" y="117634"/>
                  </a:lnTo>
                  <a:lnTo>
                    <a:pt x="129662" y="119157"/>
                  </a:lnTo>
                  <a:lnTo>
                    <a:pt x="129457" y="119192"/>
                  </a:lnTo>
                  <a:lnTo>
                    <a:pt x="123840" y="120190"/>
                  </a:lnTo>
                  <a:lnTo>
                    <a:pt x="120856" y="120720"/>
                  </a:lnTo>
                  <a:lnTo>
                    <a:pt x="119487" y="120963"/>
                  </a:lnTo>
                  <a:lnTo>
                    <a:pt x="98878" y="124316"/>
                  </a:lnTo>
                  <a:lnTo>
                    <a:pt x="95231" y="124909"/>
                  </a:lnTo>
                  <a:lnTo>
                    <a:pt x="93554" y="125349"/>
                  </a:lnTo>
                  <a:lnTo>
                    <a:pt x="86355" y="127239"/>
                  </a:lnTo>
                  <a:lnTo>
                    <a:pt x="74471" y="129853"/>
                  </a:lnTo>
                  <a:lnTo>
                    <a:pt x="73795" y="130012"/>
                  </a:lnTo>
                  <a:lnTo>
                    <a:pt x="70536" y="130779"/>
                  </a:lnTo>
                  <a:lnTo>
                    <a:pt x="70464" y="130257"/>
                  </a:lnTo>
                  <a:lnTo>
                    <a:pt x="70357" y="129481"/>
                  </a:lnTo>
                  <a:lnTo>
                    <a:pt x="69821" y="125598"/>
                  </a:lnTo>
                  <a:lnTo>
                    <a:pt x="69204" y="119677"/>
                  </a:lnTo>
                  <a:lnTo>
                    <a:pt x="69056" y="118254"/>
                  </a:lnTo>
                  <a:lnTo>
                    <a:pt x="69026" y="117962"/>
                  </a:lnTo>
                  <a:lnTo>
                    <a:pt x="68921" y="116953"/>
                  </a:lnTo>
                  <a:lnTo>
                    <a:pt x="67600" y="104266"/>
                  </a:lnTo>
                  <a:lnTo>
                    <a:pt x="67179" y="100222"/>
                  </a:lnTo>
                  <a:lnTo>
                    <a:pt x="66915" y="97749"/>
                  </a:lnTo>
                  <a:lnTo>
                    <a:pt x="65411" y="97916"/>
                  </a:lnTo>
                  <a:lnTo>
                    <a:pt x="64724" y="97992"/>
                  </a:lnTo>
                  <a:lnTo>
                    <a:pt x="58338" y="98699"/>
                  </a:lnTo>
                  <a:lnTo>
                    <a:pt x="57915" y="98746"/>
                  </a:lnTo>
                  <a:lnTo>
                    <a:pt x="57391" y="98804"/>
                  </a:lnTo>
                  <a:lnTo>
                    <a:pt x="55242" y="99042"/>
                  </a:lnTo>
                  <a:lnTo>
                    <a:pt x="35420" y="101238"/>
                  </a:lnTo>
                  <a:lnTo>
                    <a:pt x="35105" y="101273"/>
                  </a:lnTo>
                  <a:lnTo>
                    <a:pt x="25926" y="102290"/>
                  </a:lnTo>
                  <a:lnTo>
                    <a:pt x="25834" y="101417"/>
                  </a:lnTo>
                  <a:lnTo>
                    <a:pt x="25739" y="100590"/>
                  </a:lnTo>
                  <a:lnTo>
                    <a:pt x="24776" y="92261"/>
                  </a:lnTo>
                  <a:lnTo>
                    <a:pt x="24635" y="91045"/>
                  </a:lnTo>
                  <a:lnTo>
                    <a:pt x="24440" y="89352"/>
                  </a:lnTo>
                  <a:lnTo>
                    <a:pt x="24295" y="88104"/>
                  </a:lnTo>
                  <a:lnTo>
                    <a:pt x="23291" y="79420"/>
                  </a:lnTo>
                  <a:lnTo>
                    <a:pt x="23262" y="79164"/>
                  </a:lnTo>
                  <a:lnTo>
                    <a:pt x="23170" y="78370"/>
                  </a:lnTo>
                  <a:lnTo>
                    <a:pt x="23111" y="77857"/>
                  </a:lnTo>
                  <a:lnTo>
                    <a:pt x="22387" y="71598"/>
                  </a:lnTo>
                  <a:lnTo>
                    <a:pt x="22049" y="68821"/>
                  </a:lnTo>
                  <a:lnTo>
                    <a:pt x="21786" y="68851"/>
                  </a:lnTo>
                  <a:lnTo>
                    <a:pt x="18874" y="69186"/>
                  </a:lnTo>
                  <a:lnTo>
                    <a:pt x="17431" y="69352"/>
                  </a:lnTo>
                  <a:lnTo>
                    <a:pt x="16699" y="69436"/>
                  </a:lnTo>
                  <a:lnTo>
                    <a:pt x="16201" y="69494"/>
                  </a:lnTo>
                  <a:lnTo>
                    <a:pt x="15141" y="69615"/>
                  </a:lnTo>
                  <a:lnTo>
                    <a:pt x="13237" y="69834"/>
                  </a:lnTo>
                  <a:lnTo>
                    <a:pt x="12949" y="67763"/>
                  </a:lnTo>
                  <a:lnTo>
                    <a:pt x="12906" y="67451"/>
                  </a:lnTo>
                  <a:lnTo>
                    <a:pt x="12307" y="63127"/>
                  </a:lnTo>
                  <a:lnTo>
                    <a:pt x="12228" y="62563"/>
                  </a:lnTo>
                  <a:lnTo>
                    <a:pt x="12196" y="62332"/>
                  </a:lnTo>
                  <a:lnTo>
                    <a:pt x="12085" y="61526"/>
                  </a:lnTo>
                  <a:lnTo>
                    <a:pt x="11329" y="56075"/>
                  </a:lnTo>
                  <a:lnTo>
                    <a:pt x="11266" y="55623"/>
                  </a:lnTo>
                  <a:lnTo>
                    <a:pt x="11205" y="55182"/>
                  </a:lnTo>
                  <a:lnTo>
                    <a:pt x="11155" y="54817"/>
                  </a:lnTo>
                  <a:lnTo>
                    <a:pt x="10769" y="52034"/>
                  </a:lnTo>
                  <a:lnTo>
                    <a:pt x="10559" y="50517"/>
                  </a:lnTo>
                  <a:lnTo>
                    <a:pt x="10241" y="48228"/>
                  </a:lnTo>
                  <a:lnTo>
                    <a:pt x="10193" y="47881"/>
                  </a:lnTo>
                  <a:lnTo>
                    <a:pt x="9502" y="42897"/>
                  </a:lnTo>
                  <a:lnTo>
                    <a:pt x="9617" y="42223"/>
                  </a:lnTo>
                  <a:lnTo>
                    <a:pt x="9726" y="41586"/>
                  </a:lnTo>
                  <a:lnTo>
                    <a:pt x="10161" y="39037"/>
                  </a:lnTo>
                  <a:lnTo>
                    <a:pt x="10390" y="37695"/>
                  </a:lnTo>
                  <a:lnTo>
                    <a:pt x="10373" y="37381"/>
                  </a:lnTo>
                  <a:lnTo>
                    <a:pt x="10322" y="36460"/>
                  </a:lnTo>
                  <a:lnTo>
                    <a:pt x="9866" y="33697"/>
                  </a:lnTo>
                  <a:lnTo>
                    <a:pt x="9768" y="33104"/>
                  </a:lnTo>
                  <a:lnTo>
                    <a:pt x="9639" y="32320"/>
                  </a:lnTo>
                  <a:lnTo>
                    <a:pt x="9222" y="29794"/>
                  </a:lnTo>
                  <a:lnTo>
                    <a:pt x="9068" y="28863"/>
                  </a:lnTo>
                  <a:lnTo>
                    <a:pt x="8537" y="28899"/>
                  </a:lnTo>
                  <a:lnTo>
                    <a:pt x="8384" y="28910"/>
                  </a:lnTo>
                  <a:lnTo>
                    <a:pt x="8202" y="27207"/>
                  </a:lnTo>
                  <a:lnTo>
                    <a:pt x="8123" y="26467"/>
                  </a:lnTo>
                  <a:lnTo>
                    <a:pt x="8105" y="26295"/>
                  </a:lnTo>
                  <a:lnTo>
                    <a:pt x="8067" y="26068"/>
                  </a:lnTo>
                  <a:lnTo>
                    <a:pt x="7496" y="24185"/>
                  </a:lnTo>
                  <a:lnTo>
                    <a:pt x="6968" y="22442"/>
                  </a:lnTo>
                  <a:lnTo>
                    <a:pt x="6846" y="22037"/>
                  </a:lnTo>
                  <a:lnTo>
                    <a:pt x="6697" y="21546"/>
                  </a:lnTo>
                  <a:lnTo>
                    <a:pt x="6545" y="20956"/>
                  </a:lnTo>
                  <a:lnTo>
                    <a:pt x="6469" y="20660"/>
                  </a:lnTo>
                  <a:lnTo>
                    <a:pt x="6292" y="20185"/>
                  </a:lnTo>
                  <a:lnTo>
                    <a:pt x="5745" y="18716"/>
                  </a:lnTo>
                  <a:lnTo>
                    <a:pt x="5669" y="18511"/>
                  </a:lnTo>
                  <a:lnTo>
                    <a:pt x="5593" y="18307"/>
                  </a:lnTo>
                  <a:lnTo>
                    <a:pt x="5270" y="17437"/>
                  </a:lnTo>
                  <a:lnTo>
                    <a:pt x="4952" y="16583"/>
                  </a:lnTo>
                  <a:lnTo>
                    <a:pt x="4789" y="16145"/>
                  </a:lnTo>
                  <a:lnTo>
                    <a:pt x="4730" y="15986"/>
                  </a:lnTo>
                  <a:lnTo>
                    <a:pt x="4663" y="15808"/>
                  </a:lnTo>
                  <a:lnTo>
                    <a:pt x="4524" y="15433"/>
                  </a:lnTo>
                  <a:lnTo>
                    <a:pt x="4379" y="15447"/>
                  </a:lnTo>
                  <a:lnTo>
                    <a:pt x="3832" y="15498"/>
                  </a:lnTo>
                  <a:lnTo>
                    <a:pt x="3435" y="15535"/>
                  </a:lnTo>
                  <a:lnTo>
                    <a:pt x="2483" y="15625"/>
                  </a:lnTo>
                  <a:lnTo>
                    <a:pt x="1009" y="15763"/>
                  </a:lnTo>
                  <a:lnTo>
                    <a:pt x="852" y="14741"/>
                  </a:lnTo>
                  <a:lnTo>
                    <a:pt x="607" y="13152"/>
                  </a:lnTo>
                  <a:lnTo>
                    <a:pt x="574" y="12939"/>
                  </a:lnTo>
                  <a:lnTo>
                    <a:pt x="525" y="12620"/>
                  </a:lnTo>
                  <a:lnTo>
                    <a:pt x="413" y="11895"/>
                  </a:lnTo>
                  <a:lnTo>
                    <a:pt x="356" y="11521"/>
                  </a:lnTo>
                  <a:lnTo>
                    <a:pt x="292" y="11107"/>
                  </a:lnTo>
                  <a:lnTo>
                    <a:pt x="248" y="10824"/>
                  </a:lnTo>
                  <a:lnTo>
                    <a:pt x="167" y="10292"/>
                  </a:lnTo>
                  <a:lnTo>
                    <a:pt x="137" y="10101"/>
                  </a:lnTo>
                  <a:lnTo>
                    <a:pt x="80" y="9732"/>
                  </a:lnTo>
                  <a:lnTo>
                    <a:pt x="40" y="9471"/>
                  </a:lnTo>
                  <a:lnTo>
                    <a:pt x="0" y="8822"/>
                  </a:lnTo>
                  <a:lnTo>
                    <a:pt x="684" y="8593"/>
                  </a:lnTo>
                  <a:lnTo>
                    <a:pt x="943" y="8506"/>
                  </a:lnTo>
                  <a:lnTo>
                    <a:pt x="1295" y="8388"/>
                  </a:lnTo>
                  <a:lnTo>
                    <a:pt x="1494" y="8322"/>
                  </a:lnTo>
                  <a:lnTo>
                    <a:pt x="1887" y="8190"/>
                  </a:lnTo>
                  <a:lnTo>
                    <a:pt x="1735" y="4777"/>
                  </a:lnTo>
                  <a:lnTo>
                    <a:pt x="1708" y="4153"/>
                  </a:lnTo>
                  <a:lnTo>
                    <a:pt x="1581" y="1292"/>
                  </a:lnTo>
                  <a:lnTo>
                    <a:pt x="1555" y="722"/>
                  </a:lnTo>
                  <a:lnTo>
                    <a:pt x="1528" y="116"/>
                  </a:lnTo>
                  <a:lnTo>
                    <a:pt x="3077" y="58"/>
                  </a:lnTo>
                  <a:lnTo>
                    <a:pt x="4625" y="0"/>
                  </a:lnTo>
                  <a:lnTo>
                    <a:pt x="4710" y="2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81880" y="5237574"/>
              <a:ext cx="151723" cy="105608"/>
            </a:xfrm>
            <a:custGeom>
              <a:avLst/>
              <a:pathLst>
                <a:path w="151723" h="105608">
                  <a:moveTo>
                    <a:pt x="105495" y="12709"/>
                  </a:moveTo>
                  <a:lnTo>
                    <a:pt x="107363" y="14440"/>
                  </a:lnTo>
                  <a:lnTo>
                    <a:pt x="112008" y="18745"/>
                  </a:lnTo>
                  <a:lnTo>
                    <a:pt x="118271" y="24549"/>
                  </a:lnTo>
                  <a:lnTo>
                    <a:pt x="119112" y="25336"/>
                  </a:lnTo>
                  <a:lnTo>
                    <a:pt x="120733" y="26853"/>
                  </a:lnTo>
                  <a:lnTo>
                    <a:pt x="122441" y="28451"/>
                  </a:lnTo>
                  <a:lnTo>
                    <a:pt x="123016" y="28988"/>
                  </a:lnTo>
                  <a:lnTo>
                    <a:pt x="128690" y="34298"/>
                  </a:lnTo>
                  <a:lnTo>
                    <a:pt x="129688" y="35232"/>
                  </a:lnTo>
                  <a:lnTo>
                    <a:pt x="134993" y="40195"/>
                  </a:lnTo>
                  <a:lnTo>
                    <a:pt x="135362" y="40541"/>
                  </a:lnTo>
                  <a:lnTo>
                    <a:pt x="142043" y="46791"/>
                  </a:lnTo>
                  <a:lnTo>
                    <a:pt x="142204" y="46942"/>
                  </a:lnTo>
                  <a:lnTo>
                    <a:pt x="142590" y="47303"/>
                  </a:lnTo>
                  <a:lnTo>
                    <a:pt x="149120" y="53413"/>
                  </a:lnTo>
                  <a:lnTo>
                    <a:pt x="149964" y="54202"/>
                  </a:lnTo>
                  <a:lnTo>
                    <a:pt x="151723" y="55849"/>
                  </a:lnTo>
                  <a:lnTo>
                    <a:pt x="148968" y="58840"/>
                  </a:lnTo>
                  <a:lnTo>
                    <a:pt x="143068" y="65242"/>
                  </a:lnTo>
                  <a:lnTo>
                    <a:pt x="142470" y="65891"/>
                  </a:lnTo>
                  <a:lnTo>
                    <a:pt x="136391" y="72563"/>
                  </a:lnTo>
                  <a:lnTo>
                    <a:pt x="133640" y="75583"/>
                  </a:lnTo>
                  <a:lnTo>
                    <a:pt x="133349" y="75902"/>
                  </a:lnTo>
                  <a:lnTo>
                    <a:pt x="132902" y="76380"/>
                  </a:lnTo>
                  <a:lnTo>
                    <a:pt x="114985" y="95535"/>
                  </a:lnTo>
                  <a:lnTo>
                    <a:pt x="114837" y="95689"/>
                  </a:lnTo>
                  <a:lnTo>
                    <a:pt x="105326" y="105608"/>
                  </a:lnTo>
                  <a:lnTo>
                    <a:pt x="97438" y="98093"/>
                  </a:lnTo>
                  <a:lnTo>
                    <a:pt x="95882" y="96610"/>
                  </a:lnTo>
                  <a:lnTo>
                    <a:pt x="94441" y="95237"/>
                  </a:lnTo>
                  <a:lnTo>
                    <a:pt x="92123" y="93179"/>
                  </a:lnTo>
                  <a:lnTo>
                    <a:pt x="90680" y="92325"/>
                  </a:lnTo>
                  <a:lnTo>
                    <a:pt x="88831" y="92381"/>
                  </a:lnTo>
                  <a:lnTo>
                    <a:pt x="88305" y="92438"/>
                  </a:lnTo>
                  <a:lnTo>
                    <a:pt x="79463" y="93392"/>
                  </a:lnTo>
                  <a:lnTo>
                    <a:pt x="77844" y="93567"/>
                  </a:lnTo>
                  <a:lnTo>
                    <a:pt x="70439" y="94496"/>
                  </a:lnTo>
                  <a:lnTo>
                    <a:pt x="68869" y="94693"/>
                  </a:lnTo>
                  <a:lnTo>
                    <a:pt x="50913" y="96946"/>
                  </a:lnTo>
                  <a:lnTo>
                    <a:pt x="44947" y="98160"/>
                  </a:lnTo>
                  <a:lnTo>
                    <a:pt x="44499" y="98251"/>
                  </a:lnTo>
                  <a:lnTo>
                    <a:pt x="43520" y="98648"/>
                  </a:lnTo>
                  <a:lnTo>
                    <a:pt x="42736" y="98966"/>
                  </a:lnTo>
                  <a:lnTo>
                    <a:pt x="37128" y="101626"/>
                  </a:lnTo>
                  <a:lnTo>
                    <a:pt x="36383" y="101979"/>
                  </a:lnTo>
                  <a:lnTo>
                    <a:pt x="35968" y="102151"/>
                  </a:lnTo>
                  <a:lnTo>
                    <a:pt x="33982" y="102974"/>
                  </a:lnTo>
                  <a:lnTo>
                    <a:pt x="31124" y="103719"/>
                  </a:lnTo>
                  <a:lnTo>
                    <a:pt x="28481" y="104057"/>
                  </a:lnTo>
                  <a:lnTo>
                    <a:pt x="26533" y="104265"/>
                  </a:lnTo>
                  <a:lnTo>
                    <a:pt x="26701" y="99201"/>
                  </a:lnTo>
                  <a:lnTo>
                    <a:pt x="26002" y="98630"/>
                  </a:lnTo>
                  <a:lnTo>
                    <a:pt x="25470" y="96541"/>
                  </a:lnTo>
                  <a:lnTo>
                    <a:pt x="20819" y="93901"/>
                  </a:lnTo>
                  <a:lnTo>
                    <a:pt x="18330" y="90676"/>
                  </a:lnTo>
                  <a:lnTo>
                    <a:pt x="16550" y="90561"/>
                  </a:lnTo>
                  <a:lnTo>
                    <a:pt x="15650" y="85976"/>
                  </a:lnTo>
                  <a:lnTo>
                    <a:pt x="15636" y="85424"/>
                  </a:lnTo>
                  <a:lnTo>
                    <a:pt x="14480" y="85566"/>
                  </a:lnTo>
                  <a:lnTo>
                    <a:pt x="13762" y="81635"/>
                  </a:lnTo>
                  <a:lnTo>
                    <a:pt x="6618" y="82528"/>
                  </a:lnTo>
                  <a:lnTo>
                    <a:pt x="6618" y="79188"/>
                  </a:lnTo>
                  <a:lnTo>
                    <a:pt x="5410" y="76306"/>
                  </a:lnTo>
                  <a:lnTo>
                    <a:pt x="3982" y="71211"/>
                  </a:lnTo>
                  <a:lnTo>
                    <a:pt x="1580" y="67296"/>
                  </a:lnTo>
                  <a:lnTo>
                    <a:pt x="0" y="63630"/>
                  </a:lnTo>
                  <a:lnTo>
                    <a:pt x="1884" y="58814"/>
                  </a:lnTo>
                  <a:lnTo>
                    <a:pt x="1337" y="54992"/>
                  </a:lnTo>
                  <a:lnTo>
                    <a:pt x="3313" y="54060"/>
                  </a:lnTo>
                  <a:lnTo>
                    <a:pt x="5197" y="48157"/>
                  </a:lnTo>
                  <a:lnTo>
                    <a:pt x="364" y="44801"/>
                  </a:lnTo>
                  <a:lnTo>
                    <a:pt x="942" y="37966"/>
                  </a:lnTo>
                  <a:lnTo>
                    <a:pt x="4182" y="38048"/>
                  </a:lnTo>
                  <a:lnTo>
                    <a:pt x="4267" y="36941"/>
                  </a:lnTo>
                  <a:lnTo>
                    <a:pt x="4333" y="36452"/>
                  </a:lnTo>
                  <a:lnTo>
                    <a:pt x="4506" y="35159"/>
                  </a:lnTo>
                  <a:lnTo>
                    <a:pt x="4620" y="33709"/>
                  </a:lnTo>
                  <a:lnTo>
                    <a:pt x="6930" y="30447"/>
                  </a:lnTo>
                  <a:lnTo>
                    <a:pt x="10760" y="19541"/>
                  </a:lnTo>
                  <a:lnTo>
                    <a:pt x="13221" y="15290"/>
                  </a:lnTo>
                  <a:lnTo>
                    <a:pt x="13800" y="14290"/>
                  </a:lnTo>
                  <a:lnTo>
                    <a:pt x="15580" y="11046"/>
                  </a:lnTo>
                  <a:lnTo>
                    <a:pt x="17115" y="10386"/>
                  </a:lnTo>
                  <a:lnTo>
                    <a:pt x="20896" y="8761"/>
                  </a:lnTo>
                  <a:lnTo>
                    <a:pt x="22827" y="9189"/>
                  </a:lnTo>
                  <a:lnTo>
                    <a:pt x="24209" y="8782"/>
                  </a:lnTo>
                  <a:lnTo>
                    <a:pt x="25124" y="8512"/>
                  </a:lnTo>
                  <a:lnTo>
                    <a:pt x="27056" y="7943"/>
                  </a:lnTo>
                  <a:lnTo>
                    <a:pt x="27492" y="7475"/>
                  </a:lnTo>
                  <a:lnTo>
                    <a:pt x="28370" y="7027"/>
                  </a:lnTo>
                  <a:lnTo>
                    <a:pt x="29159" y="7766"/>
                  </a:lnTo>
                  <a:lnTo>
                    <a:pt x="29551" y="8134"/>
                  </a:lnTo>
                  <a:lnTo>
                    <a:pt x="30439" y="8799"/>
                  </a:lnTo>
                  <a:lnTo>
                    <a:pt x="31691" y="9303"/>
                  </a:lnTo>
                  <a:lnTo>
                    <a:pt x="34469" y="10275"/>
                  </a:lnTo>
                  <a:lnTo>
                    <a:pt x="35606" y="10490"/>
                  </a:lnTo>
                  <a:lnTo>
                    <a:pt x="35532" y="10755"/>
                  </a:lnTo>
                  <a:lnTo>
                    <a:pt x="36307" y="10849"/>
                  </a:lnTo>
                  <a:lnTo>
                    <a:pt x="39687" y="11263"/>
                  </a:lnTo>
                  <a:lnTo>
                    <a:pt x="45772" y="12007"/>
                  </a:lnTo>
                  <a:lnTo>
                    <a:pt x="46116" y="12049"/>
                  </a:lnTo>
                  <a:lnTo>
                    <a:pt x="54193" y="13036"/>
                  </a:lnTo>
                  <a:lnTo>
                    <a:pt x="55822" y="13236"/>
                  </a:lnTo>
                  <a:lnTo>
                    <a:pt x="56416" y="13308"/>
                  </a:lnTo>
                  <a:lnTo>
                    <a:pt x="56525" y="12622"/>
                  </a:lnTo>
                  <a:lnTo>
                    <a:pt x="57461" y="4146"/>
                  </a:lnTo>
                  <a:lnTo>
                    <a:pt x="57684" y="2122"/>
                  </a:lnTo>
                  <a:lnTo>
                    <a:pt x="57815" y="941"/>
                  </a:lnTo>
                  <a:lnTo>
                    <a:pt x="57919" y="0"/>
                  </a:lnTo>
                  <a:lnTo>
                    <a:pt x="68648" y="1179"/>
                  </a:lnTo>
                  <a:lnTo>
                    <a:pt x="68957" y="1213"/>
                  </a:lnTo>
                  <a:lnTo>
                    <a:pt x="70444" y="1376"/>
                  </a:lnTo>
                  <a:lnTo>
                    <a:pt x="78445" y="2256"/>
                  </a:lnTo>
                  <a:lnTo>
                    <a:pt x="87941" y="3300"/>
                  </a:lnTo>
                  <a:lnTo>
                    <a:pt x="92983" y="4647"/>
                  </a:lnTo>
                  <a:lnTo>
                    <a:pt x="96462" y="6218"/>
                  </a:lnTo>
                  <a:lnTo>
                    <a:pt x="100261" y="8354"/>
                  </a:lnTo>
                  <a:lnTo>
                    <a:pt x="102807" y="10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28833" y="5363292"/>
              <a:ext cx="165535" cy="116270"/>
            </a:xfrm>
            <a:custGeom>
              <a:avLst/>
              <a:pathLst>
                <a:path w="165535" h="116270">
                  <a:moveTo>
                    <a:pt x="16785" y="15700"/>
                  </a:moveTo>
                  <a:lnTo>
                    <a:pt x="19104" y="20779"/>
                  </a:lnTo>
                  <a:lnTo>
                    <a:pt x="19362" y="20684"/>
                  </a:lnTo>
                  <a:lnTo>
                    <a:pt x="19939" y="20401"/>
                  </a:lnTo>
                  <a:lnTo>
                    <a:pt x="20276" y="20237"/>
                  </a:lnTo>
                  <a:lnTo>
                    <a:pt x="22630" y="19084"/>
                  </a:lnTo>
                  <a:lnTo>
                    <a:pt x="26335" y="17077"/>
                  </a:lnTo>
                  <a:lnTo>
                    <a:pt x="27990" y="16181"/>
                  </a:lnTo>
                  <a:lnTo>
                    <a:pt x="28621" y="15840"/>
                  </a:lnTo>
                  <a:lnTo>
                    <a:pt x="29081" y="15591"/>
                  </a:lnTo>
                  <a:lnTo>
                    <a:pt x="29257" y="15495"/>
                  </a:lnTo>
                  <a:lnTo>
                    <a:pt x="30579" y="14796"/>
                  </a:lnTo>
                  <a:lnTo>
                    <a:pt x="32152" y="14031"/>
                  </a:lnTo>
                  <a:lnTo>
                    <a:pt x="33467" y="13349"/>
                  </a:lnTo>
                  <a:lnTo>
                    <a:pt x="34939" y="12584"/>
                  </a:lnTo>
                  <a:lnTo>
                    <a:pt x="35877" y="12097"/>
                  </a:lnTo>
                  <a:lnTo>
                    <a:pt x="37616" y="11195"/>
                  </a:lnTo>
                  <a:lnTo>
                    <a:pt x="39528" y="10202"/>
                  </a:lnTo>
                  <a:lnTo>
                    <a:pt x="41116" y="9378"/>
                  </a:lnTo>
                  <a:lnTo>
                    <a:pt x="41214" y="9588"/>
                  </a:lnTo>
                  <a:lnTo>
                    <a:pt x="41658" y="10541"/>
                  </a:lnTo>
                  <a:lnTo>
                    <a:pt x="41931" y="11128"/>
                  </a:lnTo>
                  <a:lnTo>
                    <a:pt x="42168" y="11030"/>
                  </a:lnTo>
                  <a:lnTo>
                    <a:pt x="42436" y="10919"/>
                  </a:lnTo>
                  <a:lnTo>
                    <a:pt x="42573" y="10862"/>
                  </a:lnTo>
                  <a:lnTo>
                    <a:pt x="46865" y="9086"/>
                  </a:lnTo>
                  <a:lnTo>
                    <a:pt x="52497" y="6754"/>
                  </a:lnTo>
                  <a:lnTo>
                    <a:pt x="53456" y="6988"/>
                  </a:lnTo>
                  <a:lnTo>
                    <a:pt x="54025" y="7127"/>
                  </a:lnTo>
                  <a:lnTo>
                    <a:pt x="55227" y="7885"/>
                  </a:lnTo>
                  <a:lnTo>
                    <a:pt x="55575" y="8105"/>
                  </a:lnTo>
                  <a:lnTo>
                    <a:pt x="55733" y="8300"/>
                  </a:lnTo>
                  <a:lnTo>
                    <a:pt x="56384" y="9103"/>
                  </a:lnTo>
                  <a:lnTo>
                    <a:pt x="57598" y="10602"/>
                  </a:lnTo>
                  <a:lnTo>
                    <a:pt x="57906" y="10981"/>
                  </a:lnTo>
                  <a:lnTo>
                    <a:pt x="58388" y="11576"/>
                  </a:lnTo>
                  <a:lnTo>
                    <a:pt x="58558" y="11786"/>
                  </a:lnTo>
                  <a:lnTo>
                    <a:pt x="58695" y="11955"/>
                  </a:lnTo>
                  <a:lnTo>
                    <a:pt x="59081" y="12383"/>
                  </a:lnTo>
                  <a:lnTo>
                    <a:pt x="60460" y="13912"/>
                  </a:lnTo>
                  <a:lnTo>
                    <a:pt x="62392" y="16055"/>
                  </a:lnTo>
                  <a:lnTo>
                    <a:pt x="62989" y="16716"/>
                  </a:lnTo>
                  <a:lnTo>
                    <a:pt x="66010" y="20066"/>
                  </a:lnTo>
                  <a:lnTo>
                    <a:pt x="66611" y="20733"/>
                  </a:lnTo>
                  <a:lnTo>
                    <a:pt x="67771" y="22019"/>
                  </a:lnTo>
                  <a:lnTo>
                    <a:pt x="70114" y="24617"/>
                  </a:lnTo>
                  <a:lnTo>
                    <a:pt x="71254" y="25881"/>
                  </a:lnTo>
                  <a:lnTo>
                    <a:pt x="72658" y="27438"/>
                  </a:lnTo>
                  <a:lnTo>
                    <a:pt x="73582" y="28582"/>
                  </a:lnTo>
                  <a:lnTo>
                    <a:pt x="74364" y="29550"/>
                  </a:lnTo>
                  <a:lnTo>
                    <a:pt x="79478" y="35881"/>
                  </a:lnTo>
                  <a:lnTo>
                    <a:pt x="80002" y="36530"/>
                  </a:lnTo>
                  <a:lnTo>
                    <a:pt x="81954" y="38947"/>
                  </a:lnTo>
                  <a:lnTo>
                    <a:pt x="82963" y="39967"/>
                  </a:lnTo>
                  <a:lnTo>
                    <a:pt x="84098" y="40797"/>
                  </a:lnTo>
                  <a:lnTo>
                    <a:pt x="84576" y="41146"/>
                  </a:lnTo>
                  <a:lnTo>
                    <a:pt x="84724" y="41255"/>
                  </a:lnTo>
                  <a:lnTo>
                    <a:pt x="85083" y="41517"/>
                  </a:lnTo>
                  <a:lnTo>
                    <a:pt x="86131" y="42283"/>
                  </a:lnTo>
                  <a:lnTo>
                    <a:pt x="88494" y="43655"/>
                  </a:lnTo>
                  <a:lnTo>
                    <a:pt x="90458" y="44795"/>
                  </a:lnTo>
                  <a:lnTo>
                    <a:pt x="94871" y="47356"/>
                  </a:lnTo>
                  <a:lnTo>
                    <a:pt x="96183" y="48117"/>
                  </a:lnTo>
                  <a:lnTo>
                    <a:pt x="103948" y="52611"/>
                  </a:lnTo>
                  <a:lnTo>
                    <a:pt x="104320" y="52766"/>
                  </a:lnTo>
                  <a:lnTo>
                    <a:pt x="106850" y="53823"/>
                  </a:lnTo>
                  <a:lnTo>
                    <a:pt x="108179" y="54378"/>
                  </a:lnTo>
                  <a:lnTo>
                    <a:pt x="108342" y="54376"/>
                  </a:lnTo>
                  <a:lnTo>
                    <a:pt x="108719" y="54371"/>
                  </a:lnTo>
                  <a:lnTo>
                    <a:pt x="110806" y="54114"/>
                  </a:lnTo>
                  <a:lnTo>
                    <a:pt x="128769" y="51904"/>
                  </a:lnTo>
                  <a:lnTo>
                    <a:pt x="132729" y="51417"/>
                  </a:lnTo>
                  <a:lnTo>
                    <a:pt x="136238" y="50985"/>
                  </a:lnTo>
                  <a:lnTo>
                    <a:pt x="136595" y="50941"/>
                  </a:lnTo>
                  <a:lnTo>
                    <a:pt x="137618" y="50821"/>
                  </a:lnTo>
                  <a:lnTo>
                    <a:pt x="141501" y="50364"/>
                  </a:lnTo>
                  <a:lnTo>
                    <a:pt x="141677" y="50344"/>
                  </a:lnTo>
                  <a:lnTo>
                    <a:pt x="150036" y="49360"/>
                  </a:lnTo>
                  <a:lnTo>
                    <a:pt x="150509" y="49305"/>
                  </a:lnTo>
                  <a:lnTo>
                    <a:pt x="152252" y="49100"/>
                  </a:lnTo>
                  <a:lnTo>
                    <a:pt x="159152" y="48288"/>
                  </a:lnTo>
                  <a:lnTo>
                    <a:pt x="159573" y="48239"/>
                  </a:lnTo>
                  <a:lnTo>
                    <a:pt x="160388" y="48047"/>
                  </a:lnTo>
                  <a:lnTo>
                    <a:pt x="163655" y="47278"/>
                  </a:lnTo>
                  <a:lnTo>
                    <a:pt x="164322" y="47121"/>
                  </a:lnTo>
                  <a:lnTo>
                    <a:pt x="164360" y="48097"/>
                  </a:lnTo>
                  <a:lnTo>
                    <a:pt x="163781" y="49065"/>
                  </a:lnTo>
                  <a:lnTo>
                    <a:pt x="163205" y="50030"/>
                  </a:lnTo>
                  <a:lnTo>
                    <a:pt x="164048" y="58567"/>
                  </a:lnTo>
                  <a:lnTo>
                    <a:pt x="165535" y="72398"/>
                  </a:lnTo>
                  <a:lnTo>
                    <a:pt x="163269" y="72633"/>
                  </a:lnTo>
                  <a:lnTo>
                    <a:pt x="162011" y="72763"/>
                  </a:lnTo>
                  <a:lnTo>
                    <a:pt x="161732" y="72791"/>
                  </a:lnTo>
                  <a:lnTo>
                    <a:pt x="160790" y="74480"/>
                  </a:lnTo>
                  <a:lnTo>
                    <a:pt x="159211" y="77310"/>
                  </a:lnTo>
                  <a:lnTo>
                    <a:pt x="158289" y="78964"/>
                  </a:lnTo>
                  <a:lnTo>
                    <a:pt x="157758" y="78742"/>
                  </a:lnTo>
                  <a:lnTo>
                    <a:pt x="157548" y="78654"/>
                  </a:lnTo>
                  <a:lnTo>
                    <a:pt x="156345" y="80563"/>
                  </a:lnTo>
                  <a:lnTo>
                    <a:pt x="149521" y="91393"/>
                  </a:lnTo>
                  <a:lnTo>
                    <a:pt x="144235" y="99672"/>
                  </a:lnTo>
                  <a:lnTo>
                    <a:pt x="141953" y="98110"/>
                  </a:lnTo>
                  <a:lnTo>
                    <a:pt x="130719" y="90421"/>
                  </a:lnTo>
                  <a:lnTo>
                    <a:pt x="130150" y="90409"/>
                  </a:lnTo>
                  <a:lnTo>
                    <a:pt x="129989" y="90406"/>
                  </a:lnTo>
                  <a:lnTo>
                    <a:pt x="129770" y="90401"/>
                  </a:lnTo>
                  <a:lnTo>
                    <a:pt x="129573" y="90423"/>
                  </a:lnTo>
                  <a:lnTo>
                    <a:pt x="121516" y="91308"/>
                  </a:lnTo>
                  <a:lnTo>
                    <a:pt x="117178" y="91784"/>
                  </a:lnTo>
                  <a:lnTo>
                    <a:pt x="114721" y="92054"/>
                  </a:lnTo>
                  <a:lnTo>
                    <a:pt x="107886" y="92890"/>
                  </a:lnTo>
                  <a:lnTo>
                    <a:pt x="107873" y="93072"/>
                  </a:lnTo>
                  <a:lnTo>
                    <a:pt x="107790" y="94236"/>
                  </a:lnTo>
                  <a:lnTo>
                    <a:pt x="102391" y="94996"/>
                  </a:lnTo>
                  <a:lnTo>
                    <a:pt x="101336" y="95145"/>
                  </a:lnTo>
                  <a:lnTo>
                    <a:pt x="101367" y="95321"/>
                  </a:lnTo>
                  <a:lnTo>
                    <a:pt x="101590" y="96586"/>
                  </a:lnTo>
                  <a:lnTo>
                    <a:pt x="101989" y="96452"/>
                  </a:lnTo>
                  <a:lnTo>
                    <a:pt x="102634" y="96686"/>
                  </a:lnTo>
                  <a:lnTo>
                    <a:pt x="103418" y="96936"/>
                  </a:lnTo>
                  <a:lnTo>
                    <a:pt x="105615" y="97634"/>
                  </a:lnTo>
                  <a:lnTo>
                    <a:pt x="105612" y="97915"/>
                  </a:lnTo>
                  <a:lnTo>
                    <a:pt x="105158" y="98435"/>
                  </a:lnTo>
                  <a:lnTo>
                    <a:pt x="103110" y="100783"/>
                  </a:lnTo>
                  <a:lnTo>
                    <a:pt x="103084" y="101106"/>
                  </a:lnTo>
                  <a:lnTo>
                    <a:pt x="103084" y="101523"/>
                  </a:lnTo>
                  <a:lnTo>
                    <a:pt x="103084" y="101946"/>
                  </a:lnTo>
                  <a:lnTo>
                    <a:pt x="103084" y="102094"/>
                  </a:lnTo>
                  <a:lnTo>
                    <a:pt x="102881" y="103653"/>
                  </a:lnTo>
                  <a:lnTo>
                    <a:pt x="102708" y="104974"/>
                  </a:lnTo>
                  <a:lnTo>
                    <a:pt x="98263" y="105042"/>
                  </a:lnTo>
                  <a:lnTo>
                    <a:pt x="97013" y="105634"/>
                  </a:lnTo>
                  <a:lnTo>
                    <a:pt x="96657" y="106136"/>
                  </a:lnTo>
                  <a:lnTo>
                    <a:pt x="96169" y="106822"/>
                  </a:lnTo>
                  <a:lnTo>
                    <a:pt x="94788" y="109534"/>
                  </a:lnTo>
                  <a:lnTo>
                    <a:pt x="94544" y="110012"/>
                  </a:lnTo>
                  <a:lnTo>
                    <a:pt x="95019" y="116270"/>
                  </a:lnTo>
                  <a:lnTo>
                    <a:pt x="93122" y="115726"/>
                  </a:lnTo>
                  <a:lnTo>
                    <a:pt x="91358" y="114328"/>
                  </a:lnTo>
                  <a:lnTo>
                    <a:pt x="89463" y="112825"/>
                  </a:lnTo>
                  <a:lnTo>
                    <a:pt x="88822" y="112468"/>
                  </a:lnTo>
                  <a:lnTo>
                    <a:pt x="85449" y="110549"/>
                  </a:lnTo>
                  <a:lnTo>
                    <a:pt x="81098" y="108074"/>
                  </a:lnTo>
                  <a:lnTo>
                    <a:pt x="77970" y="110550"/>
                  </a:lnTo>
                  <a:lnTo>
                    <a:pt x="73126" y="100646"/>
                  </a:lnTo>
                  <a:lnTo>
                    <a:pt x="66096" y="89286"/>
                  </a:lnTo>
                  <a:lnTo>
                    <a:pt x="62677" y="82295"/>
                  </a:lnTo>
                  <a:lnTo>
                    <a:pt x="59827" y="75499"/>
                  </a:lnTo>
                  <a:lnTo>
                    <a:pt x="55553" y="71421"/>
                  </a:lnTo>
                  <a:lnTo>
                    <a:pt x="49758" y="70062"/>
                  </a:lnTo>
                  <a:lnTo>
                    <a:pt x="46339" y="68896"/>
                  </a:lnTo>
                  <a:lnTo>
                    <a:pt x="44629" y="63848"/>
                  </a:lnTo>
                  <a:lnTo>
                    <a:pt x="40639" y="60255"/>
                  </a:lnTo>
                  <a:lnTo>
                    <a:pt x="36270" y="55595"/>
                  </a:lnTo>
                  <a:lnTo>
                    <a:pt x="32660" y="49283"/>
                  </a:lnTo>
                  <a:lnTo>
                    <a:pt x="29715" y="43749"/>
                  </a:lnTo>
                  <a:lnTo>
                    <a:pt x="27531" y="40060"/>
                  </a:lnTo>
                  <a:lnTo>
                    <a:pt x="22781" y="35205"/>
                  </a:lnTo>
                  <a:lnTo>
                    <a:pt x="17462" y="31321"/>
                  </a:lnTo>
                  <a:lnTo>
                    <a:pt x="13282" y="27049"/>
                  </a:lnTo>
                  <a:lnTo>
                    <a:pt x="12427" y="23359"/>
                  </a:lnTo>
                  <a:lnTo>
                    <a:pt x="11762" y="20252"/>
                  </a:lnTo>
                  <a:lnTo>
                    <a:pt x="7203" y="17534"/>
                  </a:lnTo>
                  <a:lnTo>
                    <a:pt x="3308" y="16951"/>
                  </a:lnTo>
                  <a:lnTo>
                    <a:pt x="0" y="17202"/>
                  </a:lnTo>
                  <a:lnTo>
                    <a:pt x="11634" y="4771"/>
                  </a:lnTo>
                  <a:lnTo>
                    <a:pt x="11283" y="0"/>
                  </a:lnTo>
                  <a:lnTo>
                    <a:pt x="17814" y="873"/>
                  </a:lnTo>
                  <a:lnTo>
                    <a:pt x="21197" y="1227"/>
                  </a:lnTo>
                  <a:lnTo>
                    <a:pt x="23012" y="3044"/>
                  </a:lnTo>
                  <a:lnTo>
                    <a:pt x="19630" y="3974"/>
                  </a:lnTo>
                  <a:lnTo>
                    <a:pt x="19906" y="4937"/>
                  </a:lnTo>
                  <a:lnTo>
                    <a:pt x="18908" y="5240"/>
                  </a:lnTo>
                  <a:lnTo>
                    <a:pt x="18089" y="5488"/>
                  </a:lnTo>
                  <a:lnTo>
                    <a:pt x="17070" y="5797"/>
                  </a:lnTo>
                  <a:lnTo>
                    <a:pt x="17511" y="7464"/>
                  </a:lnTo>
                  <a:lnTo>
                    <a:pt x="15816" y="7996"/>
                  </a:lnTo>
                  <a:lnTo>
                    <a:pt x="16073" y="8899"/>
                  </a:lnTo>
                  <a:lnTo>
                    <a:pt x="15061" y="9219"/>
                  </a:lnTo>
                  <a:lnTo>
                    <a:pt x="15389" y="10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106805" y="5435698"/>
              <a:ext cx="138184" cy="111073"/>
            </a:xfrm>
            <a:custGeom>
              <a:avLst/>
              <a:pathLst>
                <a:path w="138184" h="111073">
                  <a:moveTo>
                    <a:pt x="132898" y="39725"/>
                  </a:moveTo>
                  <a:lnTo>
                    <a:pt x="127173" y="44208"/>
                  </a:lnTo>
                  <a:lnTo>
                    <a:pt x="121299" y="48808"/>
                  </a:lnTo>
                  <a:lnTo>
                    <a:pt x="119038" y="50579"/>
                  </a:lnTo>
                  <a:lnTo>
                    <a:pt x="116787" y="52341"/>
                  </a:lnTo>
                  <a:lnTo>
                    <a:pt x="114875" y="54471"/>
                  </a:lnTo>
                  <a:lnTo>
                    <a:pt x="114362" y="55042"/>
                  </a:lnTo>
                  <a:lnTo>
                    <a:pt x="113074" y="56476"/>
                  </a:lnTo>
                  <a:lnTo>
                    <a:pt x="112815" y="59760"/>
                  </a:lnTo>
                  <a:lnTo>
                    <a:pt x="114509" y="64895"/>
                  </a:lnTo>
                  <a:lnTo>
                    <a:pt x="115735" y="65950"/>
                  </a:lnTo>
                  <a:lnTo>
                    <a:pt x="114563" y="68853"/>
                  </a:lnTo>
                  <a:lnTo>
                    <a:pt x="118804" y="71387"/>
                  </a:lnTo>
                  <a:lnTo>
                    <a:pt x="120597" y="72817"/>
                  </a:lnTo>
                  <a:lnTo>
                    <a:pt x="123271" y="75490"/>
                  </a:lnTo>
                  <a:lnTo>
                    <a:pt x="123652" y="76187"/>
                  </a:lnTo>
                  <a:lnTo>
                    <a:pt x="123403" y="77143"/>
                  </a:lnTo>
                  <a:lnTo>
                    <a:pt x="122613" y="77735"/>
                  </a:lnTo>
                  <a:lnTo>
                    <a:pt x="121368" y="78010"/>
                  </a:lnTo>
                  <a:lnTo>
                    <a:pt x="119456" y="78956"/>
                  </a:lnTo>
                  <a:lnTo>
                    <a:pt x="113037" y="83960"/>
                  </a:lnTo>
                  <a:lnTo>
                    <a:pt x="111712" y="84993"/>
                  </a:lnTo>
                  <a:lnTo>
                    <a:pt x="106094" y="93603"/>
                  </a:lnTo>
                  <a:lnTo>
                    <a:pt x="103620" y="96271"/>
                  </a:lnTo>
                  <a:lnTo>
                    <a:pt x="98900" y="99895"/>
                  </a:lnTo>
                  <a:lnTo>
                    <a:pt x="97307" y="98664"/>
                  </a:lnTo>
                  <a:lnTo>
                    <a:pt x="95203" y="97062"/>
                  </a:lnTo>
                  <a:lnTo>
                    <a:pt x="94774" y="96735"/>
                  </a:lnTo>
                  <a:lnTo>
                    <a:pt x="94570" y="96599"/>
                  </a:lnTo>
                  <a:lnTo>
                    <a:pt x="92799" y="95281"/>
                  </a:lnTo>
                  <a:lnTo>
                    <a:pt x="91640" y="93572"/>
                  </a:lnTo>
                  <a:lnTo>
                    <a:pt x="91604" y="90769"/>
                  </a:lnTo>
                  <a:lnTo>
                    <a:pt x="89182" y="86691"/>
                  </a:lnTo>
                  <a:lnTo>
                    <a:pt x="78638" y="80574"/>
                  </a:lnTo>
                  <a:lnTo>
                    <a:pt x="75931" y="78680"/>
                  </a:lnTo>
                  <a:lnTo>
                    <a:pt x="73936" y="78680"/>
                  </a:lnTo>
                  <a:lnTo>
                    <a:pt x="71371" y="80137"/>
                  </a:lnTo>
                  <a:lnTo>
                    <a:pt x="65815" y="83195"/>
                  </a:lnTo>
                  <a:lnTo>
                    <a:pt x="59688" y="84506"/>
                  </a:lnTo>
                  <a:lnTo>
                    <a:pt x="55556" y="85380"/>
                  </a:lnTo>
                  <a:lnTo>
                    <a:pt x="52563" y="88001"/>
                  </a:lnTo>
                  <a:lnTo>
                    <a:pt x="48716" y="91060"/>
                  </a:lnTo>
                  <a:lnTo>
                    <a:pt x="44014" y="93681"/>
                  </a:lnTo>
                  <a:lnTo>
                    <a:pt x="41877" y="95720"/>
                  </a:lnTo>
                  <a:lnTo>
                    <a:pt x="36035" y="98925"/>
                  </a:lnTo>
                  <a:lnTo>
                    <a:pt x="33898" y="101983"/>
                  </a:lnTo>
                  <a:lnTo>
                    <a:pt x="31618" y="103731"/>
                  </a:lnTo>
                  <a:lnTo>
                    <a:pt x="30906" y="105478"/>
                  </a:lnTo>
                  <a:lnTo>
                    <a:pt x="30051" y="107226"/>
                  </a:lnTo>
                  <a:lnTo>
                    <a:pt x="28198" y="108682"/>
                  </a:lnTo>
                  <a:lnTo>
                    <a:pt x="27531" y="110053"/>
                  </a:lnTo>
                  <a:lnTo>
                    <a:pt x="22401" y="111073"/>
                  </a:lnTo>
                  <a:lnTo>
                    <a:pt x="19384" y="110885"/>
                  </a:lnTo>
                  <a:lnTo>
                    <a:pt x="21521" y="105545"/>
                  </a:lnTo>
                  <a:lnTo>
                    <a:pt x="22471" y="99477"/>
                  </a:lnTo>
                  <a:lnTo>
                    <a:pt x="21521" y="88553"/>
                  </a:lnTo>
                  <a:lnTo>
                    <a:pt x="20808" y="79815"/>
                  </a:lnTo>
                  <a:lnTo>
                    <a:pt x="16534" y="72047"/>
                  </a:lnTo>
                  <a:lnTo>
                    <a:pt x="12497" y="63795"/>
                  </a:lnTo>
                  <a:lnTo>
                    <a:pt x="5610" y="55299"/>
                  </a:lnTo>
                  <a:lnTo>
                    <a:pt x="1573" y="46075"/>
                  </a:lnTo>
                  <a:lnTo>
                    <a:pt x="0" y="38143"/>
                  </a:lnTo>
                  <a:lnTo>
                    <a:pt x="3126" y="35668"/>
                  </a:lnTo>
                  <a:lnTo>
                    <a:pt x="7478" y="38143"/>
                  </a:lnTo>
                  <a:lnTo>
                    <a:pt x="10851" y="40062"/>
                  </a:lnTo>
                  <a:lnTo>
                    <a:pt x="11491" y="40419"/>
                  </a:lnTo>
                  <a:lnTo>
                    <a:pt x="13386" y="41922"/>
                  </a:lnTo>
                  <a:lnTo>
                    <a:pt x="15150" y="43320"/>
                  </a:lnTo>
                  <a:lnTo>
                    <a:pt x="17047" y="43864"/>
                  </a:lnTo>
                  <a:lnTo>
                    <a:pt x="16573" y="37606"/>
                  </a:lnTo>
                  <a:lnTo>
                    <a:pt x="16816" y="37129"/>
                  </a:lnTo>
                  <a:lnTo>
                    <a:pt x="18198" y="34416"/>
                  </a:lnTo>
                  <a:lnTo>
                    <a:pt x="18717" y="33685"/>
                  </a:lnTo>
                  <a:lnTo>
                    <a:pt x="19041" y="33228"/>
                  </a:lnTo>
                  <a:lnTo>
                    <a:pt x="20291" y="32636"/>
                  </a:lnTo>
                  <a:lnTo>
                    <a:pt x="24736" y="32568"/>
                  </a:lnTo>
                  <a:lnTo>
                    <a:pt x="24909" y="31247"/>
                  </a:lnTo>
                  <a:lnTo>
                    <a:pt x="25113" y="29688"/>
                  </a:lnTo>
                  <a:lnTo>
                    <a:pt x="25113" y="29540"/>
                  </a:lnTo>
                  <a:lnTo>
                    <a:pt x="25113" y="29117"/>
                  </a:lnTo>
                  <a:lnTo>
                    <a:pt x="25113" y="28700"/>
                  </a:lnTo>
                  <a:lnTo>
                    <a:pt x="25139" y="28377"/>
                  </a:lnTo>
                  <a:lnTo>
                    <a:pt x="27186" y="26029"/>
                  </a:lnTo>
                  <a:lnTo>
                    <a:pt x="27668" y="25477"/>
                  </a:lnTo>
                  <a:lnTo>
                    <a:pt x="27644" y="25228"/>
                  </a:lnTo>
                  <a:lnTo>
                    <a:pt x="25446" y="24530"/>
                  </a:lnTo>
                  <a:lnTo>
                    <a:pt x="24662" y="24280"/>
                  </a:lnTo>
                  <a:lnTo>
                    <a:pt x="24017" y="24046"/>
                  </a:lnTo>
                  <a:lnTo>
                    <a:pt x="23616" y="24170"/>
                  </a:lnTo>
                  <a:lnTo>
                    <a:pt x="23395" y="22915"/>
                  </a:lnTo>
                  <a:lnTo>
                    <a:pt x="23364" y="22739"/>
                  </a:lnTo>
                  <a:lnTo>
                    <a:pt x="24420" y="22590"/>
                  </a:lnTo>
                  <a:lnTo>
                    <a:pt x="29818" y="21830"/>
                  </a:lnTo>
                  <a:lnTo>
                    <a:pt x="29901" y="20666"/>
                  </a:lnTo>
                  <a:lnTo>
                    <a:pt x="29914" y="20484"/>
                  </a:lnTo>
                  <a:lnTo>
                    <a:pt x="36750" y="19648"/>
                  </a:lnTo>
                  <a:lnTo>
                    <a:pt x="39206" y="19378"/>
                  </a:lnTo>
                  <a:lnTo>
                    <a:pt x="43545" y="18902"/>
                  </a:lnTo>
                  <a:lnTo>
                    <a:pt x="51601" y="18017"/>
                  </a:lnTo>
                  <a:lnTo>
                    <a:pt x="51798" y="17995"/>
                  </a:lnTo>
                  <a:lnTo>
                    <a:pt x="52017" y="18000"/>
                  </a:lnTo>
                  <a:lnTo>
                    <a:pt x="52178" y="18003"/>
                  </a:lnTo>
                  <a:lnTo>
                    <a:pt x="52748" y="18015"/>
                  </a:lnTo>
                  <a:lnTo>
                    <a:pt x="63981" y="25704"/>
                  </a:lnTo>
                  <a:lnTo>
                    <a:pt x="66263" y="27266"/>
                  </a:lnTo>
                  <a:lnTo>
                    <a:pt x="71552" y="18983"/>
                  </a:lnTo>
                  <a:lnTo>
                    <a:pt x="78373" y="8157"/>
                  </a:lnTo>
                  <a:lnTo>
                    <a:pt x="79576" y="6248"/>
                  </a:lnTo>
                  <a:lnTo>
                    <a:pt x="79786" y="6336"/>
                  </a:lnTo>
                  <a:lnTo>
                    <a:pt x="80317" y="6558"/>
                  </a:lnTo>
                  <a:lnTo>
                    <a:pt x="81240" y="4904"/>
                  </a:lnTo>
                  <a:lnTo>
                    <a:pt x="82818" y="2074"/>
                  </a:lnTo>
                  <a:lnTo>
                    <a:pt x="83760" y="386"/>
                  </a:lnTo>
                  <a:lnTo>
                    <a:pt x="84040" y="357"/>
                  </a:lnTo>
                  <a:lnTo>
                    <a:pt x="85297" y="227"/>
                  </a:lnTo>
                  <a:lnTo>
                    <a:pt x="87571" y="0"/>
                  </a:lnTo>
                  <a:lnTo>
                    <a:pt x="90547" y="2746"/>
                  </a:lnTo>
                  <a:lnTo>
                    <a:pt x="101167" y="8111"/>
                  </a:lnTo>
                  <a:lnTo>
                    <a:pt x="109657" y="12635"/>
                  </a:lnTo>
                  <a:lnTo>
                    <a:pt x="109939" y="12827"/>
                  </a:lnTo>
                  <a:lnTo>
                    <a:pt x="114571" y="15998"/>
                  </a:lnTo>
                  <a:lnTo>
                    <a:pt x="118930" y="18617"/>
                  </a:lnTo>
                  <a:lnTo>
                    <a:pt x="123026" y="20031"/>
                  </a:lnTo>
                  <a:lnTo>
                    <a:pt x="130698" y="22681"/>
                  </a:lnTo>
                  <a:lnTo>
                    <a:pt x="135682" y="25612"/>
                  </a:lnTo>
                  <a:lnTo>
                    <a:pt x="138184" y="26248"/>
                  </a:lnTo>
                  <a:lnTo>
                    <a:pt x="137659" y="32231"/>
                  </a:lnTo>
                  <a:lnTo>
                    <a:pt x="137065" y="34052"/>
                  </a:lnTo>
                  <a:lnTo>
                    <a:pt x="135159" y="3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485835" y="3563526"/>
              <a:ext cx="187890" cy="84523"/>
            </a:xfrm>
            <a:custGeom>
              <a:avLst/>
              <a:pathLst>
                <a:path w="187890" h="84523">
                  <a:moveTo>
                    <a:pt x="114100" y="3837"/>
                  </a:moveTo>
                  <a:lnTo>
                    <a:pt x="114731" y="4324"/>
                  </a:lnTo>
                  <a:lnTo>
                    <a:pt x="115813" y="2814"/>
                  </a:lnTo>
                  <a:lnTo>
                    <a:pt x="117277" y="771"/>
                  </a:lnTo>
                  <a:lnTo>
                    <a:pt x="118860" y="1854"/>
                  </a:lnTo>
                  <a:lnTo>
                    <a:pt x="120263" y="2814"/>
                  </a:lnTo>
                  <a:lnTo>
                    <a:pt x="123059" y="4728"/>
                  </a:lnTo>
                  <a:lnTo>
                    <a:pt x="123433" y="4984"/>
                  </a:lnTo>
                  <a:lnTo>
                    <a:pt x="124299" y="5577"/>
                  </a:lnTo>
                  <a:lnTo>
                    <a:pt x="124469" y="5693"/>
                  </a:lnTo>
                  <a:lnTo>
                    <a:pt x="124591" y="6290"/>
                  </a:lnTo>
                  <a:lnTo>
                    <a:pt x="126273" y="7790"/>
                  </a:lnTo>
                  <a:lnTo>
                    <a:pt x="126454" y="7951"/>
                  </a:lnTo>
                  <a:lnTo>
                    <a:pt x="126714" y="8184"/>
                  </a:lnTo>
                  <a:lnTo>
                    <a:pt x="128239" y="9630"/>
                  </a:lnTo>
                  <a:lnTo>
                    <a:pt x="128733" y="11907"/>
                  </a:lnTo>
                  <a:lnTo>
                    <a:pt x="128733" y="13327"/>
                  </a:lnTo>
                  <a:lnTo>
                    <a:pt x="128705" y="14070"/>
                  </a:lnTo>
                  <a:lnTo>
                    <a:pt x="128277" y="15072"/>
                  </a:lnTo>
                  <a:lnTo>
                    <a:pt x="127884" y="15991"/>
                  </a:lnTo>
                  <a:lnTo>
                    <a:pt x="133399" y="19788"/>
                  </a:lnTo>
                  <a:lnTo>
                    <a:pt x="137745" y="22750"/>
                  </a:lnTo>
                  <a:lnTo>
                    <a:pt x="138331" y="22920"/>
                  </a:lnTo>
                  <a:lnTo>
                    <a:pt x="138571" y="22990"/>
                  </a:lnTo>
                  <a:lnTo>
                    <a:pt x="139015" y="23119"/>
                  </a:lnTo>
                  <a:lnTo>
                    <a:pt x="139150" y="23158"/>
                  </a:lnTo>
                  <a:lnTo>
                    <a:pt x="139948" y="23158"/>
                  </a:lnTo>
                  <a:lnTo>
                    <a:pt x="140575" y="22490"/>
                  </a:lnTo>
                  <a:lnTo>
                    <a:pt x="140899" y="22145"/>
                  </a:lnTo>
                  <a:lnTo>
                    <a:pt x="141048" y="21957"/>
                  </a:lnTo>
                  <a:lnTo>
                    <a:pt x="141585" y="21293"/>
                  </a:lnTo>
                  <a:lnTo>
                    <a:pt x="142985" y="19559"/>
                  </a:lnTo>
                  <a:lnTo>
                    <a:pt x="145543" y="16391"/>
                  </a:lnTo>
                  <a:lnTo>
                    <a:pt x="146476" y="16661"/>
                  </a:lnTo>
                  <a:lnTo>
                    <a:pt x="147094" y="16840"/>
                  </a:lnTo>
                  <a:lnTo>
                    <a:pt x="148059" y="16939"/>
                  </a:lnTo>
                  <a:lnTo>
                    <a:pt x="150396" y="18881"/>
                  </a:lnTo>
                  <a:lnTo>
                    <a:pt x="153282" y="20884"/>
                  </a:lnTo>
                  <a:lnTo>
                    <a:pt x="153664" y="21150"/>
                  </a:lnTo>
                  <a:lnTo>
                    <a:pt x="155164" y="22191"/>
                  </a:lnTo>
                  <a:lnTo>
                    <a:pt x="159429" y="25570"/>
                  </a:lnTo>
                  <a:lnTo>
                    <a:pt x="161153" y="26729"/>
                  </a:lnTo>
                  <a:lnTo>
                    <a:pt x="163225" y="28123"/>
                  </a:lnTo>
                  <a:lnTo>
                    <a:pt x="166711" y="30467"/>
                  </a:lnTo>
                  <a:lnTo>
                    <a:pt x="171161" y="33459"/>
                  </a:lnTo>
                  <a:lnTo>
                    <a:pt x="171755" y="32511"/>
                  </a:lnTo>
                  <a:lnTo>
                    <a:pt x="172060" y="32025"/>
                  </a:lnTo>
                  <a:lnTo>
                    <a:pt x="173504" y="29724"/>
                  </a:lnTo>
                  <a:lnTo>
                    <a:pt x="174008" y="28920"/>
                  </a:lnTo>
                  <a:lnTo>
                    <a:pt x="175045" y="27267"/>
                  </a:lnTo>
                  <a:lnTo>
                    <a:pt x="175817" y="27763"/>
                  </a:lnTo>
                  <a:lnTo>
                    <a:pt x="177619" y="28920"/>
                  </a:lnTo>
                  <a:lnTo>
                    <a:pt x="180225" y="30595"/>
                  </a:lnTo>
                  <a:lnTo>
                    <a:pt x="180684" y="30923"/>
                  </a:lnTo>
                  <a:lnTo>
                    <a:pt x="182757" y="32409"/>
                  </a:lnTo>
                  <a:lnTo>
                    <a:pt x="187029" y="35470"/>
                  </a:lnTo>
                  <a:lnTo>
                    <a:pt x="187342" y="35695"/>
                  </a:lnTo>
                  <a:lnTo>
                    <a:pt x="187890" y="36087"/>
                  </a:lnTo>
                  <a:lnTo>
                    <a:pt x="187481" y="36711"/>
                  </a:lnTo>
                  <a:lnTo>
                    <a:pt x="186405" y="38352"/>
                  </a:lnTo>
                  <a:lnTo>
                    <a:pt x="185513" y="39714"/>
                  </a:lnTo>
                  <a:lnTo>
                    <a:pt x="185034" y="40445"/>
                  </a:lnTo>
                  <a:lnTo>
                    <a:pt x="184139" y="41809"/>
                  </a:lnTo>
                  <a:lnTo>
                    <a:pt x="184014" y="42000"/>
                  </a:lnTo>
                  <a:lnTo>
                    <a:pt x="183792" y="42321"/>
                  </a:lnTo>
                  <a:lnTo>
                    <a:pt x="183447" y="42819"/>
                  </a:lnTo>
                  <a:lnTo>
                    <a:pt x="183028" y="43423"/>
                  </a:lnTo>
                  <a:lnTo>
                    <a:pt x="182740" y="43838"/>
                  </a:lnTo>
                  <a:lnTo>
                    <a:pt x="179996" y="47797"/>
                  </a:lnTo>
                  <a:lnTo>
                    <a:pt x="176222" y="53442"/>
                  </a:lnTo>
                  <a:lnTo>
                    <a:pt x="173130" y="58067"/>
                  </a:lnTo>
                  <a:lnTo>
                    <a:pt x="173020" y="58231"/>
                  </a:lnTo>
                  <a:lnTo>
                    <a:pt x="172631" y="58814"/>
                  </a:lnTo>
                  <a:lnTo>
                    <a:pt x="172095" y="59615"/>
                  </a:lnTo>
                  <a:lnTo>
                    <a:pt x="171905" y="59908"/>
                  </a:lnTo>
                  <a:lnTo>
                    <a:pt x="170546" y="61995"/>
                  </a:lnTo>
                  <a:lnTo>
                    <a:pt x="168810" y="64660"/>
                  </a:lnTo>
                  <a:lnTo>
                    <a:pt x="168360" y="65351"/>
                  </a:lnTo>
                  <a:lnTo>
                    <a:pt x="165665" y="69183"/>
                  </a:lnTo>
                  <a:lnTo>
                    <a:pt x="164195" y="71272"/>
                  </a:lnTo>
                  <a:lnTo>
                    <a:pt x="162963" y="73023"/>
                  </a:lnTo>
                  <a:lnTo>
                    <a:pt x="162406" y="73816"/>
                  </a:lnTo>
                  <a:lnTo>
                    <a:pt x="160665" y="76292"/>
                  </a:lnTo>
                  <a:lnTo>
                    <a:pt x="160105" y="77087"/>
                  </a:lnTo>
                  <a:lnTo>
                    <a:pt x="158698" y="79152"/>
                  </a:lnTo>
                  <a:lnTo>
                    <a:pt x="157221" y="81320"/>
                  </a:lnTo>
                  <a:lnTo>
                    <a:pt x="157075" y="81535"/>
                  </a:lnTo>
                  <a:lnTo>
                    <a:pt x="155692" y="83565"/>
                  </a:lnTo>
                  <a:lnTo>
                    <a:pt x="155039" y="84523"/>
                  </a:lnTo>
                  <a:lnTo>
                    <a:pt x="153403" y="83378"/>
                  </a:lnTo>
                  <a:lnTo>
                    <a:pt x="152972" y="83076"/>
                  </a:lnTo>
                  <a:lnTo>
                    <a:pt x="140733" y="74507"/>
                  </a:lnTo>
                  <a:lnTo>
                    <a:pt x="139982" y="73982"/>
                  </a:lnTo>
                  <a:lnTo>
                    <a:pt x="139602" y="73715"/>
                  </a:lnTo>
                  <a:lnTo>
                    <a:pt x="139275" y="73648"/>
                  </a:lnTo>
                  <a:lnTo>
                    <a:pt x="138748" y="73540"/>
                  </a:lnTo>
                  <a:lnTo>
                    <a:pt x="135512" y="72875"/>
                  </a:lnTo>
                  <a:lnTo>
                    <a:pt x="134245" y="72788"/>
                  </a:lnTo>
                  <a:lnTo>
                    <a:pt x="133563" y="72742"/>
                  </a:lnTo>
                  <a:lnTo>
                    <a:pt x="123065" y="72025"/>
                  </a:lnTo>
                  <a:lnTo>
                    <a:pt x="116362" y="71567"/>
                  </a:lnTo>
                  <a:lnTo>
                    <a:pt x="94572" y="69884"/>
                  </a:lnTo>
                  <a:lnTo>
                    <a:pt x="93909" y="69833"/>
                  </a:lnTo>
                  <a:lnTo>
                    <a:pt x="92333" y="69712"/>
                  </a:lnTo>
                  <a:lnTo>
                    <a:pt x="74841" y="68361"/>
                  </a:lnTo>
                  <a:lnTo>
                    <a:pt x="73186" y="68233"/>
                  </a:lnTo>
                  <a:lnTo>
                    <a:pt x="60556" y="67258"/>
                  </a:lnTo>
                  <a:lnTo>
                    <a:pt x="59680" y="67179"/>
                  </a:lnTo>
                  <a:lnTo>
                    <a:pt x="54596" y="66721"/>
                  </a:lnTo>
                  <a:lnTo>
                    <a:pt x="52668" y="66547"/>
                  </a:lnTo>
                  <a:lnTo>
                    <a:pt x="52482" y="66530"/>
                  </a:lnTo>
                  <a:lnTo>
                    <a:pt x="51505" y="66482"/>
                  </a:lnTo>
                  <a:lnTo>
                    <a:pt x="50312" y="66424"/>
                  </a:lnTo>
                  <a:lnTo>
                    <a:pt x="49988" y="66409"/>
                  </a:lnTo>
                  <a:lnTo>
                    <a:pt x="49527" y="66382"/>
                  </a:lnTo>
                  <a:lnTo>
                    <a:pt x="38948" y="65767"/>
                  </a:lnTo>
                  <a:lnTo>
                    <a:pt x="29570" y="65222"/>
                  </a:lnTo>
                  <a:lnTo>
                    <a:pt x="24451" y="64734"/>
                  </a:lnTo>
                  <a:lnTo>
                    <a:pt x="2228" y="62616"/>
                  </a:lnTo>
                  <a:lnTo>
                    <a:pt x="1391" y="62536"/>
                  </a:lnTo>
                  <a:lnTo>
                    <a:pt x="0" y="62403"/>
                  </a:lnTo>
                  <a:lnTo>
                    <a:pt x="15" y="62111"/>
                  </a:lnTo>
                  <a:lnTo>
                    <a:pt x="58" y="61340"/>
                  </a:lnTo>
                  <a:lnTo>
                    <a:pt x="100" y="60557"/>
                  </a:lnTo>
                  <a:lnTo>
                    <a:pt x="110" y="60374"/>
                  </a:lnTo>
                  <a:lnTo>
                    <a:pt x="164" y="59400"/>
                  </a:lnTo>
                  <a:lnTo>
                    <a:pt x="219" y="58391"/>
                  </a:lnTo>
                  <a:lnTo>
                    <a:pt x="265" y="57541"/>
                  </a:lnTo>
                  <a:lnTo>
                    <a:pt x="273" y="57387"/>
                  </a:lnTo>
                  <a:lnTo>
                    <a:pt x="315" y="56619"/>
                  </a:lnTo>
                  <a:lnTo>
                    <a:pt x="412" y="54856"/>
                  </a:lnTo>
                  <a:lnTo>
                    <a:pt x="439" y="54348"/>
                  </a:lnTo>
                  <a:lnTo>
                    <a:pt x="469" y="53937"/>
                  </a:lnTo>
                  <a:lnTo>
                    <a:pt x="483" y="53733"/>
                  </a:lnTo>
                  <a:lnTo>
                    <a:pt x="527" y="53116"/>
                  </a:lnTo>
                  <a:lnTo>
                    <a:pt x="590" y="52227"/>
                  </a:lnTo>
                  <a:lnTo>
                    <a:pt x="649" y="51400"/>
                  </a:lnTo>
                  <a:lnTo>
                    <a:pt x="727" y="50303"/>
                  </a:lnTo>
                  <a:lnTo>
                    <a:pt x="842" y="48694"/>
                  </a:lnTo>
                  <a:lnTo>
                    <a:pt x="887" y="48049"/>
                  </a:lnTo>
                  <a:lnTo>
                    <a:pt x="918" y="47613"/>
                  </a:lnTo>
                  <a:lnTo>
                    <a:pt x="943" y="47266"/>
                  </a:lnTo>
                  <a:lnTo>
                    <a:pt x="992" y="46578"/>
                  </a:lnTo>
                  <a:lnTo>
                    <a:pt x="1075" y="45514"/>
                  </a:lnTo>
                  <a:lnTo>
                    <a:pt x="1128" y="44834"/>
                  </a:lnTo>
                  <a:lnTo>
                    <a:pt x="1201" y="43900"/>
                  </a:lnTo>
                  <a:lnTo>
                    <a:pt x="1269" y="43028"/>
                  </a:lnTo>
                  <a:lnTo>
                    <a:pt x="1336" y="42171"/>
                  </a:lnTo>
                  <a:lnTo>
                    <a:pt x="1478" y="40342"/>
                  </a:lnTo>
                  <a:lnTo>
                    <a:pt x="1498" y="40090"/>
                  </a:lnTo>
                  <a:lnTo>
                    <a:pt x="1512" y="39911"/>
                  </a:lnTo>
                  <a:lnTo>
                    <a:pt x="1710" y="37369"/>
                  </a:lnTo>
                  <a:lnTo>
                    <a:pt x="1733" y="37076"/>
                  </a:lnTo>
                  <a:lnTo>
                    <a:pt x="1748" y="36882"/>
                  </a:lnTo>
                  <a:lnTo>
                    <a:pt x="1891" y="35052"/>
                  </a:lnTo>
                  <a:lnTo>
                    <a:pt x="2017" y="33439"/>
                  </a:lnTo>
                  <a:lnTo>
                    <a:pt x="2069" y="32765"/>
                  </a:lnTo>
                  <a:lnTo>
                    <a:pt x="2122" y="32084"/>
                  </a:lnTo>
                  <a:lnTo>
                    <a:pt x="2362" y="29008"/>
                  </a:lnTo>
                  <a:lnTo>
                    <a:pt x="2421" y="28253"/>
                  </a:lnTo>
                  <a:lnTo>
                    <a:pt x="2554" y="26542"/>
                  </a:lnTo>
                  <a:lnTo>
                    <a:pt x="5569" y="26749"/>
                  </a:lnTo>
                  <a:lnTo>
                    <a:pt x="14042" y="27329"/>
                  </a:lnTo>
                  <a:lnTo>
                    <a:pt x="16760" y="27515"/>
                  </a:lnTo>
                  <a:lnTo>
                    <a:pt x="21066" y="27810"/>
                  </a:lnTo>
                  <a:lnTo>
                    <a:pt x="26659" y="28194"/>
                  </a:lnTo>
                  <a:lnTo>
                    <a:pt x="27114" y="28225"/>
                  </a:lnTo>
                  <a:lnTo>
                    <a:pt x="33211" y="28688"/>
                  </a:lnTo>
                  <a:lnTo>
                    <a:pt x="39384" y="29156"/>
                  </a:lnTo>
                  <a:lnTo>
                    <a:pt x="43836" y="29494"/>
                  </a:lnTo>
                  <a:lnTo>
                    <a:pt x="50308" y="29985"/>
                  </a:lnTo>
                  <a:lnTo>
                    <a:pt x="51089" y="30045"/>
                  </a:lnTo>
                  <a:lnTo>
                    <a:pt x="51411" y="30068"/>
                  </a:lnTo>
                  <a:lnTo>
                    <a:pt x="51996" y="30111"/>
                  </a:lnTo>
                  <a:lnTo>
                    <a:pt x="56190" y="30416"/>
                  </a:lnTo>
                  <a:lnTo>
                    <a:pt x="57267" y="30495"/>
                  </a:lnTo>
                  <a:lnTo>
                    <a:pt x="64543" y="31025"/>
                  </a:lnTo>
                  <a:lnTo>
                    <a:pt x="74919" y="31782"/>
                  </a:lnTo>
                  <a:lnTo>
                    <a:pt x="75903" y="31861"/>
                  </a:lnTo>
                  <a:lnTo>
                    <a:pt x="77193" y="31965"/>
                  </a:lnTo>
                  <a:lnTo>
                    <a:pt x="78260" y="32051"/>
                  </a:lnTo>
                  <a:lnTo>
                    <a:pt x="78607" y="32080"/>
                  </a:lnTo>
                  <a:lnTo>
                    <a:pt x="94478" y="33457"/>
                  </a:lnTo>
                  <a:lnTo>
                    <a:pt x="94793" y="33485"/>
                  </a:lnTo>
                  <a:lnTo>
                    <a:pt x="96871" y="33647"/>
                  </a:lnTo>
                  <a:lnTo>
                    <a:pt x="99504" y="33830"/>
                  </a:lnTo>
                  <a:lnTo>
                    <a:pt x="104548" y="34234"/>
                  </a:lnTo>
                  <a:lnTo>
                    <a:pt x="106994" y="34430"/>
                  </a:lnTo>
                  <a:lnTo>
                    <a:pt x="110455" y="34707"/>
                  </a:lnTo>
                  <a:lnTo>
                    <a:pt x="112153" y="34840"/>
                  </a:lnTo>
                  <a:lnTo>
                    <a:pt x="118414" y="35340"/>
                  </a:lnTo>
                  <a:lnTo>
                    <a:pt x="119020" y="35388"/>
                  </a:lnTo>
                  <a:lnTo>
                    <a:pt x="119028" y="35121"/>
                  </a:lnTo>
                  <a:lnTo>
                    <a:pt x="119043" y="34606"/>
                  </a:lnTo>
                  <a:lnTo>
                    <a:pt x="119108" y="32355"/>
                  </a:lnTo>
                  <a:lnTo>
                    <a:pt x="119168" y="30285"/>
                  </a:lnTo>
                  <a:lnTo>
                    <a:pt x="119176" y="29984"/>
                  </a:lnTo>
                  <a:lnTo>
                    <a:pt x="117140" y="29034"/>
                  </a:lnTo>
                  <a:lnTo>
                    <a:pt x="116174" y="28583"/>
                  </a:lnTo>
                  <a:lnTo>
                    <a:pt x="100634" y="27389"/>
                  </a:lnTo>
                  <a:lnTo>
                    <a:pt x="100668" y="27094"/>
                  </a:lnTo>
                  <a:lnTo>
                    <a:pt x="101324" y="21453"/>
                  </a:lnTo>
                  <a:lnTo>
                    <a:pt x="101471" y="21503"/>
                  </a:lnTo>
                  <a:lnTo>
                    <a:pt x="108305" y="23803"/>
                  </a:lnTo>
                  <a:lnTo>
                    <a:pt x="109613" y="24244"/>
                  </a:lnTo>
                  <a:lnTo>
                    <a:pt x="113259" y="24608"/>
                  </a:lnTo>
                  <a:lnTo>
                    <a:pt x="113859" y="24692"/>
                  </a:lnTo>
                  <a:lnTo>
                    <a:pt x="116191" y="25021"/>
                  </a:lnTo>
                  <a:lnTo>
                    <a:pt x="116413" y="24717"/>
                  </a:lnTo>
                  <a:lnTo>
                    <a:pt x="117080" y="23803"/>
                  </a:lnTo>
                  <a:lnTo>
                    <a:pt x="117447" y="23300"/>
                  </a:lnTo>
                  <a:lnTo>
                    <a:pt x="118581" y="21746"/>
                  </a:lnTo>
                  <a:lnTo>
                    <a:pt x="118847" y="21382"/>
                  </a:lnTo>
                  <a:lnTo>
                    <a:pt x="119325" y="20727"/>
                  </a:lnTo>
                  <a:lnTo>
                    <a:pt x="118358" y="20550"/>
                  </a:lnTo>
                  <a:lnTo>
                    <a:pt x="117786" y="20151"/>
                  </a:lnTo>
                  <a:lnTo>
                    <a:pt x="115908" y="18841"/>
                  </a:lnTo>
                  <a:lnTo>
                    <a:pt x="115342" y="18871"/>
                  </a:lnTo>
                  <a:lnTo>
                    <a:pt x="115186" y="18880"/>
                  </a:lnTo>
                  <a:lnTo>
                    <a:pt x="113542" y="17643"/>
                  </a:lnTo>
                  <a:lnTo>
                    <a:pt x="113137" y="17338"/>
                  </a:lnTo>
                  <a:lnTo>
                    <a:pt x="112513" y="16868"/>
                  </a:lnTo>
                  <a:lnTo>
                    <a:pt x="112174" y="16614"/>
                  </a:lnTo>
                  <a:lnTo>
                    <a:pt x="111728" y="16278"/>
                  </a:lnTo>
                  <a:lnTo>
                    <a:pt x="111502" y="16358"/>
                  </a:lnTo>
                  <a:lnTo>
                    <a:pt x="111080" y="16508"/>
                  </a:lnTo>
                  <a:lnTo>
                    <a:pt x="110880" y="16379"/>
                  </a:lnTo>
                  <a:lnTo>
                    <a:pt x="109109" y="15234"/>
                  </a:lnTo>
                  <a:lnTo>
                    <a:pt x="109343" y="14409"/>
                  </a:lnTo>
                  <a:lnTo>
                    <a:pt x="109753" y="13798"/>
                  </a:lnTo>
                  <a:lnTo>
                    <a:pt x="110088" y="13299"/>
                  </a:lnTo>
                  <a:lnTo>
                    <a:pt x="111456" y="11921"/>
                  </a:lnTo>
                  <a:lnTo>
                    <a:pt x="111945" y="11310"/>
                  </a:lnTo>
                  <a:lnTo>
                    <a:pt x="112393" y="10751"/>
                  </a:lnTo>
                  <a:lnTo>
                    <a:pt x="112520" y="10592"/>
                  </a:lnTo>
                  <a:lnTo>
                    <a:pt x="110763" y="8723"/>
                  </a:lnTo>
                  <a:lnTo>
                    <a:pt x="110461" y="8605"/>
                  </a:lnTo>
                  <a:lnTo>
                    <a:pt x="108863" y="7983"/>
                  </a:lnTo>
                  <a:lnTo>
                    <a:pt x="108462" y="7639"/>
                  </a:lnTo>
                  <a:lnTo>
                    <a:pt x="107224" y="6575"/>
                  </a:lnTo>
                  <a:lnTo>
                    <a:pt x="106922" y="6815"/>
                  </a:lnTo>
                  <a:lnTo>
                    <a:pt x="106703" y="6988"/>
                  </a:lnTo>
                  <a:lnTo>
                    <a:pt x="106410" y="7068"/>
                  </a:lnTo>
                  <a:lnTo>
                    <a:pt x="104600" y="5242"/>
                  </a:lnTo>
                  <a:lnTo>
                    <a:pt x="105778" y="2640"/>
                  </a:lnTo>
                  <a:lnTo>
                    <a:pt x="107108" y="1038"/>
                  </a:lnTo>
                  <a:lnTo>
                    <a:pt x="107611" y="487"/>
                  </a:lnTo>
                  <a:lnTo>
                    <a:pt x="108055" y="0"/>
                  </a:lnTo>
                  <a:lnTo>
                    <a:pt x="108982" y="523"/>
                  </a:lnTo>
                  <a:lnTo>
                    <a:pt x="110531" y="1398"/>
                  </a:lnTo>
                  <a:lnTo>
                    <a:pt x="111620" y="2013"/>
                  </a:lnTo>
                  <a:lnTo>
                    <a:pt x="112049" y="2255"/>
                  </a:lnTo>
                  <a:lnTo>
                    <a:pt x="112773" y="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546008" y="3631760"/>
              <a:ext cx="120236" cy="90213"/>
            </a:xfrm>
            <a:custGeom>
              <a:avLst/>
              <a:pathLst>
                <a:path w="120236" h="90213">
                  <a:moveTo>
                    <a:pt x="80560" y="6274"/>
                  </a:moveTo>
                  <a:lnTo>
                    <a:pt x="92799" y="14842"/>
                  </a:lnTo>
                  <a:lnTo>
                    <a:pt x="93231" y="15144"/>
                  </a:lnTo>
                  <a:lnTo>
                    <a:pt x="94867" y="16289"/>
                  </a:lnTo>
                  <a:lnTo>
                    <a:pt x="96301" y="17470"/>
                  </a:lnTo>
                  <a:lnTo>
                    <a:pt x="96519" y="17617"/>
                  </a:lnTo>
                  <a:lnTo>
                    <a:pt x="100851" y="20558"/>
                  </a:lnTo>
                  <a:lnTo>
                    <a:pt x="105944" y="24016"/>
                  </a:lnTo>
                  <a:lnTo>
                    <a:pt x="106160" y="24163"/>
                  </a:lnTo>
                  <a:lnTo>
                    <a:pt x="112213" y="28272"/>
                  </a:lnTo>
                  <a:lnTo>
                    <a:pt x="114410" y="29763"/>
                  </a:lnTo>
                  <a:lnTo>
                    <a:pt x="115271" y="30347"/>
                  </a:lnTo>
                  <a:lnTo>
                    <a:pt x="115957" y="30813"/>
                  </a:lnTo>
                  <a:lnTo>
                    <a:pt x="118291" y="32398"/>
                  </a:lnTo>
                  <a:lnTo>
                    <a:pt x="118971" y="32803"/>
                  </a:lnTo>
                  <a:lnTo>
                    <a:pt x="119275" y="32985"/>
                  </a:lnTo>
                  <a:lnTo>
                    <a:pt x="119723" y="33251"/>
                  </a:lnTo>
                  <a:lnTo>
                    <a:pt x="120236" y="33557"/>
                  </a:lnTo>
                  <a:lnTo>
                    <a:pt x="115070" y="41175"/>
                  </a:lnTo>
                  <a:lnTo>
                    <a:pt x="114187" y="40587"/>
                  </a:lnTo>
                  <a:lnTo>
                    <a:pt x="113166" y="39907"/>
                  </a:lnTo>
                  <a:lnTo>
                    <a:pt x="113010" y="39802"/>
                  </a:lnTo>
                  <a:lnTo>
                    <a:pt x="104325" y="34016"/>
                  </a:lnTo>
                  <a:lnTo>
                    <a:pt x="104077" y="33851"/>
                  </a:lnTo>
                  <a:lnTo>
                    <a:pt x="102876" y="35562"/>
                  </a:lnTo>
                  <a:lnTo>
                    <a:pt x="102678" y="35846"/>
                  </a:lnTo>
                  <a:lnTo>
                    <a:pt x="102289" y="36400"/>
                  </a:lnTo>
                  <a:lnTo>
                    <a:pt x="101601" y="37380"/>
                  </a:lnTo>
                  <a:lnTo>
                    <a:pt x="101290" y="37823"/>
                  </a:lnTo>
                  <a:lnTo>
                    <a:pt x="100435" y="39042"/>
                  </a:lnTo>
                  <a:lnTo>
                    <a:pt x="100211" y="39362"/>
                  </a:lnTo>
                  <a:lnTo>
                    <a:pt x="100088" y="39537"/>
                  </a:lnTo>
                  <a:lnTo>
                    <a:pt x="99595" y="40238"/>
                  </a:lnTo>
                  <a:lnTo>
                    <a:pt x="98936" y="41178"/>
                  </a:lnTo>
                  <a:lnTo>
                    <a:pt x="98557" y="41718"/>
                  </a:lnTo>
                  <a:lnTo>
                    <a:pt x="98249" y="42158"/>
                  </a:lnTo>
                  <a:lnTo>
                    <a:pt x="98041" y="42454"/>
                  </a:lnTo>
                  <a:lnTo>
                    <a:pt x="97579" y="43112"/>
                  </a:lnTo>
                  <a:lnTo>
                    <a:pt x="97446" y="43301"/>
                  </a:lnTo>
                  <a:lnTo>
                    <a:pt x="97011" y="43923"/>
                  </a:lnTo>
                  <a:lnTo>
                    <a:pt x="96853" y="44147"/>
                  </a:lnTo>
                  <a:lnTo>
                    <a:pt x="96445" y="44728"/>
                  </a:lnTo>
                  <a:lnTo>
                    <a:pt x="95323" y="46328"/>
                  </a:lnTo>
                  <a:lnTo>
                    <a:pt x="94849" y="47003"/>
                  </a:lnTo>
                  <a:lnTo>
                    <a:pt x="93917" y="48325"/>
                  </a:lnTo>
                  <a:lnTo>
                    <a:pt x="93624" y="48728"/>
                  </a:lnTo>
                  <a:lnTo>
                    <a:pt x="92931" y="49681"/>
                  </a:lnTo>
                  <a:lnTo>
                    <a:pt x="92574" y="50158"/>
                  </a:lnTo>
                  <a:lnTo>
                    <a:pt x="91868" y="48985"/>
                  </a:lnTo>
                  <a:lnTo>
                    <a:pt x="90002" y="45883"/>
                  </a:lnTo>
                  <a:lnTo>
                    <a:pt x="89889" y="45696"/>
                  </a:lnTo>
                  <a:lnTo>
                    <a:pt x="89379" y="44882"/>
                  </a:lnTo>
                  <a:lnTo>
                    <a:pt x="89254" y="44684"/>
                  </a:lnTo>
                  <a:lnTo>
                    <a:pt x="88561" y="43578"/>
                  </a:lnTo>
                  <a:lnTo>
                    <a:pt x="87966" y="42631"/>
                  </a:lnTo>
                  <a:lnTo>
                    <a:pt x="87881" y="42496"/>
                  </a:lnTo>
                  <a:lnTo>
                    <a:pt x="87737" y="42212"/>
                  </a:lnTo>
                  <a:lnTo>
                    <a:pt x="87342" y="41434"/>
                  </a:lnTo>
                  <a:lnTo>
                    <a:pt x="87126" y="41010"/>
                  </a:lnTo>
                  <a:lnTo>
                    <a:pt x="86355" y="41232"/>
                  </a:lnTo>
                  <a:lnTo>
                    <a:pt x="83956" y="41924"/>
                  </a:lnTo>
                  <a:lnTo>
                    <a:pt x="81220" y="42713"/>
                  </a:lnTo>
                  <a:lnTo>
                    <a:pt x="79334" y="39555"/>
                  </a:lnTo>
                  <a:lnTo>
                    <a:pt x="79204" y="39337"/>
                  </a:lnTo>
                  <a:lnTo>
                    <a:pt x="78551" y="38242"/>
                  </a:lnTo>
                  <a:lnTo>
                    <a:pt x="77498" y="37208"/>
                  </a:lnTo>
                  <a:lnTo>
                    <a:pt x="76914" y="37850"/>
                  </a:lnTo>
                  <a:lnTo>
                    <a:pt x="76516" y="38286"/>
                  </a:lnTo>
                  <a:lnTo>
                    <a:pt x="75235" y="39693"/>
                  </a:lnTo>
                  <a:lnTo>
                    <a:pt x="75017" y="39932"/>
                  </a:lnTo>
                  <a:lnTo>
                    <a:pt x="73993" y="40001"/>
                  </a:lnTo>
                  <a:lnTo>
                    <a:pt x="71408" y="40176"/>
                  </a:lnTo>
                  <a:lnTo>
                    <a:pt x="70179" y="40259"/>
                  </a:lnTo>
                  <a:lnTo>
                    <a:pt x="66247" y="40760"/>
                  </a:lnTo>
                  <a:lnTo>
                    <a:pt x="65280" y="40883"/>
                  </a:lnTo>
                  <a:lnTo>
                    <a:pt x="65086" y="40907"/>
                  </a:lnTo>
                  <a:lnTo>
                    <a:pt x="63704" y="40980"/>
                  </a:lnTo>
                  <a:lnTo>
                    <a:pt x="63167" y="40833"/>
                  </a:lnTo>
                  <a:lnTo>
                    <a:pt x="62906" y="40762"/>
                  </a:lnTo>
                  <a:lnTo>
                    <a:pt x="57907" y="41189"/>
                  </a:lnTo>
                  <a:lnTo>
                    <a:pt x="56819" y="41282"/>
                  </a:lnTo>
                  <a:lnTo>
                    <a:pt x="55587" y="41197"/>
                  </a:lnTo>
                  <a:lnTo>
                    <a:pt x="53152" y="41030"/>
                  </a:lnTo>
                  <a:lnTo>
                    <a:pt x="52931" y="41015"/>
                  </a:lnTo>
                  <a:lnTo>
                    <a:pt x="53219" y="43184"/>
                  </a:lnTo>
                  <a:lnTo>
                    <a:pt x="53478" y="45127"/>
                  </a:lnTo>
                  <a:lnTo>
                    <a:pt x="53533" y="45539"/>
                  </a:lnTo>
                  <a:lnTo>
                    <a:pt x="48211" y="45741"/>
                  </a:lnTo>
                  <a:lnTo>
                    <a:pt x="48226" y="46194"/>
                  </a:lnTo>
                  <a:lnTo>
                    <a:pt x="48262" y="47298"/>
                  </a:lnTo>
                  <a:lnTo>
                    <a:pt x="48325" y="49251"/>
                  </a:lnTo>
                  <a:lnTo>
                    <a:pt x="48350" y="50015"/>
                  </a:lnTo>
                  <a:lnTo>
                    <a:pt x="48510" y="50983"/>
                  </a:lnTo>
                  <a:lnTo>
                    <a:pt x="49027" y="54116"/>
                  </a:lnTo>
                  <a:lnTo>
                    <a:pt x="49065" y="54347"/>
                  </a:lnTo>
                  <a:lnTo>
                    <a:pt x="49103" y="54576"/>
                  </a:lnTo>
                  <a:lnTo>
                    <a:pt x="47545" y="54867"/>
                  </a:lnTo>
                  <a:lnTo>
                    <a:pt x="43741" y="54949"/>
                  </a:lnTo>
                  <a:lnTo>
                    <a:pt x="42131" y="54984"/>
                  </a:lnTo>
                  <a:lnTo>
                    <a:pt x="42009" y="56214"/>
                  </a:lnTo>
                  <a:lnTo>
                    <a:pt x="41625" y="56218"/>
                  </a:lnTo>
                  <a:lnTo>
                    <a:pt x="39496" y="56240"/>
                  </a:lnTo>
                  <a:lnTo>
                    <a:pt x="37784" y="56257"/>
                  </a:lnTo>
                  <a:lnTo>
                    <a:pt x="37777" y="56731"/>
                  </a:lnTo>
                  <a:lnTo>
                    <a:pt x="37737" y="59376"/>
                  </a:lnTo>
                  <a:lnTo>
                    <a:pt x="37728" y="59933"/>
                  </a:lnTo>
                  <a:lnTo>
                    <a:pt x="37424" y="61998"/>
                  </a:lnTo>
                  <a:lnTo>
                    <a:pt x="37143" y="63903"/>
                  </a:lnTo>
                  <a:lnTo>
                    <a:pt x="37060" y="64307"/>
                  </a:lnTo>
                  <a:lnTo>
                    <a:pt x="33606" y="63496"/>
                  </a:lnTo>
                  <a:lnTo>
                    <a:pt x="32751" y="63421"/>
                  </a:lnTo>
                  <a:lnTo>
                    <a:pt x="31974" y="63352"/>
                  </a:lnTo>
                  <a:lnTo>
                    <a:pt x="31084" y="63273"/>
                  </a:lnTo>
                  <a:lnTo>
                    <a:pt x="31160" y="65607"/>
                  </a:lnTo>
                  <a:lnTo>
                    <a:pt x="30853" y="66728"/>
                  </a:lnTo>
                  <a:lnTo>
                    <a:pt x="30871" y="67127"/>
                  </a:lnTo>
                  <a:lnTo>
                    <a:pt x="30703" y="67904"/>
                  </a:lnTo>
                  <a:lnTo>
                    <a:pt x="30319" y="69683"/>
                  </a:lnTo>
                  <a:lnTo>
                    <a:pt x="30034" y="69737"/>
                  </a:lnTo>
                  <a:lnTo>
                    <a:pt x="29398" y="69860"/>
                  </a:lnTo>
                  <a:lnTo>
                    <a:pt x="29496" y="70193"/>
                  </a:lnTo>
                  <a:lnTo>
                    <a:pt x="29611" y="70588"/>
                  </a:lnTo>
                  <a:lnTo>
                    <a:pt x="28873" y="70814"/>
                  </a:lnTo>
                  <a:lnTo>
                    <a:pt x="27949" y="71098"/>
                  </a:lnTo>
                  <a:lnTo>
                    <a:pt x="25448" y="72042"/>
                  </a:lnTo>
                  <a:lnTo>
                    <a:pt x="20996" y="76975"/>
                  </a:lnTo>
                  <a:lnTo>
                    <a:pt x="27052" y="85046"/>
                  </a:lnTo>
                  <a:lnTo>
                    <a:pt x="28197" y="88207"/>
                  </a:lnTo>
                  <a:lnTo>
                    <a:pt x="26895" y="90213"/>
                  </a:lnTo>
                  <a:lnTo>
                    <a:pt x="17012" y="87163"/>
                  </a:lnTo>
                  <a:lnTo>
                    <a:pt x="6503" y="85460"/>
                  </a:lnTo>
                  <a:lnTo>
                    <a:pt x="6468" y="81969"/>
                  </a:lnTo>
                  <a:lnTo>
                    <a:pt x="6972" y="77047"/>
                  </a:lnTo>
                  <a:lnTo>
                    <a:pt x="5035" y="75299"/>
                  </a:lnTo>
                  <a:lnTo>
                    <a:pt x="4493" y="71775"/>
                  </a:lnTo>
                  <a:lnTo>
                    <a:pt x="1551" y="63349"/>
                  </a:lnTo>
                  <a:lnTo>
                    <a:pt x="1430" y="62967"/>
                  </a:lnTo>
                  <a:lnTo>
                    <a:pt x="1311" y="62589"/>
                  </a:lnTo>
                  <a:lnTo>
                    <a:pt x="1033" y="61709"/>
                  </a:lnTo>
                  <a:lnTo>
                    <a:pt x="811" y="61006"/>
                  </a:lnTo>
                  <a:lnTo>
                    <a:pt x="465" y="59913"/>
                  </a:lnTo>
                  <a:lnTo>
                    <a:pt x="245" y="59215"/>
                  </a:lnTo>
                  <a:lnTo>
                    <a:pt x="69" y="58558"/>
                  </a:lnTo>
                  <a:lnTo>
                    <a:pt x="55" y="57807"/>
                  </a:lnTo>
                  <a:lnTo>
                    <a:pt x="19" y="55790"/>
                  </a:lnTo>
                  <a:lnTo>
                    <a:pt x="0" y="54717"/>
                  </a:lnTo>
                  <a:lnTo>
                    <a:pt x="208" y="54660"/>
                  </a:lnTo>
                  <a:lnTo>
                    <a:pt x="1139" y="54406"/>
                  </a:lnTo>
                  <a:lnTo>
                    <a:pt x="1102" y="53996"/>
                  </a:lnTo>
                  <a:lnTo>
                    <a:pt x="1024" y="53132"/>
                  </a:lnTo>
                  <a:lnTo>
                    <a:pt x="949" y="52309"/>
                  </a:lnTo>
                  <a:lnTo>
                    <a:pt x="1015" y="51952"/>
                  </a:lnTo>
                  <a:lnTo>
                    <a:pt x="1081" y="51593"/>
                  </a:lnTo>
                  <a:lnTo>
                    <a:pt x="1150" y="51221"/>
                  </a:lnTo>
                  <a:lnTo>
                    <a:pt x="1196" y="50969"/>
                  </a:lnTo>
                  <a:lnTo>
                    <a:pt x="1352" y="49189"/>
                  </a:lnTo>
                  <a:lnTo>
                    <a:pt x="1386" y="48803"/>
                  </a:lnTo>
                  <a:lnTo>
                    <a:pt x="1673" y="45523"/>
                  </a:lnTo>
                  <a:lnTo>
                    <a:pt x="1709" y="45105"/>
                  </a:lnTo>
                  <a:lnTo>
                    <a:pt x="1811" y="43940"/>
                  </a:lnTo>
                  <a:lnTo>
                    <a:pt x="1986" y="41941"/>
                  </a:lnTo>
                  <a:lnTo>
                    <a:pt x="2067" y="41012"/>
                  </a:lnTo>
                  <a:lnTo>
                    <a:pt x="2203" y="39454"/>
                  </a:lnTo>
                  <a:lnTo>
                    <a:pt x="2274" y="37382"/>
                  </a:lnTo>
                  <a:lnTo>
                    <a:pt x="2308" y="36378"/>
                  </a:lnTo>
                  <a:lnTo>
                    <a:pt x="2368" y="34611"/>
                  </a:lnTo>
                  <a:lnTo>
                    <a:pt x="2434" y="32656"/>
                  </a:lnTo>
                  <a:lnTo>
                    <a:pt x="2526" y="29958"/>
                  </a:lnTo>
                  <a:lnTo>
                    <a:pt x="2590" y="27892"/>
                  </a:lnTo>
                  <a:lnTo>
                    <a:pt x="2667" y="25373"/>
                  </a:lnTo>
                  <a:lnTo>
                    <a:pt x="2909" y="17490"/>
                  </a:lnTo>
                  <a:lnTo>
                    <a:pt x="2992" y="14765"/>
                  </a:lnTo>
                  <a:lnTo>
                    <a:pt x="3039" y="13219"/>
                  </a:lnTo>
                  <a:lnTo>
                    <a:pt x="3108" y="11983"/>
                  </a:lnTo>
                  <a:lnTo>
                    <a:pt x="3144" y="11348"/>
                  </a:lnTo>
                  <a:lnTo>
                    <a:pt x="3277" y="8958"/>
                  </a:lnTo>
                  <a:lnTo>
                    <a:pt x="3361" y="7446"/>
                  </a:lnTo>
                  <a:lnTo>
                    <a:pt x="12034" y="8429"/>
                  </a:lnTo>
                  <a:lnTo>
                    <a:pt x="12334" y="5844"/>
                  </a:lnTo>
                  <a:lnTo>
                    <a:pt x="12376" y="5486"/>
                  </a:lnTo>
                  <a:lnTo>
                    <a:pt x="13014" y="0"/>
                  </a:lnTo>
                  <a:lnTo>
                    <a:pt x="14669" y="127"/>
                  </a:lnTo>
                  <a:lnTo>
                    <a:pt x="32160" y="1478"/>
                  </a:lnTo>
                  <a:lnTo>
                    <a:pt x="33736" y="1599"/>
                  </a:lnTo>
                  <a:lnTo>
                    <a:pt x="34400" y="1651"/>
                  </a:lnTo>
                  <a:lnTo>
                    <a:pt x="56190" y="3333"/>
                  </a:lnTo>
                  <a:lnTo>
                    <a:pt x="62893" y="3791"/>
                  </a:lnTo>
                  <a:lnTo>
                    <a:pt x="73391" y="4508"/>
                  </a:lnTo>
                  <a:lnTo>
                    <a:pt x="74073" y="4555"/>
                  </a:lnTo>
                  <a:lnTo>
                    <a:pt x="75340" y="4641"/>
                  </a:lnTo>
                  <a:lnTo>
                    <a:pt x="78576" y="5306"/>
                  </a:lnTo>
                  <a:lnTo>
                    <a:pt x="79102" y="5414"/>
                  </a:lnTo>
                  <a:lnTo>
                    <a:pt x="79429" y="5482"/>
                  </a:lnTo>
                  <a:lnTo>
                    <a:pt x="79809" y="5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35789" y="3990707"/>
              <a:ext cx="152744" cy="127662"/>
            </a:xfrm>
            <a:custGeom>
              <a:avLst/>
              <a:pathLst>
                <a:path w="152744" h="127662">
                  <a:moveTo>
                    <a:pt x="65753" y="7243"/>
                  </a:moveTo>
                  <a:lnTo>
                    <a:pt x="66958" y="8976"/>
                  </a:lnTo>
                  <a:lnTo>
                    <a:pt x="69660" y="8635"/>
                  </a:lnTo>
                  <a:lnTo>
                    <a:pt x="70914" y="8606"/>
                  </a:lnTo>
                  <a:lnTo>
                    <a:pt x="73474" y="9049"/>
                  </a:lnTo>
                  <a:lnTo>
                    <a:pt x="73850" y="9147"/>
                  </a:lnTo>
                  <a:lnTo>
                    <a:pt x="74214" y="9242"/>
                  </a:lnTo>
                  <a:lnTo>
                    <a:pt x="78938" y="10472"/>
                  </a:lnTo>
                  <a:lnTo>
                    <a:pt x="81136" y="11457"/>
                  </a:lnTo>
                  <a:lnTo>
                    <a:pt x="82135" y="11905"/>
                  </a:lnTo>
                  <a:lnTo>
                    <a:pt x="82315" y="11986"/>
                  </a:lnTo>
                  <a:lnTo>
                    <a:pt x="84024" y="12752"/>
                  </a:lnTo>
                  <a:lnTo>
                    <a:pt x="84479" y="12956"/>
                  </a:lnTo>
                  <a:lnTo>
                    <a:pt x="86276" y="13761"/>
                  </a:lnTo>
                  <a:lnTo>
                    <a:pt x="86351" y="14135"/>
                  </a:lnTo>
                  <a:lnTo>
                    <a:pt x="86920" y="14511"/>
                  </a:lnTo>
                  <a:lnTo>
                    <a:pt x="89582" y="16268"/>
                  </a:lnTo>
                  <a:lnTo>
                    <a:pt x="90067" y="16588"/>
                  </a:lnTo>
                  <a:lnTo>
                    <a:pt x="91331" y="17394"/>
                  </a:lnTo>
                  <a:lnTo>
                    <a:pt x="93879" y="19019"/>
                  </a:lnTo>
                  <a:lnTo>
                    <a:pt x="99916" y="22870"/>
                  </a:lnTo>
                  <a:lnTo>
                    <a:pt x="100891" y="23473"/>
                  </a:lnTo>
                  <a:lnTo>
                    <a:pt x="113265" y="31125"/>
                  </a:lnTo>
                  <a:lnTo>
                    <a:pt x="121086" y="35962"/>
                  </a:lnTo>
                  <a:lnTo>
                    <a:pt x="117531" y="41975"/>
                  </a:lnTo>
                  <a:lnTo>
                    <a:pt x="114213" y="47588"/>
                  </a:lnTo>
                  <a:lnTo>
                    <a:pt x="114016" y="47894"/>
                  </a:lnTo>
                  <a:lnTo>
                    <a:pt x="113806" y="48218"/>
                  </a:lnTo>
                  <a:lnTo>
                    <a:pt x="114016" y="48355"/>
                  </a:lnTo>
                  <a:lnTo>
                    <a:pt x="114280" y="48528"/>
                  </a:lnTo>
                  <a:lnTo>
                    <a:pt x="121726" y="53401"/>
                  </a:lnTo>
                  <a:lnTo>
                    <a:pt x="127529" y="57130"/>
                  </a:lnTo>
                  <a:lnTo>
                    <a:pt x="133984" y="61496"/>
                  </a:lnTo>
                  <a:lnTo>
                    <a:pt x="134122" y="61584"/>
                  </a:lnTo>
                  <a:lnTo>
                    <a:pt x="136485" y="63093"/>
                  </a:lnTo>
                  <a:lnTo>
                    <a:pt x="136736" y="63253"/>
                  </a:lnTo>
                  <a:lnTo>
                    <a:pt x="138760" y="64546"/>
                  </a:lnTo>
                  <a:lnTo>
                    <a:pt x="139094" y="64759"/>
                  </a:lnTo>
                  <a:lnTo>
                    <a:pt x="140216" y="65475"/>
                  </a:lnTo>
                  <a:lnTo>
                    <a:pt x="140647" y="65750"/>
                  </a:lnTo>
                  <a:lnTo>
                    <a:pt x="143521" y="67584"/>
                  </a:lnTo>
                  <a:lnTo>
                    <a:pt x="143748" y="67730"/>
                  </a:lnTo>
                  <a:lnTo>
                    <a:pt x="152744" y="73092"/>
                  </a:lnTo>
                  <a:lnTo>
                    <a:pt x="149598" y="78207"/>
                  </a:lnTo>
                  <a:lnTo>
                    <a:pt x="149017" y="79110"/>
                  </a:lnTo>
                  <a:lnTo>
                    <a:pt x="145382" y="84751"/>
                  </a:lnTo>
                  <a:lnTo>
                    <a:pt x="139542" y="93813"/>
                  </a:lnTo>
                  <a:lnTo>
                    <a:pt x="139290" y="94203"/>
                  </a:lnTo>
                  <a:lnTo>
                    <a:pt x="134282" y="102536"/>
                  </a:lnTo>
                  <a:lnTo>
                    <a:pt x="130449" y="108912"/>
                  </a:lnTo>
                  <a:lnTo>
                    <a:pt x="130221" y="109292"/>
                  </a:lnTo>
                  <a:lnTo>
                    <a:pt x="130031" y="109602"/>
                  </a:lnTo>
                  <a:lnTo>
                    <a:pt x="126578" y="115238"/>
                  </a:lnTo>
                  <a:lnTo>
                    <a:pt x="126474" y="115400"/>
                  </a:lnTo>
                  <a:lnTo>
                    <a:pt x="125106" y="117539"/>
                  </a:lnTo>
                  <a:lnTo>
                    <a:pt x="118759" y="127662"/>
                  </a:lnTo>
                  <a:lnTo>
                    <a:pt x="118512" y="127506"/>
                  </a:lnTo>
                  <a:lnTo>
                    <a:pt x="112744" y="123886"/>
                  </a:lnTo>
                  <a:lnTo>
                    <a:pt x="111769" y="123272"/>
                  </a:lnTo>
                  <a:lnTo>
                    <a:pt x="111131" y="122873"/>
                  </a:lnTo>
                  <a:lnTo>
                    <a:pt x="111907" y="121604"/>
                  </a:lnTo>
                  <a:lnTo>
                    <a:pt x="113609" y="118821"/>
                  </a:lnTo>
                  <a:lnTo>
                    <a:pt x="112822" y="118317"/>
                  </a:lnTo>
                  <a:lnTo>
                    <a:pt x="110412" y="116772"/>
                  </a:lnTo>
                  <a:lnTo>
                    <a:pt x="109887" y="116435"/>
                  </a:lnTo>
                  <a:lnTo>
                    <a:pt x="106725" y="114408"/>
                  </a:lnTo>
                  <a:lnTo>
                    <a:pt x="106472" y="114246"/>
                  </a:lnTo>
                  <a:lnTo>
                    <a:pt x="105215" y="113440"/>
                  </a:lnTo>
                  <a:lnTo>
                    <a:pt x="103601" y="112406"/>
                  </a:lnTo>
                  <a:lnTo>
                    <a:pt x="103043" y="112083"/>
                  </a:lnTo>
                  <a:lnTo>
                    <a:pt x="102016" y="111490"/>
                  </a:lnTo>
                  <a:lnTo>
                    <a:pt x="100757" y="110763"/>
                  </a:lnTo>
                  <a:lnTo>
                    <a:pt x="100415" y="110566"/>
                  </a:lnTo>
                  <a:lnTo>
                    <a:pt x="98190" y="109281"/>
                  </a:lnTo>
                  <a:lnTo>
                    <a:pt x="97171" y="108693"/>
                  </a:lnTo>
                  <a:lnTo>
                    <a:pt x="95658" y="107820"/>
                  </a:lnTo>
                  <a:lnTo>
                    <a:pt x="96030" y="107139"/>
                  </a:lnTo>
                  <a:lnTo>
                    <a:pt x="96259" y="106720"/>
                  </a:lnTo>
                  <a:lnTo>
                    <a:pt x="93853" y="105284"/>
                  </a:lnTo>
                  <a:lnTo>
                    <a:pt x="92118" y="104248"/>
                  </a:lnTo>
                  <a:lnTo>
                    <a:pt x="91577" y="103853"/>
                  </a:lnTo>
                  <a:lnTo>
                    <a:pt x="91245" y="103611"/>
                  </a:lnTo>
                  <a:lnTo>
                    <a:pt x="90767" y="103261"/>
                  </a:lnTo>
                  <a:lnTo>
                    <a:pt x="90348" y="102955"/>
                  </a:lnTo>
                  <a:lnTo>
                    <a:pt x="88800" y="101993"/>
                  </a:lnTo>
                  <a:lnTo>
                    <a:pt x="86295" y="100434"/>
                  </a:lnTo>
                  <a:lnTo>
                    <a:pt x="85313" y="99823"/>
                  </a:lnTo>
                  <a:lnTo>
                    <a:pt x="84647" y="99409"/>
                  </a:lnTo>
                  <a:lnTo>
                    <a:pt x="82893" y="98285"/>
                  </a:lnTo>
                  <a:lnTo>
                    <a:pt x="82440" y="97994"/>
                  </a:lnTo>
                  <a:lnTo>
                    <a:pt x="82221" y="97854"/>
                  </a:lnTo>
                  <a:lnTo>
                    <a:pt x="80268" y="101106"/>
                  </a:lnTo>
                  <a:lnTo>
                    <a:pt x="79901" y="101716"/>
                  </a:lnTo>
                  <a:lnTo>
                    <a:pt x="79709" y="101597"/>
                  </a:lnTo>
                  <a:lnTo>
                    <a:pt x="79127" y="101236"/>
                  </a:lnTo>
                  <a:lnTo>
                    <a:pt x="78860" y="101070"/>
                  </a:lnTo>
                  <a:lnTo>
                    <a:pt x="78496" y="100843"/>
                  </a:lnTo>
                  <a:lnTo>
                    <a:pt x="78360" y="100759"/>
                  </a:lnTo>
                  <a:lnTo>
                    <a:pt x="77225" y="100054"/>
                  </a:lnTo>
                  <a:lnTo>
                    <a:pt x="76595" y="99662"/>
                  </a:lnTo>
                  <a:lnTo>
                    <a:pt x="75939" y="99255"/>
                  </a:lnTo>
                  <a:lnTo>
                    <a:pt x="75393" y="98915"/>
                  </a:lnTo>
                  <a:lnTo>
                    <a:pt x="73328" y="97633"/>
                  </a:lnTo>
                  <a:lnTo>
                    <a:pt x="71884" y="96735"/>
                  </a:lnTo>
                  <a:lnTo>
                    <a:pt x="71534" y="96517"/>
                  </a:lnTo>
                  <a:lnTo>
                    <a:pt x="71122" y="96261"/>
                  </a:lnTo>
                  <a:lnTo>
                    <a:pt x="68618" y="94706"/>
                  </a:lnTo>
                  <a:lnTo>
                    <a:pt x="62653" y="90999"/>
                  </a:lnTo>
                  <a:lnTo>
                    <a:pt x="62124" y="90670"/>
                  </a:lnTo>
                  <a:lnTo>
                    <a:pt x="61826" y="90485"/>
                  </a:lnTo>
                  <a:lnTo>
                    <a:pt x="59018" y="88741"/>
                  </a:lnTo>
                  <a:lnTo>
                    <a:pt x="58401" y="88357"/>
                  </a:lnTo>
                  <a:lnTo>
                    <a:pt x="57835" y="88006"/>
                  </a:lnTo>
                  <a:lnTo>
                    <a:pt x="56889" y="87418"/>
                  </a:lnTo>
                  <a:lnTo>
                    <a:pt x="55276" y="86416"/>
                  </a:lnTo>
                  <a:lnTo>
                    <a:pt x="54214" y="85756"/>
                  </a:lnTo>
                  <a:lnTo>
                    <a:pt x="53840" y="85523"/>
                  </a:lnTo>
                  <a:lnTo>
                    <a:pt x="50477" y="83783"/>
                  </a:lnTo>
                  <a:lnTo>
                    <a:pt x="50205" y="83531"/>
                  </a:lnTo>
                  <a:lnTo>
                    <a:pt x="49191" y="82594"/>
                  </a:lnTo>
                  <a:lnTo>
                    <a:pt x="48670" y="82113"/>
                  </a:lnTo>
                  <a:lnTo>
                    <a:pt x="47416" y="81375"/>
                  </a:lnTo>
                  <a:lnTo>
                    <a:pt x="47335" y="81175"/>
                  </a:lnTo>
                  <a:lnTo>
                    <a:pt x="47230" y="80915"/>
                  </a:lnTo>
                  <a:lnTo>
                    <a:pt x="44814" y="74936"/>
                  </a:lnTo>
                  <a:lnTo>
                    <a:pt x="43978" y="72866"/>
                  </a:lnTo>
                  <a:lnTo>
                    <a:pt x="41442" y="73843"/>
                  </a:lnTo>
                  <a:lnTo>
                    <a:pt x="38160" y="75268"/>
                  </a:lnTo>
                  <a:lnTo>
                    <a:pt x="36796" y="75574"/>
                  </a:lnTo>
                  <a:lnTo>
                    <a:pt x="36689" y="75438"/>
                  </a:lnTo>
                  <a:lnTo>
                    <a:pt x="36366" y="75029"/>
                  </a:lnTo>
                  <a:lnTo>
                    <a:pt x="34827" y="73079"/>
                  </a:lnTo>
                  <a:lnTo>
                    <a:pt x="34326" y="72445"/>
                  </a:lnTo>
                  <a:lnTo>
                    <a:pt x="32873" y="70604"/>
                  </a:lnTo>
                  <a:lnTo>
                    <a:pt x="32471" y="70095"/>
                  </a:lnTo>
                  <a:lnTo>
                    <a:pt x="31309" y="68599"/>
                  </a:lnTo>
                  <a:lnTo>
                    <a:pt x="30298" y="67298"/>
                  </a:lnTo>
                  <a:lnTo>
                    <a:pt x="30033" y="66962"/>
                  </a:lnTo>
                  <a:lnTo>
                    <a:pt x="29833" y="66781"/>
                  </a:lnTo>
                  <a:lnTo>
                    <a:pt x="29641" y="66607"/>
                  </a:lnTo>
                  <a:lnTo>
                    <a:pt x="26974" y="63080"/>
                  </a:lnTo>
                  <a:lnTo>
                    <a:pt x="26578" y="60855"/>
                  </a:lnTo>
                  <a:lnTo>
                    <a:pt x="25867" y="59925"/>
                  </a:lnTo>
                  <a:lnTo>
                    <a:pt x="25602" y="59503"/>
                  </a:lnTo>
                  <a:lnTo>
                    <a:pt x="25085" y="58682"/>
                  </a:lnTo>
                  <a:lnTo>
                    <a:pt x="24492" y="57740"/>
                  </a:lnTo>
                  <a:lnTo>
                    <a:pt x="24152" y="57201"/>
                  </a:lnTo>
                  <a:lnTo>
                    <a:pt x="23373" y="55964"/>
                  </a:lnTo>
                  <a:lnTo>
                    <a:pt x="23210" y="55754"/>
                  </a:lnTo>
                  <a:lnTo>
                    <a:pt x="22944" y="55409"/>
                  </a:lnTo>
                  <a:lnTo>
                    <a:pt x="22191" y="54443"/>
                  </a:lnTo>
                  <a:lnTo>
                    <a:pt x="20287" y="51864"/>
                  </a:lnTo>
                  <a:lnTo>
                    <a:pt x="18871" y="50119"/>
                  </a:lnTo>
                  <a:lnTo>
                    <a:pt x="18530" y="49698"/>
                  </a:lnTo>
                  <a:lnTo>
                    <a:pt x="18132" y="49207"/>
                  </a:lnTo>
                  <a:lnTo>
                    <a:pt x="17341" y="48233"/>
                  </a:lnTo>
                  <a:lnTo>
                    <a:pt x="15920" y="46377"/>
                  </a:lnTo>
                  <a:lnTo>
                    <a:pt x="14077" y="44231"/>
                  </a:lnTo>
                  <a:lnTo>
                    <a:pt x="13691" y="43526"/>
                  </a:lnTo>
                  <a:lnTo>
                    <a:pt x="13579" y="43321"/>
                  </a:lnTo>
                  <a:lnTo>
                    <a:pt x="12891" y="42065"/>
                  </a:lnTo>
                  <a:lnTo>
                    <a:pt x="12226" y="39553"/>
                  </a:lnTo>
                  <a:lnTo>
                    <a:pt x="12061" y="38930"/>
                  </a:lnTo>
                  <a:lnTo>
                    <a:pt x="11726" y="37886"/>
                  </a:lnTo>
                  <a:lnTo>
                    <a:pt x="11359" y="36739"/>
                  </a:lnTo>
                  <a:lnTo>
                    <a:pt x="11207" y="36265"/>
                  </a:lnTo>
                  <a:lnTo>
                    <a:pt x="11111" y="35985"/>
                  </a:lnTo>
                  <a:lnTo>
                    <a:pt x="10877" y="35298"/>
                  </a:lnTo>
                  <a:lnTo>
                    <a:pt x="3738" y="31246"/>
                  </a:lnTo>
                  <a:lnTo>
                    <a:pt x="2428" y="29700"/>
                  </a:lnTo>
                  <a:lnTo>
                    <a:pt x="0" y="26834"/>
                  </a:lnTo>
                  <a:lnTo>
                    <a:pt x="4205" y="23569"/>
                  </a:lnTo>
                  <a:lnTo>
                    <a:pt x="15722" y="14831"/>
                  </a:lnTo>
                  <a:lnTo>
                    <a:pt x="18894" y="8621"/>
                  </a:lnTo>
                  <a:lnTo>
                    <a:pt x="25810" y="3107"/>
                  </a:lnTo>
                  <a:lnTo>
                    <a:pt x="31177" y="2777"/>
                  </a:lnTo>
                  <a:lnTo>
                    <a:pt x="35917" y="2485"/>
                  </a:lnTo>
                  <a:lnTo>
                    <a:pt x="38627" y="2046"/>
                  </a:lnTo>
                  <a:lnTo>
                    <a:pt x="50240" y="166"/>
                  </a:lnTo>
                  <a:lnTo>
                    <a:pt x="51267" y="0"/>
                  </a:lnTo>
                  <a:lnTo>
                    <a:pt x="61836" y="718"/>
                  </a:lnTo>
                  <a:lnTo>
                    <a:pt x="63882" y="4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97625" y="3965353"/>
              <a:ext cx="134715" cy="98434"/>
            </a:xfrm>
            <a:custGeom>
              <a:avLst/>
              <a:pathLst>
                <a:path w="134715" h="98434">
                  <a:moveTo>
                    <a:pt x="128789" y="31455"/>
                  </a:moveTo>
                  <a:lnTo>
                    <a:pt x="126965" y="34454"/>
                  </a:lnTo>
                  <a:lnTo>
                    <a:pt x="126598" y="35056"/>
                  </a:lnTo>
                  <a:lnTo>
                    <a:pt x="126485" y="35243"/>
                  </a:lnTo>
                  <a:lnTo>
                    <a:pt x="125009" y="37669"/>
                  </a:lnTo>
                  <a:lnTo>
                    <a:pt x="124610" y="38326"/>
                  </a:lnTo>
                  <a:lnTo>
                    <a:pt x="120507" y="45072"/>
                  </a:lnTo>
                  <a:lnTo>
                    <a:pt x="119509" y="46714"/>
                  </a:lnTo>
                  <a:lnTo>
                    <a:pt x="118429" y="48490"/>
                  </a:lnTo>
                  <a:lnTo>
                    <a:pt x="118114" y="49007"/>
                  </a:lnTo>
                  <a:lnTo>
                    <a:pt x="117897" y="49365"/>
                  </a:lnTo>
                  <a:lnTo>
                    <a:pt x="116390" y="51842"/>
                  </a:lnTo>
                  <a:lnTo>
                    <a:pt x="115159" y="53866"/>
                  </a:lnTo>
                  <a:lnTo>
                    <a:pt x="114986" y="54150"/>
                  </a:lnTo>
                  <a:lnTo>
                    <a:pt x="114174" y="55486"/>
                  </a:lnTo>
                  <a:lnTo>
                    <a:pt x="113793" y="56113"/>
                  </a:lnTo>
                  <a:lnTo>
                    <a:pt x="113477" y="56632"/>
                  </a:lnTo>
                  <a:lnTo>
                    <a:pt x="113375" y="56800"/>
                  </a:lnTo>
                  <a:lnTo>
                    <a:pt x="111691" y="59568"/>
                  </a:lnTo>
                  <a:lnTo>
                    <a:pt x="111148" y="60462"/>
                  </a:lnTo>
                  <a:lnTo>
                    <a:pt x="110849" y="60954"/>
                  </a:lnTo>
                  <a:lnTo>
                    <a:pt x="109665" y="62901"/>
                  </a:lnTo>
                  <a:lnTo>
                    <a:pt x="107462" y="66287"/>
                  </a:lnTo>
                  <a:lnTo>
                    <a:pt x="107270" y="66582"/>
                  </a:lnTo>
                  <a:lnTo>
                    <a:pt x="106948" y="67078"/>
                  </a:lnTo>
                  <a:lnTo>
                    <a:pt x="106799" y="67327"/>
                  </a:lnTo>
                  <a:lnTo>
                    <a:pt x="106222" y="68291"/>
                  </a:lnTo>
                  <a:lnTo>
                    <a:pt x="104819" y="70539"/>
                  </a:lnTo>
                  <a:lnTo>
                    <a:pt x="101899" y="75220"/>
                  </a:lnTo>
                  <a:lnTo>
                    <a:pt x="96678" y="83588"/>
                  </a:lnTo>
                  <a:lnTo>
                    <a:pt x="96262" y="84246"/>
                  </a:lnTo>
                  <a:lnTo>
                    <a:pt x="94486" y="87052"/>
                  </a:lnTo>
                  <a:lnTo>
                    <a:pt x="96940" y="88632"/>
                  </a:lnTo>
                  <a:lnTo>
                    <a:pt x="96809" y="88837"/>
                  </a:lnTo>
                  <a:lnTo>
                    <a:pt x="95021" y="91751"/>
                  </a:lnTo>
                  <a:lnTo>
                    <a:pt x="91216" y="97945"/>
                  </a:lnTo>
                  <a:lnTo>
                    <a:pt x="90888" y="98434"/>
                  </a:lnTo>
                  <a:lnTo>
                    <a:pt x="81912" y="93084"/>
                  </a:lnTo>
                  <a:lnTo>
                    <a:pt x="81684" y="92939"/>
                  </a:lnTo>
                  <a:lnTo>
                    <a:pt x="78811" y="91104"/>
                  </a:lnTo>
                  <a:lnTo>
                    <a:pt x="78298" y="90777"/>
                  </a:lnTo>
                  <a:lnTo>
                    <a:pt x="77258" y="90113"/>
                  </a:lnTo>
                  <a:lnTo>
                    <a:pt x="76819" y="89832"/>
                  </a:lnTo>
                  <a:lnTo>
                    <a:pt x="74900" y="88608"/>
                  </a:lnTo>
                  <a:lnTo>
                    <a:pt x="74649" y="88447"/>
                  </a:lnTo>
                  <a:lnTo>
                    <a:pt x="72286" y="86938"/>
                  </a:lnTo>
                  <a:lnTo>
                    <a:pt x="72148" y="86850"/>
                  </a:lnTo>
                  <a:lnTo>
                    <a:pt x="65682" y="82478"/>
                  </a:lnTo>
                  <a:lnTo>
                    <a:pt x="59890" y="78755"/>
                  </a:lnTo>
                  <a:lnTo>
                    <a:pt x="52444" y="73882"/>
                  </a:lnTo>
                  <a:lnTo>
                    <a:pt x="52180" y="73709"/>
                  </a:lnTo>
                  <a:lnTo>
                    <a:pt x="51970" y="73572"/>
                  </a:lnTo>
                  <a:lnTo>
                    <a:pt x="52180" y="73248"/>
                  </a:lnTo>
                  <a:lnTo>
                    <a:pt x="52377" y="72942"/>
                  </a:lnTo>
                  <a:lnTo>
                    <a:pt x="55695" y="67330"/>
                  </a:lnTo>
                  <a:lnTo>
                    <a:pt x="59232" y="61305"/>
                  </a:lnTo>
                  <a:lnTo>
                    <a:pt x="51429" y="56479"/>
                  </a:lnTo>
                  <a:lnTo>
                    <a:pt x="39055" y="48827"/>
                  </a:lnTo>
                  <a:lnTo>
                    <a:pt x="38080" y="48225"/>
                  </a:lnTo>
                  <a:lnTo>
                    <a:pt x="32042" y="44373"/>
                  </a:lnTo>
                  <a:lnTo>
                    <a:pt x="29443" y="42715"/>
                  </a:lnTo>
                  <a:lnTo>
                    <a:pt x="28231" y="41942"/>
                  </a:lnTo>
                  <a:lnTo>
                    <a:pt x="27746" y="41622"/>
                  </a:lnTo>
                  <a:lnTo>
                    <a:pt x="25083" y="39865"/>
                  </a:lnTo>
                  <a:lnTo>
                    <a:pt x="24515" y="39490"/>
                  </a:lnTo>
                  <a:lnTo>
                    <a:pt x="24440" y="39115"/>
                  </a:lnTo>
                  <a:lnTo>
                    <a:pt x="22643" y="38310"/>
                  </a:lnTo>
                  <a:lnTo>
                    <a:pt x="22188" y="38106"/>
                  </a:lnTo>
                  <a:lnTo>
                    <a:pt x="20479" y="37340"/>
                  </a:lnTo>
                  <a:lnTo>
                    <a:pt x="20299" y="37259"/>
                  </a:lnTo>
                  <a:lnTo>
                    <a:pt x="19300" y="36811"/>
                  </a:lnTo>
                  <a:lnTo>
                    <a:pt x="17102" y="35826"/>
                  </a:lnTo>
                  <a:lnTo>
                    <a:pt x="12378" y="34596"/>
                  </a:lnTo>
                  <a:lnTo>
                    <a:pt x="12013" y="34501"/>
                  </a:lnTo>
                  <a:lnTo>
                    <a:pt x="11637" y="34403"/>
                  </a:lnTo>
                  <a:lnTo>
                    <a:pt x="9078" y="33960"/>
                  </a:lnTo>
                  <a:lnTo>
                    <a:pt x="7824" y="33989"/>
                  </a:lnTo>
                  <a:lnTo>
                    <a:pt x="5122" y="34330"/>
                  </a:lnTo>
                  <a:lnTo>
                    <a:pt x="3917" y="32597"/>
                  </a:lnTo>
                  <a:lnTo>
                    <a:pt x="2046" y="29905"/>
                  </a:lnTo>
                  <a:lnTo>
                    <a:pt x="0" y="26072"/>
                  </a:lnTo>
                  <a:lnTo>
                    <a:pt x="336" y="21098"/>
                  </a:lnTo>
                  <a:lnTo>
                    <a:pt x="953" y="18379"/>
                  </a:lnTo>
                  <a:lnTo>
                    <a:pt x="4646" y="15974"/>
                  </a:lnTo>
                  <a:lnTo>
                    <a:pt x="5151" y="15645"/>
                  </a:lnTo>
                  <a:lnTo>
                    <a:pt x="6178" y="13441"/>
                  </a:lnTo>
                  <a:lnTo>
                    <a:pt x="8716" y="14630"/>
                  </a:lnTo>
                  <a:lnTo>
                    <a:pt x="10798" y="15604"/>
                  </a:lnTo>
                  <a:lnTo>
                    <a:pt x="11042" y="15718"/>
                  </a:lnTo>
                  <a:lnTo>
                    <a:pt x="11615" y="15987"/>
                  </a:lnTo>
                  <a:lnTo>
                    <a:pt x="12010" y="16053"/>
                  </a:lnTo>
                  <a:lnTo>
                    <a:pt x="12202" y="16037"/>
                  </a:lnTo>
                  <a:lnTo>
                    <a:pt x="13069" y="16117"/>
                  </a:lnTo>
                  <a:lnTo>
                    <a:pt x="13296" y="16240"/>
                  </a:lnTo>
                  <a:lnTo>
                    <a:pt x="13632" y="16421"/>
                  </a:lnTo>
                  <a:lnTo>
                    <a:pt x="13839" y="16533"/>
                  </a:lnTo>
                  <a:lnTo>
                    <a:pt x="14104" y="16676"/>
                  </a:lnTo>
                  <a:lnTo>
                    <a:pt x="14612" y="16949"/>
                  </a:lnTo>
                  <a:lnTo>
                    <a:pt x="15086" y="17205"/>
                  </a:lnTo>
                  <a:lnTo>
                    <a:pt x="15214" y="17274"/>
                  </a:lnTo>
                  <a:lnTo>
                    <a:pt x="15369" y="17410"/>
                  </a:lnTo>
                  <a:lnTo>
                    <a:pt x="19197" y="17566"/>
                  </a:lnTo>
                  <a:lnTo>
                    <a:pt x="23707" y="18847"/>
                  </a:lnTo>
                  <a:lnTo>
                    <a:pt x="23701" y="19096"/>
                  </a:lnTo>
                  <a:lnTo>
                    <a:pt x="23655" y="21011"/>
                  </a:lnTo>
                  <a:lnTo>
                    <a:pt x="23814" y="20924"/>
                  </a:lnTo>
                  <a:lnTo>
                    <a:pt x="24938" y="20310"/>
                  </a:lnTo>
                  <a:lnTo>
                    <a:pt x="26581" y="19413"/>
                  </a:lnTo>
                  <a:lnTo>
                    <a:pt x="28158" y="18551"/>
                  </a:lnTo>
                  <a:lnTo>
                    <a:pt x="28417" y="18304"/>
                  </a:lnTo>
                  <a:lnTo>
                    <a:pt x="29301" y="17474"/>
                  </a:lnTo>
                  <a:lnTo>
                    <a:pt x="32295" y="16578"/>
                  </a:lnTo>
                  <a:lnTo>
                    <a:pt x="32553" y="16504"/>
                  </a:lnTo>
                  <a:lnTo>
                    <a:pt x="35398" y="15891"/>
                  </a:lnTo>
                  <a:lnTo>
                    <a:pt x="38138" y="15301"/>
                  </a:lnTo>
                  <a:lnTo>
                    <a:pt x="39011" y="15113"/>
                  </a:lnTo>
                  <a:lnTo>
                    <a:pt x="41328" y="14604"/>
                  </a:lnTo>
                  <a:lnTo>
                    <a:pt x="43016" y="12896"/>
                  </a:lnTo>
                  <a:lnTo>
                    <a:pt x="48478" y="15896"/>
                  </a:lnTo>
                  <a:lnTo>
                    <a:pt x="48744" y="16042"/>
                  </a:lnTo>
                  <a:lnTo>
                    <a:pt x="53304" y="18680"/>
                  </a:lnTo>
                  <a:lnTo>
                    <a:pt x="53673" y="18893"/>
                  </a:lnTo>
                  <a:lnTo>
                    <a:pt x="54547" y="19399"/>
                  </a:lnTo>
                  <a:lnTo>
                    <a:pt x="55956" y="20214"/>
                  </a:lnTo>
                  <a:lnTo>
                    <a:pt x="56397" y="19488"/>
                  </a:lnTo>
                  <a:lnTo>
                    <a:pt x="59817" y="21221"/>
                  </a:lnTo>
                  <a:lnTo>
                    <a:pt x="61070" y="21932"/>
                  </a:lnTo>
                  <a:lnTo>
                    <a:pt x="64351" y="23792"/>
                  </a:lnTo>
                  <a:lnTo>
                    <a:pt x="66280" y="24947"/>
                  </a:lnTo>
                  <a:lnTo>
                    <a:pt x="68686" y="26388"/>
                  </a:lnTo>
                  <a:lnTo>
                    <a:pt x="70277" y="27340"/>
                  </a:lnTo>
                  <a:lnTo>
                    <a:pt x="71460" y="28049"/>
                  </a:lnTo>
                  <a:lnTo>
                    <a:pt x="77439" y="31629"/>
                  </a:lnTo>
                  <a:lnTo>
                    <a:pt x="77918" y="31916"/>
                  </a:lnTo>
                  <a:lnTo>
                    <a:pt x="78183" y="31491"/>
                  </a:lnTo>
                  <a:lnTo>
                    <a:pt x="82490" y="24608"/>
                  </a:lnTo>
                  <a:lnTo>
                    <a:pt x="85357" y="20026"/>
                  </a:lnTo>
                  <a:lnTo>
                    <a:pt x="88644" y="14622"/>
                  </a:lnTo>
                  <a:lnTo>
                    <a:pt x="91212" y="10399"/>
                  </a:lnTo>
                  <a:lnTo>
                    <a:pt x="92090" y="9175"/>
                  </a:lnTo>
                  <a:lnTo>
                    <a:pt x="92856" y="8108"/>
                  </a:lnTo>
                  <a:lnTo>
                    <a:pt x="94308" y="6085"/>
                  </a:lnTo>
                  <a:lnTo>
                    <a:pt x="94513" y="5800"/>
                  </a:lnTo>
                  <a:lnTo>
                    <a:pt x="97177" y="2709"/>
                  </a:lnTo>
                  <a:lnTo>
                    <a:pt x="98295" y="1654"/>
                  </a:lnTo>
                  <a:lnTo>
                    <a:pt x="99825" y="212"/>
                  </a:lnTo>
                  <a:lnTo>
                    <a:pt x="100049" y="0"/>
                  </a:lnTo>
                  <a:lnTo>
                    <a:pt x="100283" y="147"/>
                  </a:lnTo>
                  <a:lnTo>
                    <a:pt x="100444" y="247"/>
                  </a:lnTo>
                  <a:lnTo>
                    <a:pt x="101629" y="992"/>
                  </a:lnTo>
                  <a:lnTo>
                    <a:pt x="106598" y="4113"/>
                  </a:lnTo>
                  <a:lnTo>
                    <a:pt x="111990" y="7499"/>
                  </a:lnTo>
                  <a:lnTo>
                    <a:pt x="112958" y="8108"/>
                  </a:lnTo>
                  <a:lnTo>
                    <a:pt x="117610" y="11029"/>
                  </a:lnTo>
                  <a:lnTo>
                    <a:pt x="117785" y="11140"/>
                  </a:lnTo>
                  <a:lnTo>
                    <a:pt x="122817" y="14328"/>
                  </a:lnTo>
                  <a:lnTo>
                    <a:pt x="123361" y="14674"/>
                  </a:lnTo>
                  <a:lnTo>
                    <a:pt x="124180" y="15192"/>
                  </a:lnTo>
                  <a:lnTo>
                    <a:pt x="129072" y="18293"/>
                  </a:lnTo>
                  <a:lnTo>
                    <a:pt x="129623" y="18642"/>
                  </a:lnTo>
                  <a:lnTo>
                    <a:pt x="134715" y="21868"/>
                  </a:lnTo>
                  <a:lnTo>
                    <a:pt x="134484" y="22238"/>
                  </a:lnTo>
                  <a:lnTo>
                    <a:pt x="134346" y="22461"/>
                  </a:lnTo>
                  <a:lnTo>
                    <a:pt x="133145" y="24391"/>
                  </a:lnTo>
                  <a:lnTo>
                    <a:pt x="132608" y="25254"/>
                  </a:lnTo>
                  <a:lnTo>
                    <a:pt x="130403" y="28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75424" y="4304333"/>
              <a:ext cx="236275" cy="311848"/>
            </a:xfrm>
            <a:custGeom>
              <a:avLst/>
              <a:pathLst>
                <a:path w="236275" h="311848">
                  <a:moveTo>
                    <a:pt x="169842" y="228738"/>
                  </a:moveTo>
                  <a:lnTo>
                    <a:pt x="166318" y="233931"/>
                  </a:lnTo>
                  <a:lnTo>
                    <a:pt x="164731" y="235823"/>
                  </a:lnTo>
                  <a:lnTo>
                    <a:pt x="164267" y="236376"/>
                  </a:lnTo>
                  <a:lnTo>
                    <a:pt x="163506" y="237283"/>
                  </a:lnTo>
                  <a:lnTo>
                    <a:pt x="161687" y="239453"/>
                  </a:lnTo>
                  <a:lnTo>
                    <a:pt x="156989" y="244421"/>
                  </a:lnTo>
                  <a:lnTo>
                    <a:pt x="155309" y="242530"/>
                  </a:lnTo>
                  <a:lnTo>
                    <a:pt x="154712" y="241858"/>
                  </a:lnTo>
                  <a:lnTo>
                    <a:pt x="154568" y="241696"/>
                  </a:lnTo>
                  <a:lnTo>
                    <a:pt x="152440" y="239301"/>
                  </a:lnTo>
                  <a:lnTo>
                    <a:pt x="151676" y="238442"/>
                  </a:lnTo>
                  <a:lnTo>
                    <a:pt x="146153" y="232225"/>
                  </a:lnTo>
                  <a:lnTo>
                    <a:pt x="126667" y="250278"/>
                  </a:lnTo>
                  <a:lnTo>
                    <a:pt x="117184" y="259064"/>
                  </a:lnTo>
                  <a:lnTo>
                    <a:pt x="117095" y="249340"/>
                  </a:lnTo>
                  <a:lnTo>
                    <a:pt x="113655" y="249450"/>
                  </a:lnTo>
                  <a:lnTo>
                    <a:pt x="111732" y="249512"/>
                  </a:lnTo>
                  <a:lnTo>
                    <a:pt x="110024" y="249567"/>
                  </a:lnTo>
                  <a:lnTo>
                    <a:pt x="106795" y="249671"/>
                  </a:lnTo>
                  <a:lnTo>
                    <a:pt x="106481" y="249681"/>
                  </a:lnTo>
                  <a:lnTo>
                    <a:pt x="105440" y="249715"/>
                  </a:lnTo>
                  <a:lnTo>
                    <a:pt x="103513" y="249777"/>
                  </a:lnTo>
                  <a:lnTo>
                    <a:pt x="101953" y="249827"/>
                  </a:lnTo>
                  <a:lnTo>
                    <a:pt x="99159" y="249917"/>
                  </a:lnTo>
                  <a:lnTo>
                    <a:pt x="96426" y="249858"/>
                  </a:lnTo>
                  <a:lnTo>
                    <a:pt x="96066" y="249851"/>
                  </a:lnTo>
                  <a:lnTo>
                    <a:pt x="94827" y="249824"/>
                  </a:lnTo>
                  <a:lnTo>
                    <a:pt x="92823" y="249782"/>
                  </a:lnTo>
                  <a:lnTo>
                    <a:pt x="91709" y="249758"/>
                  </a:lnTo>
                  <a:lnTo>
                    <a:pt x="90652" y="249736"/>
                  </a:lnTo>
                  <a:lnTo>
                    <a:pt x="90505" y="250459"/>
                  </a:lnTo>
                  <a:lnTo>
                    <a:pt x="88621" y="259766"/>
                  </a:lnTo>
                  <a:lnTo>
                    <a:pt x="88216" y="261766"/>
                  </a:lnTo>
                  <a:lnTo>
                    <a:pt x="85363" y="261108"/>
                  </a:lnTo>
                  <a:lnTo>
                    <a:pt x="83640" y="260711"/>
                  </a:lnTo>
                  <a:lnTo>
                    <a:pt x="82815" y="260521"/>
                  </a:lnTo>
                  <a:lnTo>
                    <a:pt x="82568" y="260464"/>
                  </a:lnTo>
                  <a:lnTo>
                    <a:pt x="76848" y="259146"/>
                  </a:lnTo>
                  <a:lnTo>
                    <a:pt x="76700" y="259112"/>
                  </a:lnTo>
                  <a:lnTo>
                    <a:pt x="75955" y="258940"/>
                  </a:lnTo>
                  <a:lnTo>
                    <a:pt x="74995" y="263733"/>
                  </a:lnTo>
                  <a:lnTo>
                    <a:pt x="74148" y="270471"/>
                  </a:lnTo>
                  <a:lnTo>
                    <a:pt x="73896" y="272536"/>
                  </a:lnTo>
                  <a:lnTo>
                    <a:pt x="73849" y="273322"/>
                  </a:lnTo>
                  <a:lnTo>
                    <a:pt x="73808" y="274005"/>
                  </a:lnTo>
                  <a:lnTo>
                    <a:pt x="73630" y="276962"/>
                  </a:lnTo>
                  <a:lnTo>
                    <a:pt x="73785" y="284817"/>
                  </a:lnTo>
                  <a:lnTo>
                    <a:pt x="73983" y="294878"/>
                  </a:lnTo>
                  <a:lnTo>
                    <a:pt x="74059" y="298760"/>
                  </a:lnTo>
                  <a:lnTo>
                    <a:pt x="74080" y="299853"/>
                  </a:lnTo>
                  <a:lnTo>
                    <a:pt x="72793" y="300090"/>
                  </a:lnTo>
                  <a:lnTo>
                    <a:pt x="71789" y="300275"/>
                  </a:lnTo>
                  <a:lnTo>
                    <a:pt x="64087" y="301693"/>
                  </a:lnTo>
                  <a:lnTo>
                    <a:pt x="55261" y="303318"/>
                  </a:lnTo>
                  <a:lnTo>
                    <a:pt x="45933" y="305036"/>
                  </a:lnTo>
                  <a:lnTo>
                    <a:pt x="35257" y="307001"/>
                  </a:lnTo>
                  <a:lnTo>
                    <a:pt x="20722" y="309678"/>
                  </a:lnTo>
                  <a:lnTo>
                    <a:pt x="11672" y="311344"/>
                  </a:lnTo>
                  <a:lnTo>
                    <a:pt x="8936" y="311848"/>
                  </a:lnTo>
                  <a:lnTo>
                    <a:pt x="8326" y="307007"/>
                  </a:lnTo>
                  <a:lnTo>
                    <a:pt x="7748" y="302428"/>
                  </a:lnTo>
                  <a:lnTo>
                    <a:pt x="7053" y="296911"/>
                  </a:lnTo>
                  <a:lnTo>
                    <a:pt x="6573" y="293097"/>
                  </a:lnTo>
                  <a:lnTo>
                    <a:pt x="6327" y="290991"/>
                  </a:lnTo>
                  <a:lnTo>
                    <a:pt x="5131" y="280741"/>
                  </a:lnTo>
                  <a:lnTo>
                    <a:pt x="4355" y="274093"/>
                  </a:lnTo>
                  <a:lnTo>
                    <a:pt x="1881" y="252889"/>
                  </a:lnTo>
                  <a:lnTo>
                    <a:pt x="1760" y="251852"/>
                  </a:lnTo>
                  <a:lnTo>
                    <a:pt x="1260" y="247000"/>
                  </a:lnTo>
                  <a:lnTo>
                    <a:pt x="1150" y="245926"/>
                  </a:lnTo>
                  <a:lnTo>
                    <a:pt x="1026" y="244722"/>
                  </a:lnTo>
                  <a:lnTo>
                    <a:pt x="959" y="244079"/>
                  </a:lnTo>
                  <a:lnTo>
                    <a:pt x="875" y="243259"/>
                  </a:lnTo>
                  <a:lnTo>
                    <a:pt x="480" y="239428"/>
                  </a:lnTo>
                  <a:lnTo>
                    <a:pt x="62" y="235367"/>
                  </a:lnTo>
                  <a:lnTo>
                    <a:pt x="0" y="234764"/>
                  </a:lnTo>
                  <a:lnTo>
                    <a:pt x="28" y="234239"/>
                  </a:lnTo>
                  <a:lnTo>
                    <a:pt x="53" y="233784"/>
                  </a:lnTo>
                  <a:lnTo>
                    <a:pt x="118" y="232571"/>
                  </a:lnTo>
                  <a:lnTo>
                    <a:pt x="187" y="231313"/>
                  </a:lnTo>
                  <a:lnTo>
                    <a:pt x="1130" y="227403"/>
                  </a:lnTo>
                  <a:lnTo>
                    <a:pt x="1404" y="226264"/>
                  </a:lnTo>
                  <a:lnTo>
                    <a:pt x="1912" y="224158"/>
                  </a:lnTo>
                  <a:lnTo>
                    <a:pt x="2210" y="222926"/>
                  </a:lnTo>
                  <a:lnTo>
                    <a:pt x="2988" y="219701"/>
                  </a:lnTo>
                  <a:lnTo>
                    <a:pt x="4168" y="214807"/>
                  </a:lnTo>
                  <a:lnTo>
                    <a:pt x="5269" y="210244"/>
                  </a:lnTo>
                  <a:lnTo>
                    <a:pt x="6171" y="207331"/>
                  </a:lnTo>
                  <a:lnTo>
                    <a:pt x="6811" y="206409"/>
                  </a:lnTo>
                  <a:lnTo>
                    <a:pt x="7980" y="204722"/>
                  </a:lnTo>
                  <a:lnTo>
                    <a:pt x="8443" y="204054"/>
                  </a:lnTo>
                  <a:lnTo>
                    <a:pt x="8661" y="203791"/>
                  </a:lnTo>
                  <a:lnTo>
                    <a:pt x="9032" y="203343"/>
                  </a:lnTo>
                  <a:lnTo>
                    <a:pt x="10006" y="202166"/>
                  </a:lnTo>
                  <a:lnTo>
                    <a:pt x="13079" y="200087"/>
                  </a:lnTo>
                  <a:lnTo>
                    <a:pt x="17365" y="197186"/>
                  </a:lnTo>
                  <a:lnTo>
                    <a:pt x="17898" y="196825"/>
                  </a:lnTo>
                  <a:lnTo>
                    <a:pt x="18977" y="196095"/>
                  </a:lnTo>
                  <a:lnTo>
                    <a:pt x="19437" y="195784"/>
                  </a:lnTo>
                  <a:lnTo>
                    <a:pt x="20422" y="195024"/>
                  </a:lnTo>
                  <a:lnTo>
                    <a:pt x="23198" y="192886"/>
                  </a:lnTo>
                  <a:lnTo>
                    <a:pt x="25612" y="191026"/>
                  </a:lnTo>
                  <a:lnTo>
                    <a:pt x="27200" y="189297"/>
                  </a:lnTo>
                  <a:lnTo>
                    <a:pt x="27939" y="188493"/>
                  </a:lnTo>
                  <a:lnTo>
                    <a:pt x="28556" y="187822"/>
                  </a:lnTo>
                  <a:lnTo>
                    <a:pt x="28767" y="187510"/>
                  </a:lnTo>
                  <a:lnTo>
                    <a:pt x="29314" y="186702"/>
                  </a:lnTo>
                  <a:lnTo>
                    <a:pt x="29596" y="186286"/>
                  </a:lnTo>
                  <a:lnTo>
                    <a:pt x="34643" y="178828"/>
                  </a:lnTo>
                  <a:lnTo>
                    <a:pt x="34765" y="178648"/>
                  </a:lnTo>
                  <a:lnTo>
                    <a:pt x="34994" y="178310"/>
                  </a:lnTo>
                  <a:lnTo>
                    <a:pt x="35625" y="177378"/>
                  </a:lnTo>
                  <a:lnTo>
                    <a:pt x="36340" y="176320"/>
                  </a:lnTo>
                  <a:lnTo>
                    <a:pt x="37025" y="175308"/>
                  </a:lnTo>
                  <a:lnTo>
                    <a:pt x="38204" y="173567"/>
                  </a:lnTo>
                  <a:lnTo>
                    <a:pt x="40302" y="170466"/>
                  </a:lnTo>
                  <a:lnTo>
                    <a:pt x="40633" y="169978"/>
                  </a:lnTo>
                  <a:lnTo>
                    <a:pt x="40769" y="169776"/>
                  </a:lnTo>
                  <a:lnTo>
                    <a:pt x="41063" y="169342"/>
                  </a:lnTo>
                  <a:lnTo>
                    <a:pt x="45841" y="161575"/>
                  </a:lnTo>
                  <a:lnTo>
                    <a:pt x="50672" y="153721"/>
                  </a:lnTo>
                  <a:lnTo>
                    <a:pt x="51182" y="152891"/>
                  </a:lnTo>
                  <a:lnTo>
                    <a:pt x="50777" y="148099"/>
                  </a:lnTo>
                  <a:lnTo>
                    <a:pt x="51033" y="147665"/>
                  </a:lnTo>
                  <a:lnTo>
                    <a:pt x="54033" y="142577"/>
                  </a:lnTo>
                  <a:lnTo>
                    <a:pt x="56150" y="138988"/>
                  </a:lnTo>
                  <a:lnTo>
                    <a:pt x="60057" y="132365"/>
                  </a:lnTo>
                  <a:lnTo>
                    <a:pt x="65382" y="123630"/>
                  </a:lnTo>
                  <a:lnTo>
                    <a:pt x="65799" y="122946"/>
                  </a:lnTo>
                  <a:lnTo>
                    <a:pt x="66616" y="121606"/>
                  </a:lnTo>
                  <a:lnTo>
                    <a:pt x="67375" y="120382"/>
                  </a:lnTo>
                  <a:lnTo>
                    <a:pt x="74415" y="109034"/>
                  </a:lnTo>
                  <a:lnTo>
                    <a:pt x="74513" y="108877"/>
                  </a:lnTo>
                  <a:lnTo>
                    <a:pt x="79464" y="100897"/>
                  </a:lnTo>
                  <a:lnTo>
                    <a:pt x="86900" y="88956"/>
                  </a:lnTo>
                  <a:lnTo>
                    <a:pt x="94021" y="77522"/>
                  </a:lnTo>
                  <a:lnTo>
                    <a:pt x="94543" y="76683"/>
                  </a:lnTo>
                  <a:lnTo>
                    <a:pt x="96190" y="74039"/>
                  </a:lnTo>
                  <a:lnTo>
                    <a:pt x="106191" y="57979"/>
                  </a:lnTo>
                  <a:lnTo>
                    <a:pt x="109432" y="52716"/>
                  </a:lnTo>
                  <a:lnTo>
                    <a:pt x="116988" y="40447"/>
                  </a:lnTo>
                  <a:lnTo>
                    <a:pt x="117169" y="40190"/>
                  </a:lnTo>
                  <a:lnTo>
                    <a:pt x="117484" y="39742"/>
                  </a:lnTo>
                  <a:lnTo>
                    <a:pt x="117831" y="39249"/>
                  </a:lnTo>
                  <a:lnTo>
                    <a:pt x="120176" y="35914"/>
                  </a:lnTo>
                  <a:lnTo>
                    <a:pt x="135503" y="11405"/>
                  </a:lnTo>
                  <a:lnTo>
                    <a:pt x="135735" y="11040"/>
                  </a:lnTo>
                  <a:lnTo>
                    <a:pt x="135851" y="10876"/>
                  </a:lnTo>
                  <a:lnTo>
                    <a:pt x="136644" y="9750"/>
                  </a:lnTo>
                  <a:lnTo>
                    <a:pt x="137256" y="8881"/>
                  </a:lnTo>
                  <a:lnTo>
                    <a:pt x="137644" y="8330"/>
                  </a:lnTo>
                  <a:lnTo>
                    <a:pt x="138175" y="7468"/>
                  </a:lnTo>
                  <a:lnTo>
                    <a:pt x="138868" y="6343"/>
                  </a:lnTo>
                  <a:lnTo>
                    <a:pt x="140811" y="3188"/>
                  </a:lnTo>
                  <a:lnTo>
                    <a:pt x="142774" y="0"/>
                  </a:lnTo>
                  <a:lnTo>
                    <a:pt x="144838" y="1451"/>
                  </a:lnTo>
                  <a:lnTo>
                    <a:pt x="147025" y="2988"/>
                  </a:lnTo>
                  <a:lnTo>
                    <a:pt x="148447" y="3988"/>
                  </a:lnTo>
                  <a:lnTo>
                    <a:pt x="149437" y="4684"/>
                  </a:lnTo>
                  <a:lnTo>
                    <a:pt x="151486" y="6124"/>
                  </a:lnTo>
                  <a:lnTo>
                    <a:pt x="155594" y="9012"/>
                  </a:lnTo>
                  <a:lnTo>
                    <a:pt x="156241" y="9468"/>
                  </a:lnTo>
                  <a:lnTo>
                    <a:pt x="158972" y="11387"/>
                  </a:lnTo>
                  <a:lnTo>
                    <a:pt x="160039" y="12137"/>
                  </a:lnTo>
                  <a:lnTo>
                    <a:pt x="160283" y="12309"/>
                  </a:lnTo>
                  <a:lnTo>
                    <a:pt x="167646" y="17486"/>
                  </a:lnTo>
                  <a:lnTo>
                    <a:pt x="171271" y="20033"/>
                  </a:lnTo>
                  <a:lnTo>
                    <a:pt x="176000" y="23359"/>
                  </a:lnTo>
                  <a:lnTo>
                    <a:pt x="184099" y="29052"/>
                  </a:lnTo>
                  <a:lnTo>
                    <a:pt x="186033" y="30412"/>
                  </a:lnTo>
                  <a:lnTo>
                    <a:pt x="188545" y="32178"/>
                  </a:lnTo>
                  <a:lnTo>
                    <a:pt x="214394" y="50350"/>
                  </a:lnTo>
                  <a:lnTo>
                    <a:pt x="236131" y="65632"/>
                  </a:lnTo>
                  <a:lnTo>
                    <a:pt x="236275" y="65734"/>
                  </a:lnTo>
                  <a:lnTo>
                    <a:pt x="235083" y="67472"/>
                  </a:lnTo>
                  <a:lnTo>
                    <a:pt x="230255" y="74510"/>
                  </a:lnTo>
                  <a:lnTo>
                    <a:pt x="225918" y="80832"/>
                  </a:lnTo>
                  <a:lnTo>
                    <a:pt x="225791" y="81040"/>
                  </a:lnTo>
                  <a:lnTo>
                    <a:pt x="224716" y="82793"/>
                  </a:lnTo>
                  <a:lnTo>
                    <a:pt x="223706" y="84838"/>
                  </a:lnTo>
                  <a:lnTo>
                    <a:pt x="220869" y="90585"/>
                  </a:lnTo>
                  <a:lnTo>
                    <a:pt x="219363" y="94462"/>
                  </a:lnTo>
                  <a:lnTo>
                    <a:pt x="217941" y="97153"/>
                  </a:lnTo>
                  <a:lnTo>
                    <a:pt x="217704" y="97619"/>
                  </a:lnTo>
                  <a:lnTo>
                    <a:pt x="213446" y="105974"/>
                  </a:lnTo>
                  <a:lnTo>
                    <a:pt x="212296" y="108231"/>
                  </a:lnTo>
                  <a:lnTo>
                    <a:pt x="212244" y="108363"/>
                  </a:lnTo>
                  <a:lnTo>
                    <a:pt x="212111" y="108704"/>
                  </a:lnTo>
                  <a:lnTo>
                    <a:pt x="208126" y="118906"/>
                  </a:lnTo>
                  <a:lnTo>
                    <a:pt x="207404" y="120756"/>
                  </a:lnTo>
                  <a:lnTo>
                    <a:pt x="206734" y="122604"/>
                  </a:lnTo>
                  <a:lnTo>
                    <a:pt x="206003" y="124621"/>
                  </a:lnTo>
                  <a:lnTo>
                    <a:pt x="204104" y="129859"/>
                  </a:lnTo>
                  <a:lnTo>
                    <a:pt x="203937" y="130320"/>
                  </a:lnTo>
                  <a:lnTo>
                    <a:pt x="203619" y="131326"/>
                  </a:lnTo>
                  <a:lnTo>
                    <a:pt x="201168" y="139096"/>
                  </a:lnTo>
                  <a:lnTo>
                    <a:pt x="200074" y="142563"/>
                  </a:lnTo>
                  <a:lnTo>
                    <a:pt x="199352" y="144850"/>
                  </a:lnTo>
                  <a:lnTo>
                    <a:pt x="198744" y="146777"/>
                  </a:lnTo>
                  <a:lnTo>
                    <a:pt x="197209" y="151641"/>
                  </a:lnTo>
                  <a:lnTo>
                    <a:pt x="196022" y="155403"/>
                  </a:lnTo>
                  <a:lnTo>
                    <a:pt x="194876" y="159035"/>
                  </a:lnTo>
                  <a:lnTo>
                    <a:pt x="193580" y="163142"/>
                  </a:lnTo>
                  <a:lnTo>
                    <a:pt x="192858" y="165432"/>
                  </a:lnTo>
                  <a:lnTo>
                    <a:pt x="192742" y="165768"/>
                  </a:lnTo>
                  <a:lnTo>
                    <a:pt x="192643" y="166057"/>
                  </a:lnTo>
                  <a:lnTo>
                    <a:pt x="192544" y="166345"/>
                  </a:lnTo>
                  <a:lnTo>
                    <a:pt x="188513" y="178069"/>
                  </a:lnTo>
                  <a:lnTo>
                    <a:pt x="187569" y="180814"/>
                  </a:lnTo>
                  <a:lnTo>
                    <a:pt x="182626" y="195189"/>
                  </a:lnTo>
                  <a:lnTo>
                    <a:pt x="182573" y="195344"/>
                  </a:lnTo>
                  <a:lnTo>
                    <a:pt x="180091" y="202563"/>
                  </a:lnTo>
                  <a:lnTo>
                    <a:pt x="179669" y="203789"/>
                  </a:lnTo>
                  <a:lnTo>
                    <a:pt x="179618" y="203969"/>
                  </a:lnTo>
                  <a:lnTo>
                    <a:pt x="179314" y="205044"/>
                  </a:lnTo>
                  <a:lnTo>
                    <a:pt x="177931" y="209938"/>
                  </a:lnTo>
                  <a:lnTo>
                    <a:pt x="175703" y="217444"/>
                  </a:lnTo>
                  <a:lnTo>
                    <a:pt x="175435" y="218106"/>
                  </a:lnTo>
                  <a:lnTo>
                    <a:pt x="174214" y="221126"/>
                  </a:lnTo>
                  <a:lnTo>
                    <a:pt x="171424" y="2264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021845" y="4478903"/>
              <a:ext cx="162240" cy="85503"/>
            </a:xfrm>
            <a:custGeom>
              <a:avLst/>
              <a:pathLst>
                <a:path w="162240" h="85503">
                  <a:moveTo>
                    <a:pt x="76030" y="1961"/>
                  </a:moveTo>
                  <a:lnTo>
                    <a:pt x="77656" y="2407"/>
                  </a:lnTo>
                  <a:lnTo>
                    <a:pt x="78920" y="2213"/>
                  </a:lnTo>
                  <a:lnTo>
                    <a:pt x="81215" y="3665"/>
                  </a:lnTo>
                  <a:lnTo>
                    <a:pt x="81760" y="4009"/>
                  </a:lnTo>
                  <a:lnTo>
                    <a:pt x="82345" y="4410"/>
                  </a:lnTo>
                  <a:lnTo>
                    <a:pt x="82579" y="4569"/>
                  </a:lnTo>
                  <a:lnTo>
                    <a:pt x="82878" y="4774"/>
                  </a:lnTo>
                  <a:lnTo>
                    <a:pt x="85562" y="6610"/>
                  </a:lnTo>
                  <a:lnTo>
                    <a:pt x="87031" y="3330"/>
                  </a:lnTo>
                  <a:lnTo>
                    <a:pt x="87454" y="3368"/>
                  </a:lnTo>
                  <a:lnTo>
                    <a:pt x="89047" y="3511"/>
                  </a:lnTo>
                  <a:lnTo>
                    <a:pt x="91051" y="3898"/>
                  </a:lnTo>
                  <a:lnTo>
                    <a:pt x="92007" y="4082"/>
                  </a:lnTo>
                  <a:lnTo>
                    <a:pt x="92163" y="4113"/>
                  </a:lnTo>
                  <a:lnTo>
                    <a:pt x="93208" y="4617"/>
                  </a:lnTo>
                  <a:lnTo>
                    <a:pt x="93528" y="5086"/>
                  </a:lnTo>
                  <a:lnTo>
                    <a:pt x="93778" y="5452"/>
                  </a:lnTo>
                  <a:lnTo>
                    <a:pt x="95168" y="6372"/>
                  </a:lnTo>
                  <a:lnTo>
                    <a:pt x="97120" y="7662"/>
                  </a:lnTo>
                  <a:lnTo>
                    <a:pt x="98772" y="8755"/>
                  </a:lnTo>
                  <a:lnTo>
                    <a:pt x="103258" y="11721"/>
                  </a:lnTo>
                  <a:lnTo>
                    <a:pt x="103197" y="12600"/>
                  </a:lnTo>
                  <a:lnTo>
                    <a:pt x="103151" y="12973"/>
                  </a:lnTo>
                  <a:lnTo>
                    <a:pt x="103119" y="13235"/>
                  </a:lnTo>
                  <a:lnTo>
                    <a:pt x="102716" y="13659"/>
                  </a:lnTo>
                  <a:lnTo>
                    <a:pt x="101644" y="14786"/>
                  </a:lnTo>
                  <a:lnTo>
                    <a:pt x="100881" y="15209"/>
                  </a:lnTo>
                  <a:lnTo>
                    <a:pt x="99938" y="15731"/>
                  </a:lnTo>
                  <a:lnTo>
                    <a:pt x="99364" y="16049"/>
                  </a:lnTo>
                  <a:lnTo>
                    <a:pt x="97674" y="17233"/>
                  </a:lnTo>
                  <a:lnTo>
                    <a:pt x="97402" y="17712"/>
                  </a:lnTo>
                  <a:lnTo>
                    <a:pt x="96316" y="19629"/>
                  </a:lnTo>
                  <a:lnTo>
                    <a:pt x="96066" y="20069"/>
                  </a:lnTo>
                  <a:lnTo>
                    <a:pt x="95869" y="20418"/>
                  </a:lnTo>
                  <a:lnTo>
                    <a:pt x="93861" y="21723"/>
                  </a:lnTo>
                  <a:lnTo>
                    <a:pt x="92009" y="22926"/>
                  </a:lnTo>
                  <a:lnTo>
                    <a:pt x="91283" y="23147"/>
                  </a:lnTo>
                  <a:lnTo>
                    <a:pt x="89824" y="23590"/>
                  </a:lnTo>
                  <a:lnTo>
                    <a:pt x="90406" y="25698"/>
                  </a:lnTo>
                  <a:lnTo>
                    <a:pt x="90656" y="26604"/>
                  </a:lnTo>
                  <a:lnTo>
                    <a:pt x="91182" y="26487"/>
                  </a:lnTo>
                  <a:lnTo>
                    <a:pt x="95777" y="26511"/>
                  </a:lnTo>
                  <a:lnTo>
                    <a:pt x="98710" y="25698"/>
                  </a:lnTo>
                  <a:lnTo>
                    <a:pt x="100809" y="25115"/>
                  </a:lnTo>
                  <a:lnTo>
                    <a:pt x="101379" y="24957"/>
                  </a:lnTo>
                  <a:lnTo>
                    <a:pt x="102922" y="23042"/>
                  </a:lnTo>
                  <a:lnTo>
                    <a:pt x="103783" y="21920"/>
                  </a:lnTo>
                  <a:lnTo>
                    <a:pt x="106356" y="18566"/>
                  </a:lnTo>
                  <a:lnTo>
                    <a:pt x="108698" y="15514"/>
                  </a:lnTo>
                  <a:lnTo>
                    <a:pt x="110614" y="14549"/>
                  </a:lnTo>
                  <a:lnTo>
                    <a:pt x="110856" y="14427"/>
                  </a:lnTo>
                  <a:lnTo>
                    <a:pt x="111821" y="14182"/>
                  </a:lnTo>
                  <a:lnTo>
                    <a:pt x="115360" y="13285"/>
                  </a:lnTo>
                  <a:lnTo>
                    <a:pt x="115814" y="13170"/>
                  </a:lnTo>
                  <a:lnTo>
                    <a:pt x="117725" y="12686"/>
                  </a:lnTo>
                  <a:lnTo>
                    <a:pt x="118376" y="12521"/>
                  </a:lnTo>
                  <a:lnTo>
                    <a:pt x="121542" y="11718"/>
                  </a:lnTo>
                  <a:lnTo>
                    <a:pt x="123081" y="11776"/>
                  </a:lnTo>
                  <a:lnTo>
                    <a:pt x="123651" y="11930"/>
                  </a:lnTo>
                  <a:lnTo>
                    <a:pt x="124801" y="12242"/>
                  </a:lnTo>
                  <a:lnTo>
                    <a:pt x="125379" y="12435"/>
                  </a:lnTo>
                  <a:lnTo>
                    <a:pt x="125983" y="12638"/>
                  </a:lnTo>
                  <a:lnTo>
                    <a:pt x="127840" y="13378"/>
                  </a:lnTo>
                  <a:lnTo>
                    <a:pt x="129476" y="14031"/>
                  </a:lnTo>
                  <a:lnTo>
                    <a:pt x="129686" y="14114"/>
                  </a:lnTo>
                  <a:lnTo>
                    <a:pt x="131335" y="14772"/>
                  </a:lnTo>
                  <a:lnTo>
                    <a:pt x="131709" y="14921"/>
                  </a:lnTo>
                  <a:lnTo>
                    <a:pt x="132515" y="15242"/>
                  </a:lnTo>
                  <a:lnTo>
                    <a:pt x="133516" y="15641"/>
                  </a:lnTo>
                  <a:lnTo>
                    <a:pt x="133853" y="15776"/>
                  </a:lnTo>
                  <a:lnTo>
                    <a:pt x="135227" y="16324"/>
                  </a:lnTo>
                  <a:lnTo>
                    <a:pt x="135892" y="16589"/>
                  </a:lnTo>
                  <a:lnTo>
                    <a:pt x="137969" y="17417"/>
                  </a:lnTo>
                  <a:lnTo>
                    <a:pt x="138547" y="17648"/>
                  </a:lnTo>
                  <a:lnTo>
                    <a:pt x="139810" y="18151"/>
                  </a:lnTo>
                  <a:lnTo>
                    <a:pt x="140841" y="18563"/>
                  </a:lnTo>
                  <a:lnTo>
                    <a:pt x="141011" y="18630"/>
                  </a:lnTo>
                  <a:lnTo>
                    <a:pt x="142813" y="19403"/>
                  </a:lnTo>
                  <a:lnTo>
                    <a:pt x="143889" y="19866"/>
                  </a:lnTo>
                  <a:lnTo>
                    <a:pt x="149601" y="21984"/>
                  </a:lnTo>
                  <a:lnTo>
                    <a:pt x="151109" y="22543"/>
                  </a:lnTo>
                  <a:lnTo>
                    <a:pt x="153630" y="23631"/>
                  </a:lnTo>
                  <a:lnTo>
                    <a:pt x="155527" y="24484"/>
                  </a:lnTo>
                  <a:lnTo>
                    <a:pt x="157648" y="25437"/>
                  </a:lnTo>
                  <a:lnTo>
                    <a:pt x="157882" y="25630"/>
                  </a:lnTo>
                  <a:lnTo>
                    <a:pt x="158456" y="26103"/>
                  </a:lnTo>
                  <a:lnTo>
                    <a:pt x="160182" y="27525"/>
                  </a:lnTo>
                  <a:lnTo>
                    <a:pt x="162240" y="29221"/>
                  </a:lnTo>
                  <a:lnTo>
                    <a:pt x="162022" y="29484"/>
                  </a:lnTo>
                  <a:lnTo>
                    <a:pt x="161559" y="30152"/>
                  </a:lnTo>
                  <a:lnTo>
                    <a:pt x="160390" y="31838"/>
                  </a:lnTo>
                  <a:lnTo>
                    <a:pt x="159750" y="32761"/>
                  </a:lnTo>
                  <a:lnTo>
                    <a:pt x="158848" y="35674"/>
                  </a:lnTo>
                  <a:lnTo>
                    <a:pt x="157747" y="40237"/>
                  </a:lnTo>
                  <a:lnTo>
                    <a:pt x="156567" y="45131"/>
                  </a:lnTo>
                  <a:lnTo>
                    <a:pt x="155789" y="48356"/>
                  </a:lnTo>
                  <a:lnTo>
                    <a:pt x="155491" y="49588"/>
                  </a:lnTo>
                  <a:lnTo>
                    <a:pt x="154983" y="51694"/>
                  </a:lnTo>
                  <a:lnTo>
                    <a:pt x="154709" y="52833"/>
                  </a:lnTo>
                  <a:lnTo>
                    <a:pt x="153766" y="56743"/>
                  </a:lnTo>
                  <a:lnTo>
                    <a:pt x="153697" y="58001"/>
                  </a:lnTo>
                  <a:lnTo>
                    <a:pt x="153632" y="59214"/>
                  </a:lnTo>
                  <a:lnTo>
                    <a:pt x="153607" y="59669"/>
                  </a:lnTo>
                  <a:lnTo>
                    <a:pt x="153579" y="60194"/>
                  </a:lnTo>
                  <a:lnTo>
                    <a:pt x="153641" y="60797"/>
                  </a:lnTo>
                  <a:lnTo>
                    <a:pt x="154059" y="64858"/>
                  </a:lnTo>
                  <a:lnTo>
                    <a:pt x="154454" y="68688"/>
                  </a:lnTo>
                  <a:lnTo>
                    <a:pt x="154538" y="69509"/>
                  </a:lnTo>
                  <a:lnTo>
                    <a:pt x="154605" y="70152"/>
                  </a:lnTo>
                  <a:lnTo>
                    <a:pt x="154729" y="71356"/>
                  </a:lnTo>
                  <a:lnTo>
                    <a:pt x="154839" y="72430"/>
                  </a:lnTo>
                  <a:lnTo>
                    <a:pt x="155339" y="77281"/>
                  </a:lnTo>
                  <a:lnTo>
                    <a:pt x="155460" y="78318"/>
                  </a:lnTo>
                  <a:lnTo>
                    <a:pt x="154400" y="78425"/>
                  </a:lnTo>
                  <a:lnTo>
                    <a:pt x="152097" y="78657"/>
                  </a:lnTo>
                  <a:lnTo>
                    <a:pt x="142461" y="79626"/>
                  </a:lnTo>
                  <a:lnTo>
                    <a:pt x="141964" y="79676"/>
                  </a:lnTo>
                  <a:lnTo>
                    <a:pt x="132406" y="80552"/>
                  </a:lnTo>
                  <a:lnTo>
                    <a:pt x="131692" y="72986"/>
                  </a:lnTo>
                  <a:lnTo>
                    <a:pt x="131522" y="71182"/>
                  </a:lnTo>
                  <a:lnTo>
                    <a:pt x="130483" y="61590"/>
                  </a:lnTo>
                  <a:lnTo>
                    <a:pt x="128049" y="63651"/>
                  </a:lnTo>
                  <a:lnTo>
                    <a:pt x="126327" y="65110"/>
                  </a:lnTo>
                  <a:lnTo>
                    <a:pt x="124973" y="66971"/>
                  </a:lnTo>
                  <a:lnTo>
                    <a:pt x="124606" y="67476"/>
                  </a:lnTo>
                  <a:lnTo>
                    <a:pt x="123062" y="71724"/>
                  </a:lnTo>
                  <a:lnTo>
                    <a:pt x="122546" y="77315"/>
                  </a:lnTo>
                  <a:lnTo>
                    <a:pt x="122255" y="77293"/>
                  </a:lnTo>
                  <a:lnTo>
                    <a:pt x="110036" y="76351"/>
                  </a:lnTo>
                  <a:lnTo>
                    <a:pt x="100386" y="75607"/>
                  </a:lnTo>
                  <a:lnTo>
                    <a:pt x="100082" y="75584"/>
                  </a:lnTo>
                  <a:lnTo>
                    <a:pt x="99103" y="75516"/>
                  </a:lnTo>
                  <a:lnTo>
                    <a:pt x="98603" y="75481"/>
                  </a:lnTo>
                  <a:lnTo>
                    <a:pt x="83501" y="74437"/>
                  </a:lnTo>
                  <a:lnTo>
                    <a:pt x="80308" y="74215"/>
                  </a:lnTo>
                  <a:lnTo>
                    <a:pt x="79565" y="74150"/>
                  </a:lnTo>
                  <a:lnTo>
                    <a:pt x="77542" y="73973"/>
                  </a:lnTo>
                  <a:lnTo>
                    <a:pt x="77134" y="73937"/>
                  </a:lnTo>
                  <a:lnTo>
                    <a:pt x="76711" y="73954"/>
                  </a:lnTo>
                  <a:lnTo>
                    <a:pt x="75873" y="71172"/>
                  </a:lnTo>
                  <a:lnTo>
                    <a:pt x="68294" y="71529"/>
                  </a:lnTo>
                  <a:lnTo>
                    <a:pt x="64883" y="71690"/>
                  </a:lnTo>
                  <a:lnTo>
                    <a:pt x="56947" y="72063"/>
                  </a:lnTo>
                  <a:lnTo>
                    <a:pt x="56192" y="72099"/>
                  </a:lnTo>
                  <a:lnTo>
                    <a:pt x="52843" y="72257"/>
                  </a:lnTo>
                  <a:lnTo>
                    <a:pt x="50028" y="72389"/>
                  </a:lnTo>
                  <a:lnTo>
                    <a:pt x="48359" y="72468"/>
                  </a:lnTo>
                  <a:lnTo>
                    <a:pt x="47710" y="72498"/>
                  </a:lnTo>
                  <a:lnTo>
                    <a:pt x="44215" y="73260"/>
                  </a:lnTo>
                  <a:lnTo>
                    <a:pt x="41477" y="74247"/>
                  </a:lnTo>
                  <a:lnTo>
                    <a:pt x="40168" y="74719"/>
                  </a:lnTo>
                  <a:lnTo>
                    <a:pt x="36948" y="75881"/>
                  </a:lnTo>
                  <a:lnTo>
                    <a:pt x="28969" y="77803"/>
                  </a:lnTo>
                  <a:lnTo>
                    <a:pt x="27405" y="78180"/>
                  </a:lnTo>
                  <a:lnTo>
                    <a:pt x="25771" y="78258"/>
                  </a:lnTo>
                  <a:lnTo>
                    <a:pt x="25272" y="78281"/>
                  </a:lnTo>
                  <a:lnTo>
                    <a:pt x="21548" y="78458"/>
                  </a:lnTo>
                  <a:lnTo>
                    <a:pt x="19142" y="78572"/>
                  </a:lnTo>
                  <a:lnTo>
                    <a:pt x="14066" y="78812"/>
                  </a:lnTo>
                  <a:lnTo>
                    <a:pt x="12083" y="78906"/>
                  </a:lnTo>
                  <a:lnTo>
                    <a:pt x="10501" y="78981"/>
                  </a:lnTo>
                  <a:lnTo>
                    <a:pt x="5830" y="79202"/>
                  </a:lnTo>
                  <a:lnTo>
                    <a:pt x="5607" y="79212"/>
                  </a:lnTo>
                  <a:lnTo>
                    <a:pt x="6339" y="85240"/>
                  </a:lnTo>
                  <a:lnTo>
                    <a:pt x="1906" y="85449"/>
                  </a:lnTo>
                  <a:lnTo>
                    <a:pt x="761" y="85503"/>
                  </a:lnTo>
                  <a:lnTo>
                    <a:pt x="602" y="85393"/>
                  </a:lnTo>
                  <a:lnTo>
                    <a:pt x="310" y="85191"/>
                  </a:lnTo>
                  <a:lnTo>
                    <a:pt x="0" y="82408"/>
                  </a:lnTo>
                  <a:lnTo>
                    <a:pt x="1742" y="79695"/>
                  </a:lnTo>
                  <a:lnTo>
                    <a:pt x="2849" y="77972"/>
                  </a:lnTo>
                  <a:lnTo>
                    <a:pt x="3665" y="76917"/>
                  </a:lnTo>
                  <a:lnTo>
                    <a:pt x="3856" y="76671"/>
                  </a:lnTo>
                  <a:lnTo>
                    <a:pt x="4561" y="75969"/>
                  </a:lnTo>
                  <a:lnTo>
                    <a:pt x="6003" y="74535"/>
                  </a:lnTo>
                  <a:lnTo>
                    <a:pt x="7598" y="73777"/>
                  </a:lnTo>
                  <a:lnTo>
                    <a:pt x="11352" y="73199"/>
                  </a:lnTo>
                  <a:lnTo>
                    <a:pt x="11431" y="68950"/>
                  </a:lnTo>
                  <a:lnTo>
                    <a:pt x="11448" y="68623"/>
                  </a:lnTo>
                  <a:lnTo>
                    <a:pt x="11576" y="66063"/>
                  </a:lnTo>
                  <a:lnTo>
                    <a:pt x="15824" y="58199"/>
                  </a:lnTo>
                  <a:lnTo>
                    <a:pt x="25050" y="55855"/>
                  </a:lnTo>
                  <a:lnTo>
                    <a:pt x="26760" y="57020"/>
                  </a:lnTo>
                  <a:lnTo>
                    <a:pt x="27994" y="56729"/>
                  </a:lnTo>
                  <a:lnTo>
                    <a:pt x="29799" y="49155"/>
                  </a:lnTo>
                  <a:lnTo>
                    <a:pt x="34169" y="48670"/>
                  </a:lnTo>
                  <a:lnTo>
                    <a:pt x="33884" y="46243"/>
                  </a:lnTo>
                  <a:lnTo>
                    <a:pt x="40438" y="45757"/>
                  </a:lnTo>
                  <a:lnTo>
                    <a:pt x="40723" y="44786"/>
                  </a:lnTo>
                  <a:lnTo>
                    <a:pt x="39298" y="43912"/>
                  </a:lnTo>
                  <a:lnTo>
                    <a:pt x="39963" y="41970"/>
                  </a:lnTo>
                  <a:lnTo>
                    <a:pt x="35119" y="39155"/>
                  </a:lnTo>
                  <a:lnTo>
                    <a:pt x="36544" y="35465"/>
                  </a:lnTo>
                  <a:lnTo>
                    <a:pt x="29406" y="33062"/>
                  </a:lnTo>
                  <a:lnTo>
                    <a:pt x="28469" y="32746"/>
                  </a:lnTo>
                  <a:lnTo>
                    <a:pt x="33884" y="21969"/>
                  </a:lnTo>
                  <a:lnTo>
                    <a:pt x="48227" y="11483"/>
                  </a:lnTo>
                  <a:lnTo>
                    <a:pt x="49075" y="12169"/>
                  </a:lnTo>
                  <a:lnTo>
                    <a:pt x="50507" y="13328"/>
                  </a:lnTo>
                  <a:lnTo>
                    <a:pt x="55542" y="11677"/>
                  </a:lnTo>
                  <a:lnTo>
                    <a:pt x="55925" y="7420"/>
                  </a:lnTo>
                  <a:lnTo>
                    <a:pt x="56301" y="3245"/>
                  </a:lnTo>
                  <a:lnTo>
                    <a:pt x="56956" y="3267"/>
                  </a:lnTo>
                  <a:lnTo>
                    <a:pt x="58022" y="3301"/>
                  </a:lnTo>
                  <a:lnTo>
                    <a:pt x="58536" y="3318"/>
                  </a:lnTo>
                  <a:lnTo>
                    <a:pt x="59924" y="151"/>
                  </a:lnTo>
                  <a:lnTo>
                    <a:pt x="64065" y="32"/>
                  </a:lnTo>
                  <a:lnTo>
                    <a:pt x="64520" y="19"/>
                  </a:lnTo>
                  <a:lnTo>
                    <a:pt x="65213" y="0"/>
                  </a:lnTo>
                  <a:lnTo>
                    <a:pt x="68243" y="291"/>
                  </a:lnTo>
                  <a:lnTo>
                    <a:pt x="68581" y="363"/>
                  </a:lnTo>
                  <a:lnTo>
                    <a:pt x="69069" y="468"/>
                  </a:lnTo>
                  <a:lnTo>
                    <a:pt x="70504" y="776"/>
                  </a:lnTo>
                  <a:lnTo>
                    <a:pt x="71331" y="947"/>
                  </a:lnTo>
                  <a:lnTo>
                    <a:pt x="72615" y="1211"/>
                  </a:lnTo>
                  <a:lnTo>
                    <a:pt x="73488" y="1391"/>
                  </a:lnTo>
                  <a:lnTo>
                    <a:pt x="75358" y="1776"/>
                  </a:lnTo>
                  <a:lnTo>
                    <a:pt x="75555" y="1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675230" y="3325782"/>
              <a:ext cx="189359" cy="173147"/>
            </a:xfrm>
            <a:custGeom>
              <a:avLst/>
              <a:pathLst>
                <a:path w="189359" h="173147">
                  <a:moveTo>
                    <a:pt x="183462" y="119132"/>
                  </a:moveTo>
                  <a:lnTo>
                    <a:pt x="180670" y="121899"/>
                  </a:lnTo>
                  <a:lnTo>
                    <a:pt x="173204" y="117296"/>
                  </a:lnTo>
                  <a:lnTo>
                    <a:pt x="177613" y="110437"/>
                  </a:lnTo>
                  <a:lnTo>
                    <a:pt x="167193" y="103240"/>
                  </a:lnTo>
                  <a:lnTo>
                    <a:pt x="166110" y="104638"/>
                  </a:lnTo>
                  <a:lnTo>
                    <a:pt x="165500" y="104164"/>
                  </a:lnTo>
                  <a:lnTo>
                    <a:pt x="152670" y="95634"/>
                  </a:lnTo>
                  <a:lnTo>
                    <a:pt x="152091" y="96686"/>
                  </a:lnTo>
                  <a:lnTo>
                    <a:pt x="148544" y="101475"/>
                  </a:lnTo>
                  <a:lnTo>
                    <a:pt x="144341" y="104443"/>
                  </a:lnTo>
                  <a:lnTo>
                    <a:pt x="143819" y="104812"/>
                  </a:lnTo>
                  <a:lnTo>
                    <a:pt x="142474" y="103735"/>
                  </a:lnTo>
                  <a:lnTo>
                    <a:pt x="136931" y="100061"/>
                  </a:lnTo>
                  <a:lnTo>
                    <a:pt x="135734" y="101269"/>
                  </a:lnTo>
                  <a:lnTo>
                    <a:pt x="134847" y="102113"/>
                  </a:lnTo>
                  <a:lnTo>
                    <a:pt x="135376" y="105732"/>
                  </a:lnTo>
                  <a:lnTo>
                    <a:pt x="135630" y="107336"/>
                  </a:lnTo>
                  <a:lnTo>
                    <a:pt x="142943" y="114353"/>
                  </a:lnTo>
                  <a:lnTo>
                    <a:pt x="141589" y="116160"/>
                  </a:lnTo>
                  <a:lnTo>
                    <a:pt x="141911" y="117132"/>
                  </a:lnTo>
                  <a:lnTo>
                    <a:pt x="147142" y="132886"/>
                  </a:lnTo>
                  <a:lnTo>
                    <a:pt x="145568" y="135688"/>
                  </a:lnTo>
                  <a:lnTo>
                    <a:pt x="142481" y="138965"/>
                  </a:lnTo>
                  <a:lnTo>
                    <a:pt x="138681" y="141635"/>
                  </a:lnTo>
                  <a:lnTo>
                    <a:pt x="134087" y="143970"/>
                  </a:lnTo>
                  <a:lnTo>
                    <a:pt x="119706" y="152905"/>
                  </a:lnTo>
                  <a:lnTo>
                    <a:pt x="115583" y="155381"/>
                  </a:lnTo>
                  <a:lnTo>
                    <a:pt x="113180" y="156825"/>
                  </a:lnTo>
                  <a:lnTo>
                    <a:pt x="104601" y="162042"/>
                  </a:lnTo>
                  <a:lnTo>
                    <a:pt x="104288" y="162297"/>
                  </a:lnTo>
                  <a:lnTo>
                    <a:pt x="102810" y="163499"/>
                  </a:lnTo>
                  <a:lnTo>
                    <a:pt x="102423" y="163814"/>
                  </a:lnTo>
                  <a:lnTo>
                    <a:pt x="102173" y="164017"/>
                  </a:lnTo>
                  <a:lnTo>
                    <a:pt x="101989" y="164166"/>
                  </a:lnTo>
                  <a:lnTo>
                    <a:pt x="101379" y="164597"/>
                  </a:lnTo>
                  <a:lnTo>
                    <a:pt x="98356" y="166286"/>
                  </a:lnTo>
                  <a:lnTo>
                    <a:pt x="96235" y="167472"/>
                  </a:lnTo>
                  <a:lnTo>
                    <a:pt x="92585" y="169513"/>
                  </a:lnTo>
                  <a:lnTo>
                    <a:pt x="92419" y="169606"/>
                  </a:lnTo>
                  <a:lnTo>
                    <a:pt x="87683" y="172253"/>
                  </a:lnTo>
                  <a:lnTo>
                    <a:pt x="86084" y="173147"/>
                  </a:lnTo>
                  <a:lnTo>
                    <a:pt x="84535" y="170479"/>
                  </a:lnTo>
                  <a:lnTo>
                    <a:pt x="82378" y="170520"/>
                  </a:lnTo>
                  <a:lnTo>
                    <a:pt x="80934" y="170547"/>
                  </a:lnTo>
                  <a:lnTo>
                    <a:pt x="80520" y="170546"/>
                  </a:lnTo>
                  <a:lnTo>
                    <a:pt x="80069" y="170546"/>
                  </a:lnTo>
                  <a:lnTo>
                    <a:pt x="78239" y="170426"/>
                  </a:lnTo>
                  <a:lnTo>
                    <a:pt x="75900" y="170274"/>
                  </a:lnTo>
                  <a:lnTo>
                    <a:pt x="70521" y="169923"/>
                  </a:lnTo>
                  <a:lnTo>
                    <a:pt x="63771" y="169483"/>
                  </a:lnTo>
                  <a:lnTo>
                    <a:pt x="56843" y="169085"/>
                  </a:lnTo>
                  <a:lnTo>
                    <a:pt x="50022" y="168693"/>
                  </a:lnTo>
                  <a:lnTo>
                    <a:pt x="49691" y="168676"/>
                  </a:lnTo>
                  <a:lnTo>
                    <a:pt x="47240" y="168556"/>
                  </a:lnTo>
                  <a:lnTo>
                    <a:pt x="46555" y="168522"/>
                  </a:lnTo>
                  <a:lnTo>
                    <a:pt x="45519" y="168471"/>
                  </a:lnTo>
                  <a:lnTo>
                    <a:pt x="45104" y="168451"/>
                  </a:lnTo>
                  <a:lnTo>
                    <a:pt x="44098" y="168401"/>
                  </a:lnTo>
                  <a:lnTo>
                    <a:pt x="42972" y="168346"/>
                  </a:lnTo>
                  <a:lnTo>
                    <a:pt x="41510" y="168274"/>
                  </a:lnTo>
                  <a:lnTo>
                    <a:pt x="39847" y="168192"/>
                  </a:lnTo>
                  <a:lnTo>
                    <a:pt x="39568" y="168178"/>
                  </a:lnTo>
                  <a:lnTo>
                    <a:pt x="39216" y="168161"/>
                  </a:lnTo>
                  <a:lnTo>
                    <a:pt x="36071" y="168006"/>
                  </a:lnTo>
                  <a:lnTo>
                    <a:pt x="35702" y="167988"/>
                  </a:lnTo>
                  <a:lnTo>
                    <a:pt x="34909" y="167949"/>
                  </a:lnTo>
                  <a:lnTo>
                    <a:pt x="34947" y="167391"/>
                  </a:lnTo>
                  <a:lnTo>
                    <a:pt x="34982" y="166864"/>
                  </a:lnTo>
                  <a:lnTo>
                    <a:pt x="35109" y="165359"/>
                  </a:lnTo>
                  <a:lnTo>
                    <a:pt x="35181" y="164504"/>
                  </a:lnTo>
                  <a:lnTo>
                    <a:pt x="35304" y="163040"/>
                  </a:lnTo>
                  <a:lnTo>
                    <a:pt x="35420" y="161660"/>
                  </a:lnTo>
                  <a:lnTo>
                    <a:pt x="35443" y="161379"/>
                  </a:lnTo>
                  <a:lnTo>
                    <a:pt x="35506" y="160628"/>
                  </a:lnTo>
                  <a:lnTo>
                    <a:pt x="34672" y="160561"/>
                  </a:lnTo>
                  <a:lnTo>
                    <a:pt x="34136" y="160518"/>
                  </a:lnTo>
                  <a:lnTo>
                    <a:pt x="33311" y="160452"/>
                  </a:lnTo>
                  <a:lnTo>
                    <a:pt x="29234" y="160124"/>
                  </a:lnTo>
                  <a:lnTo>
                    <a:pt x="26181" y="159879"/>
                  </a:lnTo>
                  <a:lnTo>
                    <a:pt x="25612" y="159833"/>
                  </a:lnTo>
                  <a:lnTo>
                    <a:pt x="12212" y="158755"/>
                  </a:lnTo>
                  <a:lnTo>
                    <a:pt x="12229" y="158480"/>
                  </a:lnTo>
                  <a:lnTo>
                    <a:pt x="12133" y="158220"/>
                  </a:lnTo>
                  <a:lnTo>
                    <a:pt x="12055" y="158011"/>
                  </a:lnTo>
                  <a:lnTo>
                    <a:pt x="12076" y="157681"/>
                  </a:lnTo>
                  <a:lnTo>
                    <a:pt x="12459" y="151535"/>
                  </a:lnTo>
                  <a:lnTo>
                    <a:pt x="12611" y="149108"/>
                  </a:lnTo>
                  <a:lnTo>
                    <a:pt x="12374" y="147963"/>
                  </a:lnTo>
                  <a:lnTo>
                    <a:pt x="12064" y="147330"/>
                  </a:lnTo>
                  <a:lnTo>
                    <a:pt x="11699" y="146583"/>
                  </a:lnTo>
                  <a:lnTo>
                    <a:pt x="10863" y="145535"/>
                  </a:lnTo>
                  <a:lnTo>
                    <a:pt x="10259" y="144851"/>
                  </a:lnTo>
                  <a:lnTo>
                    <a:pt x="3497" y="137199"/>
                  </a:lnTo>
                  <a:lnTo>
                    <a:pt x="2701" y="136473"/>
                  </a:lnTo>
                  <a:lnTo>
                    <a:pt x="2146" y="135967"/>
                  </a:lnTo>
                  <a:lnTo>
                    <a:pt x="652" y="134603"/>
                  </a:lnTo>
                  <a:lnTo>
                    <a:pt x="0" y="134008"/>
                  </a:lnTo>
                  <a:lnTo>
                    <a:pt x="2305" y="130130"/>
                  </a:lnTo>
                  <a:lnTo>
                    <a:pt x="2521" y="129768"/>
                  </a:lnTo>
                  <a:lnTo>
                    <a:pt x="3940" y="127190"/>
                  </a:lnTo>
                  <a:lnTo>
                    <a:pt x="4500" y="126174"/>
                  </a:lnTo>
                  <a:lnTo>
                    <a:pt x="5209" y="124885"/>
                  </a:lnTo>
                  <a:lnTo>
                    <a:pt x="6182" y="123118"/>
                  </a:lnTo>
                  <a:lnTo>
                    <a:pt x="6300" y="122904"/>
                  </a:lnTo>
                  <a:lnTo>
                    <a:pt x="6647" y="122363"/>
                  </a:lnTo>
                  <a:lnTo>
                    <a:pt x="10520" y="116327"/>
                  </a:lnTo>
                  <a:lnTo>
                    <a:pt x="10895" y="115742"/>
                  </a:lnTo>
                  <a:lnTo>
                    <a:pt x="12072" y="113907"/>
                  </a:lnTo>
                  <a:lnTo>
                    <a:pt x="13215" y="112126"/>
                  </a:lnTo>
                  <a:lnTo>
                    <a:pt x="15021" y="109311"/>
                  </a:lnTo>
                  <a:lnTo>
                    <a:pt x="15282" y="108905"/>
                  </a:lnTo>
                  <a:lnTo>
                    <a:pt x="18148" y="104437"/>
                  </a:lnTo>
                  <a:lnTo>
                    <a:pt x="18677" y="103613"/>
                  </a:lnTo>
                  <a:lnTo>
                    <a:pt x="18810" y="103407"/>
                  </a:lnTo>
                  <a:lnTo>
                    <a:pt x="19196" y="102804"/>
                  </a:lnTo>
                  <a:lnTo>
                    <a:pt x="18924" y="102774"/>
                  </a:lnTo>
                  <a:lnTo>
                    <a:pt x="15106" y="102521"/>
                  </a:lnTo>
                  <a:lnTo>
                    <a:pt x="12090" y="100486"/>
                  </a:lnTo>
                  <a:lnTo>
                    <a:pt x="10052" y="98797"/>
                  </a:lnTo>
                  <a:lnTo>
                    <a:pt x="9210" y="97237"/>
                  </a:lnTo>
                  <a:lnTo>
                    <a:pt x="8912" y="96685"/>
                  </a:lnTo>
                  <a:lnTo>
                    <a:pt x="8814" y="96072"/>
                  </a:lnTo>
                  <a:lnTo>
                    <a:pt x="8189" y="89988"/>
                  </a:lnTo>
                  <a:lnTo>
                    <a:pt x="8043" y="88571"/>
                  </a:lnTo>
                  <a:lnTo>
                    <a:pt x="7856" y="86657"/>
                  </a:lnTo>
                  <a:lnTo>
                    <a:pt x="9731" y="83524"/>
                  </a:lnTo>
                  <a:lnTo>
                    <a:pt x="10146" y="82831"/>
                  </a:lnTo>
                  <a:lnTo>
                    <a:pt x="10993" y="81564"/>
                  </a:lnTo>
                  <a:lnTo>
                    <a:pt x="13817" y="81669"/>
                  </a:lnTo>
                  <a:lnTo>
                    <a:pt x="15449" y="81730"/>
                  </a:lnTo>
                  <a:lnTo>
                    <a:pt x="15465" y="81536"/>
                  </a:lnTo>
                  <a:lnTo>
                    <a:pt x="15484" y="81302"/>
                  </a:lnTo>
                  <a:lnTo>
                    <a:pt x="15629" y="79488"/>
                  </a:lnTo>
                  <a:lnTo>
                    <a:pt x="15666" y="79031"/>
                  </a:lnTo>
                  <a:lnTo>
                    <a:pt x="16243" y="71850"/>
                  </a:lnTo>
                  <a:lnTo>
                    <a:pt x="16436" y="71858"/>
                  </a:lnTo>
                  <a:lnTo>
                    <a:pt x="17905" y="71924"/>
                  </a:lnTo>
                  <a:lnTo>
                    <a:pt x="19897" y="72012"/>
                  </a:lnTo>
                  <a:lnTo>
                    <a:pt x="19640" y="77580"/>
                  </a:lnTo>
                  <a:lnTo>
                    <a:pt x="20250" y="77986"/>
                  </a:lnTo>
                  <a:lnTo>
                    <a:pt x="21937" y="79108"/>
                  </a:lnTo>
                  <a:lnTo>
                    <a:pt x="22128" y="78928"/>
                  </a:lnTo>
                  <a:lnTo>
                    <a:pt x="23408" y="77723"/>
                  </a:lnTo>
                  <a:lnTo>
                    <a:pt x="24379" y="76808"/>
                  </a:lnTo>
                  <a:lnTo>
                    <a:pt x="29664" y="71831"/>
                  </a:lnTo>
                  <a:lnTo>
                    <a:pt x="31583" y="70060"/>
                  </a:lnTo>
                  <a:lnTo>
                    <a:pt x="32067" y="69636"/>
                  </a:lnTo>
                  <a:lnTo>
                    <a:pt x="32717" y="69067"/>
                  </a:lnTo>
                  <a:lnTo>
                    <a:pt x="32389" y="65193"/>
                  </a:lnTo>
                  <a:lnTo>
                    <a:pt x="32598" y="65017"/>
                  </a:lnTo>
                  <a:lnTo>
                    <a:pt x="33006" y="64673"/>
                  </a:lnTo>
                  <a:lnTo>
                    <a:pt x="35927" y="62207"/>
                  </a:lnTo>
                  <a:lnTo>
                    <a:pt x="36364" y="61840"/>
                  </a:lnTo>
                  <a:lnTo>
                    <a:pt x="41107" y="57985"/>
                  </a:lnTo>
                  <a:lnTo>
                    <a:pt x="44890" y="54909"/>
                  </a:lnTo>
                  <a:lnTo>
                    <a:pt x="45366" y="55525"/>
                  </a:lnTo>
                  <a:lnTo>
                    <a:pt x="49312" y="60631"/>
                  </a:lnTo>
                  <a:lnTo>
                    <a:pt x="53806" y="57325"/>
                  </a:lnTo>
                  <a:lnTo>
                    <a:pt x="54753" y="56829"/>
                  </a:lnTo>
                  <a:lnTo>
                    <a:pt x="56567" y="55861"/>
                  </a:lnTo>
                  <a:lnTo>
                    <a:pt x="59695" y="54191"/>
                  </a:lnTo>
                  <a:lnTo>
                    <a:pt x="60723" y="53642"/>
                  </a:lnTo>
                  <a:lnTo>
                    <a:pt x="60841" y="53491"/>
                  </a:lnTo>
                  <a:lnTo>
                    <a:pt x="62820" y="50993"/>
                  </a:lnTo>
                  <a:lnTo>
                    <a:pt x="66128" y="51215"/>
                  </a:lnTo>
                  <a:lnTo>
                    <a:pt x="69395" y="51936"/>
                  </a:lnTo>
                  <a:lnTo>
                    <a:pt x="74910" y="53153"/>
                  </a:lnTo>
                  <a:lnTo>
                    <a:pt x="76121" y="50583"/>
                  </a:lnTo>
                  <a:lnTo>
                    <a:pt x="77649" y="47339"/>
                  </a:lnTo>
                  <a:lnTo>
                    <a:pt x="77709" y="47212"/>
                  </a:lnTo>
                  <a:lnTo>
                    <a:pt x="77906" y="46795"/>
                  </a:lnTo>
                  <a:lnTo>
                    <a:pt x="78871" y="44748"/>
                  </a:lnTo>
                  <a:lnTo>
                    <a:pt x="79067" y="44365"/>
                  </a:lnTo>
                  <a:lnTo>
                    <a:pt x="79271" y="43968"/>
                  </a:lnTo>
                  <a:lnTo>
                    <a:pt x="80655" y="41271"/>
                  </a:lnTo>
                  <a:lnTo>
                    <a:pt x="81561" y="40419"/>
                  </a:lnTo>
                  <a:lnTo>
                    <a:pt x="82099" y="39912"/>
                  </a:lnTo>
                  <a:lnTo>
                    <a:pt x="83733" y="38941"/>
                  </a:lnTo>
                  <a:lnTo>
                    <a:pt x="87608" y="37427"/>
                  </a:lnTo>
                  <a:lnTo>
                    <a:pt x="89320" y="37038"/>
                  </a:lnTo>
                  <a:lnTo>
                    <a:pt x="90344" y="36805"/>
                  </a:lnTo>
                  <a:lnTo>
                    <a:pt x="92510" y="36805"/>
                  </a:lnTo>
                  <a:lnTo>
                    <a:pt x="93750" y="36987"/>
                  </a:lnTo>
                  <a:lnTo>
                    <a:pt x="94287" y="32520"/>
                  </a:lnTo>
                  <a:lnTo>
                    <a:pt x="94956" y="27083"/>
                  </a:lnTo>
                  <a:lnTo>
                    <a:pt x="91039" y="23214"/>
                  </a:lnTo>
                  <a:lnTo>
                    <a:pt x="100852" y="16190"/>
                  </a:lnTo>
                  <a:lnTo>
                    <a:pt x="104841" y="12306"/>
                  </a:lnTo>
                  <a:lnTo>
                    <a:pt x="114150" y="7840"/>
                  </a:lnTo>
                  <a:lnTo>
                    <a:pt x="120230" y="4150"/>
                  </a:lnTo>
                  <a:lnTo>
                    <a:pt x="127449" y="1626"/>
                  </a:lnTo>
                  <a:lnTo>
                    <a:pt x="134169" y="0"/>
                  </a:lnTo>
                  <a:lnTo>
                    <a:pt x="136900" y="606"/>
                  </a:lnTo>
                  <a:lnTo>
                    <a:pt x="139156" y="4733"/>
                  </a:lnTo>
                  <a:lnTo>
                    <a:pt x="140225" y="8374"/>
                  </a:lnTo>
                  <a:lnTo>
                    <a:pt x="141294" y="13107"/>
                  </a:lnTo>
                  <a:lnTo>
                    <a:pt x="143431" y="20146"/>
                  </a:lnTo>
                  <a:lnTo>
                    <a:pt x="143906" y="24152"/>
                  </a:lnTo>
                  <a:lnTo>
                    <a:pt x="144737" y="27793"/>
                  </a:lnTo>
                  <a:lnTo>
                    <a:pt x="147230" y="32526"/>
                  </a:lnTo>
                  <a:lnTo>
                    <a:pt x="148299" y="33376"/>
                  </a:lnTo>
                  <a:lnTo>
                    <a:pt x="151268" y="38109"/>
                  </a:lnTo>
                  <a:lnTo>
                    <a:pt x="151505" y="40779"/>
                  </a:lnTo>
                  <a:lnTo>
                    <a:pt x="149724" y="41629"/>
                  </a:lnTo>
                  <a:lnTo>
                    <a:pt x="149012" y="43085"/>
                  </a:lnTo>
                  <a:lnTo>
                    <a:pt x="149249" y="45391"/>
                  </a:lnTo>
                  <a:lnTo>
                    <a:pt x="149486" y="46119"/>
                  </a:lnTo>
                  <a:lnTo>
                    <a:pt x="149756" y="50749"/>
                  </a:lnTo>
                  <a:lnTo>
                    <a:pt x="151779" y="60817"/>
                  </a:lnTo>
                  <a:lnTo>
                    <a:pt x="174125" y="60880"/>
                  </a:lnTo>
                  <a:lnTo>
                    <a:pt x="174904" y="69720"/>
                  </a:lnTo>
                  <a:lnTo>
                    <a:pt x="174980" y="76556"/>
                  </a:lnTo>
                  <a:lnTo>
                    <a:pt x="167884" y="86834"/>
                  </a:lnTo>
                  <a:lnTo>
                    <a:pt x="161232" y="87382"/>
                  </a:lnTo>
                  <a:lnTo>
                    <a:pt x="166712" y="97364"/>
                  </a:lnTo>
                  <a:lnTo>
                    <a:pt x="172459" y="96389"/>
                  </a:lnTo>
                  <a:lnTo>
                    <a:pt x="175855" y="99933"/>
                  </a:lnTo>
                  <a:lnTo>
                    <a:pt x="180573" y="99561"/>
                  </a:lnTo>
                  <a:lnTo>
                    <a:pt x="189359" y="101746"/>
                  </a:lnTo>
                  <a:lnTo>
                    <a:pt x="186272" y="115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13594" y="2875986"/>
              <a:ext cx="174263" cy="192664"/>
            </a:xfrm>
            <a:custGeom>
              <a:avLst/>
              <a:pathLst>
                <a:path w="174263" h="192664">
                  <a:moveTo>
                    <a:pt x="155364" y="21454"/>
                  </a:moveTo>
                  <a:lnTo>
                    <a:pt x="155206" y="22809"/>
                  </a:lnTo>
                  <a:lnTo>
                    <a:pt x="155164" y="23166"/>
                  </a:lnTo>
                  <a:lnTo>
                    <a:pt x="155071" y="23956"/>
                  </a:lnTo>
                  <a:lnTo>
                    <a:pt x="148893" y="22407"/>
                  </a:lnTo>
                  <a:lnTo>
                    <a:pt x="148111" y="24866"/>
                  </a:lnTo>
                  <a:lnTo>
                    <a:pt x="145816" y="32078"/>
                  </a:lnTo>
                  <a:lnTo>
                    <a:pt x="143917" y="37160"/>
                  </a:lnTo>
                  <a:lnTo>
                    <a:pt x="143422" y="38486"/>
                  </a:lnTo>
                  <a:lnTo>
                    <a:pt x="142830" y="39956"/>
                  </a:lnTo>
                  <a:lnTo>
                    <a:pt x="142624" y="40467"/>
                  </a:lnTo>
                  <a:lnTo>
                    <a:pt x="143080" y="43263"/>
                  </a:lnTo>
                  <a:lnTo>
                    <a:pt x="144106" y="45477"/>
                  </a:lnTo>
                  <a:lnTo>
                    <a:pt x="145211" y="47360"/>
                  </a:lnTo>
                  <a:lnTo>
                    <a:pt x="145474" y="47807"/>
                  </a:lnTo>
                  <a:lnTo>
                    <a:pt x="146329" y="48949"/>
                  </a:lnTo>
                  <a:lnTo>
                    <a:pt x="156418" y="39316"/>
                  </a:lnTo>
                  <a:lnTo>
                    <a:pt x="157100" y="38521"/>
                  </a:lnTo>
                  <a:lnTo>
                    <a:pt x="159722" y="42194"/>
                  </a:lnTo>
                  <a:lnTo>
                    <a:pt x="161717" y="44988"/>
                  </a:lnTo>
                  <a:lnTo>
                    <a:pt x="161256" y="45822"/>
                  </a:lnTo>
                  <a:lnTo>
                    <a:pt x="158468" y="50871"/>
                  </a:lnTo>
                  <a:lnTo>
                    <a:pt x="160546" y="52178"/>
                  </a:lnTo>
                  <a:lnTo>
                    <a:pt x="164371" y="54582"/>
                  </a:lnTo>
                  <a:lnTo>
                    <a:pt x="168926" y="57446"/>
                  </a:lnTo>
                  <a:lnTo>
                    <a:pt x="172322" y="59581"/>
                  </a:lnTo>
                  <a:lnTo>
                    <a:pt x="173334" y="60839"/>
                  </a:lnTo>
                  <a:lnTo>
                    <a:pt x="174263" y="61995"/>
                  </a:lnTo>
                  <a:lnTo>
                    <a:pt x="165277" y="74277"/>
                  </a:lnTo>
                  <a:lnTo>
                    <a:pt x="165188" y="74411"/>
                  </a:lnTo>
                  <a:lnTo>
                    <a:pt x="159538" y="70148"/>
                  </a:lnTo>
                  <a:lnTo>
                    <a:pt x="158624" y="69458"/>
                  </a:lnTo>
                  <a:lnTo>
                    <a:pt x="155684" y="67800"/>
                  </a:lnTo>
                  <a:lnTo>
                    <a:pt x="151081" y="65204"/>
                  </a:lnTo>
                  <a:lnTo>
                    <a:pt x="149325" y="65093"/>
                  </a:lnTo>
                  <a:lnTo>
                    <a:pt x="147525" y="64980"/>
                  </a:lnTo>
                  <a:lnTo>
                    <a:pt x="145660" y="64862"/>
                  </a:lnTo>
                  <a:lnTo>
                    <a:pt x="144934" y="65289"/>
                  </a:lnTo>
                  <a:lnTo>
                    <a:pt x="140468" y="67912"/>
                  </a:lnTo>
                  <a:lnTo>
                    <a:pt x="139508" y="67973"/>
                  </a:lnTo>
                  <a:lnTo>
                    <a:pt x="137788" y="69549"/>
                  </a:lnTo>
                  <a:lnTo>
                    <a:pt x="136738" y="70511"/>
                  </a:lnTo>
                  <a:lnTo>
                    <a:pt x="136168" y="77308"/>
                  </a:lnTo>
                  <a:lnTo>
                    <a:pt x="143790" y="86375"/>
                  </a:lnTo>
                  <a:lnTo>
                    <a:pt x="145120" y="93948"/>
                  </a:lnTo>
                  <a:lnTo>
                    <a:pt x="147590" y="102104"/>
                  </a:lnTo>
                  <a:lnTo>
                    <a:pt x="149300" y="109289"/>
                  </a:lnTo>
                  <a:lnTo>
                    <a:pt x="151769" y="118804"/>
                  </a:lnTo>
                  <a:lnTo>
                    <a:pt x="150440" y="122882"/>
                  </a:lnTo>
                  <a:lnTo>
                    <a:pt x="147970" y="124630"/>
                  </a:lnTo>
                  <a:lnTo>
                    <a:pt x="147625" y="128484"/>
                  </a:lnTo>
                  <a:lnTo>
                    <a:pt x="143291" y="130730"/>
                  </a:lnTo>
                  <a:lnTo>
                    <a:pt x="139254" y="141167"/>
                  </a:lnTo>
                  <a:lnTo>
                    <a:pt x="140850" y="151641"/>
                  </a:lnTo>
                  <a:lnTo>
                    <a:pt x="136480" y="153486"/>
                  </a:lnTo>
                  <a:lnTo>
                    <a:pt x="132799" y="158486"/>
                  </a:lnTo>
                  <a:lnTo>
                    <a:pt x="135198" y="160962"/>
                  </a:lnTo>
                  <a:lnTo>
                    <a:pt x="130995" y="164652"/>
                  </a:lnTo>
                  <a:lnTo>
                    <a:pt x="127309" y="166199"/>
                  </a:lnTo>
                  <a:lnTo>
                    <a:pt x="127548" y="166508"/>
                  </a:lnTo>
                  <a:lnTo>
                    <a:pt x="127868" y="166923"/>
                  </a:lnTo>
                  <a:lnTo>
                    <a:pt x="131739" y="172231"/>
                  </a:lnTo>
                  <a:lnTo>
                    <a:pt x="142129" y="180498"/>
                  </a:lnTo>
                  <a:lnTo>
                    <a:pt x="141848" y="181495"/>
                  </a:lnTo>
                  <a:lnTo>
                    <a:pt x="139853" y="184117"/>
                  </a:lnTo>
                  <a:lnTo>
                    <a:pt x="139656" y="184293"/>
                  </a:lnTo>
                  <a:lnTo>
                    <a:pt x="137920" y="186398"/>
                  </a:lnTo>
                  <a:lnTo>
                    <a:pt x="137641" y="186841"/>
                  </a:lnTo>
                  <a:lnTo>
                    <a:pt x="126318" y="180060"/>
                  </a:lnTo>
                  <a:lnTo>
                    <a:pt x="124867" y="182117"/>
                  </a:lnTo>
                  <a:lnTo>
                    <a:pt x="124456" y="182700"/>
                  </a:lnTo>
                  <a:lnTo>
                    <a:pt x="115595" y="171462"/>
                  </a:lnTo>
                  <a:lnTo>
                    <a:pt x="109820" y="175656"/>
                  </a:lnTo>
                  <a:lnTo>
                    <a:pt x="108034" y="173132"/>
                  </a:lnTo>
                  <a:lnTo>
                    <a:pt x="112365" y="169870"/>
                  </a:lnTo>
                  <a:lnTo>
                    <a:pt x="106248" y="161248"/>
                  </a:lnTo>
                  <a:lnTo>
                    <a:pt x="100723" y="165186"/>
                  </a:lnTo>
                  <a:lnTo>
                    <a:pt x="99420" y="163064"/>
                  </a:lnTo>
                  <a:lnTo>
                    <a:pt x="97927" y="164021"/>
                  </a:lnTo>
                  <a:lnTo>
                    <a:pt x="93790" y="166745"/>
                  </a:lnTo>
                  <a:lnTo>
                    <a:pt x="88169" y="170444"/>
                  </a:lnTo>
                  <a:lnTo>
                    <a:pt x="82102" y="174438"/>
                  </a:lnTo>
                  <a:lnTo>
                    <a:pt x="81232" y="173957"/>
                  </a:lnTo>
                  <a:lnTo>
                    <a:pt x="81036" y="173848"/>
                  </a:lnTo>
                  <a:lnTo>
                    <a:pt x="80042" y="173299"/>
                  </a:lnTo>
                  <a:lnTo>
                    <a:pt x="77670" y="171987"/>
                  </a:lnTo>
                  <a:lnTo>
                    <a:pt x="74871" y="170439"/>
                  </a:lnTo>
                  <a:lnTo>
                    <a:pt x="73687" y="169785"/>
                  </a:lnTo>
                  <a:lnTo>
                    <a:pt x="73540" y="169703"/>
                  </a:lnTo>
                  <a:lnTo>
                    <a:pt x="72702" y="168642"/>
                  </a:lnTo>
                  <a:lnTo>
                    <a:pt x="72785" y="168444"/>
                  </a:lnTo>
                  <a:lnTo>
                    <a:pt x="68663" y="166672"/>
                  </a:lnTo>
                  <a:lnTo>
                    <a:pt x="65423" y="165279"/>
                  </a:lnTo>
                  <a:lnTo>
                    <a:pt x="59238" y="162618"/>
                  </a:lnTo>
                  <a:lnTo>
                    <a:pt x="59024" y="163082"/>
                  </a:lnTo>
                  <a:lnTo>
                    <a:pt x="56222" y="169144"/>
                  </a:lnTo>
                  <a:lnTo>
                    <a:pt x="53596" y="174827"/>
                  </a:lnTo>
                  <a:lnTo>
                    <a:pt x="52285" y="177662"/>
                  </a:lnTo>
                  <a:lnTo>
                    <a:pt x="51638" y="179113"/>
                  </a:lnTo>
                  <a:lnTo>
                    <a:pt x="51609" y="180123"/>
                  </a:lnTo>
                  <a:lnTo>
                    <a:pt x="51591" y="180736"/>
                  </a:lnTo>
                  <a:lnTo>
                    <a:pt x="51531" y="182801"/>
                  </a:lnTo>
                  <a:lnTo>
                    <a:pt x="51512" y="183469"/>
                  </a:lnTo>
                  <a:lnTo>
                    <a:pt x="51636" y="183783"/>
                  </a:lnTo>
                  <a:lnTo>
                    <a:pt x="52882" y="186942"/>
                  </a:lnTo>
                  <a:lnTo>
                    <a:pt x="53524" y="188572"/>
                  </a:lnTo>
                  <a:lnTo>
                    <a:pt x="54481" y="190177"/>
                  </a:lnTo>
                  <a:lnTo>
                    <a:pt x="54997" y="192456"/>
                  </a:lnTo>
                  <a:lnTo>
                    <a:pt x="55085" y="192664"/>
                  </a:lnTo>
                  <a:lnTo>
                    <a:pt x="54834" y="192633"/>
                  </a:lnTo>
                  <a:lnTo>
                    <a:pt x="47004" y="191682"/>
                  </a:lnTo>
                  <a:lnTo>
                    <a:pt x="42615" y="191257"/>
                  </a:lnTo>
                  <a:lnTo>
                    <a:pt x="42198" y="191183"/>
                  </a:lnTo>
                  <a:lnTo>
                    <a:pt x="41626" y="189218"/>
                  </a:lnTo>
                  <a:lnTo>
                    <a:pt x="41287" y="188053"/>
                  </a:lnTo>
                  <a:lnTo>
                    <a:pt x="39177" y="182300"/>
                  </a:lnTo>
                  <a:lnTo>
                    <a:pt x="39161" y="181349"/>
                  </a:lnTo>
                  <a:lnTo>
                    <a:pt x="39093" y="177305"/>
                  </a:lnTo>
                  <a:lnTo>
                    <a:pt x="39693" y="175735"/>
                  </a:lnTo>
                  <a:lnTo>
                    <a:pt x="39943" y="175079"/>
                  </a:lnTo>
                  <a:lnTo>
                    <a:pt x="40976" y="172368"/>
                  </a:lnTo>
                  <a:lnTo>
                    <a:pt x="41143" y="171406"/>
                  </a:lnTo>
                  <a:lnTo>
                    <a:pt x="41555" y="169030"/>
                  </a:lnTo>
                  <a:lnTo>
                    <a:pt x="41606" y="168736"/>
                  </a:lnTo>
                  <a:lnTo>
                    <a:pt x="41686" y="168275"/>
                  </a:lnTo>
                  <a:lnTo>
                    <a:pt x="41897" y="162073"/>
                  </a:lnTo>
                  <a:lnTo>
                    <a:pt x="41971" y="159916"/>
                  </a:lnTo>
                  <a:lnTo>
                    <a:pt x="41549" y="158806"/>
                  </a:lnTo>
                  <a:lnTo>
                    <a:pt x="41298" y="156049"/>
                  </a:lnTo>
                  <a:lnTo>
                    <a:pt x="40060" y="155488"/>
                  </a:lnTo>
                  <a:lnTo>
                    <a:pt x="39737" y="155341"/>
                  </a:lnTo>
                  <a:lnTo>
                    <a:pt x="38774" y="154904"/>
                  </a:lnTo>
                  <a:lnTo>
                    <a:pt x="38063" y="154581"/>
                  </a:lnTo>
                  <a:lnTo>
                    <a:pt x="37661" y="153625"/>
                  </a:lnTo>
                  <a:lnTo>
                    <a:pt x="37393" y="152988"/>
                  </a:lnTo>
                  <a:lnTo>
                    <a:pt x="38080" y="148871"/>
                  </a:lnTo>
                  <a:lnTo>
                    <a:pt x="37916" y="147450"/>
                  </a:lnTo>
                  <a:lnTo>
                    <a:pt x="37834" y="146730"/>
                  </a:lnTo>
                  <a:lnTo>
                    <a:pt x="30733" y="137211"/>
                  </a:lnTo>
                  <a:lnTo>
                    <a:pt x="30733" y="131706"/>
                  </a:lnTo>
                  <a:lnTo>
                    <a:pt x="40251" y="124104"/>
                  </a:lnTo>
                  <a:lnTo>
                    <a:pt x="43480" y="117530"/>
                  </a:lnTo>
                  <a:lnTo>
                    <a:pt x="46377" y="112433"/>
                  </a:lnTo>
                  <a:lnTo>
                    <a:pt x="45095" y="108695"/>
                  </a:lnTo>
                  <a:lnTo>
                    <a:pt x="42008" y="106073"/>
                  </a:lnTo>
                  <a:lnTo>
                    <a:pt x="37638" y="104957"/>
                  </a:lnTo>
                  <a:lnTo>
                    <a:pt x="30039" y="105491"/>
                  </a:lnTo>
                  <a:lnTo>
                    <a:pt x="24815" y="107773"/>
                  </a:lnTo>
                  <a:lnTo>
                    <a:pt x="23313" y="105870"/>
                  </a:lnTo>
                  <a:lnTo>
                    <a:pt x="6624" y="95393"/>
                  </a:lnTo>
                  <a:lnTo>
                    <a:pt x="0" y="94671"/>
                  </a:lnTo>
                  <a:lnTo>
                    <a:pt x="4561" y="89643"/>
                  </a:lnTo>
                  <a:lnTo>
                    <a:pt x="26333" y="88128"/>
                  </a:lnTo>
                  <a:lnTo>
                    <a:pt x="45439" y="86645"/>
                  </a:lnTo>
                  <a:lnTo>
                    <a:pt x="53348" y="86031"/>
                  </a:lnTo>
                  <a:lnTo>
                    <a:pt x="71928" y="82768"/>
                  </a:lnTo>
                  <a:lnTo>
                    <a:pt x="73499" y="80204"/>
                  </a:lnTo>
                  <a:lnTo>
                    <a:pt x="77594" y="73519"/>
                  </a:lnTo>
                  <a:lnTo>
                    <a:pt x="79565" y="70301"/>
                  </a:lnTo>
                  <a:lnTo>
                    <a:pt x="79936" y="61369"/>
                  </a:lnTo>
                  <a:lnTo>
                    <a:pt x="88565" y="56922"/>
                  </a:lnTo>
                  <a:lnTo>
                    <a:pt x="93165" y="59491"/>
                  </a:lnTo>
                  <a:lnTo>
                    <a:pt x="96467" y="61335"/>
                  </a:lnTo>
                  <a:lnTo>
                    <a:pt x="97983" y="58966"/>
                  </a:lnTo>
                  <a:lnTo>
                    <a:pt x="101275" y="53821"/>
                  </a:lnTo>
                  <a:lnTo>
                    <a:pt x="98565" y="42662"/>
                  </a:lnTo>
                  <a:lnTo>
                    <a:pt x="97224" y="37140"/>
                  </a:lnTo>
                  <a:lnTo>
                    <a:pt x="97171" y="36920"/>
                  </a:lnTo>
                  <a:lnTo>
                    <a:pt x="96993" y="36188"/>
                  </a:lnTo>
                  <a:lnTo>
                    <a:pt x="97690" y="34765"/>
                  </a:lnTo>
                  <a:lnTo>
                    <a:pt x="99209" y="33988"/>
                  </a:lnTo>
                  <a:lnTo>
                    <a:pt x="101618" y="34180"/>
                  </a:lnTo>
                  <a:lnTo>
                    <a:pt x="102162" y="34232"/>
                  </a:lnTo>
                  <a:lnTo>
                    <a:pt x="102495" y="34368"/>
                  </a:lnTo>
                  <a:lnTo>
                    <a:pt x="103845" y="34920"/>
                  </a:lnTo>
                  <a:lnTo>
                    <a:pt x="105344" y="36880"/>
                  </a:lnTo>
                  <a:lnTo>
                    <a:pt x="106163" y="37950"/>
                  </a:lnTo>
                  <a:lnTo>
                    <a:pt x="108689" y="39562"/>
                  </a:lnTo>
                  <a:lnTo>
                    <a:pt x="109307" y="39956"/>
                  </a:lnTo>
                  <a:lnTo>
                    <a:pt x="109880" y="40322"/>
                  </a:lnTo>
                  <a:lnTo>
                    <a:pt x="110706" y="40565"/>
                  </a:lnTo>
                  <a:lnTo>
                    <a:pt x="113323" y="41334"/>
                  </a:lnTo>
                  <a:lnTo>
                    <a:pt x="114409" y="40721"/>
                  </a:lnTo>
                  <a:lnTo>
                    <a:pt x="114767" y="40519"/>
                  </a:lnTo>
                  <a:lnTo>
                    <a:pt x="115053" y="39956"/>
                  </a:lnTo>
                  <a:lnTo>
                    <a:pt x="115254" y="39562"/>
                  </a:lnTo>
                  <a:lnTo>
                    <a:pt x="115840" y="38411"/>
                  </a:lnTo>
                  <a:lnTo>
                    <a:pt x="116393" y="37324"/>
                  </a:lnTo>
                  <a:lnTo>
                    <a:pt x="117199" y="35742"/>
                  </a:lnTo>
                  <a:lnTo>
                    <a:pt x="119735" y="35640"/>
                  </a:lnTo>
                  <a:lnTo>
                    <a:pt x="121074" y="35586"/>
                  </a:lnTo>
                  <a:lnTo>
                    <a:pt x="122034" y="35565"/>
                  </a:lnTo>
                  <a:lnTo>
                    <a:pt x="122170" y="35562"/>
                  </a:lnTo>
                  <a:lnTo>
                    <a:pt x="124494" y="35509"/>
                  </a:lnTo>
                  <a:lnTo>
                    <a:pt x="125223" y="35322"/>
                  </a:lnTo>
                  <a:lnTo>
                    <a:pt x="126246" y="33095"/>
                  </a:lnTo>
                  <a:lnTo>
                    <a:pt x="126464" y="32498"/>
                  </a:lnTo>
                  <a:lnTo>
                    <a:pt x="126987" y="31066"/>
                  </a:lnTo>
                  <a:lnTo>
                    <a:pt x="127654" y="29238"/>
                  </a:lnTo>
                  <a:lnTo>
                    <a:pt x="127968" y="28378"/>
                  </a:lnTo>
                  <a:lnTo>
                    <a:pt x="127634" y="27955"/>
                  </a:lnTo>
                  <a:lnTo>
                    <a:pt x="129256" y="24866"/>
                  </a:lnTo>
                  <a:lnTo>
                    <a:pt x="131854" y="19921"/>
                  </a:lnTo>
                  <a:lnTo>
                    <a:pt x="132142" y="19294"/>
                  </a:lnTo>
                  <a:lnTo>
                    <a:pt x="132831" y="17794"/>
                  </a:lnTo>
                  <a:lnTo>
                    <a:pt x="135073" y="14257"/>
                  </a:lnTo>
                  <a:lnTo>
                    <a:pt x="135804" y="13104"/>
                  </a:lnTo>
                  <a:lnTo>
                    <a:pt x="136678" y="11725"/>
                  </a:lnTo>
                  <a:lnTo>
                    <a:pt x="137270" y="10545"/>
                  </a:lnTo>
                  <a:lnTo>
                    <a:pt x="138119" y="8851"/>
                  </a:lnTo>
                  <a:lnTo>
                    <a:pt x="140198" y="4705"/>
                  </a:lnTo>
                  <a:lnTo>
                    <a:pt x="141574" y="1962"/>
                  </a:lnTo>
                  <a:lnTo>
                    <a:pt x="142558" y="0"/>
                  </a:lnTo>
                  <a:lnTo>
                    <a:pt x="146261" y="1962"/>
                  </a:lnTo>
                  <a:lnTo>
                    <a:pt x="147402" y="2567"/>
                  </a:lnTo>
                  <a:lnTo>
                    <a:pt x="150352" y="3026"/>
                  </a:lnTo>
                  <a:lnTo>
                    <a:pt x="160710" y="4639"/>
                  </a:lnTo>
                  <a:lnTo>
                    <a:pt x="160302" y="5923"/>
                  </a:lnTo>
                  <a:lnTo>
                    <a:pt x="158833" y="10545"/>
                  </a:lnTo>
                  <a:lnTo>
                    <a:pt x="158019" y="13104"/>
                  </a:lnTo>
                  <a:lnTo>
                    <a:pt x="156051" y="19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017724" y="3006738"/>
              <a:ext cx="63355" cy="71870"/>
            </a:xfrm>
            <a:custGeom>
              <a:avLst/>
              <a:pathLst>
                <a:path w="63355" h="71870">
                  <a:moveTo>
                    <a:pt x="44843" y="2388"/>
                  </a:moveTo>
                  <a:lnTo>
                    <a:pt x="48678" y="1958"/>
                  </a:lnTo>
                  <a:lnTo>
                    <a:pt x="51340" y="1660"/>
                  </a:lnTo>
                  <a:lnTo>
                    <a:pt x="53648" y="3094"/>
                  </a:lnTo>
                  <a:lnTo>
                    <a:pt x="54672" y="3730"/>
                  </a:lnTo>
                  <a:lnTo>
                    <a:pt x="63219" y="9040"/>
                  </a:lnTo>
                  <a:lnTo>
                    <a:pt x="63355" y="9124"/>
                  </a:lnTo>
                  <a:lnTo>
                    <a:pt x="61698" y="11364"/>
                  </a:lnTo>
                  <a:lnTo>
                    <a:pt x="60943" y="12518"/>
                  </a:lnTo>
                  <a:lnTo>
                    <a:pt x="60745" y="13863"/>
                  </a:lnTo>
                  <a:lnTo>
                    <a:pt x="59919" y="19470"/>
                  </a:lnTo>
                  <a:lnTo>
                    <a:pt x="58000" y="32490"/>
                  </a:lnTo>
                  <a:lnTo>
                    <a:pt x="57241" y="37642"/>
                  </a:lnTo>
                  <a:lnTo>
                    <a:pt x="56942" y="39680"/>
                  </a:lnTo>
                  <a:lnTo>
                    <a:pt x="56545" y="42365"/>
                  </a:lnTo>
                  <a:lnTo>
                    <a:pt x="55011" y="43244"/>
                  </a:lnTo>
                  <a:lnTo>
                    <a:pt x="53543" y="44084"/>
                  </a:lnTo>
                  <a:lnTo>
                    <a:pt x="52773" y="56495"/>
                  </a:lnTo>
                  <a:lnTo>
                    <a:pt x="52711" y="57488"/>
                  </a:lnTo>
                  <a:lnTo>
                    <a:pt x="52672" y="58111"/>
                  </a:lnTo>
                  <a:lnTo>
                    <a:pt x="52583" y="59341"/>
                  </a:lnTo>
                  <a:lnTo>
                    <a:pt x="52079" y="66267"/>
                  </a:lnTo>
                  <a:lnTo>
                    <a:pt x="52011" y="67910"/>
                  </a:lnTo>
                  <a:lnTo>
                    <a:pt x="51848" y="71870"/>
                  </a:lnTo>
                  <a:lnTo>
                    <a:pt x="42338" y="71277"/>
                  </a:lnTo>
                  <a:lnTo>
                    <a:pt x="36792" y="68562"/>
                  </a:lnTo>
                  <a:lnTo>
                    <a:pt x="35082" y="69533"/>
                  </a:lnTo>
                  <a:lnTo>
                    <a:pt x="33989" y="69290"/>
                  </a:lnTo>
                  <a:lnTo>
                    <a:pt x="31377" y="65455"/>
                  </a:lnTo>
                  <a:lnTo>
                    <a:pt x="29667" y="63513"/>
                  </a:lnTo>
                  <a:lnTo>
                    <a:pt x="27957" y="62930"/>
                  </a:lnTo>
                  <a:lnTo>
                    <a:pt x="25488" y="66377"/>
                  </a:lnTo>
                  <a:lnTo>
                    <a:pt x="24281" y="68579"/>
                  </a:lnTo>
                  <a:lnTo>
                    <a:pt x="23808" y="69442"/>
                  </a:lnTo>
                  <a:lnTo>
                    <a:pt x="22356" y="68945"/>
                  </a:lnTo>
                  <a:lnTo>
                    <a:pt x="19033" y="67806"/>
                  </a:lnTo>
                  <a:lnTo>
                    <a:pt x="15984" y="66146"/>
                  </a:lnTo>
                  <a:lnTo>
                    <a:pt x="13177" y="64115"/>
                  </a:lnTo>
                  <a:lnTo>
                    <a:pt x="10706" y="62794"/>
                  </a:lnTo>
                  <a:lnTo>
                    <a:pt x="9625" y="62763"/>
                  </a:lnTo>
                  <a:lnTo>
                    <a:pt x="9323" y="62755"/>
                  </a:lnTo>
                  <a:lnTo>
                    <a:pt x="8269" y="63126"/>
                  </a:lnTo>
                  <a:lnTo>
                    <a:pt x="6668" y="59248"/>
                  </a:lnTo>
                  <a:lnTo>
                    <a:pt x="0" y="52024"/>
                  </a:lnTo>
                  <a:lnTo>
                    <a:pt x="1331" y="51445"/>
                  </a:lnTo>
                  <a:lnTo>
                    <a:pt x="1940" y="51180"/>
                  </a:lnTo>
                  <a:lnTo>
                    <a:pt x="3704" y="50412"/>
                  </a:lnTo>
                  <a:lnTo>
                    <a:pt x="5321" y="49724"/>
                  </a:lnTo>
                  <a:lnTo>
                    <a:pt x="5961" y="49451"/>
                  </a:lnTo>
                  <a:lnTo>
                    <a:pt x="7282" y="49075"/>
                  </a:lnTo>
                  <a:lnTo>
                    <a:pt x="8528" y="48720"/>
                  </a:lnTo>
                  <a:lnTo>
                    <a:pt x="9130" y="48693"/>
                  </a:lnTo>
                  <a:lnTo>
                    <a:pt x="11930" y="48568"/>
                  </a:lnTo>
                  <a:lnTo>
                    <a:pt x="12448" y="48917"/>
                  </a:lnTo>
                  <a:lnTo>
                    <a:pt x="17250" y="52160"/>
                  </a:lnTo>
                  <a:lnTo>
                    <a:pt x="18067" y="49247"/>
                  </a:lnTo>
                  <a:lnTo>
                    <a:pt x="18681" y="45526"/>
                  </a:lnTo>
                  <a:lnTo>
                    <a:pt x="19546" y="40280"/>
                  </a:lnTo>
                  <a:lnTo>
                    <a:pt x="20691" y="33342"/>
                  </a:lnTo>
                  <a:lnTo>
                    <a:pt x="20764" y="32897"/>
                  </a:lnTo>
                  <a:lnTo>
                    <a:pt x="21258" y="28955"/>
                  </a:lnTo>
                  <a:lnTo>
                    <a:pt x="14191" y="28003"/>
                  </a:lnTo>
                  <a:lnTo>
                    <a:pt x="13867" y="24325"/>
                  </a:lnTo>
                  <a:lnTo>
                    <a:pt x="14553" y="24267"/>
                  </a:lnTo>
                  <a:lnTo>
                    <a:pt x="13994" y="12307"/>
                  </a:lnTo>
                  <a:lnTo>
                    <a:pt x="13407" y="12221"/>
                  </a:lnTo>
                  <a:lnTo>
                    <a:pt x="13386" y="11937"/>
                  </a:lnTo>
                  <a:lnTo>
                    <a:pt x="13037" y="7168"/>
                  </a:lnTo>
                  <a:lnTo>
                    <a:pt x="13062" y="1129"/>
                  </a:lnTo>
                  <a:lnTo>
                    <a:pt x="15662" y="389"/>
                  </a:lnTo>
                  <a:lnTo>
                    <a:pt x="31563" y="0"/>
                  </a:lnTo>
                  <a:lnTo>
                    <a:pt x="33892" y="418"/>
                  </a:lnTo>
                  <a:lnTo>
                    <a:pt x="34855" y="592"/>
                  </a:lnTo>
                  <a:lnTo>
                    <a:pt x="39076" y="1351"/>
                  </a:lnTo>
                  <a:lnTo>
                    <a:pt x="40288" y="1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437899" y="5038169"/>
              <a:ext cx="163606" cy="147187"/>
            </a:xfrm>
            <a:custGeom>
              <a:avLst/>
              <a:pathLst>
                <a:path w="163606" h="147187">
                  <a:moveTo>
                    <a:pt x="137615" y="41333"/>
                  </a:moveTo>
                  <a:lnTo>
                    <a:pt x="141830" y="41636"/>
                  </a:lnTo>
                  <a:lnTo>
                    <a:pt x="151050" y="40876"/>
                  </a:lnTo>
                  <a:lnTo>
                    <a:pt x="151742" y="40818"/>
                  </a:lnTo>
                  <a:lnTo>
                    <a:pt x="154875" y="40605"/>
                  </a:lnTo>
                  <a:lnTo>
                    <a:pt x="156895" y="40468"/>
                  </a:lnTo>
                  <a:lnTo>
                    <a:pt x="158822" y="40926"/>
                  </a:lnTo>
                  <a:lnTo>
                    <a:pt x="160041" y="41514"/>
                  </a:lnTo>
                  <a:lnTo>
                    <a:pt x="160622" y="42073"/>
                  </a:lnTo>
                  <a:lnTo>
                    <a:pt x="161033" y="42889"/>
                  </a:lnTo>
                  <a:lnTo>
                    <a:pt x="161333" y="44076"/>
                  </a:lnTo>
                  <a:lnTo>
                    <a:pt x="161523" y="45941"/>
                  </a:lnTo>
                  <a:lnTo>
                    <a:pt x="161557" y="46272"/>
                  </a:lnTo>
                  <a:lnTo>
                    <a:pt x="161796" y="79478"/>
                  </a:lnTo>
                  <a:lnTo>
                    <a:pt x="161885" y="80748"/>
                  </a:lnTo>
                  <a:lnTo>
                    <a:pt x="162028" y="82772"/>
                  </a:lnTo>
                  <a:lnTo>
                    <a:pt x="162693" y="92235"/>
                  </a:lnTo>
                  <a:lnTo>
                    <a:pt x="162700" y="92371"/>
                  </a:lnTo>
                  <a:lnTo>
                    <a:pt x="162911" y="96263"/>
                  </a:lnTo>
                  <a:lnTo>
                    <a:pt x="162944" y="96774"/>
                  </a:lnTo>
                  <a:lnTo>
                    <a:pt x="163174" y="100303"/>
                  </a:lnTo>
                  <a:lnTo>
                    <a:pt x="163261" y="101647"/>
                  </a:lnTo>
                  <a:lnTo>
                    <a:pt x="163320" y="102548"/>
                  </a:lnTo>
                  <a:lnTo>
                    <a:pt x="163606" y="106944"/>
                  </a:lnTo>
                  <a:lnTo>
                    <a:pt x="163360" y="121425"/>
                  </a:lnTo>
                  <a:lnTo>
                    <a:pt x="163349" y="122060"/>
                  </a:lnTo>
                  <a:lnTo>
                    <a:pt x="163345" y="122299"/>
                  </a:lnTo>
                  <a:lnTo>
                    <a:pt x="161269" y="122639"/>
                  </a:lnTo>
                  <a:lnTo>
                    <a:pt x="160625" y="122744"/>
                  </a:lnTo>
                  <a:lnTo>
                    <a:pt x="151780" y="124195"/>
                  </a:lnTo>
                  <a:lnTo>
                    <a:pt x="149045" y="124220"/>
                  </a:lnTo>
                  <a:lnTo>
                    <a:pt x="148304" y="124180"/>
                  </a:lnTo>
                  <a:lnTo>
                    <a:pt x="146361" y="124076"/>
                  </a:lnTo>
                  <a:lnTo>
                    <a:pt x="144901" y="123967"/>
                  </a:lnTo>
                  <a:lnTo>
                    <a:pt x="125961" y="122556"/>
                  </a:lnTo>
                  <a:lnTo>
                    <a:pt x="124218" y="122426"/>
                  </a:lnTo>
                  <a:lnTo>
                    <a:pt x="118146" y="122026"/>
                  </a:lnTo>
                  <a:lnTo>
                    <a:pt x="114666" y="121797"/>
                  </a:lnTo>
                  <a:lnTo>
                    <a:pt x="109610" y="121405"/>
                  </a:lnTo>
                  <a:lnTo>
                    <a:pt x="106550" y="121168"/>
                  </a:lnTo>
                  <a:lnTo>
                    <a:pt x="106332" y="121159"/>
                  </a:lnTo>
                  <a:lnTo>
                    <a:pt x="105526" y="121129"/>
                  </a:lnTo>
                  <a:lnTo>
                    <a:pt x="97775" y="120836"/>
                  </a:lnTo>
                  <a:lnTo>
                    <a:pt x="88821" y="121048"/>
                  </a:lnTo>
                  <a:lnTo>
                    <a:pt x="88653" y="121066"/>
                  </a:lnTo>
                  <a:lnTo>
                    <a:pt x="86300" y="121323"/>
                  </a:lnTo>
                  <a:lnTo>
                    <a:pt x="85823" y="121427"/>
                  </a:lnTo>
                  <a:lnTo>
                    <a:pt x="80699" y="122548"/>
                  </a:lnTo>
                  <a:lnTo>
                    <a:pt x="76262" y="123959"/>
                  </a:lnTo>
                  <a:lnTo>
                    <a:pt x="70387" y="125826"/>
                  </a:lnTo>
                  <a:lnTo>
                    <a:pt x="69797" y="126038"/>
                  </a:lnTo>
                  <a:lnTo>
                    <a:pt x="66138" y="127353"/>
                  </a:lnTo>
                  <a:lnTo>
                    <a:pt x="54500" y="131537"/>
                  </a:lnTo>
                  <a:lnTo>
                    <a:pt x="36556" y="138146"/>
                  </a:lnTo>
                  <a:lnTo>
                    <a:pt x="32671" y="139577"/>
                  </a:lnTo>
                  <a:lnTo>
                    <a:pt x="30987" y="140203"/>
                  </a:lnTo>
                  <a:lnTo>
                    <a:pt x="30855" y="140252"/>
                  </a:lnTo>
                  <a:lnTo>
                    <a:pt x="19453" y="144491"/>
                  </a:lnTo>
                  <a:lnTo>
                    <a:pt x="15788" y="145854"/>
                  </a:lnTo>
                  <a:lnTo>
                    <a:pt x="13322" y="146767"/>
                  </a:lnTo>
                  <a:lnTo>
                    <a:pt x="12308" y="146863"/>
                  </a:lnTo>
                  <a:lnTo>
                    <a:pt x="12153" y="146878"/>
                  </a:lnTo>
                  <a:lnTo>
                    <a:pt x="11494" y="146976"/>
                  </a:lnTo>
                  <a:lnTo>
                    <a:pt x="10862" y="147070"/>
                  </a:lnTo>
                  <a:lnTo>
                    <a:pt x="8696" y="147187"/>
                  </a:lnTo>
                  <a:lnTo>
                    <a:pt x="7713" y="147100"/>
                  </a:lnTo>
                  <a:lnTo>
                    <a:pt x="6325" y="146977"/>
                  </a:lnTo>
                  <a:lnTo>
                    <a:pt x="3339" y="146465"/>
                  </a:lnTo>
                  <a:lnTo>
                    <a:pt x="0" y="145598"/>
                  </a:lnTo>
                  <a:lnTo>
                    <a:pt x="2694" y="142736"/>
                  </a:lnTo>
                  <a:lnTo>
                    <a:pt x="7534" y="135921"/>
                  </a:lnTo>
                  <a:lnTo>
                    <a:pt x="8081" y="135151"/>
                  </a:lnTo>
                  <a:lnTo>
                    <a:pt x="8916" y="133574"/>
                  </a:lnTo>
                  <a:lnTo>
                    <a:pt x="9457" y="132367"/>
                  </a:lnTo>
                  <a:lnTo>
                    <a:pt x="11613" y="126937"/>
                  </a:lnTo>
                  <a:lnTo>
                    <a:pt x="12233" y="125011"/>
                  </a:lnTo>
                  <a:lnTo>
                    <a:pt x="12638" y="123752"/>
                  </a:lnTo>
                  <a:lnTo>
                    <a:pt x="13112" y="121988"/>
                  </a:lnTo>
                  <a:lnTo>
                    <a:pt x="13170" y="121772"/>
                  </a:lnTo>
                  <a:lnTo>
                    <a:pt x="13482" y="120323"/>
                  </a:lnTo>
                  <a:lnTo>
                    <a:pt x="13731" y="119169"/>
                  </a:lnTo>
                  <a:lnTo>
                    <a:pt x="13941" y="117919"/>
                  </a:lnTo>
                  <a:lnTo>
                    <a:pt x="14663" y="107705"/>
                  </a:lnTo>
                  <a:lnTo>
                    <a:pt x="14136" y="99662"/>
                  </a:lnTo>
                  <a:lnTo>
                    <a:pt x="14094" y="99018"/>
                  </a:lnTo>
                  <a:lnTo>
                    <a:pt x="13947" y="96771"/>
                  </a:lnTo>
                  <a:lnTo>
                    <a:pt x="13485" y="89709"/>
                  </a:lnTo>
                  <a:lnTo>
                    <a:pt x="13451" y="89185"/>
                  </a:lnTo>
                  <a:lnTo>
                    <a:pt x="12617" y="76435"/>
                  </a:lnTo>
                  <a:lnTo>
                    <a:pt x="12577" y="75825"/>
                  </a:lnTo>
                  <a:lnTo>
                    <a:pt x="12502" y="74679"/>
                  </a:lnTo>
                  <a:lnTo>
                    <a:pt x="12364" y="72563"/>
                  </a:lnTo>
                  <a:lnTo>
                    <a:pt x="12300" y="71590"/>
                  </a:lnTo>
                  <a:lnTo>
                    <a:pt x="11973" y="66763"/>
                  </a:lnTo>
                  <a:lnTo>
                    <a:pt x="11713" y="62936"/>
                  </a:lnTo>
                  <a:lnTo>
                    <a:pt x="11648" y="61966"/>
                  </a:lnTo>
                  <a:lnTo>
                    <a:pt x="11371" y="57887"/>
                  </a:lnTo>
                  <a:lnTo>
                    <a:pt x="10791" y="49323"/>
                  </a:lnTo>
                  <a:lnTo>
                    <a:pt x="16847" y="48369"/>
                  </a:lnTo>
                  <a:lnTo>
                    <a:pt x="21154" y="47691"/>
                  </a:lnTo>
                  <a:lnTo>
                    <a:pt x="24193" y="46815"/>
                  </a:lnTo>
                  <a:lnTo>
                    <a:pt x="25224" y="46518"/>
                  </a:lnTo>
                  <a:lnTo>
                    <a:pt x="25754" y="46366"/>
                  </a:lnTo>
                  <a:lnTo>
                    <a:pt x="26201" y="46257"/>
                  </a:lnTo>
                  <a:lnTo>
                    <a:pt x="27442" y="45955"/>
                  </a:lnTo>
                  <a:lnTo>
                    <a:pt x="32678" y="43902"/>
                  </a:lnTo>
                  <a:lnTo>
                    <a:pt x="33324" y="43649"/>
                  </a:lnTo>
                  <a:lnTo>
                    <a:pt x="33484" y="43586"/>
                  </a:lnTo>
                  <a:lnTo>
                    <a:pt x="38939" y="39904"/>
                  </a:lnTo>
                  <a:lnTo>
                    <a:pt x="43820" y="36611"/>
                  </a:lnTo>
                  <a:lnTo>
                    <a:pt x="46336" y="34913"/>
                  </a:lnTo>
                  <a:lnTo>
                    <a:pt x="46489" y="34810"/>
                  </a:lnTo>
                  <a:lnTo>
                    <a:pt x="47321" y="34248"/>
                  </a:lnTo>
                  <a:lnTo>
                    <a:pt x="47828" y="33906"/>
                  </a:lnTo>
                  <a:lnTo>
                    <a:pt x="54874" y="29151"/>
                  </a:lnTo>
                  <a:lnTo>
                    <a:pt x="55384" y="28807"/>
                  </a:lnTo>
                  <a:lnTo>
                    <a:pt x="62862" y="23760"/>
                  </a:lnTo>
                  <a:lnTo>
                    <a:pt x="63111" y="23592"/>
                  </a:lnTo>
                  <a:lnTo>
                    <a:pt x="70802" y="18401"/>
                  </a:lnTo>
                  <a:lnTo>
                    <a:pt x="71019" y="18255"/>
                  </a:lnTo>
                  <a:lnTo>
                    <a:pt x="78908" y="12931"/>
                  </a:lnTo>
                  <a:lnTo>
                    <a:pt x="79579" y="12478"/>
                  </a:lnTo>
                  <a:lnTo>
                    <a:pt x="79802" y="12328"/>
                  </a:lnTo>
                  <a:lnTo>
                    <a:pt x="80278" y="12007"/>
                  </a:lnTo>
                  <a:lnTo>
                    <a:pt x="80737" y="11792"/>
                  </a:lnTo>
                  <a:lnTo>
                    <a:pt x="82495" y="10971"/>
                  </a:lnTo>
                  <a:lnTo>
                    <a:pt x="85380" y="9624"/>
                  </a:lnTo>
                  <a:lnTo>
                    <a:pt x="109154" y="862"/>
                  </a:lnTo>
                  <a:lnTo>
                    <a:pt x="110884" y="224"/>
                  </a:lnTo>
                  <a:lnTo>
                    <a:pt x="111493" y="0"/>
                  </a:lnTo>
                  <a:lnTo>
                    <a:pt x="111539" y="656"/>
                  </a:lnTo>
                  <a:lnTo>
                    <a:pt x="111686" y="2732"/>
                  </a:lnTo>
                  <a:lnTo>
                    <a:pt x="111734" y="3411"/>
                  </a:lnTo>
                  <a:lnTo>
                    <a:pt x="111934" y="3968"/>
                  </a:lnTo>
                  <a:lnTo>
                    <a:pt x="112209" y="4735"/>
                  </a:lnTo>
                  <a:lnTo>
                    <a:pt x="116628" y="17051"/>
                  </a:lnTo>
                  <a:lnTo>
                    <a:pt x="121381" y="29273"/>
                  </a:lnTo>
                  <a:lnTo>
                    <a:pt x="121503" y="29586"/>
                  </a:lnTo>
                  <a:lnTo>
                    <a:pt x="122160" y="30803"/>
                  </a:lnTo>
                  <a:lnTo>
                    <a:pt x="122342" y="31141"/>
                  </a:lnTo>
                  <a:lnTo>
                    <a:pt x="122751" y="31785"/>
                  </a:lnTo>
                  <a:lnTo>
                    <a:pt x="123577" y="33083"/>
                  </a:lnTo>
                  <a:lnTo>
                    <a:pt x="124694" y="34577"/>
                  </a:lnTo>
                  <a:lnTo>
                    <a:pt x="124815" y="34727"/>
                  </a:lnTo>
                  <a:lnTo>
                    <a:pt x="125762" y="35898"/>
                  </a:lnTo>
                  <a:lnTo>
                    <a:pt x="127519" y="37743"/>
                  </a:lnTo>
                  <a:lnTo>
                    <a:pt x="129415" y="38723"/>
                  </a:lnTo>
                  <a:lnTo>
                    <a:pt x="130749" y="39409"/>
                  </a:lnTo>
                  <a:lnTo>
                    <a:pt x="133578" y="40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537999" y="4940950"/>
              <a:ext cx="114447" cy="142807"/>
            </a:xfrm>
            <a:custGeom>
              <a:avLst/>
              <a:pathLst>
                <a:path w="114447" h="142807">
                  <a:moveTo>
                    <a:pt x="91298" y="2578"/>
                  </a:moveTo>
                  <a:lnTo>
                    <a:pt x="91465" y="4177"/>
                  </a:lnTo>
                  <a:lnTo>
                    <a:pt x="91489" y="4405"/>
                  </a:lnTo>
                  <a:lnTo>
                    <a:pt x="91532" y="5766"/>
                  </a:lnTo>
                  <a:lnTo>
                    <a:pt x="91538" y="5948"/>
                  </a:lnTo>
                  <a:lnTo>
                    <a:pt x="91560" y="6650"/>
                  </a:lnTo>
                  <a:lnTo>
                    <a:pt x="91637" y="7909"/>
                  </a:lnTo>
                  <a:lnTo>
                    <a:pt x="91702" y="8961"/>
                  </a:lnTo>
                  <a:lnTo>
                    <a:pt x="91798" y="10533"/>
                  </a:lnTo>
                  <a:lnTo>
                    <a:pt x="91792" y="10666"/>
                  </a:lnTo>
                  <a:lnTo>
                    <a:pt x="91774" y="11073"/>
                  </a:lnTo>
                  <a:lnTo>
                    <a:pt x="91738" y="11898"/>
                  </a:lnTo>
                  <a:lnTo>
                    <a:pt x="91663" y="13576"/>
                  </a:lnTo>
                  <a:lnTo>
                    <a:pt x="91646" y="13965"/>
                  </a:lnTo>
                  <a:lnTo>
                    <a:pt x="91565" y="15799"/>
                  </a:lnTo>
                  <a:lnTo>
                    <a:pt x="91455" y="18287"/>
                  </a:lnTo>
                  <a:lnTo>
                    <a:pt x="91382" y="19939"/>
                  </a:lnTo>
                  <a:lnTo>
                    <a:pt x="91524" y="21327"/>
                  </a:lnTo>
                  <a:lnTo>
                    <a:pt x="91959" y="25583"/>
                  </a:lnTo>
                  <a:lnTo>
                    <a:pt x="92802" y="28179"/>
                  </a:lnTo>
                  <a:lnTo>
                    <a:pt x="94052" y="32032"/>
                  </a:lnTo>
                  <a:lnTo>
                    <a:pt x="96629" y="39970"/>
                  </a:lnTo>
                  <a:lnTo>
                    <a:pt x="96785" y="40450"/>
                  </a:lnTo>
                  <a:lnTo>
                    <a:pt x="97114" y="41451"/>
                  </a:lnTo>
                  <a:lnTo>
                    <a:pt x="98490" y="45640"/>
                  </a:lnTo>
                  <a:lnTo>
                    <a:pt x="99535" y="48819"/>
                  </a:lnTo>
                  <a:lnTo>
                    <a:pt x="99968" y="50137"/>
                  </a:lnTo>
                  <a:lnTo>
                    <a:pt x="100601" y="52064"/>
                  </a:lnTo>
                  <a:lnTo>
                    <a:pt x="101250" y="54040"/>
                  </a:lnTo>
                  <a:lnTo>
                    <a:pt x="101473" y="54719"/>
                  </a:lnTo>
                  <a:lnTo>
                    <a:pt x="101860" y="55895"/>
                  </a:lnTo>
                  <a:lnTo>
                    <a:pt x="102453" y="57701"/>
                  </a:lnTo>
                  <a:lnTo>
                    <a:pt x="102600" y="58147"/>
                  </a:lnTo>
                  <a:lnTo>
                    <a:pt x="103064" y="59562"/>
                  </a:lnTo>
                  <a:lnTo>
                    <a:pt x="103124" y="59743"/>
                  </a:lnTo>
                  <a:lnTo>
                    <a:pt x="102784" y="59707"/>
                  </a:lnTo>
                  <a:lnTo>
                    <a:pt x="103093" y="63001"/>
                  </a:lnTo>
                  <a:lnTo>
                    <a:pt x="103698" y="69443"/>
                  </a:lnTo>
                  <a:lnTo>
                    <a:pt x="103713" y="69609"/>
                  </a:lnTo>
                  <a:lnTo>
                    <a:pt x="104834" y="69551"/>
                  </a:lnTo>
                  <a:lnTo>
                    <a:pt x="104938" y="69968"/>
                  </a:lnTo>
                  <a:lnTo>
                    <a:pt x="105789" y="73377"/>
                  </a:lnTo>
                  <a:lnTo>
                    <a:pt x="105985" y="74165"/>
                  </a:lnTo>
                  <a:lnTo>
                    <a:pt x="106050" y="74425"/>
                  </a:lnTo>
                  <a:lnTo>
                    <a:pt x="106360" y="74755"/>
                  </a:lnTo>
                  <a:lnTo>
                    <a:pt x="106787" y="75211"/>
                  </a:lnTo>
                  <a:lnTo>
                    <a:pt x="106920" y="75353"/>
                  </a:lnTo>
                  <a:lnTo>
                    <a:pt x="107361" y="75823"/>
                  </a:lnTo>
                  <a:lnTo>
                    <a:pt x="110183" y="81359"/>
                  </a:lnTo>
                  <a:lnTo>
                    <a:pt x="110494" y="81754"/>
                  </a:lnTo>
                  <a:lnTo>
                    <a:pt x="110621" y="81923"/>
                  </a:lnTo>
                  <a:lnTo>
                    <a:pt x="112582" y="85700"/>
                  </a:lnTo>
                  <a:lnTo>
                    <a:pt x="113219" y="86926"/>
                  </a:lnTo>
                  <a:lnTo>
                    <a:pt x="113374" y="87257"/>
                  </a:lnTo>
                  <a:lnTo>
                    <a:pt x="113466" y="87375"/>
                  </a:lnTo>
                  <a:lnTo>
                    <a:pt x="114447" y="89525"/>
                  </a:lnTo>
                  <a:lnTo>
                    <a:pt x="104483" y="89712"/>
                  </a:lnTo>
                  <a:lnTo>
                    <a:pt x="95934" y="90784"/>
                  </a:lnTo>
                  <a:lnTo>
                    <a:pt x="96071" y="92182"/>
                  </a:lnTo>
                  <a:lnTo>
                    <a:pt x="93654" y="92788"/>
                  </a:lnTo>
                  <a:lnTo>
                    <a:pt x="93982" y="93290"/>
                  </a:lnTo>
                  <a:lnTo>
                    <a:pt x="94521" y="94116"/>
                  </a:lnTo>
                  <a:lnTo>
                    <a:pt x="96020" y="98901"/>
                  </a:lnTo>
                  <a:lnTo>
                    <a:pt x="96671" y="100980"/>
                  </a:lnTo>
                  <a:lnTo>
                    <a:pt x="96755" y="101247"/>
                  </a:lnTo>
                  <a:lnTo>
                    <a:pt x="95182" y="101829"/>
                  </a:lnTo>
                  <a:lnTo>
                    <a:pt x="96032" y="103895"/>
                  </a:lnTo>
                  <a:lnTo>
                    <a:pt x="96472" y="104707"/>
                  </a:lnTo>
                  <a:lnTo>
                    <a:pt x="98168" y="103507"/>
                  </a:lnTo>
                  <a:lnTo>
                    <a:pt x="99536" y="104882"/>
                  </a:lnTo>
                  <a:lnTo>
                    <a:pt x="102249" y="105371"/>
                  </a:lnTo>
                  <a:lnTo>
                    <a:pt x="104871" y="104812"/>
                  </a:lnTo>
                  <a:lnTo>
                    <a:pt x="105372" y="100385"/>
                  </a:lnTo>
                  <a:lnTo>
                    <a:pt x="111871" y="101910"/>
                  </a:lnTo>
                  <a:lnTo>
                    <a:pt x="105686" y="110153"/>
                  </a:lnTo>
                  <a:lnTo>
                    <a:pt x="105288" y="110684"/>
                  </a:lnTo>
                  <a:lnTo>
                    <a:pt x="104978" y="110563"/>
                  </a:lnTo>
                  <a:lnTo>
                    <a:pt x="104490" y="110373"/>
                  </a:lnTo>
                  <a:lnTo>
                    <a:pt x="103736" y="111964"/>
                  </a:lnTo>
                  <a:lnTo>
                    <a:pt x="103549" y="112356"/>
                  </a:lnTo>
                  <a:lnTo>
                    <a:pt x="103480" y="112502"/>
                  </a:lnTo>
                  <a:lnTo>
                    <a:pt x="103286" y="112911"/>
                  </a:lnTo>
                  <a:lnTo>
                    <a:pt x="102931" y="113885"/>
                  </a:lnTo>
                  <a:lnTo>
                    <a:pt x="102121" y="116109"/>
                  </a:lnTo>
                  <a:lnTo>
                    <a:pt x="101217" y="117131"/>
                  </a:lnTo>
                  <a:lnTo>
                    <a:pt x="99917" y="117504"/>
                  </a:lnTo>
                  <a:lnTo>
                    <a:pt x="98563" y="117892"/>
                  </a:lnTo>
                  <a:lnTo>
                    <a:pt x="98555" y="118019"/>
                  </a:lnTo>
                  <a:lnTo>
                    <a:pt x="98429" y="120117"/>
                  </a:lnTo>
                  <a:lnTo>
                    <a:pt x="98415" y="120347"/>
                  </a:lnTo>
                  <a:lnTo>
                    <a:pt x="96664" y="120051"/>
                  </a:lnTo>
                  <a:lnTo>
                    <a:pt x="95456" y="119772"/>
                  </a:lnTo>
                  <a:lnTo>
                    <a:pt x="94888" y="119584"/>
                  </a:lnTo>
                  <a:lnTo>
                    <a:pt x="93336" y="119072"/>
                  </a:lnTo>
                  <a:lnTo>
                    <a:pt x="92160" y="119170"/>
                  </a:lnTo>
                  <a:lnTo>
                    <a:pt x="91744" y="119464"/>
                  </a:lnTo>
                  <a:lnTo>
                    <a:pt x="91375" y="119725"/>
                  </a:lnTo>
                  <a:lnTo>
                    <a:pt x="91156" y="119910"/>
                  </a:lnTo>
                  <a:lnTo>
                    <a:pt x="89177" y="121582"/>
                  </a:lnTo>
                  <a:lnTo>
                    <a:pt x="88617" y="122055"/>
                  </a:lnTo>
                  <a:lnTo>
                    <a:pt x="87483" y="123466"/>
                  </a:lnTo>
                  <a:lnTo>
                    <a:pt x="87044" y="124013"/>
                  </a:lnTo>
                  <a:lnTo>
                    <a:pt x="86587" y="124666"/>
                  </a:lnTo>
                  <a:lnTo>
                    <a:pt x="86856" y="125826"/>
                  </a:lnTo>
                  <a:lnTo>
                    <a:pt x="87342" y="125786"/>
                  </a:lnTo>
                  <a:lnTo>
                    <a:pt x="90590" y="125520"/>
                  </a:lnTo>
                  <a:lnTo>
                    <a:pt x="90943" y="125613"/>
                  </a:lnTo>
                  <a:lnTo>
                    <a:pt x="91583" y="128639"/>
                  </a:lnTo>
                  <a:lnTo>
                    <a:pt x="87902" y="129123"/>
                  </a:lnTo>
                  <a:lnTo>
                    <a:pt x="87524" y="129263"/>
                  </a:lnTo>
                  <a:lnTo>
                    <a:pt x="84238" y="132076"/>
                  </a:lnTo>
                  <a:lnTo>
                    <a:pt x="80500" y="135105"/>
                  </a:lnTo>
                  <a:lnTo>
                    <a:pt x="79366" y="136024"/>
                  </a:lnTo>
                  <a:lnTo>
                    <a:pt x="73630" y="141165"/>
                  </a:lnTo>
                  <a:lnTo>
                    <a:pt x="71798" y="142807"/>
                  </a:lnTo>
                  <a:lnTo>
                    <a:pt x="69768" y="141579"/>
                  </a:lnTo>
                  <a:lnTo>
                    <a:pt x="66932" y="139862"/>
                  </a:lnTo>
                  <a:lnTo>
                    <a:pt x="64579" y="138438"/>
                  </a:lnTo>
                  <a:lnTo>
                    <a:pt x="63973" y="138193"/>
                  </a:lnTo>
                  <a:lnTo>
                    <a:pt x="62040" y="137411"/>
                  </a:lnTo>
                  <a:lnTo>
                    <a:pt x="56588" y="135204"/>
                  </a:lnTo>
                  <a:lnTo>
                    <a:pt x="56690" y="137694"/>
                  </a:lnTo>
                  <a:lnTo>
                    <a:pt x="54775" y="137824"/>
                  </a:lnTo>
                  <a:lnTo>
                    <a:pt x="51643" y="138037"/>
                  </a:lnTo>
                  <a:lnTo>
                    <a:pt x="50950" y="138094"/>
                  </a:lnTo>
                  <a:lnTo>
                    <a:pt x="41730" y="138855"/>
                  </a:lnTo>
                  <a:lnTo>
                    <a:pt x="37515" y="138552"/>
                  </a:lnTo>
                  <a:lnTo>
                    <a:pt x="33478" y="137702"/>
                  </a:lnTo>
                  <a:lnTo>
                    <a:pt x="30649" y="136628"/>
                  </a:lnTo>
                  <a:lnTo>
                    <a:pt x="29315" y="135942"/>
                  </a:lnTo>
                  <a:lnTo>
                    <a:pt x="27419" y="134962"/>
                  </a:lnTo>
                  <a:lnTo>
                    <a:pt x="25662" y="133117"/>
                  </a:lnTo>
                  <a:lnTo>
                    <a:pt x="24707" y="131936"/>
                  </a:lnTo>
                  <a:lnTo>
                    <a:pt x="24594" y="131796"/>
                  </a:lnTo>
                  <a:lnTo>
                    <a:pt x="23477" y="130302"/>
                  </a:lnTo>
                  <a:lnTo>
                    <a:pt x="22651" y="129004"/>
                  </a:lnTo>
                  <a:lnTo>
                    <a:pt x="22242" y="128360"/>
                  </a:lnTo>
                  <a:lnTo>
                    <a:pt x="22053" y="128010"/>
                  </a:lnTo>
                  <a:lnTo>
                    <a:pt x="21387" y="126766"/>
                  </a:lnTo>
                  <a:lnTo>
                    <a:pt x="21281" y="126492"/>
                  </a:lnTo>
                  <a:lnTo>
                    <a:pt x="16528" y="114270"/>
                  </a:lnTo>
                  <a:lnTo>
                    <a:pt x="12104" y="101940"/>
                  </a:lnTo>
                  <a:lnTo>
                    <a:pt x="11834" y="101187"/>
                  </a:lnTo>
                  <a:lnTo>
                    <a:pt x="11634" y="100630"/>
                  </a:lnTo>
                  <a:lnTo>
                    <a:pt x="11586" y="99951"/>
                  </a:lnTo>
                  <a:lnTo>
                    <a:pt x="11439" y="97875"/>
                  </a:lnTo>
                  <a:lnTo>
                    <a:pt x="11393" y="97218"/>
                  </a:lnTo>
                  <a:lnTo>
                    <a:pt x="11309" y="96567"/>
                  </a:lnTo>
                  <a:lnTo>
                    <a:pt x="11280" y="96337"/>
                  </a:lnTo>
                  <a:lnTo>
                    <a:pt x="11159" y="95394"/>
                  </a:lnTo>
                  <a:lnTo>
                    <a:pt x="11077" y="94391"/>
                  </a:lnTo>
                  <a:lnTo>
                    <a:pt x="11027" y="93776"/>
                  </a:lnTo>
                  <a:lnTo>
                    <a:pt x="10993" y="93358"/>
                  </a:lnTo>
                  <a:lnTo>
                    <a:pt x="11338" y="88242"/>
                  </a:lnTo>
                  <a:lnTo>
                    <a:pt x="11373" y="87726"/>
                  </a:lnTo>
                  <a:lnTo>
                    <a:pt x="11812" y="85106"/>
                  </a:lnTo>
                  <a:lnTo>
                    <a:pt x="12626" y="80250"/>
                  </a:lnTo>
                  <a:lnTo>
                    <a:pt x="12697" y="79826"/>
                  </a:lnTo>
                  <a:lnTo>
                    <a:pt x="12779" y="79338"/>
                  </a:lnTo>
                  <a:lnTo>
                    <a:pt x="14033" y="73162"/>
                  </a:lnTo>
                  <a:lnTo>
                    <a:pt x="14239" y="71129"/>
                  </a:lnTo>
                  <a:lnTo>
                    <a:pt x="14297" y="70556"/>
                  </a:lnTo>
                  <a:lnTo>
                    <a:pt x="14394" y="69599"/>
                  </a:lnTo>
                  <a:lnTo>
                    <a:pt x="14564" y="67919"/>
                  </a:lnTo>
                  <a:lnTo>
                    <a:pt x="14572" y="67724"/>
                  </a:lnTo>
                  <a:lnTo>
                    <a:pt x="14678" y="65006"/>
                  </a:lnTo>
                  <a:lnTo>
                    <a:pt x="14754" y="63065"/>
                  </a:lnTo>
                  <a:lnTo>
                    <a:pt x="14716" y="59258"/>
                  </a:lnTo>
                  <a:lnTo>
                    <a:pt x="14054" y="54832"/>
                  </a:lnTo>
                  <a:lnTo>
                    <a:pt x="13652" y="52151"/>
                  </a:lnTo>
                  <a:lnTo>
                    <a:pt x="12551" y="47258"/>
                  </a:lnTo>
                  <a:lnTo>
                    <a:pt x="11369" y="43950"/>
                  </a:lnTo>
                  <a:lnTo>
                    <a:pt x="11115" y="43241"/>
                  </a:lnTo>
                  <a:lnTo>
                    <a:pt x="10861" y="42529"/>
                  </a:lnTo>
                  <a:lnTo>
                    <a:pt x="10440" y="41351"/>
                  </a:lnTo>
                  <a:lnTo>
                    <a:pt x="10233" y="40772"/>
                  </a:lnTo>
                  <a:lnTo>
                    <a:pt x="7562" y="33441"/>
                  </a:lnTo>
                  <a:lnTo>
                    <a:pt x="5669" y="28246"/>
                  </a:lnTo>
                  <a:lnTo>
                    <a:pt x="4381" y="24712"/>
                  </a:lnTo>
                  <a:lnTo>
                    <a:pt x="4326" y="24561"/>
                  </a:lnTo>
                  <a:lnTo>
                    <a:pt x="4169" y="24130"/>
                  </a:lnTo>
                  <a:lnTo>
                    <a:pt x="0" y="12470"/>
                  </a:lnTo>
                  <a:lnTo>
                    <a:pt x="376" y="12360"/>
                  </a:lnTo>
                  <a:lnTo>
                    <a:pt x="9043" y="9818"/>
                  </a:lnTo>
                  <a:lnTo>
                    <a:pt x="9406" y="9728"/>
                  </a:lnTo>
                  <a:lnTo>
                    <a:pt x="11471" y="9213"/>
                  </a:lnTo>
                  <a:lnTo>
                    <a:pt x="18232" y="7529"/>
                  </a:lnTo>
                  <a:lnTo>
                    <a:pt x="22759" y="6401"/>
                  </a:lnTo>
                  <a:lnTo>
                    <a:pt x="24572" y="6010"/>
                  </a:lnTo>
                  <a:lnTo>
                    <a:pt x="28897" y="5077"/>
                  </a:lnTo>
                  <a:lnTo>
                    <a:pt x="30786" y="4674"/>
                  </a:lnTo>
                  <a:lnTo>
                    <a:pt x="38339" y="3837"/>
                  </a:lnTo>
                  <a:lnTo>
                    <a:pt x="44173" y="3140"/>
                  </a:lnTo>
                  <a:lnTo>
                    <a:pt x="46663" y="2842"/>
                  </a:lnTo>
                  <a:lnTo>
                    <a:pt x="47900" y="2600"/>
                  </a:lnTo>
                  <a:lnTo>
                    <a:pt x="52028" y="1791"/>
                  </a:lnTo>
                  <a:lnTo>
                    <a:pt x="54041" y="1397"/>
                  </a:lnTo>
                  <a:lnTo>
                    <a:pt x="54871" y="1234"/>
                  </a:lnTo>
                  <a:lnTo>
                    <a:pt x="59863" y="1165"/>
                  </a:lnTo>
                  <a:lnTo>
                    <a:pt x="64414" y="2014"/>
                  </a:lnTo>
                  <a:lnTo>
                    <a:pt x="65608" y="2236"/>
                  </a:lnTo>
                  <a:lnTo>
                    <a:pt x="71151" y="3597"/>
                  </a:lnTo>
                  <a:lnTo>
                    <a:pt x="72987" y="3901"/>
                  </a:lnTo>
                  <a:lnTo>
                    <a:pt x="79938" y="2414"/>
                  </a:lnTo>
                  <a:lnTo>
                    <a:pt x="81848" y="2006"/>
                  </a:lnTo>
                  <a:lnTo>
                    <a:pt x="84165" y="1484"/>
                  </a:lnTo>
                  <a:lnTo>
                    <a:pt x="89918" y="188"/>
                  </a:lnTo>
                  <a:lnTo>
                    <a:pt x="91028" y="0"/>
                  </a:lnTo>
                  <a:lnTo>
                    <a:pt x="91123" y="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251353" y="4878795"/>
              <a:ext cx="301400" cy="208697"/>
            </a:xfrm>
            <a:custGeom>
              <a:avLst/>
              <a:pathLst>
                <a:path w="301400" h="208697">
                  <a:moveTo>
                    <a:pt x="118407" y="60819"/>
                  </a:moveTo>
                  <a:lnTo>
                    <a:pt x="118745" y="61349"/>
                  </a:lnTo>
                  <a:lnTo>
                    <a:pt x="122979" y="59014"/>
                  </a:lnTo>
                  <a:lnTo>
                    <a:pt x="131682" y="54213"/>
                  </a:lnTo>
                  <a:lnTo>
                    <a:pt x="132728" y="53636"/>
                  </a:lnTo>
                  <a:lnTo>
                    <a:pt x="133346" y="53264"/>
                  </a:lnTo>
                  <a:lnTo>
                    <a:pt x="143993" y="46854"/>
                  </a:lnTo>
                  <a:lnTo>
                    <a:pt x="144455" y="46575"/>
                  </a:lnTo>
                  <a:lnTo>
                    <a:pt x="146508" y="45288"/>
                  </a:lnTo>
                  <a:lnTo>
                    <a:pt x="154669" y="40167"/>
                  </a:lnTo>
                  <a:lnTo>
                    <a:pt x="155968" y="39352"/>
                  </a:lnTo>
                  <a:lnTo>
                    <a:pt x="159295" y="37344"/>
                  </a:lnTo>
                  <a:lnTo>
                    <a:pt x="165701" y="33478"/>
                  </a:lnTo>
                  <a:lnTo>
                    <a:pt x="177143" y="26574"/>
                  </a:lnTo>
                  <a:lnTo>
                    <a:pt x="178044" y="26030"/>
                  </a:lnTo>
                  <a:lnTo>
                    <a:pt x="185225" y="21895"/>
                  </a:lnTo>
                  <a:lnTo>
                    <a:pt x="186418" y="21209"/>
                  </a:lnTo>
                  <a:lnTo>
                    <a:pt x="187821" y="20401"/>
                  </a:lnTo>
                  <a:lnTo>
                    <a:pt x="189280" y="19561"/>
                  </a:lnTo>
                  <a:lnTo>
                    <a:pt x="190308" y="21592"/>
                  </a:lnTo>
                  <a:lnTo>
                    <a:pt x="190596" y="22161"/>
                  </a:lnTo>
                  <a:lnTo>
                    <a:pt x="199664" y="40090"/>
                  </a:lnTo>
                  <a:lnTo>
                    <a:pt x="200424" y="41585"/>
                  </a:lnTo>
                  <a:lnTo>
                    <a:pt x="207094" y="54699"/>
                  </a:lnTo>
                  <a:lnTo>
                    <a:pt x="207390" y="55282"/>
                  </a:lnTo>
                  <a:lnTo>
                    <a:pt x="207718" y="55926"/>
                  </a:lnTo>
                  <a:lnTo>
                    <a:pt x="208769" y="57994"/>
                  </a:lnTo>
                  <a:lnTo>
                    <a:pt x="208946" y="58341"/>
                  </a:lnTo>
                  <a:lnTo>
                    <a:pt x="209255" y="58950"/>
                  </a:lnTo>
                  <a:lnTo>
                    <a:pt x="209384" y="59203"/>
                  </a:lnTo>
                  <a:lnTo>
                    <a:pt x="211671" y="63699"/>
                  </a:lnTo>
                  <a:lnTo>
                    <a:pt x="212039" y="64435"/>
                  </a:lnTo>
                  <a:lnTo>
                    <a:pt x="212767" y="64171"/>
                  </a:lnTo>
                  <a:lnTo>
                    <a:pt x="223198" y="60385"/>
                  </a:lnTo>
                  <a:lnTo>
                    <a:pt x="223497" y="60276"/>
                  </a:lnTo>
                  <a:lnTo>
                    <a:pt x="241661" y="53684"/>
                  </a:lnTo>
                  <a:lnTo>
                    <a:pt x="242159" y="53503"/>
                  </a:lnTo>
                  <a:lnTo>
                    <a:pt x="263178" y="45875"/>
                  </a:lnTo>
                  <a:lnTo>
                    <a:pt x="273819" y="42013"/>
                  </a:lnTo>
                  <a:lnTo>
                    <a:pt x="274273" y="41848"/>
                  </a:lnTo>
                  <a:lnTo>
                    <a:pt x="275426" y="45060"/>
                  </a:lnTo>
                  <a:lnTo>
                    <a:pt x="276285" y="47450"/>
                  </a:lnTo>
                  <a:lnTo>
                    <a:pt x="276520" y="48107"/>
                  </a:lnTo>
                  <a:lnTo>
                    <a:pt x="277391" y="50532"/>
                  </a:lnTo>
                  <a:lnTo>
                    <a:pt x="277506" y="50854"/>
                  </a:lnTo>
                  <a:lnTo>
                    <a:pt x="278168" y="52699"/>
                  </a:lnTo>
                  <a:lnTo>
                    <a:pt x="278265" y="52967"/>
                  </a:lnTo>
                  <a:lnTo>
                    <a:pt x="286044" y="74638"/>
                  </a:lnTo>
                  <a:lnTo>
                    <a:pt x="286097" y="74786"/>
                  </a:lnTo>
                  <a:lnTo>
                    <a:pt x="286645" y="74625"/>
                  </a:lnTo>
                  <a:lnTo>
                    <a:pt x="290814" y="86285"/>
                  </a:lnTo>
                  <a:lnTo>
                    <a:pt x="290971" y="86716"/>
                  </a:lnTo>
                  <a:lnTo>
                    <a:pt x="291027" y="86867"/>
                  </a:lnTo>
                  <a:lnTo>
                    <a:pt x="292321" y="90420"/>
                  </a:lnTo>
                  <a:lnTo>
                    <a:pt x="294207" y="95597"/>
                  </a:lnTo>
                  <a:lnTo>
                    <a:pt x="296878" y="102927"/>
                  </a:lnTo>
                  <a:lnTo>
                    <a:pt x="297085" y="103506"/>
                  </a:lnTo>
                  <a:lnTo>
                    <a:pt x="297506" y="104684"/>
                  </a:lnTo>
                  <a:lnTo>
                    <a:pt x="297761" y="105396"/>
                  </a:lnTo>
                  <a:lnTo>
                    <a:pt x="298014" y="106105"/>
                  </a:lnTo>
                  <a:lnTo>
                    <a:pt x="299196" y="109413"/>
                  </a:lnTo>
                  <a:lnTo>
                    <a:pt x="300298" y="114306"/>
                  </a:lnTo>
                  <a:lnTo>
                    <a:pt x="300699" y="116987"/>
                  </a:lnTo>
                  <a:lnTo>
                    <a:pt x="301362" y="121413"/>
                  </a:lnTo>
                  <a:lnTo>
                    <a:pt x="301400" y="125220"/>
                  </a:lnTo>
                  <a:lnTo>
                    <a:pt x="301324" y="127161"/>
                  </a:lnTo>
                  <a:lnTo>
                    <a:pt x="301218" y="129879"/>
                  </a:lnTo>
                  <a:lnTo>
                    <a:pt x="301210" y="130075"/>
                  </a:lnTo>
                  <a:lnTo>
                    <a:pt x="301040" y="131754"/>
                  </a:lnTo>
                  <a:lnTo>
                    <a:pt x="300943" y="132711"/>
                  </a:lnTo>
                  <a:lnTo>
                    <a:pt x="300885" y="133284"/>
                  </a:lnTo>
                  <a:lnTo>
                    <a:pt x="300678" y="135317"/>
                  </a:lnTo>
                  <a:lnTo>
                    <a:pt x="299424" y="141493"/>
                  </a:lnTo>
                  <a:lnTo>
                    <a:pt x="299343" y="141981"/>
                  </a:lnTo>
                  <a:lnTo>
                    <a:pt x="299272" y="142405"/>
                  </a:lnTo>
                  <a:lnTo>
                    <a:pt x="298458" y="147261"/>
                  </a:lnTo>
                  <a:lnTo>
                    <a:pt x="298018" y="149882"/>
                  </a:lnTo>
                  <a:lnTo>
                    <a:pt x="297984" y="150397"/>
                  </a:lnTo>
                  <a:lnTo>
                    <a:pt x="297639" y="155513"/>
                  </a:lnTo>
                  <a:lnTo>
                    <a:pt x="297673" y="155931"/>
                  </a:lnTo>
                  <a:lnTo>
                    <a:pt x="297723" y="156546"/>
                  </a:lnTo>
                  <a:lnTo>
                    <a:pt x="297805" y="157549"/>
                  </a:lnTo>
                  <a:lnTo>
                    <a:pt x="297926" y="158492"/>
                  </a:lnTo>
                  <a:lnTo>
                    <a:pt x="297955" y="158722"/>
                  </a:lnTo>
                  <a:lnTo>
                    <a:pt x="298039" y="159373"/>
                  </a:lnTo>
                  <a:lnTo>
                    <a:pt x="297429" y="159598"/>
                  </a:lnTo>
                  <a:lnTo>
                    <a:pt x="295700" y="160236"/>
                  </a:lnTo>
                  <a:lnTo>
                    <a:pt x="271926" y="168998"/>
                  </a:lnTo>
                  <a:lnTo>
                    <a:pt x="269040" y="170345"/>
                  </a:lnTo>
                  <a:lnTo>
                    <a:pt x="267283" y="171166"/>
                  </a:lnTo>
                  <a:lnTo>
                    <a:pt x="266824" y="171381"/>
                  </a:lnTo>
                  <a:lnTo>
                    <a:pt x="266348" y="171702"/>
                  </a:lnTo>
                  <a:lnTo>
                    <a:pt x="266125" y="171852"/>
                  </a:lnTo>
                  <a:lnTo>
                    <a:pt x="265454" y="172305"/>
                  </a:lnTo>
                  <a:lnTo>
                    <a:pt x="257565" y="177629"/>
                  </a:lnTo>
                  <a:lnTo>
                    <a:pt x="257270" y="177828"/>
                  </a:lnTo>
                  <a:lnTo>
                    <a:pt x="249656" y="182966"/>
                  </a:lnTo>
                  <a:lnTo>
                    <a:pt x="249408" y="183134"/>
                  </a:lnTo>
                  <a:lnTo>
                    <a:pt x="241930" y="188181"/>
                  </a:lnTo>
                  <a:lnTo>
                    <a:pt x="241420" y="188525"/>
                  </a:lnTo>
                  <a:lnTo>
                    <a:pt x="234373" y="193280"/>
                  </a:lnTo>
                  <a:lnTo>
                    <a:pt x="233866" y="193622"/>
                  </a:lnTo>
                  <a:lnTo>
                    <a:pt x="233035" y="194184"/>
                  </a:lnTo>
                  <a:lnTo>
                    <a:pt x="232882" y="194287"/>
                  </a:lnTo>
                  <a:lnTo>
                    <a:pt x="230366" y="195985"/>
                  </a:lnTo>
                  <a:lnTo>
                    <a:pt x="225485" y="199278"/>
                  </a:lnTo>
                  <a:lnTo>
                    <a:pt x="220030" y="202960"/>
                  </a:lnTo>
                  <a:lnTo>
                    <a:pt x="219870" y="203023"/>
                  </a:lnTo>
                  <a:lnTo>
                    <a:pt x="219224" y="203276"/>
                  </a:lnTo>
                  <a:lnTo>
                    <a:pt x="213988" y="205329"/>
                  </a:lnTo>
                  <a:lnTo>
                    <a:pt x="212747" y="205631"/>
                  </a:lnTo>
                  <a:lnTo>
                    <a:pt x="212300" y="205740"/>
                  </a:lnTo>
                  <a:lnTo>
                    <a:pt x="211672" y="205921"/>
                  </a:lnTo>
                  <a:lnTo>
                    <a:pt x="210739" y="206189"/>
                  </a:lnTo>
                  <a:lnTo>
                    <a:pt x="207700" y="207065"/>
                  </a:lnTo>
                  <a:lnTo>
                    <a:pt x="203393" y="207743"/>
                  </a:lnTo>
                  <a:lnTo>
                    <a:pt x="197337" y="208697"/>
                  </a:lnTo>
                  <a:lnTo>
                    <a:pt x="197274" y="207769"/>
                  </a:lnTo>
                  <a:lnTo>
                    <a:pt x="196586" y="197742"/>
                  </a:lnTo>
                  <a:lnTo>
                    <a:pt x="196373" y="194641"/>
                  </a:lnTo>
                  <a:lnTo>
                    <a:pt x="195442" y="190134"/>
                  </a:lnTo>
                  <a:lnTo>
                    <a:pt x="194825" y="187146"/>
                  </a:lnTo>
                  <a:lnTo>
                    <a:pt x="194568" y="185903"/>
                  </a:lnTo>
                  <a:lnTo>
                    <a:pt x="190864" y="176096"/>
                  </a:lnTo>
                  <a:lnTo>
                    <a:pt x="189682" y="174083"/>
                  </a:lnTo>
                  <a:lnTo>
                    <a:pt x="184757" y="165693"/>
                  </a:lnTo>
                  <a:lnTo>
                    <a:pt x="184390" y="165068"/>
                  </a:lnTo>
                  <a:lnTo>
                    <a:pt x="183740" y="163959"/>
                  </a:lnTo>
                  <a:lnTo>
                    <a:pt x="173200" y="147310"/>
                  </a:lnTo>
                  <a:lnTo>
                    <a:pt x="172974" y="146952"/>
                  </a:lnTo>
                  <a:lnTo>
                    <a:pt x="172439" y="146108"/>
                  </a:lnTo>
                  <a:lnTo>
                    <a:pt x="171626" y="144823"/>
                  </a:lnTo>
                  <a:lnTo>
                    <a:pt x="167254" y="137918"/>
                  </a:lnTo>
                  <a:lnTo>
                    <a:pt x="162119" y="129805"/>
                  </a:lnTo>
                  <a:lnTo>
                    <a:pt x="154198" y="117294"/>
                  </a:lnTo>
                  <a:lnTo>
                    <a:pt x="149055" y="109168"/>
                  </a:lnTo>
                  <a:lnTo>
                    <a:pt x="148416" y="108159"/>
                  </a:lnTo>
                  <a:lnTo>
                    <a:pt x="145194" y="110259"/>
                  </a:lnTo>
                  <a:lnTo>
                    <a:pt x="144384" y="110787"/>
                  </a:lnTo>
                  <a:lnTo>
                    <a:pt x="138035" y="114926"/>
                  </a:lnTo>
                  <a:lnTo>
                    <a:pt x="137887" y="114693"/>
                  </a:lnTo>
                  <a:lnTo>
                    <a:pt x="134938" y="116678"/>
                  </a:lnTo>
                  <a:lnTo>
                    <a:pt x="134678" y="116854"/>
                  </a:lnTo>
                  <a:lnTo>
                    <a:pt x="129121" y="120300"/>
                  </a:lnTo>
                  <a:lnTo>
                    <a:pt x="125369" y="122291"/>
                  </a:lnTo>
                  <a:lnTo>
                    <a:pt x="123280" y="123201"/>
                  </a:lnTo>
                  <a:lnTo>
                    <a:pt x="122139" y="123699"/>
                  </a:lnTo>
                  <a:lnTo>
                    <a:pt x="118220" y="124457"/>
                  </a:lnTo>
                  <a:lnTo>
                    <a:pt x="112198" y="124425"/>
                  </a:lnTo>
                  <a:lnTo>
                    <a:pt x="106030" y="123488"/>
                  </a:lnTo>
                  <a:lnTo>
                    <a:pt x="105854" y="123461"/>
                  </a:lnTo>
                  <a:lnTo>
                    <a:pt x="96195" y="121994"/>
                  </a:lnTo>
                  <a:lnTo>
                    <a:pt x="94927" y="121830"/>
                  </a:lnTo>
                  <a:lnTo>
                    <a:pt x="92753" y="121985"/>
                  </a:lnTo>
                  <a:lnTo>
                    <a:pt x="90899" y="122467"/>
                  </a:lnTo>
                  <a:lnTo>
                    <a:pt x="88939" y="123632"/>
                  </a:lnTo>
                  <a:lnTo>
                    <a:pt x="87692" y="125076"/>
                  </a:lnTo>
                  <a:lnTo>
                    <a:pt x="87328" y="125868"/>
                  </a:lnTo>
                  <a:lnTo>
                    <a:pt x="87002" y="120931"/>
                  </a:lnTo>
                  <a:lnTo>
                    <a:pt x="86052" y="116854"/>
                  </a:lnTo>
                  <a:lnTo>
                    <a:pt x="85199" y="114241"/>
                  </a:lnTo>
                  <a:lnTo>
                    <a:pt x="76494" y="95099"/>
                  </a:lnTo>
                  <a:lnTo>
                    <a:pt x="72287" y="85847"/>
                  </a:lnTo>
                  <a:lnTo>
                    <a:pt x="71438" y="83980"/>
                  </a:lnTo>
                  <a:lnTo>
                    <a:pt x="70558" y="82222"/>
                  </a:lnTo>
                  <a:lnTo>
                    <a:pt x="45479" y="94355"/>
                  </a:lnTo>
                  <a:lnTo>
                    <a:pt x="45122" y="94528"/>
                  </a:lnTo>
                  <a:lnTo>
                    <a:pt x="44988" y="94586"/>
                  </a:lnTo>
                  <a:lnTo>
                    <a:pt x="39126" y="97137"/>
                  </a:lnTo>
                  <a:lnTo>
                    <a:pt x="36573" y="97865"/>
                  </a:lnTo>
                  <a:lnTo>
                    <a:pt x="34436" y="98108"/>
                  </a:lnTo>
                  <a:lnTo>
                    <a:pt x="30399" y="97926"/>
                  </a:lnTo>
                  <a:lnTo>
                    <a:pt x="26326" y="96433"/>
                  </a:lnTo>
                  <a:lnTo>
                    <a:pt x="24462" y="95195"/>
                  </a:lnTo>
                  <a:lnTo>
                    <a:pt x="21434" y="92647"/>
                  </a:lnTo>
                  <a:lnTo>
                    <a:pt x="19826" y="90052"/>
                  </a:lnTo>
                  <a:lnTo>
                    <a:pt x="17724" y="85115"/>
                  </a:lnTo>
                  <a:lnTo>
                    <a:pt x="15542" y="85803"/>
                  </a:lnTo>
                  <a:lnTo>
                    <a:pt x="14504" y="82541"/>
                  </a:lnTo>
                  <a:lnTo>
                    <a:pt x="9696" y="67424"/>
                  </a:lnTo>
                  <a:lnTo>
                    <a:pt x="3049" y="46524"/>
                  </a:lnTo>
                  <a:lnTo>
                    <a:pt x="0" y="36937"/>
                  </a:lnTo>
                  <a:lnTo>
                    <a:pt x="1101" y="36572"/>
                  </a:lnTo>
                  <a:lnTo>
                    <a:pt x="12139" y="32913"/>
                  </a:lnTo>
                  <a:lnTo>
                    <a:pt x="12303" y="32859"/>
                  </a:lnTo>
                  <a:lnTo>
                    <a:pt x="22614" y="29441"/>
                  </a:lnTo>
                  <a:lnTo>
                    <a:pt x="33034" y="25987"/>
                  </a:lnTo>
                  <a:lnTo>
                    <a:pt x="41430" y="23203"/>
                  </a:lnTo>
                  <a:lnTo>
                    <a:pt x="42218" y="22741"/>
                  </a:lnTo>
                  <a:lnTo>
                    <a:pt x="43936" y="21734"/>
                  </a:lnTo>
                  <a:lnTo>
                    <a:pt x="48991" y="18770"/>
                  </a:lnTo>
                  <a:lnTo>
                    <a:pt x="50752" y="17738"/>
                  </a:lnTo>
                  <a:lnTo>
                    <a:pt x="61629" y="11361"/>
                  </a:lnTo>
                  <a:lnTo>
                    <a:pt x="66848" y="8300"/>
                  </a:lnTo>
                  <a:lnTo>
                    <a:pt x="67002" y="8210"/>
                  </a:lnTo>
                  <a:lnTo>
                    <a:pt x="72700" y="4869"/>
                  </a:lnTo>
                  <a:lnTo>
                    <a:pt x="79993" y="594"/>
                  </a:lnTo>
                  <a:lnTo>
                    <a:pt x="81006" y="0"/>
                  </a:lnTo>
                  <a:lnTo>
                    <a:pt x="87320" y="10266"/>
                  </a:lnTo>
                  <a:lnTo>
                    <a:pt x="93412" y="20173"/>
                  </a:lnTo>
                  <a:lnTo>
                    <a:pt x="103323" y="36291"/>
                  </a:lnTo>
                  <a:lnTo>
                    <a:pt x="112429" y="5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323119" y="4804954"/>
              <a:ext cx="226590" cy="138275"/>
            </a:xfrm>
            <a:custGeom>
              <a:avLst/>
              <a:pathLst>
                <a:path w="226590" h="138275">
                  <a:moveTo>
                    <a:pt x="225184" y="49556"/>
                  </a:moveTo>
                  <a:lnTo>
                    <a:pt x="225582" y="50493"/>
                  </a:lnTo>
                  <a:lnTo>
                    <a:pt x="226278" y="52132"/>
                  </a:lnTo>
                  <a:lnTo>
                    <a:pt x="226590" y="52965"/>
                  </a:lnTo>
                  <a:lnTo>
                    <a:pt x="224484" y="53392"/>
                  </a:lnTo>
                  <a:lnTo>
                    <a:pt x="223858" y="53519"/>
                  </a:lnTo>
                  <a:lnTo>
                    <a:pt x="216822" y="56133"/>
                  </a:lnTo>
                  <a:lnTo>
                    <a:pt x="216529" y="56241"/>
                  </a:lnTo>
                  <a:lnTo>
                    <a:pt x="216087" y="56406"/>
                  </a:lnTo>
                  <a:lnTo>
                    <a:pt x="214904" y="56845"/>
                  </a:lnTo>
                  <a:lnTo>
                    <a:pt x="213162" y="57492"/>
                  </a:lnTo>
                  <a:lnTo>
                    <a:pt x="212708" y="57661"/>
                  </a:lnTo>
                  <a:lnTo>
                    <a:pt x="207902" y="59447"/>
                  </a:lnTo>
                  <a:lnTo>
                    <a:pt x="207422" y="59625"/>
                  </a:lnTo>
                  <a:lnTo>
                    <a:pt x="207020" y="59775"/>
                  </a:lnTo>
                  <a:lnTo>
                    <a:pt x="206672" y="59907"/>
                  </a:lnTo>
                  <a:lnTo>
                    <a:pt x="206343" y="60031"/>
                  </a:lnTo>
                  <a:lnTo>
                    <a:pt x="205346" y="60409"/>
                  </a:lnTo>
                  <a:lnTo>
                    <a:pt x="204628" y="60681"/>
                  </a:lnTo>
                  <a:lnTo>
                    <a:pt x="204368" y="60779"/>
                  </a:lnTo>
                  <a:lnTo>
                    <a:pt x="197152" y="63512"/>
                  </a:lnTo>
                  <a:lnTo>
                    <a:pt x="196925" y="63599"/>
                  </a:lnTo>
                  <a:lnTo>
                    <a:pt x="196652" y="63702"/>
                  </a:lnTo>
                  <a:lnTo>
                    <a:pt x="193953" y="64724"/>
                  </a:lnTo>
                  <a:lnTo>
                    <a:pt x="188172" y="66914"/>
                  </a:lnTo>
                  <a:lnTo>
                    <a:pt x="185379" y="67972"/>
                  </a:lnTo>
                  <a:lnTo>
                    <a:pt x="185092" y="68080"/>
                  </a:lnTo>
                  <a:lnTo>
                    <a:pt x="185746" y="69763"/>
                  </a:lnTo>
                  <a:lnTo>
                    <a:pt x="189382" y="79125"/>
                  </a:lnTo>
                  <a:lnTo>
                    <a:pt x="198595" y="104790"/>
                  </a:lnTo>
                  <a:lnTo>
                    <a:pt x="198781" y="105308"/>
                  </a:lnTo>
                  <a:lnTo>
                    <a:pt x="202507" y="115688"/>
                  </a:lnTo>
                  <a:lnTo>
                    <a:pt x="202052" y="115853"/>
                  </a:lnTo>
                  <a:lnTo>
                    <a:pt x="191412" y="119715"/>
                  </a:lnTo>
                  <a:lnTo>
                    <a:pt x="170393" y="127344"/>
                  </a:lnTo>
                  <a:lnTo>
                    <a:pt x="169894" y="127525"/>
                  </a:lnTo>
                  <a:lnTo>
                    <a:pt x="151730" y="134117"/>
                  </a:lnTo>
                  <a:lnTo>
                    <a:pt x="151432" y="134225"/>
                  </a:lnTo>
                  <a:lnTo>
                    <a:pt x="140914" y="138043"/>
                  </a:lnTo>
                  <a:lnTo>
                    <a:pt x="140273" y="138275"/>
                  </a:lnTo>
                  <a:lnTo>
                    <a:pt x="139904" y="137539"/>
                  </a:lnTo>
                  <a:lnTo>
                    <a:pt x="137618" y="133043"/>
                  </a:lnTo>
                  <a:lnTo>
                    <a:pt x="137489" y="132790"/>
                  </a:lnTo>
                  <a:lnTo>
                    <a:pt x="137179" y="132181"/>
                  </a:lnTo>
                  <a:lnTo>
                    <a:pt x="137003" y="131835"/>
                  </a:lnTo>
                  <a:lnTo>
                    <a:pt x="135902" y="129670"/>
                  </a:lnTo>
                  <a:lnTo>
                    <a:pt x="135624" y="129122"/>
                  </a:lnTo>
                  <a:lnTo>
                    <a:pt x="135327" y="128540"/>
                  </a:lnTo>
                  <a:lnTo>
                    <a:pt x="128658" y="115425"/>
                  </a:lnTo>
                  <a:lnTo>
                    <a:pt x="127879" y="113895"/>
                  </a:lnTo>
                  <a:lnTo>
                    <a:pt x="118829" y="96002"/>
                  </a:lnTo>
                  <a:lnTo>
                    <a:pt x="118541" y="95432"/>
                  </a:lnTo>
                  <a:lnTo>
                    <a:pt x="117514" y="93401"/>
                  </a:lnTo>
                  <a:lnTo>
                    <a:pt x="116055" y="94241"/>
                  </a:lnTo>
                  <a:lnTo>
                    <a:pt x="114651" y="95049"/>
                  </a:lnTo>
                  <a:lnTo>
                    <a:pt x="113459" y="95736"/>
                  </a:lnTo>
                  <a:lnTo>
                    <a:pt x="106278" y="99871"/>
                  </a:lnTo>
                  <a:lnTo>
                    <a:pt x="105377" y="100414"/>
                  </a:lnTo>
                  <a:lnTo>
                    <a:pt x="93935" y="107319"/>
                  </a:lnTo>
                  <a:lnTo>
                    <a:pt x="87528" y="111185"/>
                  </a:lnTo>
                  <a:lnTo>
                    <a:pt x="84202" y="113192"/>
                  </a:lnTo>
                  <a:lnTo>
                    <a:pt x="82903" y="114007"/>
                  </a:lnTo>
                  <a:lnTo>
                    <a:pt x="74742" y="119128"/>
                  </a:lnTo>
                  <a:lnTo>
                    <a:pt x="72689" y="120416"/>
                  </a:lnTo>
                  <a:lnTo>
                    <a:pt x="72227" y="120694"/>
                  </a:lnTo>
                  <a:lnTo>
                    <a:pt x="61579" y="127105"/>
                  </a:lnTo>
                  <a:lnTo>
                    <a:pt x="60869" y="127528"/>
                  </a:lnTo>
                  <a:lnTo>
                    <a:pt x="59843" y="128093"/>
                  </a:lnTo>
                  <a:lnTo>
                    <a:pt x="51213" y="132854"/>
                  </a:lnTo>
                  <a:lnTo>
                    <a:pt x="46978" y="135190"/>
                  </a:lnTo>
                  <a:lnTo>
                    <a:pt x="46640" y="134659"/>
                  </a:lnTo>
                  <a:lnTo>
                    <a:pt x="40663" y="124939"/>
                  </a:lnTo>
                  <a:lnTo>
                    <a:pt x="31557" y="110131"/>
                  </a:lnTo>
                  <a:lnTo>
                    <a:pt x="21645" y="94014"/>
                  </a:lnTo>
                  <a:lnTo>
                    <a:pt x="15553" y="84107"/>
                  </a:lnTo>
                  <a:lnTo>
                    <a:pt x="9240" y="73840"/>
                  </a:lnTo>
                  <a:lnTo>
                    <a:pt x="8226" y="74434"/>
                  </a:lnTo>
                  <a:lnTo>
                    <a:pt x="7776" y="73537"/>
                  </a:lnTo>
                  <a:lnTo>
                    <a:pt x="6019" y="70038"/>
                  </a:lnTo>
                  <a:lnTo>
                    <a:pt x="5588" y="69178"/>
                  </a:lnTo>
                  <a:lnTo>
                    <a:pt x="3405" y="64829"/>
                  </a:lnTo>
                  <a:lnTo>
                    <a:pt x="2351" y="62120"/>
                  </a:lnTo>
                  <a:lnTo>
                    <a:pt x="2273" y="61875"/>
                  </a:lnTo>
                  <a:lnTo>
                    <a:pt x="1061" y="58056"/>
                  </a:lnTo>
                  <a:lnTo>
                    <a:pt x="669" y="56819"/>
                  </a:lnTo>
                  <a:lnTo>
                    <a:pt x="71" y="54534"/>
                  </a:lnTo>
                  <a:lnTo>
                    <a:pt x="0" y="54263"/>
                  </a:lnTo>
                  <a:lnTo>
                    <a:pt x="561" y="54129"/>
                  </a:lnTo>
                  <a:lnTo>
                    <a:pt x="3077" y="53529"/>
                  </a:lnTo>
                  <a:lnTo>
                    <a:pt x="4653" y="53152"/>
                  </a:lnTo>
                  <a:lnTo>
                    <a:pt x="5224" y="53016"/>
                  </a:lnTo>
                  <a:lnTo>
                    <a:pt x="15494" y="50564"/>
                  </a:lnTo>
                  <a:lnTo>
                    <a:pt x="15972" y="50425"/>
                  </a:lnTo>
                  <a:lnTo>
                    <a:pt x="18942" y="49559"/>
                  </a:lnTo>
                  <a:lnTo>
                    <a:pt x="26209" y="47441"/>
                  </a:lnTo>
                  <a:lnTo>
                    <a:pt x="33726" y="45421"/>
                  </a:lnTo>
                  <a:lnTo>
                    <a:pt x="34949" y="45092"/>
                  </a:lnTo>
                  <a:lnTo>
                    <a:pt x="38578" y="44117"/>
                  </a:lnTo>
                  <a:lnTo>
                    <a:pt x="41209" y="43410"/>
                  </a:lnTo>
                  <a:lnTo>
                    <a:pt x="42471" y="43082"/>
                  </a:lnTo>
                  <a:lnTo>
                    <a:pt x="53222" y="40281"/>
                  </a:lnTo>
                  <a:lnTo>
                    <a:pt x="55879" y="39588"/>
                  </a:lnTo>
                  <a:lnTo>
                    <a:pt x="56413" y="39449"/>
                  </a:lnTo>
                  <a:lnTo>
                    <a:pt x="67488" y="32627"/>
                  </a:lnTo>
                  <a:lnTo>
                    <a:pt x="68201" y="32188"/>
                  </a:lnTo>
                  <a:lnTo>
                    <a:pt x="76854" y="26978"/>
                  </a:lnTo>
                  <a:lnTo>
                    <a:pt x="77216" y="26760"/>
                  </a:lnTo>
                  <a:lnTo>
                    <a:pt x="77699" y="26469"/>
                  </a:lnTo>
                  <a:lnTo>
                    <a:pt x="79153" y="28854"/>
                  </a:lnTo>
                  <a:lnTo>
                    <a:pt x="79966" y="30187"/>
                  </a:lnTo>
                  <a:lnTo>
                    <a:pt x="80198" y="30567"/>
                  </a:lnTo>
                  <a:lnTo>
                    <a:pt x="80959" y="31816"/>
                  </a:lnTo>
                  <a:lnTo>
                    <a:pt x="81239" y="32275"/>
                  </a:lnTo>
                  <a:lnTo>
                    <a:pt x="81551" y="32787"/>
                  </a:lnTo>
                  <a:lnTo>
                    <a:pt x="81808" y="33208"/>
                  </a:lnTo>
                  <a:lnTo>
                    <a:pt x="81911" y="33376"/>
                  </a:lnTo>
                  <a:lnTo>
                    <a:pt x="82291" y="33991"/>
                  </a:lnTo>
                  <a:lnTo>
                    <a:pt x="82842" y="34884"/>
                  </a:lnTo>
                  <a:lnTo>
                    <a:pt x="83148" y="35381"/>
                  </a:lnTo>
                  <a:lnTo>
                    <a:pt x="83297" y="35622"/>
                  </a:lnTo>
                  <a:lnTo>
                    <a:pt x="84758" y="37991"/>
                  </a:lnTo>
                  <a:lnTo>
                    <a:pt x="85196" y="38701"/>
                  </a:lnTo>
                  <a:lnTo>
                    <a:pt x="86572" y="40933"/>
                  </a:lnTo>
                  <a:lnTo>
                    <a:pt x="86746" y="41214"/>
                  </a:lnTo>
                  <a:lnTo>
                    <a:pt x="86852" y="41387"/>
                  </a:lnTo>
                  <a:lnTo>
                    <a:pt x="91644" y="48762"/>
                  </a:lnTo>
                  <a:lnTo>
                    <a:pt x="92265" y="49717"/>
                  </a:lnTo>
                  <a:lnTo>
                    <a:pt x="101105" y="44152"/>
                  </a:lnTo>
                  <a:lnTo>
                    <a:pt x="101418" y="43960"/>
                  </a:lnTo>
                  <a:lnTo>
                    <a:pt x="109316" y="39102"/>
                  </a:lnTo>
                  <a:lnTo>
                    <a:pt x="115521" y="35287"/>
                  </a:lnTo>
                  <a:lnTo>
                    <a:pt x="115649" y="35209"/>
                  </a:lnTo>
                  <a:lnTo>
                    <a:pt x="116698" y="34563"/>
                  </a:lnTo>
                  <a:lnTo>
                    <a:pt x="120849" y="32011"/>
                  </a:lnTo>
                  <a:lnTo>
                    <a:pt x="126780" y="28363"/>
                  </a:lnTo>
                  <a:lnTo>
                    <a:pt x="128825" y="27596"/>
                  </a:lnTo>
                  <a:lnTo>
                    <a:pt x="133444" y="25863"/>
                  </a:lnTo>
                  <a:lnTo>
                    <a:pt x="133584" y="25810"/>
                  </a:lnTo>
                  <a:lnTo>
                    <a:pt x="134192" y="25582"/>
                  </a:lnTo>
                  <a:lnTo>
                    <a:pt x="136392" y="24756"/>
                  </a:lnTo>
                  <a:lnTo>
                    <a:pt x="136860" y="24580"/>
                  </a:lnTo>
                  <a:lnTo>
                    <a:pt x="145567" y="21313"/>
                  </a:lnTo>
                  <a:lnTo>
                    <a:pt x="154400" y="17998"/>
                  </a:lnTo>
                  <a:lnTo>
                    <a:pt x="154557" y="17939"/>
                  </a:lnTo>
                  <a:lnTo>
                    <a:pt x="155040" y="17758"/>
                  </a:lnTo>
                  <a:lnTo>
                    <a:pt x="165080" y="13990"/>
                  </a:lnTo>
                  <a:lnTo>
                    <a:pt x="165447" y="13858"/>
                  </a:lnTo>
                  <a:lnTo>
                    <a:pt x="165577" y="13811"/>
                  </a:lnTo>
                  <a:lnTo>
                    <a:pt x="167439" y="13142"/>
                  </a:lnTo>
                  <a:lnTo>
                    <a:pt x="177133" y="9656"/>
                  </a:lnTo>
                  <a:lnTo>
                    <a:pt x="185749" y="6557"/>
                  </a:lnTo>
                  <a:lnTo>
                    <a:pt x="196167" y="2811"/>
                  </a:lnTo>
                  <a:lnTo>
                    <a:pt x="203604" y="137"/>
                  </a:lnTo>
                  <a:lnTo>
                    <a:pt x="203986" y="0"/>
                  </a:lnTo>
                  <a:lnTo>
                    <a:pt x="204393" y="722"/>
                  </a:lnTo>
                  <a:lnTo>
                    <a:pt x="208488" y="7993"/>
                  </a:lnTo>
                  <a:lnTo>
                    <a:pt x="208564" y="8182"/>
                  </a:lnTo>
                  <a:lnTo>
                    <a:pt x="213392" y="20200"/>
                  </a:lnTo>
                  <a:lnTo>
                    <a:pt x="221681" y="40836"/>
                  </a:lnTo>
                  <a:lnTo>
                    <a:pt x="221944" y="41489"/>
                  </a:lnTo>
                  <a:lnTo>
                    <a:pt x="223499" y="4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662103" y="5068458"/>
              <a:ext cx="201585" cy="219133"/>
            </a:xfrm>
            <a:custGeom>
              <a:avLst/>
              <a:pathLst>
                <a:path w="201585" h="219133">
                  <a:moveTo>
                    <a:pt x="201512" y="122248"/>
                  </a:moveTo>
                  <a:lnTo>
                    <a:pt x="198628" y="129165"/>
                  </a:lnTo>
                  <a:lnTo>
                    <a:pt x="185994" y="126932"/>
                  </a:lnTo>
                  <a:lnTo>
                    <a:pt x="176970" y="144603"/>
                  </a:lnTo>
                  <a:lnTo>
                    <a:pt x="176495" y="149263"/>
                  </a:lnTo>
                  <a:lnTo>
                    <a:pt x="170986" y="157711"/>
                  </a:lnTo>
                  <a:lnTo>
                    <a:pt x="162722" y="171789"/>
                  </a:lnTo>
                  <a:lnTo>
                    <a:pt x="149233" y="185965"/>
                  </a:lnTo>
                  <a:lnTo>
                    <a:pt x="139924" y="187810"/>
                  </a:lnTo>
                  <a:lnTo>
                    <a:pt x="130615" y="188684"/>
                  </a:lnTo>
                  <a:lnTo>
                    <a:pt x="135555" y="195771"/>
                  </a:lnTo>
                  <a:lnTo>
                    <a:pt x="129190" y="200723"/>
                  </a:lnTo>
                  <a:lnTo>
                    <a:pt x="142679" y="203151"/>
                  </a:lnTo>
                  <a:lnTo>
                    <a:pt x="146301" y="208004"/>
                  </a:lnTo>
                  <a:lnTo>
                    <a:pt x="145856" y="208354"/>
                  </a:lnTo>
                  <a:lnTo>
                    <a:pt x="143866" y="209920"/>
                  </a:lnTo>
                  <a:lnTo>
                    <a:pt x="142071" y="211332"/>
                  </a:lnTo>
                  <a:lnTo>
                    <a:pt x="137329" y="214874"/>
                  </a:lnTo>
                  <a:lnTo>
                    <a:pt x="137124" y="215259"/>
                  </a:lnTo>
                  <a:lnTo>
                    <a:pt x="134981" y="212625"/>
                  </a:lnTo>
                  <a:lnTo>
                    <a:pt x="134492" y="212288"/>
                  </a:lnTo>
                  <a:lnTo>
                    <a:pt x="133662" y="211714"/>
                  </a:lnTo>
                  <a:lnTo>
                    <a:pt x="131662" y="210331"/>
                  </a:lnTo>
                  <a:lnTo>
                    <a:pt x="131250" y="210046"/>
                  </a:lnTo>
                  <a:lnTo>
                    <a:pt x="131037" y="209899"/>
                  </a:lnTo>
                  <a:lnTo>
                    <a:pt x="130030" y="209564"/>
                  </a:lnTo>
                  <a:lnTo>
                    <a:pt x="127772" y="208814"/>
                  </a:lnTo>
                  <a:lnTo>
                    <a:pt x="122538" y="207688"/>
                  </a:lnTo>
                  <a:lnTo>
                    <a:pt x="119991" y="207639"/>
                  </a:lnTo>
                  <a:lnTo>
                    <a:pt x="119103" y="207948"/>
                  </a:lnTo>
                  <a:lnTo>
                    <a:pt x="117244" y="208594"/>
                  </a:lnTo>
                  <a:lnTo>
                    <a:pt x="114987" y="209247"/>
                  </a:lnTo>
                  <a:lnTo>
                    <a:pt x="113532" y="209004"/>
                  </a:lnTo>
                  <a:lnTo>
                    <a:pt x="106301" y="207802"/>
                  </a:lnTo>
                  <a:lnTo>
                    <a:pt x="104632" y="207655"/>
                  </a:lnTo>
                  <a:lnTo>
                    <a:pt x="104612" y="207957"/>
                  </a:lnTo>
                  <a:lnTo>
                    <a:pt x="104130" y="215370"/>
                  </a:lnTo>
                  <a:lnTo>
                    <a:pt x="104087" y="216024"/>
                  </a:lnTo>
                  <a:lnTo>
                    <a:pt x="97716" y="215948"/>
                  </a:lnTo>
                  <a:lnTo>
                    <a:pt x="88407" y="216414"/>
                  </a:lnTo>
                  <a:lnTo>
                    <a:pt x="83402" y="217216"/>
                  </a:lnTo>
                  <a:lnTo>
                    <a:pt x="76498" y="218322"/>
                  </a:lnTo>
                  <a:lnTo>
                    <a:pt x="76287" y="218356"/>
                  </a:lnTo>
                  <a:lnTo>
                    <a:pt x="70676" y="218757"/>
                  </a:lnTo>
                  <a:lnTo>
                    <a:pt x="65420" y="219133"/>
                  </a:lnTo>
                  <a:lnTo>
                    <a:pt x="57783" y="219133"/>
                  </a:lnTo>
                  <a:lnTo>
                    <a:pt x="49409" y="218650"/>
                  </a:lnTo>
                  <a:lnTo>
                    <a:pt x="47676" y="218550"/>
                  </a:lnTo>
                  <a:lnTo>
                    <a:pt x="47476" y="218529"/>
                  </a:lnTo>
                  <a:lnTo>
                    <a:pt x="38291" y="217541"/>
                  </a:lnTo>
                  <a:lnTo>
                    <a:pt x="29780" y="215560"/>
                  </a:lnTo>
                  <a:lnTo>
                    <a:pt x="25182" y="214201"/>
                  </a:lnTo>
                  <a:lnTo>
                    <a:pt x="24999" y="214150"/>
                  </a:lnTo>
                  <a:lnTo>
                    <a:pt x="19956" y="212757"/>
                  </a:lnTo>
                  <a:lnTo>
                    <a:pt x="18153" y="212259"/>
                  </a:lnTo>
                  <a:lnTo>
                    <a:pt x="0" y="205404"/>
                  </a:lnTo>
                  <a:lnTo>
                    <a:pt x="314" y="204763"/>
                  </a:lnTo>
                  <a:lnTo>
                    <a:pt x="1814" y="201712"/>
                  </a:lnTo>
                  <a:lnTo>
                    <a:pt x="8997" y="184842"/>
                  </a:lnTo>
                  <a:lnTo>
                    <a:pt x="11491" y="176225"/>
                  </a:lnTo>
                  <a:lnTo>
                    <a:pt x="14495" y="163178"/>
                  </a:lnTo>
                  <a:lnTo>
                    <a:pt x="15908" y="157036"/>
                  </a:lnTo>
                  <a:lnTo>
                    <a:pt x="16086" y="156264"/>
                  </a:lnTo>
                  <a:lnTo>
                    <a:pt x="16140" y="156017"/>
                  </a:lnTo>
                  <a:lnTo>
                    <a:pt x="18165" y="146662"/>
                  </a:lnTo>
                  <a:lnTo>
                    <a:pt x="22669" y="125861"/>
                  </a:lnTo>
                  <a:lnTo>
                    <a:pt x="25443" y="113053"/>
                  </a:lnTo>
                  <a:lnTo>
                    <a:pt x="25646" y="112342"/>
                  </a:lnTo>
                  <a:lnTo>
                    <a:pt x="26108" y="110730"/>
                  </a:lnTo>
                  <a:lnTo>
                    <a:pt x="29385" y="99282"/>
                  </a:lnTo>
                  <a:lnTo>
                    <a:pt x="32175" y="94124"/>
                  </a:lnTo>
                  <a:lnTo>
                    <a:pt x="35218" y="90582"/>
                  </a:lnTo>
                  <a:lnTo>
                    <a:pt x="35698" y="90022"/>
                  </a:lnTo>
                  <a:lnTo>
                    <a:pt x="36450" y="89148"/>
                  </a:lnTo>
                  <a:lnTo>
                    <a:pt x="39025" y="87024"/>
                  </a:lnTo>
                  <a:lnTo>
                    <a:pt x="44629" y="82968"/>
                  </a:lnTo>
                  <a:lnTo>
                    <a:pt x="47015" y="81242"/>
                  </a:lnTo>
                  <a:lnTo>
                    <a:pt x="47353" y="80996"/>
                  </a:lnTo>
                  <a:lnTo>
                    <a:pt x="48128" y="79995"/>
                  </a:lnTo>
                  <a:lnTo>
                    <a:pt x="48964" y="78915"/>
                  </a:lnTo>
                  <a:lnTo>
                    <a:pt x="49339" y="77809"/>
                  </a:lnTo>
                  <a:lnTo>
                    <a:pt x="49495" y="77352"/>
                  </a:lnTo>
                  <a:lnTo>
                    <a:pt x="49694" y="76765"/>
                  </a:lnTo>
                  <a:lnTo>
                    <a:pt x="56909" y="71722"/>
                  </a:lnTo>
                  <a:lnTo>
                    <a:pt x="57251" y="71483"/>
                  </a:lnTo>
                  <a:lnTo>
                    <a:pt x="73862" y="59873"/>
                  </a:lnTo>
                  <a:lnTo>
                    <a:pt x="88464" y="49667"/>
                  </a:lnTo>
                  <a:lnTo>
                    <a:pt x="88713" y="49493"/>
                  </a:lnTo>
                  <a:lnTo>
                    <a:pt x="88963" y="49318"/>
                  </a:lnTo>
                  <a:lnTo>
                    <a:pt x="90297" y="48429"/>
                  </a:lnTo>
                  <a:lnTo>
                    <a:pt x="92296" y="46876"/>
                  </a:lnTo>
                  <a:lnTo>
                    <a:pt x="93266" y="46123"/>
                  </a:lnTo>
                  <a:lnTo>
                    <a:pt x="94502" y="44492"/>
                  </a:lnTo>
                  <a:lnTo>
                    <a:pt x="98235" y="39567"/>
                  </a:lnTo>
                  <a:lnTo>
                    <a:pt x="98371" y="39387"/>
                  </a:lnTo>
                  <a:lnTo>
                    <a:pt x="101807" y="32867"/>
                  </a:lnTo>
                  <a:lnTo>
                    <a:pt x="101957" y="32583"/>
                  </a:lnTo>
                  <a:lnTo>
                    <a:pt x="102371" y="31796"/>
                  </a:lnTo>
                  <a:lnTo>
                    <a:pt x="102951" y="30698"/>
                  </a:lnTo>
                  <a:lnTo>
                    <a:pt x="103554" y="29599"/>
                  </a:lnTo>
                  <a:lnTo>
                    <a:pt x="103771" y="29203"/>
                  </a:lnTo>
                  <a:lnTo>
                    <a:pt x="105293" y="26429"/>
                  </a:lnTo>
                  <a:lnTo>
                    <a:pt x="106268" y="24652"/>
                  </a:lnTo>
                  <a:lnTo>
                    <a:pt x="108547" y="21297"/>
                  </a:lnTo>
                  <a:lnTo>
                    <a:pt x="112013" y="17568"/>
                  </a:lnTo>
                  <a:lnTo>
                    <a:pt x="118647" y="12269"/>
                  </a:lnTo>
                  <a:lnTo>
                    <a:pt x="128975" y="5681"/>
                  </a:lnTo>
                  <a:lnTo>
                    <a:pt x="136820" y="678"/>
                  </a:lnTo>
                  <a:lnTo>
                    <a:pt x="137883" y="0"/>
                  </a:lnTo>
                  <a:lnTo>
                    <a:pt x="138908" y="1617"/>
                  </a:lnTo>
                  <a:lnTo>
                    <a:pt x="143401" y="8700"/>
                  </a:lnTo>
                  <a:lnTo>
                    <a:pt x="143864" y="9409"/>
                  </a:lnTo>
                  <a:lnTo>
                    <a:pt x="146812" y="13917"/>
                  </a:lnTo>
                  <a:lnTo>
                    <a:pt x="148693" y="16792"/>
                  </a:lnTo>
                  <a:lnTo>
                    <a:pt x="149116" y="17439"/>
                  </a:lnTo>
                  <a:lnTo>
                    <a:pt x="153769" y="24555"/>
                  </a:lnTo>
                  <a:lnTo>
                    <a:pt x="154302" y="25370"/>
                  </a:lnTo>
                  <a:lnTo>
                    <a:pt x="158730" y="32075"/>
                  </a:lnTo>
                  <a:lnTo>
                    <a:pt x="159205" y="32794"/>
                  </a:lnTo>
                  <a:lnTo>
                    <a:pt x="159703" y="33549"/>
                  </a:lnTo>
                  <a:lnTo>
                    <a:pt x="167043" y="37258"/>
                  </a:lnTo>
                  <a:lnTo>
                    <a:pt x="175705" y="41635"/>
                  </a:lnTo>
                  <a:lnTo>
                    <a:pt x="185160" y="46413"/>
                  </a:lnTo>
                  <a:lnTo>
                    <a:pt x="184659" y="47428"/>
                  </a:lnTo>
                  <a:lnTo>
                    <a:pt x="181308" y="54219"/>
                  </a:lnTo>
                  <a:lnTo>
                    <a:pt x="179002" y="58890"/>
                  </a:lnTo>
                  <a:lnTo>
                    <a:pt x="176334" y="64298"/>
                  </a:lnTo>
                  <a:lnTo>
                    <a:pt x="175810" y="65360"/>
                  </a:lnTo>
                  <a:lnTo>
                    <a:pt x="175268" y="66458"/>
                  </a:lnTo>
                  <a:lnTo>
                    <a:pt x="175034" y="66933"/>
                  </a:lnTo>
                  <a:lnTo>
                    <a:pt x="174699" y="67612"/>
                  </a:lnTo>
                  <a:lnTo>
                    <a:pt x="174134" y="68756"/>
                  </a:lnTo>
                  <a:lnTo>
                    <a:pt x="169811" y="77516"/>
                  </a:lnTo>
                  <a:lnTo>
                    <a:pt x="169517" y="78113"/>
                  </a:lnTo>
                  <a:lnTo>
                    <a:pt x="167219" y="82769"/>
                  </a:lnTo>
                  <a:lnTo>
                    <a:pt x="167014" y="83181"/>
                  </a:lnTo>
                  <a:lnTo>
                    <a:pt x="167529" y="83424"/>
                  </a:lnTo>
                  <a:lnTo>
                    <a:pt x="173354" y="86172"/>
                  </a:lnTo>
                  <a:lnTo>
                    <a:pt x="180110" y="89359"/>
                  </a:lnTo>
                  <a:lnTo>
                    <a:pt x="184098" y="91240"/>
                  </a:lnTo>
                  <a:lnTo>
                    <a:pt x="184384" y="91371"/>
                  </a:lnTo>
                  <a:lnTo>
                    <a:pt x="188254" y="92935"/>
                  </a:lnTo>
                  <a:lnTo>
                    <a:pt x="190463" y="93532"/>
                  </a:lnTo>
                  <a:lnTo>
                    <a:pt x="197976" y="101410"/>
                  </a:lnTo>
                  <a:lnTo>
                    <a:pt x="193226" y="113372"/>
                  </a:lnTo>
                  <a:lnTo>
                    <a:pt x="198090" y="119780"/>
                  </a:lnTo>
                  <a:lnTo>
                    <a:pt x="201585" y="12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324350" y="5157168"/>
              <a:ext cx="363195" cy="213511"/>
            </a:xfrm>
            <a:custGeom>
              <a:avLst/>
              <a:pathLst>
                <a:path w="363195" h="213511">
                  <a:moveTo>
                    <a:pt x="304176" y="4310"/>
                  </a:moveTo>
                  <a:lnTo>
                    <a:pt x="314966" y="10913"/>
                  </a:lnTo>
                  <a:lnTo>
                    <a:pt x="318337" y="12214"/>
                  </a:lnTo>
                  <a:lnTo>
                    <a:pt x="338735" y="16637"/>
                  </a:lnTo>
                  <a:lnTo>
                    <a:pt x="348294" y="19003"/>
                  </a:lnTo>
                  <a:lnTo>
                    <a:pt x="355515" y="21591"/>
                  </a:lnTo>
                  <a:lnTo>
                    <a:pt x="363195" y="24343"/>
                  </a:lnTo>
                  <a:lnTo>
                    <a:pt x="360422" y="37151"/>
                  </a:lnTo>
                  <a:lnTo>
                    <a:pt x="355918" y="57952"/>
                  </a:lnTo>
                  <a:lnTo>
                    <a:pt x="353892" y="67307"/>
                  </a:lnTo>
                  <a:lnTo>
                    <a:pt x="353839" y="67554"/>
                  </a:lnTo>
                  <a:lnTo>
                    <a:pt x="353661" y="68326"/>
                  </a:lnTo>
                  <a:lnTo>
                    <a:pt x="352247" y="74468"/>
                  </a:lnTo>
                  <a:lnTo>
                    <a:pt x="349244" y="87515"/>
                  </a:lnTo>
                  <a:lnTo>
                    <a:pt x="346750" y="96132"/>
                  </a:lnTo>
                  <a:lnTo>
                    <a:pt x="339567" y="113002"/>
                  </a:lnTo>
                  <a:lnTo>
                    <a:pt x="338060" y="116067"/>
                  </a:lnTo>
                  <a:lnTo>
                    <a:pt x="337744" y="116711"/>
                  </a:lnTo>
                  <a:lnTo>
                    <a:pt x="336952" y="116451"/>
                  </a:lnTo>
                  <a:lnTo>
                    <a:pt x="335444" y="115957"/>
                  </a:lnTo>
                  <a:lnTo>
                    <a:pt x="327863" y="114461"/>
                  </a:lnTo>
                  <a:lnTo>
                    <a:pt x="323011" y="113503"/>
                  </a:lnTo>
                  <a:lnTo>
                    <a:pt x="319165" y="113221"/>
                  </a:lnTo>
                  <a:lnTo>
                    <a:pt x="314459" y="112877"/>
                  </a:lnTo>
                  <a:lnTo>
                    <a:pt x="309424" y="112509"/>
                  </a:lnTo>
                  <a:lnTo>
                    <a:pt x="287019" y="112229"/>
                  </a:lnTo>
                  <a:lnTo>
                    <a:pt x="285795" y="112226"/>
                  </a:lnTo>
                  <a:lnTo>
                    <a:pt x="281611" y="112215"/>
                  </a:lnTo>
                  <a:lnTo>
                    <a:pt x="281163" y="112214"/>
                  </a:lnTo>
                  <a:lnTo>
                    <a:pt x="254347" y="112146"/>
                  </a:lnTo>
                  <a:lnTo>
                    <a:pt x="250272" y="112136"/>
                  </a:lnTo>
                  <a:lnTo>
                    <a:pt x="246536" y="112082"/>
                  </a:lnTo>
                  <a:lnTo>
                    <a:pt x="245986" y="112074"/>
                  </a:lnTo>
                  <a:lnTo>
                    <a:pt x="240210" y="112509"/>
                  </a:lnTo>
                  <a:lnTo>
                    <a:pt x="237137" y="113201"/>
                  </a:lnTo>
                  <a:lnTo>
                    <a:pt x="234830" y="113720"/>
                  </a:lnTo>
                  <a:lnTo>
                    <a:pt x="229480" y="115212"/>
                  </a:lnTo>
                  <a:lnTo>
                    <a:pt x="227916" y="115767"/>
                  </a:lnTo>
                  <a:lnTo>
                    <a:pt x="225460" y="116638"/>
                  </a:lnTo>
                  <a:lnTo>
                    <a:pt x="219158" y="118873"/>
                  </a:lnTo>
                  <a:lnTo>
                    <a:pt x="218855" y="118980"/>
                  </a:lnTo>
                  <a:lnTo>
                    <a:pt x="213887" y="120742"/>
                  </a:lnTo>
                  <a:lnTo>
                    <a:pt x="209903" y="121969"/>
                  </a:lnTo>
                  <a:lnTo>
                    <a:pt x="209449" y="122109"/>
                  </a:lnTo>
                  <a:lnTo>
                    <a:pt x="199448" y="125372"/>
                  </a:lnTo>
                  <a:lnTo>
                    <a:pt x="199067" y="125487"/>
                  </a:lnTo>
                  <a:lnTo>
                    <a:pt x="195041" y="126708"/>
                  </a:lnTo>
                  <a:lnTo>
                    <a:pt x="190451" y="127516"/>
                  </a:lnTo>
                  <a:lnTo>
                    <a:pt x="187631" y="127696"/>
                  </a:lnTo>
                  <a:lnTo>
                    <a:pt x="185852" y="127810"/>
                  </a:lnTo>
                  <a:lnTo>
                    <a:pt x="180167" y="127561"/>
                  </a:lnTo>
                  <a:lnTo>
                    <a:pt x="168736" y="126153"/>
                  </a:lnTo>
                  <a:lnTo>
                    <a:pt x="159205" y="124979"/>
                  </a:lnTo>
                  <a:lnTo>
                    <a:pt x="158981" y="124951"/>
                  </a:lnTo>
                  <a:lnTo>
                    <a:pt x="157982" y="124812"/>
                  </a:lnTo>
                  <a:lnTo>
                    <a:pt x="149619" y="123646"/>
                  </a:lnTo>
                  <a:lnTo>
                    <a:pt x="149281" y="123601"/>
                  </a:lnTo>
                  <a:lnTo>
                    <a:pt x="147417" y="123354"/>
                  </a:lnTo>
                  <a:lnTo>
                    <a:pt x="140176" y="122394"/>
                  </a:lnTo>
                  <a:lnTo>
                    <a:pt x="140013" y="122372"/>
                  </a:lnTo>
                  <a:lnTo>
                    <a:pt x="130273" y="121619"/>
                  </a:lnTo>
                  <a:lnTo>
                    <a:pt x="129260" y="129318"/>
                  </a:lnTo>
                  <a:lnTo>
                    <a:pt x="126847" y="147646"/>
                  </a:lnTo>
                  <a:lnTo>
                    <a:pt x="126801" y="147991"/>
                  </a:lnTo>
                  <a:lnTo>
                    <a:pt x="126726" y="148564"/>
                  </a:lnTo>
                  <a:lnTo>
                    <a:pt x="126169" y="152794"/>
                  </a:lnTo>
                  <a:lnTo>
                    <a:pt x="124988" y="161763"/>
                  </a:lnTo>
                  <a:lnTo>
                    <a:pt x="124532" y="165225"/>
                  </a:lnTo>
                  <a:lnTo>
                    <a:pt x="124369" y="166469"/>
                  </a:lnTo>
                  <a:lnTo>
                    <a:pt x="124543" y="169938"/>
                  </a:lnTo>
                  <a:lnTo>
                    <a:pt x="124606" y="171203"/>
                  </a:lnTo>
                  <a:lnTo>
                    <a:pt x="125200" y="174480"/>
                  </a:lnTo>
                  <a:lnTo>
                    <a:pt x="126177" y="177541"/>
                  </a:lnTo>
                  <a:lnTo>
                    <a:pt x="128466" y="184714"/>
                  </a:lnTo>
                  <a:lnTo>
                    <a:pt x="119838" y="188007"/>
                  </a:lnTo>
                  <a:lnTo>
                    <a:pt x="119656" y="188078"/>
                  </a:lnTo>
                  <a:lnTo>
                    <a:pt x="119158" y="188273"/>
                  </a:lnTo>
                  <a:lnTo>
                    <a:pt x="111493" y="191270"/>
                  </a:lnTo>
                  <a:lnTo>
                    <a:pt x="106885" y="193072"/>
                  </a:lnTo>
                  <a:lnTo>
                    <a:pt x="98355" y="196408"/>
                  </a:lnTo>
                  <a:lnTo>
                    <a:pt x="96959" y="196954"/>
                  </a:lnTo>
                  <a:lnTo>
                    <a:pt x="88447" y="200283"/>
                  </a:lnTo>
                  <a:lnTo>
                    <a:pt x="82268" y="202700"/>
                  </a:lnTo>
                  <a:lnTo>
                    <a:pt x="79295" y="203862"/>
                  </a:lnTo>
                  <a:lnTo>
                    <a:pt x="78827" y="204045"/>
                  </a:lnTo>
                  <a:lnTo>
                    <a:pt x="78052" y="204348"/>
                  </a:lnTo>
                  <a:lnTo>
                    <a:pt x="75727" y="205258"/>
                  </a:lnTo>
                  <a:lnTo>
                    <a:pt x="65022" y="209444"/>
                  </a:lnTo>
                  <a:lnTo>
                    <a:pt x="54622" y="213511"/>
                  </a:lnTo>
                  <a:lnTo>
                    <a:pt x="51747" y="205320"/>
                  </a:lnTo>
                  <a:lnTo>
                    <a:pt x="51546" y="204747"/>
                  </a:lnTo>
                  <a:lnTo>
                    <a:pt x="51383" y="204283"/>
                  </a:lnTo>
                  <a:lnTo>
                    <a:pt x="50603" y="202060"/>
                  </a:lnTo>
                  <a:lnTo>
                    <a:pt x="50412" y="201517"/>
                  </a:lnTo>
                  <a:lnTo>
                    <a:pt x="48390" y="195757"/>
                  </a:lnTo>
                  <a:lnTo>
                    <a:pt x="48084" y="194884"/>
                  </a:lnTo>
                  <a:lnTo>
                    <a:pt x="46386" y="190049"/>
                  </a:lnTo>
                  <a:lnTo>
                    <a:pt x="44262" y="183998"/>
                  </a:lnTo>
                  <a:lnTo>
                    <a:pt x="43739" y="182507"/>
                  </a:lnTo>
                  <a:lnTo>
                    <a:pt x="37654" y="183998"/>
                  </a:lnTo>
                  <a:lnTo>
                    <a:pt x="28084" y="186175"/>
                  </a:lnTo>
                  <a:lnTo>
                    <a:pt x="24986" y="186880"/>
                  </a:lnTo>
                  <a:lnTo>
                    <a:pt x="11386" y="174076"/>
                  </a:lnTo>
                  <a:lnTo>
                    <a:pt x="10731" y="173460"/>
                  </a:lnTo>
                  <a:lnTo>
                    <a:pt x="10455" y="173199"/>
                  </a:lnTo>
                  <a:lnTo>
                    <a:pt x="11121" y="172524"/>
                  </a:lnTo>
                  <a:lnTo>
                    <a:pt x="18912" y="164625"/>
                  </a:lnTo>
                  <a:lnTo>
                    <a:pt x="18517" y="164315"/>
                  </a:lnTo>
                  <a:lnTo>
                    <a:pt x="2212" y="148450"/>
                  </a:lnTo>
                  <a:lnTo>
                    <a:pt x="1759" y="148009"/>
                  </a:lnTo>
                  <a:lnTo>
                    <a:pt x="0" y="146298"/>
                  </a:lnTo>
                  <a:lnTo>
                    <a:pt x="597" y="145649"/>
                  </a:lnTo>
                  <a:lnTo>
                    <a:pt x="6497" y="139246"/>
                  </a:lnTo>
                  <a:lnTo>
                    <a:pt x="9253" y="136256"/>
                  </a:lnTo>
                  <a:lnTo>
                    <a:pt x="12432" y="132805"/>
                  </a:lnTo>
                  <a:lnTo>
                    <a:pt x="18219" y="126524"/>
                  </a:lnTo>
                  <a:lnTo>
                    <a:pt x="28352" y="115527"/>
                  </a:lnTo>
                  <a:lnTo>
                    <a:pt x="35664" y="107592"/>
                  </a:lnTo>
                  <a:lnTo>
                    <a:pt x="42370" y="100314"/>
                  </a:lnTo>
                  <a:lnTo>
                    <a:pt x="48927" y="93198"/>
                  </a:lnTo>
                  <a:lnTo>
                    <a:pt x="54768" y="86859"/>
                  </a:lnTo>
                  <a:lnTo>
                    <a:pt x="58665" y="82630"/>
                  </a:lnTo>
                  <a:lnTo>
                    <a:pt x="59786" y="81414"/>
                  </a:lnTo>
                  <a:lnTo>
                    <a:pt x="62792" y="78151"/>
                  </a:lnTo>
                  <a:lnTo>
                    <a:pt x="74711" y="66673"/>
                  </a:lnTo>
                  <a:lnTo>
                    <a:pt x="77104" y="64601"/>
                  </a:lnTo>
                  <a:lnTo>
                    <a:pt x="78131" y="63711"/>
                  </a:lnTo>
                  <a:lnTo>
                    <a:pt x="78344" y="63541"/>
                  </a:lnTo>
                  <a:lnTo>
                    <a:pt x="83073" y="59763"/>
                  </a:lnTo>
                  <a:lnTo>
                    <a:pt x="87395" y="56310"/>
                  </a:lnTo>
                  <a:lnTo>
                    <a:pt x="88777" y="55206"/>
                  </a:lnTo>
                  <a:lnTo>
                    <a:pt x="90809" y="53429"/>
                  </a:lnTo>
                  <a:lnTo>
                    <a:pt x="93705" y="50897"/>
                  </a:lnTo>
                  <a:lnTo>
                    <a:pt x="97599" y="46710"/>
                  </a:lnTo>
                  <a:lnTo>
                    <a:pt x="98000" y="46279"/>
                  </a:lnTo>
                  <a:lnTo>
                    <a:pt x="98276" y="45982"/>
                  </a:lnTo>
                  <a:lnTo>
                    <a:pt x="99788" y="44132"/>
                  </a:lnTo>
                  <a:lnTo>
                    <a:pt x="100071" y="43785"/>
                  </a:lnTo>
                  <a:lnTo>
                    <a:pt x="107679" y="34476"/>
                  </a:lnTo>
                  <a:lnTo>
                    <a:pt x="113548" y="26599"/>
                  </a:lnTo>
                  <a:lnTo>
                    <a:pt x="116887" y="27465"/>
                  </a:lnTo>
                  <a:lnTo>
                    <a:pt x="119874" y="27978"/>
                  </a:lnTo>
                  <a:lnTo>
                    <a:pt x="121262" y="28101"/>
                  </a:lnTo>
                  <a:lnTo>
                    <a:pt x="122245" y="28188"/>
                  </a:lnTo>
                  <a:lnTo>
                    <a:pt x="124411" y="28071"/>
                  </a:lnTo>
                  <a:lnTo>
                    <a:pt x="125042" y="27977"/>
                  </a:lnTo>
                  <a:lnTo>
                    <a:pt x="125702" y="27879"/>
                  </a:lnTo>
                  <a:lnTo>
                    <a:pt x="125856" y="27864"/>
                  </a:lnTo>
                  <a:lnTo>
                    <a:pt x="126886" y="27766"/>
                  </a:lnTo>
                  <a:lnTo>
                    <a:pt x="129336" y="26855"/>
                  </a:lnTo>
                  <a:lnTo>
                    <a:pt x="133002" y="25492"/>
                  </a:lnTo>
                  <a:lnTo>
                    <a:pt x="144404" y="21253"/>
                  </a:lnTo>
                  <a:lnTo>
                    <a:pt x="144535" y="21204"/>
                  </a:lnTo>
                  <a:lnTo>
                    <a:pt x="146220" y="20577"/>
                  </a:lnTo>
                  <a:lnTo>
                    <a:pt x="150105" y="19147"/>
                  </a:lnTo>
                  <a:lnTo>
                    <a:pt x="168048" y="12538"/>
                  </a:lnTo>
                  <a:lnTo>
                    <a:pt x="179686" y="8354"/>
                  </a:lnTo>
                  <a:lnTo>
                    <a:pt x="183346" y="7038"/>
                  </a:lnTo>
                  <a:lnTo>
                    <a:pt x="183936" y="6826"/>
                  </a:lnTo>
                  <a:lnTo>
                    <a:pt x="189810" y="4959"/>
                  </a:lnTo>
                  <a:lnTo>
                    <a:pt x="194247" y="3549"/>
                  </a:lnTo>
                  <a:lnTo>
                    <a:pt x="199371" y="2428"/>
                  </a:lnTo>
                  <a:lnTo>
                    <a:pt x="199849" y="2323"/>
                  </a:lnTo>
                  <a:lnTo>
                    <a:pt x="202202" y="2067"/>
                  </a:lnTo>
                  <a:lnTo>
                    <a:pt x="202369" y="2048"/>
                  </a:lnTo>
                  <a:lnTo>
                    <a:pt x="211323" y="1837"/>
                  </a:lnTo>
                  <a:lnTo>
                    <a:pt x="219074" y="2130"/>
                  </a:lnTo>
                  <a:lnTo>
                    <a:pt x="219881" y="2160"/>
                  </a:lnTo>
                  <a:lnTo>
                    <a:pt x="220098" y="2168"/>
                  </a:lnTo>
                  <a:lnTo>
                    <a:pt x="223159" y="2406"/>
                  </a:lnTo>
                  <a:lnTo>
                    <a:pt x="228214" y="2797"/>
                  </a:lnTo>
                  <a:lnTo>
                    <a:pt x="231694" y="3027"/>
                  </a:lnTo>
                  <a:lnTo>
                    <a:pt x="237766" y="3427"/>
                  </a:lnTo>
                  <a:lnTo>
                    <a:pt x="239509" y="3556"/>
                  </a:lnTo>
                  <a:lnTo>
                    <a:pt x="258449" y="4968"/>
                  </a:lnTo>
                  <a:lnTo>
                    <a:pt x="259909" y="5077"/>
                  </a:lnTo>
                  <a:lnTo>
                    <a:pt x="261852" y="5181"/>
                  </a:lnTo>
                  <a:lnTo>
                    <a:pt x="262686" y="5220"/>
                  </a:lnTo>
                  <a:lnTo>
                    <a:pt x="265329" y="5195"/>
                  </a:lnTo>
                  <a:lnTo>
                    <a:pt x="274174" y="3745"/>
                  </a:lnTo>
                  <a:lnTo>
                    <a:pt x="274817" y="3640"/>
                  </a:lnTo>
                  <a:lnTo>
                    <a:pt x="276894" y="3299"/>
                  </a:lnTo>
                  <a:lnTo>
                    <a:pt x="277481" y="3203"/>
                  </a:lnTo>
                  <a:lnTo>
                    <a:pt x="279327" y="2648"/>
                  </a:lnTo>
                  <a:lnTo>
                    <a:pt x="280233" y="2375"/>
                  </a:lnTo>
                  <a:lnTo>
                    <a:pt x="282311" y="1751"/>
                  </a:lnTo>
                  <a:lnTo>
                    <a:pt x="283941" y="1260"/>
                  </a:lnTo>
                  <a:lnTo>
                    <a:pt x="287229" y="271"/>
                  </a:lnTo>
                  <a:lnTo>
                    <a:pt x="290117" y="0"/>
                  </a:lnTo>
                  <a:lnTo>
                    <a:pt x="293385" y="155"/>
                  </a:lnTo>
                  <a:lnTo>
                    <a:pt x="295892" y="854"/>
                  </a:lnTo>
                  <a:lnTo>
                    <a:pt x="301022" y="2703"/>
                  </a:lnTo>
                  <a:lnTo>
                    <a:pt x="301820" y="2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594587" y="4966889"/>
              <a:ext cx="322551" cy="214622"/>
            </a:xfrm>
            <a:custGeom>
              <a:avLst/>
              <a:pathLst>
                <a:path w="322551" h="214622">
                  <a:moveTo>
                    <a:pt x="311635" y="0"/>
                  </a:moveTo>
                  <a:lnTo>
                    <a:pt x="316574" y="3009"/>
                  </a:lnTo>
                  <a:lnTo>
                    <a:pt x="316574" y="4757"/>
                  </a:lnTo>
                  <a:lnTo>
                    <a:pt x="315237" y="6211"/>
                  </a:lnTo>
                  <a:lnTo>
                    <a:pt x="318106" y="12478"/>
                  </a:lnTo>
                  <a:lnTo>
                    <a:pt x="319648" y="15834"/>
                  </a:lnTo>
                  <a:lnTo>
                    <a:pt x="322551" y="22405"/>
                  </a:lnTo>
                  <a:lnTo>
                    <a:pt x="322144" y="23170"/>
                  </a:lnTo>
                  <a:lnTo>
                    <a:pt x="311292" y="17764"/>
                  </a:lnTo>
                  <a:lnTo>
                    <a:pt x="307303" y="16226"/>
                  </a:lnTo>
                  <a:lnTo>
                    <a:pt x="306003" y="15970"/>
                  </a:lnTo>
                  <a:lnTo>
                    <a:pt x="305728" y="16035"/>
                  </a:lnTo>
                  <a:lnTo>
                    <a:pt x="304521" y="16319"/>
                  </a:lnTo>
                  <a:lnTo>
                    <a:pt x="304250" y="16462"/>
                  </a:lnTo>
                  <a:lnTo>
                    <a:pt x="302880" y="17182"/>
                  </a:lnTo>
                  <a:lnTo>
                    <a:pt x="301685" y="18488"/>
                  </a:lnTo>
                  <a:lnTo>
                    <a:pt x="301124" y="19955"/>
                  </a:lnTo>
                  <a:lnTo>
                    <a:pt x="300782" y="21632"/>
                  </a:lnTo>
                  <a:lnTo>
                    <a:pt x="300372" y="23916"/>
                  </a:lnTo>
                  <a:lnTo>
                    <a:pt x="299164" y="28041"/>
                  </a:lnTo>
                  <a:lnTo>
                    <a:pt x="297819" y="31443"/>
                  </a:lnTo>
                  <a:lnTo>
                    <a:pt x="296703" y="32311"/>
                  </a:lnTo>
                  <a:lnTo>
                    <a:pt x="290865" y="36849"/>
                  </a:lnTo>
                  <a:lnTo>
                    <a:pt x="287947" y="39412"/>
                  </a:lnTo>
                  <a:lnTo>
                    <a:pt x="286124" y="41291"/>
                  </a:lnTo>
                  <a:lnTo>
                    <a:pt x="285007" y="42442"/>
                  </a:lnTo>
                  <a:lnTo>
                    <a:pt x="283616" y="46776"/>
                  </a:lnTo>
                  <a:lnTo>
                    <a:pt x="283602" y="48593"/>
                  </a:lnTo>
                  <a:lnTo>
                    <a:pt x="283593" y="49759"/>
                  </a:lnTo>
                  <a:lnTo>
                    <a:pt x="283623" y="52694"/>
                  </a:lnTo>
                  <a:lnTo>
                    <a:pt x="281549" y="52977"/>
                  </a:lnTo>
                  <a:lnTo>
                    <a:pt x="276868" y="54313"/>
                  </a:lnTo>
                  <a:lnTo>
                    <a:pt x="275602" y="55030"/>
                  </a:lnTo>
                  <a:lnTo>
                    <a:pt x="271204" y="57522"/>
                  </a:lnTo>
                  <a:lnTo>
                    <a:pt x="267880" y="60627"/>
                  </a:lnTo>
                  <a:lnTo>
                    <a:pt x="267139" y="61318"/>
                  </a:lnTo>
                  <a:lnTo>
                    <a:pt x="266949" y="61494"/>
                  </a:lnTo>
                  <a:lnTo>
                    <a:pt x="266236" y="62160"/>
                  </a:lnTo>
                  <a:lnTo>
                    <a:pt x="265882" y="62490"/>
                  </a:lnTo>
                  <a:lnTo>
                    <a:pt x="260978" y="67072"/>
                  </a:lnTo>
                  <a:lnTo>
                    <a:pt x="258568" y="69322"/>
                  </a:lnTo>
                  <a:lnTo>
                    <a:pt x="247082" y="80048"/>
                  </a:lnTo>
                  <a:lnTo>
                    <a:pt x="246745" y="80363"/>
                  </a:lnTo>
                  <a:lnTo>
                    <a:pt x="245476" y="81390"/>
                  </a:lnTo>
                  <a:lnTo>
                    <a:pt x="241795" y="84366"/>
                  </a:lnTo>
                  <a:lnTo>
                    <a:pt x="237008" y="87000"/>
                  </a:lnTo>
                  <a:lnTo>
                    <a:pt x="236381" y="87163"/>
                  </a:lnTo>
                  <a:lnTo>
                    <a:pt x="227222" y="89556"/>
                  </a:lnTo>
                  <a:lnTo>
                    <a:pt x="226444" y="89759"/>
                  </a:lnTo>
                  <a:lnTo>
                    <a:pt x="225677" y="89959"/>
                  </a:lnTo>
                  <a:lnTo>
                    <a:pt x="225489" y="90041"/>
                  </a:lnTo>
                  <a:lnTo>
                    <a:pt x="223291" y="90995"/>
                  </a:lnTo>
                  <a:lnTo>
                    <a:pt x="221058" y="91964"/>
                  </a:lnTo>
                  <a:lnTo>
                    <a:pt x="219180" y="92779"/>
                  </a:lnTo>
                  <a:lnTo>
                    <a:pt x="216514" y="94479"/>
                  </a:lnTo>
                  <a:lnTo>
                    <a:pt x="211954" y="97387"/>
                  </a:lnTo>
                  <a:lnTo>
                    <a:pt x="206166" y="101079"/>
                  </a:lnTo>
                  <a:lnTo>
                    <a:pt x="205399" y="101569"/>
                  </a:lnTo>
                  <a:lnTo>
                    <a:pt x="204335" y="102247"/>
                  </a:lnTo>
                  <a:lnTo>
                    <a:pt x="196490" y="107251"/>
                  </a:lnTo>
                  <a:lnTo>
                    <a:pt x="186163" y="113838"/>
                  </a:lnTo>
                  <a:lnTo>
                    <a:pt x="179528" y="119138"/>
                  </a:lnTo>
                  <a:lnTo>
                    <a:pt x="176063" y="122866"/>
                  </a:lnTo>
                  <a:lnTo>
                    <a:pt x="173783" y="126221"/>
                  </a:lnTo>
                  <a:lnTo>
                    <a:pt x="172808" y="127999"/>
                  </a:lnTo>
                  <a:lnTo>
                    <a:pt x="171287" y="130772"/>
                  </a:lnTo>
                  <a:lnTo>
                    <a:pt x="171069" y="131168"/>
                  </a:lnTo>
                  <a:lnTo>
                    <a:pt x="170447" y="132303"/>
                  </a:lnTo>
                  <a:lnTo>
                    <a:pt x="169887" y="133365"/>
                  </a:lnTo>
                  <a:lnTo>
                    <a:pt x="169473" y="134152"/>
                  </a:lnTo>
                  <a:lnTo>
                    <a:pt x="169323" y="134436"/>
                  </a:lnTo>
                  <a:lnTo>
                    <a:pt x="165887" y="140956"/>
                  </a:lnTo>
                  <a:lnTo>
                    <a:pt x="165751" y="141136"/>
                  </a:lnTo>
                  <a:lnTo>
                    <a:pt x="162017" y="146062"/>
                  </a:lnTo>
                  <a:lnTo>
                    <a:pt x="160781" y="147692"/>
                  </a:lnTo>
                  <a:lnTo>
                    <a:pt x="159812" y="148446"/>
                  </a:lnTo>
                  <a:lnTo>
                    <a:pt x="157813" y="149998"/>
                  </a:lnTo>
                  <a:lnTo>
                    <a:pt x="156479" y="150888"/>
                  </a:lnTo>
                  <a:lnTo>
                    <a:pt x="156229" y="151062"/>
                  </a:lnTo>
                  <a:lnTo>
                    <a:pt x="155980" y="151236"/>
                  </a:lnTo>
                  <a:lnTo>
                    <a:pt x="141378" y="161442"/>
                  </a:lnTo>
                  <a:lnTo>
                    <a:pt x="124767" y="173053"/>
                  </a:lnTo>
                  <a:lnTo>
                    <a:pt x="124425" y="173291"/>
                  </a:lnTo>
                  <a:lnTo>
                    <a:pt x="117210" y="178334"/>
                  </a:lnTo>
                  <a:lnTo>
                    <a:pt x="117011" y="178921"/>
                  </a:lnTo>
                  <a:lnTo>
                    <a:pt x="116855" y="179379"/>
                  </a:lnTo>
                  <a:lnTo>
                    <a:pt x="116480" y="180484"/>
                  </a:lnTo>
                  <a:lnTo>
                    <a:pt x="115644" y="181565"/>
                  </a:lnTo>
                  <a:lnTo>
                    <a:pt x="114869" y="182566"/>
                  </a:lnTo>
                  <a:lnTo>
                    <a:pt x="114531" y="182811"/>
                  </a:lnTo>
                  <a:lnTo>
                    <a:pt x="112145" y="184537"/>
                  </a:lnTo>
                  <a:lnTo>
                    <a:pt x="106540" y="188593"/>
                  </a:lnTo>
                  <a:lnTo>
                    <a:pt x="103965" y="190717"/>
                  </a:lnTo>
                  <a:lnTo>
                    <a:pt x="103214" y="191592"/>
                  </a:lnTo>
                  <a:lnTo>
                    <a:pt x="102734" y="192151"/>
                  </a:lnTo>
                  <a:lnTo>
                    <a:pt x="99691" y="195693"/>
                  </a:lnTo>
                  <a:lnTo>
                    <a:pt x="96901" y="200851"/>
                  </a:lnTo>
                  <a:lnTo>
                    <a:pt x="93623" y="212300"/>
                  </a:lnTo>
                  <a:lnTo>
                    <a:pt x="93162" y="213911"/>
                  </a:lnTo>
                  <a:lnTo>
                    <a:pt x="92958" y="214622"/>
                  </a:lnTo>
                  <a:lnTo>
                    <a:pt x="85278" y="211870"/>
                  </a:lnTo>
                  <a:lnTo>
                    <a:pt x="78057" y="209282"/>
                  </a:lnTo>
                  <a:lnTo>
                    <a:pt x="68499" y="206916"/>
                  </a:lnTo>
                  <a:lnTo>
                    <a:pt x="48100" y="202493"/>
                  </a:lnTo>
                  <a:lnTo>
                    <a:pt x="44730" y="201192"/>
                  </a:lnTo>
                  <a:lnTo>
                    <a:pt x="33939" y="194589"/>
                  </a:lnTo>
                  <a:lnTo>
                    <a:pt x="31583" y="193269"/>
                  </a:lnTo>
                  <a:lnTo>
                    <a:pt x="30786" y="192982"/>
                  </a:lnTo>
                  <a:lnTo>
                    <a:pt x="25656" y="191133"/>
                  </a:lnTo>
                  <a:lnTo>
                    <a:pt x="23148" y="190434"/>
                  </a:lnTo>
                  <a:lnTo>
                    <a:pt x="19880" y="190278"/>
                  </a:lnTo>
                  <a:lnTo>
                    <a:pt x="16993" y="190550"/>
                  </a:lnTo>
                  <a:lnTo>
                    <a:pt x="13705" y="191539"/>
                  </a:lnTo>
                  <a:lnTo>
                    <a:pt x="12074" y="192030"/>
                  </a:lnTo>
                  <a:lnTo>
                    <a:pt x="9996" y="192654"/>
                  </a:lnTo>
                  <a:lnTo>
                    <a:pt x="9090" y="192927"/>
                  </a:lnTo>
                  <a:lnTo>
                    <a:pt x="7245" y="193482"/>
                  </a:lnTo>
                  <a:lnTo>
                    <a:pt x="6657" y="193578"/>
                  </a:lnTo>
                  <a:lnTo>
                    <a:pt x="6661" y="193339"/>
                  </a:lnTo>
                  <a:lnTo>
                    <a:pt x="6672" y="192705"/>
                  </a:lnTo>
                  <a:lnTo>
                    <a:pt x="6918" y="178223"/>
                  </a:lnTo>
                  <a:lnTo>
                    <a:pt x="6631" y="173828"/>
                  </a:lnTo>
                  <a:lnTo>
                    <a:pt x="6573" y="172927"/>
                  </a:lnTo>
                  <a:lnTo>
                    <a:pt x="6485" y="171583"/>
                  </a:lnTo>
                  <a:lnTo>
                    <a:pt x="6256" y="168054"/>
                  </a:lnTo>
                  <a:lnTo>
                    <a:pt x="6222" y="167542"/>
                  </a:lnTo>
                  <a:lnTo>
                    <a:pt x="6012" y="163650"/>
                  </a:lnTo>
                  <a:lnTo>
                    <a:pt x="6004" y="163514"/>
                  </a:lnTo>
                  <a:lnTo>
                    <a:pt x="5339" y="154052"/>
                  </a:lnTo>
                  <a:lnTo>
                    <a:pt x="5197" y="152027"/>
                  </a:lnTo>
                  <a:lnTo>
                    <a:pt x="5108" y="150758"/>
                  </a:lnTo>
                  <a:lnTo>
                    <a:pt x="4869" y="117552"/>
                  </a:lnTo>
                  <a:lnTo>
                    <a:pt x="4835" y="117221"/>
                  </a:lnTo>
                  <a:lnTo>
                    <a:pt x="4645" y="115356"/>
                  </a:lnTo>
                  <a:lnTo>
                    <a:pt x="4344" y="114168"/>
                  </a:lnTo>
                  <a:lnTo>
                    <a:pt x="3934" y="113353"/>
                  </a:lnTo>
                  <a:lnTo>
                    <a:pt x="3353" y="112794"/>
                  </a:lnTo>
                  <a:lnTo>
                    <a:pt x="2134" y="112205"/>
                  </a:lnTo>
                  <a:lnTo>
                    <a:pt x="101" y="111755"/>
                  </a:lnTo>
                  <a:lnTo>
                    <a:pt x="0" y="109264"/>
                  </a:lnTo>
                  <a:lnTo>
                    <a:pt x="5452" y="111471"/>
                  </a:lnTo>
                  <a:lnTo>
                    <a:pt x="7385" y="112254"/>
                  </a:lnTo>
                  <a:lnTo>
                    <a:pt x="7990" y="112499"/>
                  </a:lnTo>
                  <a:lnTo>
                    <a:pt x="10343" y="113923"/>
                  </a:lnTo>
                  <a:lnTo>
                    <a:pt x="13180" y="115640"/>
                  </a:lnTo>
                  <a:lnTo>
                    <a:pt x="15209" y="116868"/>
                  </a:lnTo>
                  <a:lnTo>
                    <a:pt x="17041" y="115226"/>
                  </a:lnTo>
                  <a:lnTo>
                    <a:pt x="22777" y="110085"/>
                  </a:lnTo>
                  <a:lnTo>
                    <a:pt x="23912" y="109166"/>
                  </a:lnTo>
                  <a:lnTo>
                    <a:pt x="27745" y="106059"/>
                  </a:lnTo>
                  <a:lnTo>
                    <a:pt x="31043" y="103232"/>
                  </a:lnTo>
                  <a:lnTo>
                    <a:pt x="31314" y="103183"/>
                  </a:lnTo>
                  <a:lnTo>
                    <a:pt x="34995" y="102700"/>
                  </a:lnTo>
                  <a:lnTo>
                    <a:pt x="34355" y="99674"/>
                  </a:lnTo>
                  <a:lnTo>
                    <a:pt x="33908" y="99588"/>
                  </a:lnTo>
                  <a:lnTo>
                    <a:pt x="30753" y="99847"/>
                  </a:lnTo>
                  <a:lnTo>
                    <a:pt x="30267" y="99886"/>
                  </a:lnTo>
                  <a:lnTo>
                    <a:pt x="29998" y="98727"/>
                  </a:lnTo>
                  <a:lnTo>
                    <a:pt x="30455" y="98073"/>
                  </a:lnTo>
                  <a:lnTo>
                    <a:pt x="30895" y="97526"/>
                  </a:lnTo>
                  <a:lnTo>
                    <a:pt x="32028" y="96116"/>
                  </a:lnTo>
                  <a:lnTo>
                    <a:pt x="32588" y="95643"/>
                  </a:lnTo>
                  <a:lnTo>
                    <a:pt x="34568" y="93971"/>
                  </a:lnTo>
                  <a:lnTo>
                    <a:pt x="34787" y="93786"/>
                  </a:lnTo>
                  <a:lnTo>
                    <a:pt x="35155" y="93525"/>
                  </a:lnTo>
                  <a:lnTo>
                    <a:pt x="35676" y="93157"/>
                  </a:lnTo>
                  <a:lnTo>
                    <a:pt x="36747" y="93133"/>
                  </a:lnTo>
                  <a:lnTo>
                    <a:pt x="38299" y="93645"/>
                  </a:lnTo>
                  <a:lnTo>
                    <a:pt x="38867" y="93832"/>
                  </a:lnTo>
                  <a:lnTo>
                    <a:pt x="40076" y="94112"/>
                  </a:lnTo>
                  <a:lnTo>
                    <a:pt x="41826" y="94407"/>
                  </a:lnTo>
                  <a:lnTo>
                    <a:pt x="41840" y="94178"/>
                  </a:lnTo>
                  <a:lnTo>
                    <a:pt x="41967" y="92080"/>
                  </a:lnTo>
                  <a:lnTo>
                    <a:pt x="41974" y="91952"/>
                  </a:lnTo>
                  <a:lnTo>
                    <a:pt x="43329" y="91564"/>
                  </a:lnTo>
                  <a:lnTo>
                    <a:pt x="44699" y="91172"/>
                  </a:lnTo>
                  <a:lnTo>
                    <a:pt x="45571" y="90065"/>
                  </a:lnTo>
                  <a:lnTo>
                    <a:pt x="46343" y="87945"/>
                  </a:lnTo>
                  <a:lnTo>
                    <a:pt x="46698" y="86971"/>
                  </a:lnTo>
                  <a:lnTo>
                    <a:pt x="46892" y="86563"/>
                  </a:lnTo>
                  <a:lnTo>
                    <a:pt x="46961" y="86417"/>
                  </a:lnTo>
                  <a:lnTo>
                    <a:pt x="47147" y="86024"/>
                  </a:lnTo>
                  <a:lnTo>
                    <a:pt x="47902" y="84434"/>
                  </a:lnTo>
                  <a:lnTo>
                    <a:pt x="48390" y="84624"/>
                  </a:lnTo>
                  <a:lnTo>
                    <a:pt x="48700" y="84744"/>
                  </a:lnTo>
                  <a:lnTo>
                    <a:pt x="49098" y="84214"/>
                  </a:lnTo>
                  <a:lnTo>
                    <a:pt x="55282" y="75971"/>
                  </a:lnTo>
                  <a:lnTo>
                    <a:pt x="61675" y="68258"/>
                  </a:lnTo>
                  <a:lnTo>
                    <a:pt x="66542" y="70069"/>
                  </a:lnTo>
                  <a:lnTo>
                    <a:pt x="69391" y="82497"/>
                  </a:lnTo>
                  <a:lnTo>
                    <a:pt x="74426" y="90459"/>
                  </a:lnTo>
                  <a:lnTo>
                    <a:pt x="78415" y="92789"/>
                  </a:lnTo>
                  <a:lnTo>
                    <a:pt x="94754" y="92401"/>
                  </a:lnTo>
                  <a:lnTo>
                    <a:pt x="101688" y="96381"/>
                  </a:lnTo>
                  <a:lnTo>
                    <a:pt x="110332" y="88517"/>
                  </a:lnTo>
                  <a:lnTo>
                    <a:pt x="116791" y="94440"/>
                  </a:lnTo>
                  <a:lnTo>
                    <a:pt x="110997" y="101333"/>
                  </a:lnTo>
                  <a:lnTo>
                    <a:pt x="116791" y="116965"/>
                  </a:lnTo>
                  <a:lnTo>
                    <a:pt x="106627" y="121529"/>
                  </a:lnTo>
                  <a:lnTo>
                    <a:pt x="111702" y="135334"/>
                  </a:lnTo>
                  <a:lnTo>
                    <a:pt x="110226" y="138217"/>
                  </a:lnTo>
                  <a:lnTo>
                    <a:pt x="107676" y="146036"/>
                  </a:lnTo>
                  <a:lnTo>
                    <a:pt x="113201" y="147774"/>
                  </a:lnTo>
                  <a:lnTo>
                    <a:pt x="121275" y="138000"/>
                  </a:lnTo>
                  <a:lnTo>
                    <a:pt x="131900" y="137566"/>
                  </a:lnTo>
                  <a:lnTo>
                    <a:pt x="135724" y="134960"/>
                  </a:lnTo>
                  <a:lnTo>
                    <a:pt x="139549" y="128227"/>
                  </a:lnTo>
                  <a:lnTo>
                    <a:pt x="150598" y="119974"/>
                  </a:lnTo>
                  <a:lnTo>
                    <a:pt x="160585" y="119756"/>
                  </a:lnTo>
                  <a:lnTo>
                    <a:pt x="163886" y="117894"/>
                  </a:lnTo>
                  <a:lnTo>
                    <a:pt x="163865" y="113368"/>
                  </a:lnTo>
                  <a:lnTo>
                    <a:pt x="159481" y="107812"/>
                  </a:lnTo>
                  <a:lnTo>
                    <a:pt x="158000" y="91275"/>
                  </a:lnTo>
                  <a:lnTo>
                    <a:pt x="151938" y="85410"/>
                  </a:lnTo>
                  <a:lnTo>
                    <a:pt x="151514" y="81988"/>
                  </a:lnTo>
                  <a:lnTo>
                    <a:pt x="154210" y="77187"/>
                  </a:lnTo>
                  <a:lnTo>
                    <a:pt x="163559" y="65676"/>
                  </a:lnTo>
                  <a:lnTo>
                    <a:pt x="170656" y="66653"/>
                  </a:lnTo>
                  <a:lnTo>
                    <a:pt x="172171" y="72030"/>
                  </a:lnTo>
                  <a:lnTo>
                    <a:pt x="175818" y="71797"/>
                  </a:lnTo>
                  <a:lnTo>
                    <a:pt x="181518" y="70749"/>
                  </a:lnTo>
                  <a:lnTo>
                    <a:pt x="185849" y="68185"/>
                  </a:lnTo>
                  <a:lnTo>
                    <a:pt x="188015" y="63991"/>
                  </a:lnTo>
                  <a:lnTo>
                    <a:pt x="186761" y="59214"/>
                  </a:lnTo>
                  <a:lnTo>
                    <a:pt x="182429" y="57000"/>
                  </a:lnTo>
                  <a:lnTo>
                    <a:pt x="179694" y="54670"/>
                  </a:lnTo>
                  <a:lnTo>
                    <a:pt x="179808" y="34979"/>
                  </a:lnTo>
                  <a:lnTo>
                    <a:pt x="190295" y="31600"/>
                  </a:lnTo>
                  <a:lnTo>
                    <a:pt x="192802" y="31833"/>
                  </a:lnTo>
                  <a:lnTo>
                    <a:pt x="210243" y="17036"/>
                  </a:lnTo>
                  <a:lnTo>
                    <a:pt x="206595" y="12958"/>
                  </a:lnTo>
                  <a:lnTo>
                    <a:pt x="212294" y="8647"/>
                  </a:lnTo>
                  <a:lnTo>
                    <a:pt x="223627" y="8075"/>
                  </a:lnTo>
                  <a:lnTo>
                    <a:pt x="260720" y="43109"/>
                  </a:lnTo>
                  <a:lnTo>
                    <a:pt x="264520" y="40682"/>
                  </a:lnTo>
                  <a:lnTo>
                    <a:pt x="269839" y="38352"/>
                  </a:lnTo>
                  <a:lnTo>
                    <a:pt x="288457" y="23205"/>
                  </a:lnTo>
                  <a:lnTo>
                    <a:pt x="297196" y="12525"/>
                  </a:lnTo>
                  <a:lnTo>
                    <a:pt x="297386" y="4951"/>
                  </a:lnTo>
                  <a:lnTo>
                    <a:pt x="298146" y="1262"/>
                  </a:lnTo>
                  <a:lnTo>
                    <a:pt x="306601" y="1844"/>
                  </a:lnTo>
                  <a:lnTo>
                    <a:pt x="308785" y="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99986" y="4943845"/>
              <a:ext cx="228693" cy="218464"/>
            </a:xfrm>
            <a:custGeom>
              <a:avLst/>
              <a:pathLst>
                <a:path w="228693" h="218464">
                  <a:moveTo>
                    <a:pt x="203388" y="9937"/>
                  </a:moveTo>
                  <a:lnTo>
                    <a:pt x="206580" y="12209"/>
                  </a:lnTo>
                  <a:lnTo>
                    <a:pt x="207490" y="12201"/>
                  </a:lnTo>
                  <a:lnTo>
                    <a:pt x="213248" y="12151"/>
                  </a:lnTo>
                  <a:lnTo>
                    <a:pt x="214274" y="10345"/>
                  </a:lnTo>
                  <a:lnTo>
                    <a:pt x="216264" y="10254"/>
                  </a:lnTo>
                  <a:lnTo>
                    <a:pt x="216839" y="10228"/>
                  </a:lnTo>
                  <a:lnTo>
                    <a:pt x="219004" y="13316"/>
                  </a:lnTo>
                  <a:lnTo>
                    <a:pt x="221010" y="13254"/>
                  </a:lnTo>
                  <a:lnTo>
                    <a:pt x="222766" y="13199"/>
                  </a:lnTo>
                  <a:lnTo>
                    <a:pt x="227781" y="14423"/>
                  </a:lnTo>
                  <a:lnTo>
                    <a:pt x="228693" y="19724"/>
                  </a:lnTo>
                  <a:lnTo>
                    <a:pt x="221626" y="24618"/>
                  </a:lnTo>
                  <a:lnTo>
                    <a:pt x="218719" y="25142"/>
                  </a:lnTo>
                  <a:lnTo>
                    <a:pt x="214901" y="29395"/>
                  </a:lnTo>
                  <a:lnTo>
                    <a:pt x="206466" y="38483"/>
                  </a:lnTo>
                  <a:lnTo>
                    <a:pt x="193870" y="52581"/>
                  </a:lnTo>
                  <a:lnTo>
                    <a:pt x="177171" y="65572"/>
                  </a:lnTo>
                  <a:lnTo>
                    <a:pt x="181160" y="71106"/>
                  </a:lnTo>
                  <a:lnTo>
                    <a:pt x="180761" y="71689"/>
                  </a:lnTo>
                  <a:lnTo>
                    <a:pt x="153062" y="94991"/>
                  </a:lnTo>
                  <a:lnTo>
                    <a:pt x="148560" y="101108"/>
                  </a:lnTo>
                  <a:lnTo>
                    <a:pt x="143544" y="105070"/>
                  </a:lnTo>
                  <a:lnTo>
                    <a:pt x="141834" y="104079"/>
                  </a:lnTo>
                  <a:lnTo>
                    <a:pt x="132430" y="107575"/>
                  </a:lnTo>
                  <a:lnTo>
                    <a:pt x="131120" y="106759"/>
                  </a:lnTo>
                  <a:lnTo>
                    <a:pt x="120804" y="109206"/>
                  </a:lnTo>
                  <a:lnTo>
                    <a:pt x="118182" y="112119"/>
                  </a:lnTo>
                  <a:lnTo>
                    <a:pt x="116073" y="111536"/>
                  </a:lnTo>
                  <a:lnTo>
                    <a:pt x="116658" y="123959"/>
                  </a:lnTo>
                  <a:lnTo>
                    <a:pt x="118959" y="126152"/>
                  </a:lnTo>
                  <a:lnTo>
                    <a:pt x="123425" y="130411"/>
                  </a:lnTo>
                  <a:lnTo>
                    <a:pt x="124964" y="129246"/>
                  </a:lnTo>
                  <a:lnTo>
                    <a:pt x="127106" y="129719"/>
                  </a:lnTo>
                  <a:lnTo>
                    <a:pt x="134995" y="131460"/>
                  </a:lnTo>
                  <a:lnTo>
                    <a:pt x="143430" y="137693"/>
                  </a:lnTo>
                  <a:lnTo>
                    <a:pt x="144728" y="141427"/>
                  </a:lnTo>
                  <a:lnTo>
                    <a:pt x="144969" y="142121"/>
                  </a:lnTo>
                  <a:lnTo>
                    <a:pt x="145163" y="142253"/>
                  </a:lnTo>
                  <a:lnTo>
                    <a:pt x="149985" y="145558"/>
                  </a:lnTo>
                  <a:lnTo>
                    <a:pt x="151563" y="158576"/>
                  </a:lnTo>
                  <a:lnTo>
                    <a:pt x="149018" y="161023"/>
                  </a:lnTo>
                  <a:lnTo>
                    <a:pt x="148468" y="160474"/>
                  </a:lnTo>
                  <a:lnTo>
                    <a:pt x="147270" y="159275"/>
                  </a:lnTo>
                  <a:lnTo>
                    <a:pt x="145408" y="159159"/>
                  </a:lnTo>
                  <a:lnTo>
                    <a:pt x="141988" y="160868"/>
                  </a:lnTo>
                  <a:lnTo>
                    <a:pt x="137743" y="162294"/>
                  </a:lnTo>
                  <a:lnTo>
                    <a:pt x="128700" y="158954"/>
                  </a:lnTo>
                  <a:lnTo>
                    <a:pt x="124711" y="158954"/>
                  </a:lnTo>
                  <a:lnTo>
                    <a:pt x="124673" y="167304"/>
                  </a:lnTo>
                  <a:lnTo>
                    <a:pt x="112161" y="162693"/>
                  </a:lnTo>
                  <a:lnTo>
                    <a:pt x="110377" y="161083"/>
                  </a:lnTo>
                  <a:lnTo>
                    <a:pt x="109578" y="160363"/>
                  </a:lnTo>
                  <a:lnTo>
                    <a:pt x="107716" y="160751"/>
                  </a:lnTo>
                  <a:lnTo>
                    <a:pt x="104068" y="166771"/>
                  </a:lnTo>
                  <a:lnTo>
                    <a:pt x="104068" y="168868"/>
                  </a:lnTo>
                  <a:lnTo>
                    <a:pt x="105504" y="168064"/>
                  </a:lnTo>
                  <a:lnTo>
                    <a:pt x="105664" y="167975"/>
                  </a:lnTo>
                  <a:lnTo>
                    <a:pt x="106804" y="169994"/>
                  </a:lnTo>
                  <a:lnTo>
                    <a:pt x="106742" y="170138"/>
                  </a:lnTo>
                  <a:lnTo>
                    <a:pt x="106272" y="171237"/>
                  </a:lnTo>
                  <a:lnTo>
                    <a:pt x="109024" y="173391"/>
                  </a:lnTo>
                  <a:lnTo>
                    <a:pt x="110490" y="174538"/>
                  </a:lnTo>
                  <a:lnTo>
                    <a:pt x="109236" y="177024"/>
                  </a:lnTo>
                  <a:lnTo>
                    <a:pt x="114023" y="180209"/>
                  </a:lnTo>
                  <a:lnTo>
                    <a:pt x="113806" y="180625"/>
                  </a:lnTo>
                  <a:lnTo>
                    <a:pt x="111944" y="185169"/>
                  </a:lnTo>
                  <a:lnTo>
                    <a:pt x="111705" y="185957"/>
                  </a:lnTo>
                  <a:lnTo>
                    <a:pt x="100725" y="179587"/>
                  </a:lnTo>
                  <a:lnTo>
                    <a:pt x="99319" y="181413"/>
                  </a:lnTo>
                  <a:lnTo>
                    <a:pt x="93277" y="177490"/>
                  </a:lnTo>
                  <a:lnTo>
                    <a:pt x="93885" y="180364"/>
                  </a:lnTo>
                  <a:lnTo>
                    <a:pt x="92821" y="181296"/>
                  </a:lnTo>
                  <a:lnTo>
                    <a:pt x="92973" y="183549"/>
                  </a:lnTo>
                  <a:lnTo>
                    <a:pt x="92897" y="186811"/>
                  </a:lnTo>
                  <a:lnTo>
                    <a:pt x="91644" y="189025"/>
                  </a:lnTo>
                  <a:lnTo>
                    <a:pt x="88034" y="190889"/>
                  </a:lnTo>
                  <a:lnTo>
                    <a:pt x="87198" y="192831"/>
                  </a:lnTo>
                  <a:lnTo>
                    <a:pt x="87350" y="197064"/>
                  </a:lnTo>
                  <a:lnTo>
                    <a:pt x="86248" y="199627"/>
                  </a:lnTo>
                  <a:lnTo>
                    <a:pt x="82905" y="201103"/>
                  </a:lnTo>
                  <a:lnTo>
                    <a:pt x="79713" y="200365"/>
                  </a:lnTo>
                  <a:lnTo>
                    <a:pt x="75761" y="194579"/>
                  </a:lnTo>
                  <a:lnTo>
                    <a:pt x="71506" y="198074"/>
                  </a:lnTo>
                  <a:lnTo>
                    <a:pt x="71064" y="199006"/>
                  </a:lnTo>
                  <a:lnTo>
                    <a:pt x="70328" y="200559"/>
                  </a:lnTo>
                  <a:lnTo>
                    <a:pt x="78478" y="205142"/>
                  </a:lnTo>
                  <a:lnTo>
                    <a:pt x="79022" y="206021"/>
                  </a:lnTo>
                  <a:lnTo>
                    <a:pt x="80929" y="209104"/>
                  </a:lnTo>
                  <a:lnTo>
                    <a:pt x="83581" y="209151"/>
                  </a:lnTo>
                  <a:lnTo>
                    <a:pt x="93999" y="209337"/>
                  </a:lnTo>
                  <a:lnTo>
                    <a:pt x="94607" y="217881"/>
                  </a:lnTo>
                  <a:lnTo>
                    <a:pt x="68466" y="218464"/>
                  </a:lnTo>
                  <a:lnTo>
                    <a:pt x="67326" y="216328"/>
                  </a:lnTo>
                  <a:lnTo>
                    <a:pt x="55956" y="215350"/>
                  </a:lnTo>
                  <a:lnTo>
                    <a:pt x="52521" y="217059"/>
                  </a:lnTo>
                  <a:lnTo>
                    <a:pt x="52579" y="218145"/>
                  </a:lnTo>
                  <a:lnTo>
                    <a:pt x="50371" y="217548"/>
                  </a:lnTo>
                  <a:lnTo>
                    <a:pt x="46450" y="215964"/>
                  </a:lnTo>
                  <a:lnTo>
                    <a:pt x="46215" y="215853"/>
                  </a:lnTo>
                  <a:lnTo>
                    <a:pt x="42226" y="213971"/>
                  </a:lnTo>
                  <a:lnTo>
                    <a:pt x="35471" y="210785"/>
                  </a:lnTo>
                  <a:lnTo>
                    <a:pt x="29646" y="208037"/>
                  </a:lnTo>
                  <a:lnTo>
                    <a:pt x="29131" y="207794"/>
                  </a:lnTo>
                  <a:lnTo>
                    <a:pt x="29336" y="207382"/>
                  </a:lnTo>
                  <a:lnTo>
                    <a:pt x="31633" y="202726"/>
                  </a:lnTo>
                  <a:lnTo>
                    <a:pt x="31928" y="202129"/>
                  </a:lnTo>
                  <a:lnTo>
                    <a:pt x="36251" y="193369"/>
                  </a:lnTo>
                  <a:lnTo>
                    <a:pt x="36815" y="192225"/>
                  </a:lnTo>
                  <a:lnTo>
                    <a:pt x="37150" y="191546"/>
                  </a:lnTo>
                  <a:lnTo>
                    <a:pt x="37385" y="191071"/>
                  </a:lnTo>
                  <a:lnTo>
                    <a:pt x="37927" y="189973"/>
                  </a:lnTo>
                  <a:lnTo>
                    <a:pt x="38451" y="188911"/>
                  </a:lnTo>
                  <a:lnTo>
                    <a:pt x="41119" y="183503"/>
                  </a:lnTo>
                  <a:lnTo>
                    <a:pt x="43424" y="178832"/>
                  </a:lnTo>
                  <a:lnTo>
                    <a:pt x="46775" y="172041"/>
                  </a:lnTo>
                  <a:lnTo>
                    <a:pt x="47276" y="171026"/>
                  </a:lnTo>
                  <a:lnTo>
                    <a:pt x="37822" y="166248"/>
                  </a:lnTo>
                  <a:lnTo>
                    <a:pt x="29160" y="161871"/>
                  </a:lnTo>
                  <a:lnTo>
                    <a:pt x="21820" y="158162"/>
                  </a:lnTo>
                  <a:lnTo>
                    <a:pt x="21322" y="157407"/>
                  </a:lnTo>
                  <a:lnTo>
                    <a:pt x="20847" y="156688"/>
                  </a:lnTo>
                  <a:lnTo>
                    <a:pt x="16419" y="149983"/>
                  </a:lnTo>
                  <a:lnTo>
                    <a:pt x="15886" y="149168"/>
                  </a:lnTo>
                  <a:lnTo>
                    <a:pt x="11233" y="142052"/>
                  </a:lnTo>
                  <a:lnTo>
                    <a:pt x="10809" y="141405"/>
                  </a:lnTo>
                  <a:lnTo>
                    <a:pt x="8929" y="138529"/>
                  </a:lnTo>
                  <a:lnTo>
                    <a:pt x="5981" y="134022"/>
                  </a:lnTo>
                  <a:lnTo>
                    <a:pt x="5477" y="133252"/>
                  </a:lnTo>
                  <a:lnTo>
                    <a:pt x="1025" y="126229"/>
                  </a:lnTo>
                  <a:lnTo>
                    <a:pt x="0" y="124612"/>
                  </a:lnTo>
                  <a:lnTo>
                    <a:pt x="767" y="124123"/>
                  </a:lnTo>
                  <a:lnTo>
                    <a:pt x="6555" y="120431"/>
                  </a:lnTo>
                  <a:lnTo>
                    <a:pt x="11115" y="117523"/>
                  </a:lnTo>
                  <a:lnTo>
                    <a:pt x="13781" y="115822"/>
                  </a:lnTo>
                  <a:lnTo>
                    <a:pt x="15659" y="115007"/>
                  </a:lnTo>
                  <a:lnTo>
                    <a:pt x="17891" y="114038"/>
                  </a:lnTo>
                  <a:lnTo>
                    <a:pt x="20090" y="113084"/>
                  </a:lnTo>
                  <a:lnTo>
                    <a:pt x="20278" y="113003"/>
                  </a:lnTo>
                  <a:lnTo>
                    <a:pt x="21045" y="112802"/>
                  </a:lnTo>
                  <a:lnTo>
                    <a:pt x="21822" y="112599"/>
                  </a:lnTo>
                  <a:lnTo>
                    <a:pt x="30982" y="110207"/>
                  </a:lnTo>
                  <a:lnTo>
                    <a:pt x="31609" y="110043"/>
                  </a:lnTo>
                  <a:lnTo>
                    <a:pt x="36396" y="107410"/>
                  </a:lnTo>
                  <a:lnTo>
                    <a:pt x="40076" y="104433"/>
                  </a:lnTo>
                  <a:lnTo>
                    <a:pt x="41346" y="103407"/>
                  </a:lnTo>
                  <a:lnTo>
                    <a:pt x="41683" y="103092"/>
                  </a:lnTo>
                  <a:lnTo>
                    <a:pt x="53169" y="92366"/>
                  </a:lnTo>
                  <a:lnTo>
                    <a:pt x="55577" y="90114"/>
                  </a:lnTo>
                  <a:lnTo>
                    <a:pt x="60483" y="85534"/>
                  </a:lnTo>
                  <a:lnTo>
                    <a:pt x="60837" y="85203"/>
                  </a:lnTo>
                  <a:lnTo>
                    <a:pt x="61551" y="84538"/>
                  </a:lnTo>
                  <a:lnTo>
                    <a:pt x="61740" y="84362"/>
                  </a:lnTo>
                  <a:lnTo>
                    <a:pt x="62480" y="83670"/>
                  </a:lnTo>
                  <a:lnTo>
                    <a:pt x="65805" y="80565"/>
                  </a:lnTo>
                  <a:lnTo>
                    <a:pt x="70203" y="78074"/>
                  </a:lnTo>
                  <a:lnTo>
                    <a:pt x="71468" y="77356"/>
                  </a:lnTo>
                  <a:lnTo>
                    <a:pt x="76150" y="76021"/>
                  </a:lnTo>
                  <a:lnTo>
                    <a:pt x="78224" y="75738"/>
                  </a:lnTo>
                  <a:lnTo>
                    <a:pt x="78194" y="72802"/>
                  </a:lnTo>
                  <a:lnTo>
                    <a:pt x="78203" y="71637"/>
                  </a:lnTo>
                  <a:lnTo>
                    <a:pt x="78217" y="69819"/>
                  </a:lnTo>
                  <a:lnTo>
                    <a:pt x="79607" y="65485"/>
                  </a:lnTo>
                  <a:lnTo>
                    <a:pt x="80724" y="64334"/>
                  </a:lnTo>
                  <a:lnTo>
                    <a:pt x="82548" y="62456"/>
                  </a:lnTo>
                  <a:lnTo>
                    <a:pt x="85466" y="59893"/>
                  </a:lnTo>
                  <a:lnTo>
                    <a:pt x="91303" y="55354"/>
                  </a:lnTo>
                  <a:lnTo>
                    <a:pt x="92420" y="54486"/>
                  </a:lnTo>
                  <a:lnTo>
                    <a:pt x="93765" y="51084"/>
                  </a:lnTo>
                  <a:lnTo>
                    <a:pt x="94973" y="46960"/>
                  </a:lnTo>
                  <a:lnTo>
                    <a:pt x="95383" y="44676"/>
                  </a:lnTo>
                  <a:lnTo>
                    <a:pt x="95725" y="42998"/>
                  </a:lnTo>
                  <a:lnTo>
                    <a:pt x="96295" y="41507"/>
                  </a:lnTo>
                  <a:lnTo>
                    <a:pt x="97481" y="40225"/>
                  </a:lnTo>
                  <a:lnTo>
                    <a:pt x="98851" y="39506"/>
                  </a:lnTo>
                  <a:lnTo>
                    <a:pt x="99122" y="39363"/>
                  </a:lnTo>
                  <a:lnTo>
                    <a:pt x="100329" y="39078"/>
                  </a:lnTo>
                  <a:lnTo>
                    <a:pt x="100604" y="39013"/>
                  </a:lnTo>
                  <a:lnTo>
                    <a:pt x="101903" y="39270"/>
                  </a:lnTo>
                  <a:lnTo>
                    <a:pt x="105893" y="40808"/>
                  </a:lnTo>
                  <a:lnTo>
                    <a:pt x="116745" y="46214"/>
                  </a:lnTo>
                  <a:lnTo>
                    <a:pt x="117152" y="45448"/>
                  </a:lnTo>
                  <a:lnTo>
                    <a:pt x="114249" y="38877"/>
                  </a:lnTo>
                  <a:lnTo>
                    <a:pt x="112706" y="35522"/>
                  </a:lnTo>
                  <a:lnTo>
                    <a:pt x="116542" y="38031"/>
                  </a:lnTo>
                  <a:lnTo>
                    <a:pt x="119928" y="40464"/>
                  </a:lnTo>
                  <a:lnTo>
                    <a:pt x="123794" y="44058"/>
                  </a:lnTo>
                  <a:lnTo>
                    <a:pt x="123679" y="47665"/>
                  </a:lnTo>
                  <a:lnTo>
                    <a:pt x="132441" y="47779"/>
                  </a:lnTo>
                  <a:lnTo>
                    <a:pt x="133029" y="38995"/>
                  </a:lnTo>
                  <a:lnTo>
                    <a:pt x="143911" y="37504"/>
                  </a:lnTo>
                  <a:lnTo>
                    <a:pt x="158441" y="34614"/>
                  </a:lnTo>
                  <a:lnTo>
                    <a:pt x="168289" y="30948"/>
                  </a:lnTo>
                  <a:lnTo>
                    <a:pt x="177317" y="26194"/>
                  </a:lnTo>
                  <a:lnTo>
                    <a:pt x="179019" y="24641"/>
                  </a:lnTo>
                  <a:lnTo>
                    <a:pt x="178776" y="18737"/>
                  </a:lnTo>
                  <a:lnTo>
                    <a:pt x="179597" y="16252"/>
                  </a:lnTo>
                  <a:lnTo>
                    <a:pt x="186449" y="6977"/>
                  </a:lnTo>
                  <a:lnTo>
                    <a:pt x="194459" y="0"/>
                  </a:lnTo>
                  <a:lnTo>
                    <a:pt x="200490" y="3689"/>
                  </a:lnTo>
                  <a:lnTo>
                    <a:pt x="200415" y="6719"/>
                  </a:lnTo>
                  <a:lnTo>
                    <a:pt x="200367" y="8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266575" y="5278787"/>
              <a:ext cx="226089" cy="171873"/>
            </a:xfrm>
            <a:custGeom>
              <a:avLst/>
              <a:pathLst>
                <a:path w="226089" h="171873">
                  <a:moveTo>
                    <a:pt x="77988" y="150765"/>
                  </a:moveTo>
                  <a:lnTo>
                    <a:pt x="74609" y="151362"/>
                  </a:lnTo>
                  <a:lnTo>
                    <a:pt x="69823" y="153085"/>
                  </a:lnTo>
                  <a:lnTo>
                    <a:pt x="66179" y="154397"/>
                  </a:lnTo>
                  <a:lnTo>
                    <a:pt x="45709" y="158502"/>
                  </a:lnTo>
                  <a:lnTo>
                    <a:pt x="42748" y="159328"/>
                  </a:lnTo>
                  <a:lnTo>
                    <a:pt x="29292" y="163085"/>
                  </a:lnTo>
                  <a:lnTo>
                    <a:pt x="26422" y="164408"/>
                  </a:lnTo>
                  <a:lnTo>
                    <a:pt x="24714" y="164147"/>
                  </a:lnTo>
                  <a:lnTo>
                    <a:pt x="12477" y="171873"/>
                  </a:lnTo>
                  <a:lnTo>
                    <a:pt x="10158" y="165331"/>
                  </a:lnTo>
                  <a:lnTo>
                    <a:pt x="2505" y="154428"/>
                  </a:lnTo>
                  <a:lnTo>
                    <a:pt x="795" y="150852"/>
                  </a:lnTo>
                  <a:lnTo>
                    <a:pt x="282" y="149542"/>
                  </a:lnTo>
                  <a:lnTo>
                    <a:pt x="223" y="144809"/>
                  </a:lnTo>
                  <a:lnTo>
                    <a:pt x="939" y="141340"/>
                  </a:lnTo>
                  <a:lnTo>
                    <a:pt x="5326" y="130392"/>
                  </a:lnTo>
                  <a:lnTo>
                    <a:pt x="5476" y="130018"/>
                  </a:lnTo>
                  <a:lnTo>
                    <a:pt x="5883" y="129170"/>
                  </a:lnTo>
                  <a:lnTo>
                    <a:pt x="7028" y="126261"/>
                  </a:lnTo>
                  <a:lnTo>
                    <a:pt x="9425" y="120171"/>
                  </a:lnTo>
                  <a:lnTo>
                    <a:pt x="12309" y="116275"/>
                  </a:lnTo>
                  <a:lnTo>
                    <a:pt x="12732" y="115876"/>
                  </a:lnTo>
                  <a:lnTo>
                    <a:pt x="18017" y="110886"/>
                  </a:lnTo>
                  <a:lnTo>
                    <a:pt x="17754" y="110778"/>
                  </a:lnTo>
                  <a:lnTo>
                    <a:pt x="14297" y="109357"/>
                  </a:lnTo>
                  <a:lnTo>
                    <a:pt x="0" y="103478"/>
                  </a:lnTo>
                  <a:lnTo>
                    <a:pt x="1318" y="100564"/>
                  </a:lnTo>
                  <a:lnTo>
                    <a:pt x="2292" y="98410"/>
                  </a:lnTo>
                  <a:lnTo>
                    <a:pt x="6210" y="89748"/>
                  </a:lnTo>
                  <a:lnTo>
                    <a:pt x="6710" y="88645"/>
                  </a:lnTo>
                  <a:lnTo>
                    <a:pt x="8169" y="85419"/>
                  </a:lnTo>
                  <a:lnTo>
                    <a:pt x="10221" y="80429"/>
                  </a:lnTo>
                  <a:lnTo>
                    <a:pt x="10320" y="80189"/>
                  </a:lnTo>
                  <a:lnTo>
                    <a:pt x="10491" y="79773"/>
                  </a:lnTo>
                  <a:lnTo>
                    <a:pt x="10676" y="79321"/>
                  </a:lnTo>
                  <a:lnTo>
                    <a:pt x="10869" y="78939"/>
                  </a:lnTo>
                  <a:lnTo>
                    <a:pt x="11513" y="77662"/>
                  </a:lnTo>
                  <a:lnTo>
                    <a:pt x="13348" y="74022"/>
                  </a:lnTo>
                  <a:lnTo>
                    <a:pt x="15198" y="71398"/>
                  </a:lnTo>
                  <a:lnTo>
                    <a:pt x="15430" y="71088"/>
                  </a:lnTo>
                  <a:lnTo>
                    <a:pt x="17006" y="68975"/>
                  </a:lnTo>
                  <a:lnTo>
                    <a:pt x="19096" y="66175"/>
                  </a:lnTo>
                  <a:lnTo>
                    <a:pt x="19438" y="65779"/>
                  </a:lnTo>
                  <a:lnTo>
                    <a:pt x="20630" y="64395"/>
                  </a:lnTo>
                  <a:lnTo>
                    <a:pt x="30142" y="54477"/>
                  </a:lnTo>
                  <a:lnTo>
                    <a:pt x="30317" y="54293"/>
                  </a:lnTo>
                  <a:lnTo>
                    <a:pt x="48206" y="35167"/>
                  </a:lnTo>
                  <a:lnTo>
                    <a:pt x="48653" y="34689"/>
                  </a:lnTo>
                  <a:lnTo>
                    <a:pt x="48944" y="34370"/>
                  </a:lnTo>
                  <a:lnTo>
                    <a:pt x="51696" y="31350"/>
                  </a:lnTo>
                  <a:lnTo>
                    <a:pt x="57775" y="24678"/>
                  </a:lnTo>
                  <a:lnTo>
                    <a:pt x="59534" y="26390"/>
                  </a:lnTo>
                  <a:lnTo>
                    <a:pt x="59987" y="26831"/>
                  </a:lnTo>
                  <a:lnTo>
                    <a:pt x="76293" y="42696"/>
                  </a:lnTo>
                  <a:lnTo>
                    <a:pt x="76688" y="43006"/>
                  </a:lnTo>
                  <a:lnTo>
                    <a:pt x="68896" y="50905"/>
                  </a:lnTo>
                  <a:lnTo>
                    <a:pt x="68230" y="51580"/>
                  </a:lnTo>
                  <a:lnTo>
                    <a:pt x="68507" y="51840"/>
                  </a:lnTo>
                  <a:lnTo>
                    <a:pt x="69161" y="52457"/>
                  </a:lnTo>
                  <a:lnTo>
                    <a:pt x="82761" y="65261"/>
                  </a:lnTo>
                  <a:lnTo>
                    <a:pt x="85860" y="64556"/>
                  </a:lnTo>
                  <a:lnTo>
                    <a:pt x="95429" y="62378"/>
                  </a:lnTo>
                  <a:lnTo>
                    <a:pt x="101514" y="60887"/>
                  </a:lnTo>
                  <a:lnTo>
                    <a:pt x="102038" y="62378"/>
                  </a:lnTo>
                  <a:lnTo>
                    <a:pt x="104162" y="68430"/>
                  </a:lnTo>
                  <a:lnTo>
                    <a:pt x="105859" y="73265"/>
                  </a:lnTo>
                  <a:lnTo>
                    <a:pt x="106196" y="74226"/>
                  </a:lnTo>
                  <a:lnTo>
                    <a:pt x="108187" y="79897"/>
                  </a:lnTo>
                  <a:lnTo>
                    <a:pt x="108378" y="80441"/>
                  </a:lnTo>
                  <a:lnTo>
                    <a:pt x="109181" y="82729"/>
                  </a:lnTo>
                  <a:lnTo>
                    <a:pt x="109321" y="83128"/>
                  </a:lnTo>
                  <a:lnTo>
                    <a:pt x="109522" y="83701"/>
                  </a:lnTo>
                  <a:lnTo>
                    <a:pt x="112398" y="91892"/>
                  </a:lnTo>
                  <a:lnTo>
                    <a:pt x="122797" y="87825"/>
                  </a:lnTo>
                  <a:lnTo>
                    <a:pt x="133503" y="83638"/>
                  </a:lnTo>
                  <a:lnTo>
                    <a:pt x="135828" y="82729"/>
                  </a:lnTo>
                  <a:lnTo>
                    <a:pt x="136602" y="82426"/>
                  </a:lnTo>
                  <a:lnTo>
                    <a:pt x="137070" y="82243"/>
                  </a:lnTo>
                  <a:lnTo>
                    <a:pt x="140044" y="81080"/>
                  </a:lnTo>
                  <a:lnTo>
                    <a:pt x="146222" y="78664"/>
                  </a:lnTo>
                  <a:lnTo>
                    <a:pt x="154734" y="75335"/>
                  </a:lnTo>
                  <a:lnTo>
                    <a:pt x="156130" y="74789"/>
                  </a:lnTo>
                  <a:lnTo>
                    <a:pt x="164660" y="71453"/>
                  </a:lnTo>
                  <a:lnTo>
                    <a:pt x="169268" y="69651"/>
                  </a:lnTo>
                  <a:lnTo>
                    <a:pt x="176933" y="66653"/>
                  </a:lnTo>
                  <a:lnTo>
                    <a:pt x="177431" y="66458"/>
                  </a:lnTo>
                  <a:lnTo>
                    <a:pt x="177613" y="66387"/>
                  </a:lnTo>
                  <a:lnTo>
                    <a:pt x="186241" y="63094"/>
                  </a:lnTo>
                  <a:lnTo>
                    <a:pt x="183952" y="55922"/>
                  </a:lnTo>
                  <a:lnTo>
                    <a:pt x="182975" y="52860"/>
                  </a:lnTo>
                  <a:lnTo>
                    <a:pt x="182381" y="49583"/>
                  </a:lnTo>
                  <a:lnTo>
                    <a:pt x="182318" y="48319"/>
                  </a:lnTo>
                  <a:lnTo>
                    <a:pt x="182160" y="44729"/>
                  </a:lnTo>
                  <a:lnTo>
                    <a:pt x="182308" y="43606"/>
                  </a:lnTo>
                  <a:lnTo>
                    <a:pt x="182764" y="40144"/>
                  </a:lnTo>
                  <a:lnTo>
                    <a:pt x="183944" y="31175"/>
                  </a:lnTo>
                  <a:lnTo>
                    <a:pt x="184501" y="26945"/>
                  </a:lnTo>
                  <a:lnTo>
                    <a:pt x="184577" y="26371"/>
                  </a:lnTo>
                  <a:lnTo>
                    <a:pt x="184622" y="26026"/>
                  </a:lnTo>
                  <a:lnTo>
                    <a:pt x="187035" y="7699"/>
                  </a:lnTo>
                  <a:lnTo>
                    <a:pt x="188049" y="0"/>
                  </a:lnTo>
                  <a:lnTo>
                    <a:pt x="197788" y="753"/>
                  </a:lnTo>
                  <a:lnTo>
                    <a:pt x="197992" y="780"/>
                  </a:lnTo>
                  <a:lnTo>
                    <a:pt x="205192" y="1735"/>
                  </a:lnTo>
                  <a:lnTo>
                    <a:pt x="207057" y="1982"/>
                  </a:lnTo>
                  <a:lnTo>
                    <a:pt x="206188" y="10716"/>
                  </a:lnTo>
                  <a:lnTo>
                    <a:pt x="206202" y="11156"/>
                  </a:lnTo>
                  <a:lnTo>
                    <a:pt x="206422" y="17679"/>
                  </a:lnTo>
                  <a:lnTo>
                    <a:pt x="208151" y="25295"/>
                  </a:lnTo>
                  <a:lnTo>
                    <a:pt x="211022" y="37284"/>
                  </a:lnTo>
                  <a:lnTo>
                    <a:pt x="212919" y="46280"/>
                  </a:lnTo>
                  <a:lnTo>
                    <a:pt x="212973" y="46537"/>
                  </a:lnTo>
                  <a:lnTo>
                    <a:pt x="215163" y="56184"/>
                  </a:lnTo>
                  <a:lnTo>
                    <a:pt x="217511" y="66528"/>
                  </a:lnTo>
                  <a:lnTo>
                    <a:pt x="217631" y="67054"/>
                  </a:lnTo>
                  <a:lnTo>
                    <a:pt x="222314" y="87682"/>
                  </a:lnTo>
                  <a:lnTo>
                    <a:pt x="224785" y="99202"/>
                  </a:lnTo>
                  <a:lnTo>
                    <a:pt x="225369" y="102108"/>
                  </a:lnTo>
                  <a:lnTo>
                    <a:pt x="225453" y="102524"/>
                  </a:lnTo>
                  <a:lnTo>
                    <a:pt x="226089" y="106147"/>
                  </a:lnTo>
                  <a:lnTo>
                    <a:pt x="225836" y="106229"/>
                  </a:lnTo>
                  <a:lnTo>
                    <a:pt x="219801" y="108183"/>
                  </a:lnTo>
                  <a:lnTo>
                    <a:pt x="202669" y="113730"/>
                  </a:lnTo>
                  <a:lnTo>
                    <a:pt x="202408" y="113815"/>
                  </a:lnTo>
                  <a:lnTo>
                    <a:pt x="201434" y="114130"/>
                  </a:lnTo>
                  <a:lnTo>
                    <a:pt x="199949" y="114596"/>
                  </a:lnTo>
                  <a:lnTo>
                    <a:pt x="184288" y="119511"/>
                  </a:lnTo>
                  <a:lnTo>
                    <a:pt x="181566" y="120365"/>
                  </a:lnTo>
                  <a:lnTo>
                    <a:pt x="177470" y="123034"/>
                  </a:lnTo>
                  <a:lnTo>
                    <a:pt x="177064" y="123298"/>
                  </a:lnTo>
                  <a:lnTo>
                    <a:pt x="172413" y="125842"/>
                  </a:lnTo>
                  <a:lnTo>
                    <a:pt x="166596" y="129024"/>
                  </a:lnTo>
                  <a:lnTo>
                    <a:pt x="162665" y="131173"/>
                  </a:lnTo>
                  <a:lnTo>
                    <a:pt x="160744" y="132020"/>
                  </a:lnTo>
                  <a:lnTo>
                    <a:pt x="156832" y="133743"/>
                  </a:lnTo>
                  <a:lnTo>
                    <a:pt x="149731" y="136871"/>
                  </a:lnTo>
                  <a:lnTo>
                    <a:pt x="147501" y="137915"/>
                  </a:lnTo>
                  <a:lnTo>
                    <a:pt x="146956" y="138170"/>
                  </a:lnTo>
                  <a:lnTo>
                    <a:pt x="141524" y="140714"/>
                  </a:lnTo>
                  <a:lnTo>
                    <a:pt x="140178" y="141344"/>
                  </a:lnTo>
                  <a:lnTo>
                    <a:pt x="128814" y="143021"/>
                  </a:lnTo>
                  <a:lnTo>
                    <a:pt x="120876" y="144193"/>
                  </a:lnTo>
                  <a:lnTo>
                    <a:pt x="119975" y="144344"/>
                  </a:lnTo>
                  <a:lnTo>
                    <a:pt x="115014" y="145180"/>
                  </a:lnTo>
                  <a:lnTo>
                    <a:pt x="113643" y="145411"/>
                  </a:lnTo>
                  <a:lnTo>
                    <a:pt x="109140" y="146170"/>
                  </a:lnTo>
                  <a:lnTo>
                    <a:pt x="103388" y="147140"/>
                  </a:lnTo>
                  <a:lnTo>
                    <a:pt x="101223" y="147505"/>
                  </a:lnTo>
                  <a:lnTo>
                    <a:pt x="99631" y="147773"/>
                  </a:lnTo>
                  <a:lnTo>
                    <a:pt x="99453" y="147776"/>
                  </a:lnTo>
                  <a:lnTo>
                    <a:pt x="97081" y="147814"/>
                  </a:lnTo>
                  <a:lnTo>
                    <a:pt x="96538" y="147822"/>
                  </a:lnTo>
                  <a:lnTo>
                    <a:pt x="94423" y="147856"/>
                  </a:lnTo>
                  <a:lnTo>
                    <a:pt x="94080" y="147910"/>
                  </a:lnTo>
                  <a:lnTo>
                    <a:pt x="88472" y="148909"/>
                  </a:lnTo>
                  <a:lnTo>
                    <a:pt x="86013" y="149345"/>
                  </a:lnTo>
                  <a:lnTo>
                    <a:pt x="84301" y="149650"/>
                  </a:lnTo>
                  <a:lnTo>
                    <a:pt x="83151" y="149851"/>
                  </a:lnTo>
                  <a:lnTo>
                    <a:pt x="81777" y="150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472763" y="5269242"/>
              <a:ext cx="190731" cy="115664"/>
            </a:xfrm>
            <a:custGeom>
              <a:avLst/>
              <a:pathLst>
                <a:path w="190731" h="115664">
                  <a:moveTo>
                    <a:pt x="187688" y="14891"/>
                  </a:moveTo>
                  <a:lnTo>
                    <a:pt x="187893" y="22644"/>
                  </a:lnTo>
                  <a:lnTo>
                    <a:pt x="188460" y="44039"/>
                  </a:lnTo>
                  <a:lnTo>
                    <a:pt x="188486" y="45037"/>
                  </a:lnTo>
                  <a:lnTo>
                    <a:pt x="188521" y="45609"/>
                  </a:lnTo>
                  <a:lnTo>
                    <a:pt x="188571" y="46450"/>
                  </a:lnTo>
                  <a:lnTo>
                    <a:pt x="188664" y="48009"/>
                  </a:lnTo>
                  <a:lnTo>
                    <a:pt x="189094" y="55224"/>
                  </a:lnTo>
                  <a:lnTo>
                    <a:pt x="189147" y="56119"/>
                  </a:lnTo>
                  <a:lnTo>
                    <a:pt x="189182" y="56924"/>
                  </a:lnTo>
                  <a:lnTo>
                    <a:pt x="190487" y="87051"/>
                  </a:lnTo>
                  <a:lnTo>
                    <a:pt x="190556" y="88650"/>
                  </a:lnTo>
                  <a:lnTo>
                    <a:pt x="190559" y="88810"/>
                  </a:lnTo>
                  <a:lnTo>
                    <a:pt x="190702" y="95792"/>
                  </a:lnTo>
                  <a:lnTo>
                    <a:pt x="190731" y="97193"/>
                  </a:lnTo>
                  <a:lnTo>
                    <a:pt x="190109" y="97195"/>
                  </a:lnTo>
                  <a:lnTo>
                    <a:pt x="188736" y="97186"/>
                  </a:lnTo>
                  <a:lnTo>
                    <a:pt x="187977" y="97181"/>
                  </a:lnTo>
                  <a:lnTo>
                    <a:pt x="185553" y="97127"/>
                  </a:lnTo>
                  <a:lnTo>
                    <a:pt x="183420" y="96757"/>
                  </a:lnTo>
                  <a:lnTo>
                    <a:pt x="181001" y="96336"/>
                  </a:lnTo>
                  <a:lnTo>
                    <a:pt x="176753" y="95598"/>
                  </a:lnTo>
                  <a:lnTo>
                    <a:pt x="169793" y="95778"/>
                  </a:lnTo>
                  <a:lnTo>
                    <a:pt x="169249" y="95792"/>
                  </a:lnTo>
                  <a:lnTo>
                    <a:pt x="163374" y="96993"/>
                  </a:lnTo>
                  <a:lnTo>
                    <a:pt x="162394" y="97193"/>
                  </a:lnTo>
                  <a:lnTo>
                    <a:pt x="162070" y="97259"/>
                  </a:lnTo>
                  <a:lnTo>
                    <a:pt x="155950" y="98511"/>
                  </a:lnTo>
                  <a:lnTo>
                    <a:pt x="153118" y="99099"/>
                  </a:lnTo>
                  <a:lnTo>
                    <a:pt x="150346" y="99676"/>
                  </a:lnTo>
                  <a:lnTo>
                    <a:pt x="142365" y="100576"/>
                  </a:lnTo>
                  <a:lnTo>
                    <a:pt x="140716" y="100762"/>
                  </a:lnTo>
                  <a:lnTo>
                    <a:pt x="135718" y="101326"/>
                  </a:lnTo>
                  <a:lnTo>
                    <a:pt x="126533" y="101610"/>
                  </a:lnTo>
                  <a:lnTo>
                    <a:pt x="114872" y="100475"/>
                  </a:lnTo>
                  <a:lnTo>
                    <a:pt x="113929" y="100384"/>
                  </a:lnTo>
                  <a:lnTo>
                    <a:pt x="112734" y="100461"/>
                  </a:lnTo>
                  <a:lnTo>
                    <a:pt x="108378" y="100744"/>
                  </a:lnTo>
                  <a:lnTo>
                    <a:pt x="99304" y="99793"/>
                  </a:lnTo>
                  <a:lnTo>
                    <a:pt x="97423" y="99595"/>
                  </a:lnTo>
                  <a:lnTo>
                    <a:pt x="96870" y="99537"/>
                  </a:lnTo>
                  <a:lnTo>
                    <a:pt x="92109" y="100800"/>
                  </a:lnTo>
                  <a:lnTo>
                    <a:pt x="89174" y="101578"/>
                  </a:lnTo>
                  <a:lnTo>
                    <a:pt x="82396" y="103573"/>
                  </a:lnTo>
                  <a:lnTo>
                    <a:pt x="75649" y="104867"/>
                  </a:lnTo>
                  <a:lnTo>
                    <a:pt x="75264" y="104941"/>
                  </a:lnTo>
                  <a:lnTo>
                    <a:pt x="68219" y="106106"/>
                  </a:lnTo>
                  <a:lnTo>
                    <a:pt x="61427" y="107229"/>
                  </a:lnTo>
                  <a:lnTo>
                    <a:pt x="58672" y="108185"/>
                  </a:lnTo>
                  <a:lnTo>
                    <a:pt x="55126" y="109416"/>
                  </a:lnTo>
                  <a:lnTo>
                    <a:pt x="45516" y="112751"/>
                  </a:lnTo>
                  <a:lnTo>
                    <a:pt x="40466" y="113860"/>
                  </a:lnTo>
                  <a:lnTo>
                    <a:pt x="36671" y="114693"/>
                  </a:lnTo>
                  <a:lnTo>
                    <a:pt x="19988" y="115664"/>
                  </a:lnTo>
                  <a:lnTo>
                    <a:pt x="19265" y="112069"/>
                  </a:lnTo>
                  <a:lnTo>
                    <a:pt x="19181" y="111653"/>
                  </a:lnTo>
                  <a:lnTo>
                    <a:pt x="18654" y="108735"/>
                  </a:lnTo>
                  <a:lnTo>
                    <a:pt x="16126" y="97227"/>
                  </a:lnTo>
                  <a:lnTo>
                    <a:pt x="11443" y="76599"/>
                  </a:lnTo>
                  <a:lnTo>
                    <a:pt x="11323" y="76073"/>
                  </a:lnTo>
                  <a:lnTo>
                    <a:pt x="8974" y="65725"/>
                  </a:lnTo>
                  <a:lnTo>
                    <a:pt x="6785" y="56082"/>
                  </a:lnTo>
                  <a:lnTo>
                    <a:pt x="6731" y="55825"/>
                  </a:lnTo>
                  <a:lnTo>
                    <a:pt x="4834" y="46829"/>
                  </a:lnTo>
                  <a:lnTo>
                    <a:pt x="1963" y="34840"/>
                  </a:lnTo>
                  <a:lnTo>
                    <a:pt x="234" y="27224"/>
                  </a:lnTo>
                  <a:lnTo>
                    <a:pt x="14" y="20701"/>
                  </a:lnTo>
                  <a:lnTo>
                    <a:pt x="0" y="20261"/>
                  </a:lnTo>
                  <a:lnTo>
                    <a:pt x="869" y="11527"/>
                  </a:lnTo>
                  <a:lnTo>
                    <a:pt x="1220" y="11574"/>
                  </a:lnTo>
                  <a:lnTo>
                    <a:pt x="9570" y="12738"/>
                  </a:lnTo>
                  <a:lnTo>
                    <a:pt x="10568" y="12877"/>
                  </a:lnTo>
                  <a:lnTo>
                    <a:pt x="10793" y="12905"/>
                  </a:lnTo>
                  <a:lnTo>
                    <a:pt x="20323" y="14079"/>
                  </a:lnTo>
                  <a:lnTo>
                    <a:pt x="31755" y="15487"/>
                  </a:lnTo>
                  <a:lnTo>
                    <a:pt x="37439" y="15735"/>
                  </a:lnTo>
                  <a:lnTo>
                    <a:pt x="39219" y="15622"/>
                  </a:lnTo>
                  <a:lnTo>
                    <a:pt x="42038" y="15441"/>
                  </a:lnTo>
                  <a:lnTo>
                    <a:pt x="46628" y="14633"/>
                  </a:lnTo>
                  <a:lnTo>
                    <a:pt x="50654" y="13413"/>
                  </a:lnTo>
                  <a:lnTo>
                    <a:pt x="51036" y="13297"/>
                  </a:lnTo>
                  <a:lnTo>
                    <a:pt x="61036" y="10035"/>
                  </a:lnTo>
                  <a:lnTo>
                    <a:pt x="61490" y="9895"/>
                  </a:lnTo>
                  <a:lnTo>
                    <a:pt x="65474" y="8668"/>
                  </a:lnTo>
                  <a:lnTo>
                    <a:pt x="70442" y="6906"/>
                  </a:lnTo>
                  <a:lnTo>
                    <a:pt x="70746" y="6798"/>
                  </a:lnTo>
                  <a:lnTo>
                    <a:pt x="77048" y="4563"/>
                  </a:lnTo>
                  <a:lnTo>
                    <a:pt x="79503" y="3692"/>
                  </a:lnTo>
                  <a:lnTo>
                    <a:pt x="81068" y="3138"/>
                  </a:lnTo>
                  <a:lnTo>
                    <a:pt x="86417" y="1646"/>
                  </a:lnTo>
                  <a:lnTo>
                    <a:pt x="88724" y="1127"/>
                  </a:lnTo>
                  <a:lnTo>
                    <a:pt x="91798" y="434"/>
                  </a:lnTo>
                  <a:lnTo>
                    <a:pt x="97573" y="0"/>
                  </a:lnTo>
                  <a:lnTo>
                    <a:pt x="98123" y="7"/>
                  </a:lnTo>
                  <a:lnTo>
                    <a:pt x="101859" y="62"/>
                  </a:lnTo>
                  <a:lnTo>
                    <a:pt x="105934" y="72"/>
                  </a:lnTo>
                  <a:lnTo>
                    <a:pt x="132750" y="140"/>
                  </a:lnTo>
                  <a:lnTo>
                    <a:pt x="133199" y="141"/>
                  </a:lnTo>
                  <a:lnTo>
                    <a:pt x="137382" y="151"/>
                  </a:lnTo>
                  <a:lnTo>
                    <a:pt x="138730" y="155"/>
                  </a:lnTo>
                  <a:lnTo>
                    <a:pt x="161011" y="434"/>
                  </a:lnTo>
                  <a:lnTo>
                    <a:pt x="166046" y="803"/>
                  </a:lnTo>
                  <a:lnTo>
                    <a:pt x="170752" y="1147"/>
                  </a:lnTo>
                  <a:lnTo>
                    <a:pt x="174599" y="1429"/>
                  </a:lnTo>
                  <a:lnTo>
                    <a:pt x="179451" y="2387"/>
                  </a:lnTo>
                  <a:lnTo>
                    <a:pt x="187031" y="3883"/>
                  </a:lnTo>
                  <a:lnTo>
                    <a:pt x="188539" y="4377"/>
                  </a:lnTo>
                  <a:lnTo>
                    <a:pt x="188320" y="4845"/>
                  </a:lnTo>
                  <a:lnTo>
                    <a:pt x="188253" y="4988"/>
                  </a:lnTo>
                  <a:lnTo>
                    <a:pt x="187855" y="8891"/>
                  </a:lnTo>
                  <a:lnTo>
                    <a:pt x="187834" y="9423"/>
                  </a:lnTo>
                  <a:lnTo>
                    <a:pt x="187721" y="12382"/>
                  </a:lnTo>
                  <a:lnTo>
                    <a:pt x="187662" y="13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07666" y="4230817"/>
              <a:ext cx="102455" cy="123673"/>
            </a:xfrm>
            <a:custGeom>
              <a:avLst/>
              <a:pathLst>
                <a:path w="102455" h="123673">
                  <a:moveTo>
                    <a:pt x="6981" y="62766"/>
                  </a:moveTo>
                  <a:lnTo>
                    <a:pt x="3130" y="55310"/>
                  </a:lnTo>
                  <a:lnTo>
                    <a:pt x="2028" y="50483"/>
                  </a:lnTo>
                  <a:lnTo>
                    <a:pt x="5697" y="50277"/>
                  </a:lnTo>
                  <a:lnTo>
                    <a:pt x="7122" y="46199"/>
                  </a:lnTo>
                  <a:lnTo>
                    <a:pt x="9117" y="43213"/>
                  </a:lnTo>
                  <a:lnTo>
                    <a:pt x="7193" y="39135"/>
                  </a:lnTo>
                  <a:lnTo>
                    <a:pt x="10969" y="31926"/>
                  </a:lnTo>
                  <a:lnTo>
                    <a:pt x="10755" y="29523"/>
                  </a:lnTo>
                  <a:lnTo>
                    <a:pt x="12119" y="28210"/>
                  </a:lnTo>
                  <a:lnTo>
                    <a:pt x="8454" y="18706"/>
                  </a:lnTo>
                  <a:lnTo>
                    <a:pt x="6854" y="17769"/>
                  </a:lnTo>
                  <a:lnTo>
                    <a:pt x="1926" y="8858"/>
                  </a:lnTo>
                  <a:lnTo>
                    <a:pt x="0" y="575"/>
                  </a:lnTo>
                  <a:lnTo>
                    <a:pt x="2705" y="32"/>
                  </a:lnTo>
                  <a:lnTo>
                    <a:pt x="6545" y="0"/>
                  </a:lnTo>
                  <a:lnTo>
                    <a:pt x="7447" y="233"/>
                  </a:lnTo>
                  <a:lnTo>
                    <a:pt x="8205" y="5564"/>
                  </a:lnTo>
                  <a:lnTo>
                    <a:pt x="8718" y="7426"/>
                  </a:lnTo>
                  <a:lnTo>
                    <a:pt x="12774" y="13463"/>
                  </a:lnTo>
                  <a:lnTo>
                    <a:pt x="15259" y="17725"/>
                  </a:lnTo>
                  <a:lnTo>
                    <a:pt x="19392" y="29615"/>
                  </a:lnTo>
                  <a:lnTo>
                    <a:pt x="20876" y="30729"/>
                  </a:lnTo>
                  <a:lnTo>
                    <a:pt x="24125" y="26791"/>
                  </a:lnTo>
                  <a:lnTo>
                    <a:pt x="28243" y="30673"/>
                  </a:lnTo>
                  <a:lnTo>
                    <a:pt x="28513" y="30407"/>
                  </a:lnTo>
                  <a:lnTo>
                    <a:pt x="28816" y="30109"/>
                  </a:lnTo>
                  <a:lnTo>
                    <a:pt x="29269" y="29663"/>
                  </a:lnTo>
                  <a:lnTo>
                    <a:pt x="32234" y="33892"/>
                  </a:lnTo>
                  <a:lnTo>
                    <a:pt x="32234" y="34911"/>
                  </a:lnTo>
                  <a:lnTo>
                    <a:pt x="34728" y="40518"/>
                  </a:lnTo>
                  <a:lnTo>
                    <a:pt x="34015" y="41902"/>
                  </a:lnTo>
                  <a:lnTo>
                    <a:pt x="36081" y="47218"/>
                  </a:lnTo>
                  <a:lnTo>
                    <a:pt x="41324" y="46666"/>
                  </a:lnTo>
                  <a:lnTo>
                    <a:pt x="42472" y="54398"/>
                  </a:lnTo>
                  <a:lnTo>
                    <a:pt x="43872" y="54297"/>
                  </a:lnTo>
                  <a:lnTo>
                    <a:pt x="52123" y="53699"/>
                  </a:lnTo>
                  <a:lnTo>
                    <a:pt x="52883" y="58126"/>
                  </a:lnTo>
                  <a:lnTo>
                    <a:pt x="53190" y="60151"/>
                  </a:lnTo>
                  <a:lnTo>
                    <a:pt x="54584" y="62525"/>
                  </a:lnTo>
                  <a:lnTo>
                    <a:pt x="57576" y="64661"/>
                  </a:lnTo>
                  <a:lnTo>
                    <a:pt x="60219" y="66434"/>
                  </a:lnTo>
                  <a:lnTo>
                    <a:pt x="63228" y="70923"/>
                  </a:lnTo>
                  <a:lnTo>
                    <a:pt x="65270" y="73982"/>
                  </a:lnTo>
                  <a:lnTo>
                    <a:pt x="66647" y="75195"/>
                  </a:lnTo>
                  <a:lnTo>
                    <a:pt x="69116" y="76921"/>
                  </a:lnTo>
                  <a:lnTo>
                    <a:pt x="79770" y="91318"/>
                  </a:lnTo>
                  <a:lnTo>
                    <a:pt x="82209" y="94481"/>
                  </a:lnTo>
                  <a:lnTo>
                    <a:pt x="84480" y="97022"/>
                  </a:lnTo>
                  <a:lnTo>
                    <a:pt x="87640" y="103207"/>
                  </a:lnTo>
                  <a:lnTo>
                    <a:pt x="91677" y="112916"/>
                  </a:lnTo>
                  <a:lnTo>
                    <a:pt x="99514" y="116994"/>
                  </a:lnTo>
                  <a:lnTo>
                    <a:pt x="102455" y="120193"/>
                  </a:lnTo>
                  <a:lnTo>
                    <a:pt x="99319" y="123673"/>
                  </a:lnTo>
                  <a:lnTo>
                    <a:pt x="95334" y="121169"/>
                  </a:lnTo>
                  <a:lnTo>
                    <a:pt x="84506" y="113499"/>
                  </a:lnTo>
                  <a:lnTo>
                    <a:pt x="80279" y="109130"/>
                  </a:lnTo>
                  <a:lnTo>
                    <a:pt x="82653" y="107382"/>
                  </a:lnTo>
                  <a:lnTo>
                    <a:pt x="79756" y="104421"/>
                  </a:lnTo>
                  <a:lnTo>
                    <a:pt x="77904" y="102819"/>
                  </a:lnTo>
                  <a:lnTo>
                    <a:pt x="77381" y="102430"/>
                  </a:lnTo>
                  <a:lnTo>
                    <a:pt x="76336" y="101799"/>
                  </a:lnTo>
                  <a:lnTo>
                    <a:pt x="73287" y="104827"/>
                  </a:lnTo>
                  <a:lnTo>
                    <a:pt x="72875" y="104454"/>
                  </a:lnTo>
                  <a:lnTo>
                    <a:pt x="56272" y="90233"/>
                  </a:lnTo>
                  <a:lnTo>
                    <a:pt x="54824" y="88203"/>
                  </a:lnTo>
                  <a:lnTo>
                    <a:pt x="46688" y="82770"/>
                  </a:lnTo>
                  <a:lnTo>
                    <a:pt x="40320" y="76212"/>
                  </a:lnTo>
                  <a:lnTo>
                    <a:pt x="32190" y="73104"/>
                  </a:lnTo>
                  <a:lnTo>
                    <a:pt x="30712" y="70762"/>
                  </a:lnTo>
                  <a:lnTo>
                    <a:pt x="29537" y="64553"/>
                  </a:lnTo>
                  <a:lnTo>
                    <a:pt x="25602" y="67370"/>
                  </a:lnTo>
                  <a:lnTo>
                    <a:pt x="23004" y="643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740179" y="3749330"/>
              <a:ext cx="132076" cy="128313"/>
            </a:xfrm>
            <a:custGeom>
              <a:avLst/>
              <a:pathLst>
                <a:path w="132076" h="128313">
                  <a:moveTo>
                    <a:pt x="99944" y="104311"/>
                  </a:moveTo>
                  <a:lnTo>
                    <a:pt x="99445" y="105042"/>
                  </a:lnTo>
                  <a:lnTo>
                    <a:pt x="95332" y="111338"/>
                  </a:lnTo>
                  <a:lnTo>
                    <a:pt x="91266" y="117241"/>
                  </a:lnTo>
                  <a:lnTo>
                    <a:pt x="87454" y="123014"/>
                  </a:lnTo>
                  <a:lnTo>
                    <a:pt x="85291" y="126523"/>
                  </a:lnTo>
                  <a:lnTo>
                    <a:pt x="84908" y="126746"/>
                  </a:lnTo>
                  <a:lnTo>
                    <a:pt x="82217" y="128313"/>
                  </a:lnTo>
                  <a:lnTo>
                    <a:pt x="79485" y="126432"/>
                  </a:lnTo>
                  <a:lnTo>
                    <a:pt x="67451" y="118143"/>
                  </a:lnTo>
                  <a:lnTo>
                    <a:pt x="66868" y="117742"/>
                  </a:lnTo>
                  <a:lnTo>
                    <a:pt x="66175" y="117265"/>
                  </a:lnTo>
                  <a:lnTo>
                    <a:pt x="62553" y="114935"/>
                  </a:lnTo>
                  <a:lnTo>
                    <a:pt x="61393" y="114131"/>
                  </a:lnTo>
                  <a:lnTo>
                    <a:pt x="55294" y="109905"/>
                  </a:lnTo>
                  <a:lnTo>
                    <a:pt x="47115" y="104448"/>
                  </a:lnTo>
                  <a:lnTo>
                    <a:pt x="31326" y="93301"/>
                  </a:lnTo>
                  <a:lnTo>
                    <a:pt x="28832" y="91734"/>
                  </a:lnTo>
                  <a:lnTo>
                    <a:pt x="20192" y="86002"/>
                  </a:lnTo>
                  <a:lnTo>
                    <a:pt x="12836" y="80906"/>
                  </a:lnTo>
                  <a:lnTo>
                    <a:pt x="3638" y="74236"/>
                  </a:lnTo>
                  <a:lnTo>
                    <a:pt x="2353" y="73304"/>
                  </a:lnTo>
                  <a:lnTo>
                    <a:pt x="1117" y="72408"/>
                  </a:lnTo>
                  <a:lnTo>
                    <a:pt x="0" y="71588"/>
                  </a:lnTo>
                  <a:lnTo>
                    <a:pt x="481" y="70861"/>
                  </a:lnTo>
                  <a:lnTo>
                    <a:pt x="3622" y="66126"/>
                  </a:lnTo>
                  <a:lnTo>
                    <a:pt x="4859" y="64261"/>
                  </a:lnTo>
                  <a:lnTo>
                    <a:pt x="9696" y="57657"/>
                  </a:lnTo>
                  <a:lnTo>
                    <a:pt x="10416" y="56674"/>
                  </a:lnTo>
                  <a:lnTo>
                    <a:pt x="12329" y="54061"/>
                  </a:lnTo>
                  <a:lnTo>
                    <a:pt x="14465" y="50958"/>
                  </a:lnTo>
                  <a:lnTo>
                    <a:pt x="17079" y="47159"/>
                  </a:lnTo>
                  <a:lnTo>
                    <a:pt x="18020" y="45791"/>
                  </a:lnTo>
                  <a:lnTo>
                    <a:pt x="20185" y="42644"/>
                  </a:lnTo>
                  <a:lnTo>
                    <a:pt x="28193" y="31006"/>
                  </a:lnTo>
                  <a:lnTo>
                    <a:pt x="28724" y="30234"/>
                  </a:lnTo>
                  <a:lnTo>
                    <a:pt x="31453" y="26269"/>
                  </a:lnTo>
                  <a:lnTo>
                    <a:pt x="34153" y="22212"/>
                  </a:lnTo>
                  <a:lnTo>
                    <a:pt x="34416" y="21818"/>
                  </a:lnTo>
                  <a:lnTo>
                    <a:pt x="35691" y="19902"/>
                  </a:lnTo>
                  <a:lnTo>
                    <a:pt x="43988" y="7438"/>
                  </a:lnTo>
                  <a:lnTo>
                    <a:pt x="47808" y="1699"/>
                  </a:lnTo>
                  <a:lnTo>
                    <a:pt x="48297" y="965"/>
                  </a:lnTo>
                  <a:lnTo>
                    <a:pt x="48939" y="0"/>
                  </a:lnTo>
                  <a:lnTo>
                    <a:pt x="49176" y="163"/>
                  </a:lnTo>
                  <a:lnTo>
                    <a:pt x="53475" y="3129"/>
                  </a:lnTo>
                  <a:lnTo>
                    <a:pt x="61436" y="8621"/>
                  </a:lnTo>
                  <a:lnTo>
                    <a:pt x="62414" y="9296"/>
                  </a:lnTo>
                  <a:lnTo>
                    <a:pt x="77430" y="19656"/>
                  </a:lnTo>
                  <a:lnTo>
                    <a:pt x="80075" y="21412"/>
                  </a:lnTo>
                  <a:lnTo>
                    <a:pt x="95902" y="32427"/>
                  </a:lnTo>
                  <a:lnTo>
                    <a:pt x="111410" y="42889"/>
                  </a:lnTo>
                  <a:lnTo>
                    <a:pt x="111688" y="43107"/>
                  </a:lnTo>
                  <a:lnTo>
                    <a:pt x="111986" y="43341"/>
                  </a:lnTo>
                  <a:lnTo>
                    <a:pt x="114168" y="45057"/>
                  </a:lnTo>
                  <a:lnTo>
                    <a:pt x="114500" y="45318"/>
                  </a:lnTo>
                  <a:lnTo>
                    <a:pt x="115764" y="45988"/>
                  </a:lnTo>
                  <a:lnTo>
                    <a:pt x="130559" y="56085"/>
                  </a:lnTo>
                  <a:lnTo>
                    <a:pt x="131639" y="56821"/>
                  </a:lnTo>
                  <a:lnTo>
                    <a:pt x="132076" y="57122"/>
                  </a:lnTo>
                  <a:lnTo>
                    <a:pt x="131775" y="57572"/>
                  </a:lnTo>
                  <a:lnTo>
                    <a:pt x="131044" y="58668"/>
                  </a:lnTo>
                  <a:lnTo>
                    <a:pt x="127023" y="64694"/>
                  </a:lnTo>
                  <a:lnTo>
                    <a:pt x="122973" y="70608"/>
                  </a:lnTo>
                  <a:lnTo>
                    <a:pt x="119044" y="76345"/>
                  </a:lnTo>
                  <a:lnTo>
                    <a:pt x="115251" y="81809"/>
                  </a:lnTo>
                  <a:lnTo>
                    <a:pt x="111065" y="87919"/>
                  </a:lnTo>
                  <a:lnTo>
                    <a:pt x="107341" y="93408"/>
                  </a:lnTo>
                  <a:lnTo>
                    <a:pt x="105300" y="96416"/>
                  </a:lnTo>
                  <a:lnTo>
                    <a:pt x="105058" y="96772"/>
                  </a:lnTo>
                  <a:lnTo>
                    <a:pt x="103405" y="992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770008" y="4015971"/>
              <a:ext cx="173032" cy="121866"/>
            </a:xfrm>
            <a:custGeom>
              <a:avLst/>
              <a:pathLst>
                <a:path w="173032" h="121866">
                  <a:moveTo>
                    <a:pt x="122699" y="56082"/>
                  </a:moveTo>
                  <a:lnTo>
                    <a:pt x="138135" y="66658"/>
                  </a:lnTo>
                  <a:lnTo>
                    <a:pt x="140738" y="68441"/>
                  </a:lnTo>
                  <a:lnTo>
                    <a:pt x="144236" y="70838"/>
                  </a:lnTo>
                  <a:lnTo>
                    <a:pt x="145806" y="71914"/>
                  </a:lnTo>
                  <a:lnTo>
                    <a:pt x="147246" y="72901"/>
                  </a:lnTo>
                  <a:lnTo>
                    <a:pt x="149260" y="74280"/>
                  </a:lnTo>
                  <a:lnTo>
                    <a:pt x="150868" y="75382"/>
                  </a:lnTo>
                  <a:lnTo>
                    <a:pt x="151157" y="75581"/>
                  </a:lnTo>
                  <a:lnTo>
                    <a:pt x="154888" y="78136"/>
                  </a:lnTo>
                  <a:lnTo>
                    <a:pt x="155979" y="78884"/>
                  </a:lnTo>
                  <a:lnTo>
                    <a:pt x="160840" y="82215"/>
                  </a:lnTo>
                  <a:lnTo>
                    <a:pt x="161437" y="82624"/>
                  </a:lnTo>
                  <a:lnTo>
                    <a:pt x="165576" y="85460"/>
                  </a:lnTo>
                  <a:lnTo>
                    <a:pt x="165818" y="85611"/>
                  </a:lnTo>
                  <a:lnTo>
                    <a:pt x="166379" y="86010"/>
                  </a:lnTo>
                  <a:lnTo>
                    <a:pt x="173032" y="90569"/>
                  </a:lnTo>
                  <a:lnTo>
                    <a:pt x="172947" y="90698"/>
                  </a:lnTo>
                  <a:lnTo>
                    <a:pt x="172745" y="91007"/>
                  </a:lnTo>
                  <a:lnTo>
                    <a:pt x="167223" y="99441"/>
                  </a:lnTo>
                  <a:lnTo>
                    <a:pt x="166537" y="98997"/>
                  </a:lnTo>
                  <a:lnTo>
                    <a:pt x="163798" y="97077"/>
                  </a:lnTo>
                  <a:lnTo>
                    <a:pt x="162034" y="95709"/>
                  </a:lnTo>
                  <a:lnTo>
                    <a:pt x="157542" y="102527"/>
                  </a:lnTo>
                  <a:lnTo>
                    <a:pt x="157443" y="102688"/>
                  </a:lnTo>
                  <a:lnTo>
                    <a:pt x="154708" y="107126"/>
                  </a:lnTo>
                  <a:lnTo>
                    <a:pt x="151650" y="112090"/>
                  </a:lnTo>
                  <a:lnTo>
                    <a:pt x="149786" y="114493"/>
                  </a:lnTo>
                  <a:lnTo>
                    <a:pt x="149104" y="115293"/>
                  </a:lnTo>
                  <a:lnTo>
                    <a:pt x="148824" y="115622"/>
                  </a:lnTo>
                  <a:lnTo>
                    <a:pt x="146722" y="117879"/>
                  </a:lnTo>
                  <a:lnTo>
                    <a:pt x="145737" y="119081"/>
                  </a:lnTo>
                  <a:lnTo>
                    <a:pt x="143101" y="121241"/>
                  </a:lnTo>
                  <a:lnTo>
                    <a:pt x="142349" y="121866"/>
                  </a:lnTo>
                  <a:lnTo>
                    <a:pt x="141884" y="121291"/>
                  </a:lnTo>
                  <a:lnTo>
                    <a:pt x="141182" y="120611"/>
                  </a:lnTo>
                  <a:lnTo>
                    <a:pt x="139890" y="119844"/>
                  </a:lnTo>
                  <a:lnTo>
                    <a:pt x="138759" y="119242"/>
                  </a:lnTo>
                  <a:lnTo>
                    <a:pt x="136394" y="117214"/>
                  </a:lnTo>
                  <a:lnTo>
                    <a:pt x="135598" y="116531"/>
                  </a:lnTo>
                  <a:lnTo>
                    <a:pt x="135254" y="115536"/>
                  </a:lnTo>
                  <a:lnTo>
                    <a:pt x="135171" y="114322"/>
                  </a:lnTo>
                  <a:lnTo>
                    <a:pt x="134565" y="111877"/>
                  </a:lnTo>
                  <a:lnTo>
                    <a:pt x="134459" y="111446"/>
                  </a:lnTo>
                  <a:lnTo>
                    <a:pt x="134304" y="110960"/>
                  </a:lnTo>
                  <a:lnTo>
                    <a:pt x="134324" y="110512"/>
                  </a:lnTo>
                  <a:lnTo>
                    <a:pt x="134353" y="109867"/>
                  </a:lnTo>
                  <a:lnTo>
                    <a:pt x="134280" y="108593"/>
                  </a:lnTo>
                  <a:lnTo>
                    <a:pt x="133485" y="107841"/>
                  </a:lnTo>
                  <a:lnTo>
                    <a:pt x="131965" y="106822"/>
                  </a:lnTo>
                  <a:lnTo>
                    <a:pt x="130750" y="106044"/>
                  </a:lnTo>
                  <a:lnTo>
                    <a:pt x="129911" y="105377"/>
                  </a:lnTo>
                  <a:lnTo>
                    <a:pt x="128899" y="104657"/>
                  </a:lnTo>
                  <a:lnTo>
                    <a:pt x="127881" y="103933"/>
                  </a:lnTo>
                  <a:lnTo>
                    <a:pt x="127015" y="102968"/>
                  </a:lnTo>
                  <a:lnTo>
                    <a:pt x="126179" y="101545"/>
                  </a:lnTo>
                  <a:lnTo>
                    <a:pt x="126079" y="101374"/>
                  </a:lnTo>
                  <a:lnTo>
                    <a:pt x="124741" y="99095"/>
                  </a:lnTo>
                  <a:lnTo>
                    <a:pt x="124597" y="99082"/>
                  </a:lnTo>
                  <a:lnTo>
                    <a:pt x="124241" y="99048"/>
                  </a:lnTo>
                  <a:lnTo>
                    <a:pt x="124732" y="97700"/>
                  </a:lnTo>
                  <a:lnTo>
                    <a:pt x="123414" y="95457"/>
                  </a:lnTo>
                  <a:lnTo>
                    <a:pt x="121761" y="92537"/>
                  </a:lnTo>
                  <a:lnTo>
                    <a:pt x="121157" y="92871"/>
                  </a:lnTo>
                  <a:lnTo>
                    <a:pt x="117082" y="95123"/>
                  </a:lnTo>
                  <a:lnTo>
                    <a:pt x="116210" y="95800"/>
                  </a:lnTo>
                  <a:lnTo>
                    <a:pt x="115899" y="96041"/>
                  </a:lnTo>
                  <a:lnTo>
                    <a:pt x="111701" y="98238"/>
                  </a:lnTo>
                  <a:lnTo>
                    <a:pt x="111224" y="96991"/>
                  </a:lnTo>
                  <a:lnTo>
                    <a:pt x="110452" y="93847"/>
                  </a:lnTo>
                  <a:lnTo>
                    <a:pt x="110113" y="94028"/>
                  </a:lnTo>
                  <a:lnTo>
                    <a:pt x="108812" y="94727"/>
                  </a:lnTo>
                  <a:lnTo>
                    <a:pt x="106396" y="95370"/>
                  </a:lnTo>
                  <a:lnTo>
                    <a:pt x="104164" y="95892"/>
                  </a:lnTo>
                  <a:lnTo>
                    <a:pt x="103620" y="96058"/>
                  </a:lnTo>
                  <a:lnTo>
                    <a:pt x="102689" y="96343"/>
                  </a:lnTo>
                  <a:lnTo>
                    <a:pt x="97273" y="97997"/>
                  </a:lnTo>
                  <a:lnTo>
                    <a:pt x="96509" y="98254"/>
                  </a:lnTo>
                  <a:lnTo>
                    <a:pt x="95950" y="97490"/>
                  </a:lnTo>
                  <a:lnTo>
                    <a:pt x="94616" y="95887"/>
                  </a:lnTo>
                  <a:lnTo>
                    <a:pt x="93381" y="95140"/>
                  </a:lnTo>
                  <a:lnTo>
                    <a:pt x="90830" y="93599"/>
                  </a:lnTo>
                  <a:lnTo>
                    <a:pt x="90681" y="93501"/>
                  </a:lnTo>
                  <a:lnTo>
                    <a:pt x="88749" y="95663"/>
                  </a:lnTo>
                  <a:lnTo>
                    <a:pt x="88116" y="96372"/>
                  </a:lnTo>
                  <a:lnTo>
                    <a:pt x="87481" y="96568"/>
                  </a:lnTo>
                  <a:lnTo>
                    <a:pt x="86541" y="95967"/>
                  </a:lnTo>
                  <a:lnTo>
                    <a:pt x="82346" y="93284"/>
                  </a:lnTo>
                  <a:lnTo>
                    <a:pt x="81679" y="92428"/>
                  </a:lnTo>
                  <a:lnTo>
                    <a:pt x="80919" y="91932"/>
                  </a:lnTo>
                  <a:lnTo>
                    <a:pt x="76585" y="89099"/>
                  </a:lnTo>
                  <a:lnTo>
                    <a:pt x="75638" y="88481"/>
                  </a:lnTo>
                  <a:lnTo>
                    <a:pt x="74610" y="88012"/>
                  </a:lnTo>
                  <a:lnTo>
                    <a:pt x="74235" y="87841"/>
                  </a:lnTo>
                  <a:lnTo>
                    <a:pt x="73335" y="87430"/>
                  </a:lnTo>
                  <a:lnTo>
                    <a:pt x="73177" y="87314"/>
                  </a:lnTo>
                  <a:lnTo>
                    <a:pt x="68517" y="83897"/>
                  </a:lnTo>
                  <a:lnTo>
                    <a:pt x="67654" y="83264"/>
                  </a:lnTo>
                  <a:lnTo>
                    <a:pt x="66807" y="82711"/>
                  </a:lnTo>
                  <a:lnTo>
                    <a:pt x="66551" y="82544"/>
                  </a:lnTo>
                  <a:lnTo>
                    <a:pt x="66076" y="82233"/>
                  </a:lnTo>
                  <a:lnTo>
                    <a:pt x="61863" y="79480"/>
                  </a:lnTo>
                  <a:lnTo>
                    <a:pt x="61520" y="79245"/>
                  </a:lnTo>
                  <a:lnTo>
                    <a:pt x="60957" y="78860"/>
                  </a:lnTo>
                  <a:lnTo>
                    <a:pt x="55518" y="75137"/>
                  </a:lnTo>
                  <a:lnTo>
                    <a:pt x="55339" y="75015"/>
                  </a:lnTo>
                  <a:lnTo>
                    <a:pt x="53300" y="73619"/>
                  </a:lnTo>
                  <a:lnTo>
                    <a:pt x="48269" y="70175"/>
                  </a:lnTo>
                  <a:lnTo>
                    <a:pt x="43785" y="67105"/>
                  </a:lnTo>
                  <a:lnTo>
                    <a:pt x="42200" y="66021"/>
                  </a:lnTo>
                  <a:lnTo>
                    <a:pt x="39835" y="69336"/>
                  </a:lnTo>
                  <a:lnTo>
                    <a:pt x="39348" y="70019"/>
                  </a:lnTo>
                  <a:lnTo>
                    <a:pt x="37410" y="72873"/>
                  </a:lnTo>
                  <a:lnTo>
                    <a:pt x="36856" y="73722"/>
                  </a:lnTo>
                  <a:lnTo>
                    <a:pt x="33656" y="78514"/>
                  </a:lnTo>
                  <a:lnTo>
                    <a:pt x="33054" y="78068"/>
                  </a:lnTo>
                  <a:lnTo>
                    <a:pt x="26044" y="72885"/>
                  </a:lnTo>
                  <a:lnTo>
                    <a:pt x="25900" y="72778"/>
                  </a:lnTo>
                  <a:lnTo>
                    <a:pt x="8945" y="59498"/>
                  </a:lnTo>
                  <a:lnTo>
                    <a:pt x="8814" y="59395"/>
                  </a:lnTo>
                  <a:lnTo>
                    <a:pt x="3221" y="55072"/>
                  </a:lnTo>
                  <a:lnTo>
                    <a:pt x="853" y="53241"/>
                  </a:lnTo>
                  <a:lnTo>
                    <a:pt x="283" y="52801"/>
                  </a:lnTo>
                  <a:lnTo>
                    <a:pt x="0" y="52582"/>
                  </a:lnTo>
                  <a:lnTo>
                    <a:pt x="6525" y="43322"/>
                  </a:lnTo>
                  <a:lnTo>
                    <a:pt x="6990" y="42662"/>
                  </a:lnTo>
                  <a:lnTo>
                    <a:pt x="7192" y="42375"/>
                  </a:lnTo>
                  <a:lnTo>
                    <a:pt x="7310" y="42234"/>
                  </a:lnTo>
                  <a:lnTo>
                    <a:pt x="7676" y="41797"/>
                  </a:lnTo>
                  <a:lnTo>
                    <a:pt x="11024" y="37795"/>
                  </a:lnTo>
                  <a:lnTo>
                    <a:pt x="11314" y="37448"/>
                  </a:lnTo>
                  <a:lnTo>
                    <a:pt x="14903" y="32580"/>
                  </a:lnTo>
                  <a:lnTo>
                    <a:pt x="16853" y="29822"/>
                  </a:lnTo>
                  <a:lnTo>
                    <a:pt x="18722" y="27181"/>
                  </a:lnTo>
                  <a:lnTo>
                    <a:pt x="20053" y="25257"/>
                  </a:lnTo>
                  <a:lnTo>
                    <a:pt x="25462" y="17441"/>
                  </a:lnTo>
                  <a:lnTo>
                    <a:pt x="26673" y="15692"/>
                  </a:lnTo>
                  <a:lnTo>
                    <a:pt x="30413" y="10473"/>
                  </a:lnTo>
                  <a:lnTo>
                    <a:pt x="32086" y="7942"/>
                  </a:lnTo>
                  <a:lnTo>
                    <a:pt x="33203" y="6250"/>
                  </a:lnTo>
                  <a:lnTo>
                    <a:pt x="35408" y="3038"/>
                  </a:lnTo>
                  <a:lnTo>
                    <a:pt x="37003" y="715"/>
                  </a:lnTo>
                  <a:lnTo>
                    <a:pt x="37494" y="0"/>
                  </a:lnTo>
                  <a:lnTo>
                    <a:pt x="37640" y="98"/>
                  </a:lnTo>
                  <a:lnTo>
                    <a:pt x="38393" y="453"/>
                  </a:lnTo>
                  <a:lnTo>
                    <a:pt x="38682" y="590"/>
                  </a:lnTo>
                  <a:lnTo>
                    <a:pt x="39165" y="924"/>
                  </a:lnTo>
                  <a:lnTo>
                    <a:pt x="50040" y="8437"/>
                  </a:lnTo>
                  <a:lnTo>
                    <a:pt x="54683" y="11645"/>
                  </a:lnTo>
                  <a:lnTo>
                    <a:pt x="55023" y="11879"/>
                  </a:lnTo>
                  <a:lnTo>
                    <a:pt x="55374" y="12122"/>
                  </a:lnTo>
                  <a:lnTo>
                    <a:pt x="61180" y="16133"/>
                  </a:lnTo>
                  <a:lnTo>
                    <a:pt x="61385" y="16275"/>
                  </a:lnTo>
                  <a:lnTo>
                    <a:pt x="65019" y="18785"/>
                  </a:lnTo>
                  <a:lnTo>
                    <a:pt x="67072" y="20204"/>
                  </a:lnTo>
                  <a:lnTo>
                    <a:pt x="72819" y="24174"/>
                  </a:lnTo>
                  <a:lnTo>
                    <a:pt x="73437" y="24601"/>
                  </a:lnTo>
                  <a:lnTo>
                    <a:pt x="78242" y="27920"/>
                  </a:lnTo>
                  <a:lnTo>
                    <a:pt x="78557" y="28138"/>
                  </a:lnTo>
                  <a:lnTo>
                    <a:pt x="78723" y="28253"/>
                  </a:lnTo>
                  <a:lnTo>
                    <a:pt x="80895" y="29753"/>
                  </a:lnTo>
                  <a:lnTo>
                    <a:pt x="83928" y="31848"/>
                  </a:lnTo>
                  <a:lnTo>
                    <a:pt x="84254" y="32074"/>
                  </a:lnTo>
                  <a:lnTo>
                    <a:pt x="85789" y="33134"/>
                  </a:lnTo>
                  <a:lnTo>
                    <a:pt x="88582" y="34386"/>
                  </a:lnTo>
                  <a:lnTo>
                    <a:pt x="90065" y="34877"/>
                  </a:lnTo>
                  <a:lnTo>
                    <a:pt x="91325" y="35294"/>
                  </a:lnTo>
                  <a:lnTo>
                    <a:pt x="91569" y="35402"/>
                  </a:lnTo>
                  <a:lnTo>
                    <a:pt x="92667" y="35891"/>
                  </a:lnTo>
                  <a:lnTo>
                    <a:pt x="92846" y="35971"/>
                  </a:lnTo>
                  <a:lnTo>
                    <a:pt x="93522" y="36272"/>
                  </a:lnTo>
                  <a:lnTo>
                    <a:pt x="94281" y="36610"/>
                  </a:lnTo>
                  <a:lnTo>
                    <a:pt x="94590" y="36822"/>
                  </a:lnTo>
                  <a:lnTo>
                    <a:pt x="95115" y="37181"/>
                  </a:lnTo>
                  <a:lnTo>
                    <a:pt x="98859" y="39746"/>
                  </a:lnTo>
                  <a:lnTo>
                    <a:pt x="99223" y="39996"/>
                  </a:lnTo>
                  <a:lnTo>
                    <a:pt x="103274" y="42772"/>
                  </a:lnTo>
                  <a:lnTo>
                    <a:pt x="107797" y="45871"/>
                  </a:lnTo>
                  <a:lnTo>
                    <a:pt x="109714" y="47184"/>
                  </a:lnTo>
                  <a:lnTo>
                    <a:pt x="113010" y="49442"/>
                  </a:lnTo>
                  <a:lnTo>
                    <a:pt x="122217" y="557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652422" y="4020489"/>
              <a:ext cx="151291" cy="164986"/>
            </a:xfrm>
            <a:custGeom>
              <a:avLst/>
              <a:pathLst>
                <a:path w="151291" h="164986">
                  <a:moveTo>
                    <a:pt x="83360" y="164986"/>
                  </a:moveTo>
                  <a:lnTo>
                    <a:pt x="82960" y="164644"/>
                  </a:lnTo>
                  <a:lnTo>
                    <a:pt x="76907" y="159457"/>
                  </a:lnTo>
                  <a:lnTo>
                    <a:pt x="74320" y="157241"/>
                  </a:lnTo>
                  <a:lnTo>
                    <a:pt x="72123" y="155433"/>
                  </a:lnTo>
                  <a:lnTo>
                    <a:pt x="62618" y="147609"/>
                  </a:lnTo>
                  <a:lnTo>
                    <a:pt x="62397" y="147424"/>
                  </a:lnTo>
                  <a:lnTo>
                    <a:pt x="55474" y="141628"/>
                  </a:lnTo>
                  <a:lnTo>
                    <a:pt x="52752" y="139516"/>
                  </a:lnTo>
                  <a:lnTo>
                    <a:pt x="53267" y="138826"/>
                  </a:lnTo>
                  <a:lnTo>
                    <a:pt x="52984" y="138626"/>
                  </a:lnTo>
                  <a:lnTo>
                    <a:pt x="43757" y="132127"/>
                  </a:lnTo>
                  <a:lnTo>
                    <a:pt x="35507" y="126131"/>
                  </a:lnTo>
                  <a:lnTo>
                    <a:pt x="27190" y="120087"/>
                  </a:lnTo>
                  <a:lnTo>
                    <a:pt x="27027" y="119969"/>
                  </a:lnTo>
                  <a:lnTo>
                    <a:pt x="18382" y="113686"/>
                  </a:lnTo>
                  <a:lnTo>
                    <a:pt x="18075" y="113464"/>
                  </a:lnTo>
                  <a:lnTo>
                    <a:pt x="12009" y="109055"/>
                  </a:lnTo>
                  <a:lnTo>
                    <a:pt x="11786" y="108893"/>
                  </a:lnTo>
                  <a:lnTo>
                    <a:pt x="11528" y="108705"/>
                  </a:lnTo>
                  <a:lnTo>
                    <a:pt x="3389" y="102790"/>
                  </a:lnTo>
                  <a:lnTo>
                    <a:pt x="3022" y="102524"/>
                  </a:lnTo>
                  <a:lnTo>
                    <a:pt x="2404" y="102075"/>
                  </a:lnTo>
                  <a:lnTo>
                    <a:pt x="0" y="100327"/>
                  </a:lnTo>
                  <a:lnTo>
                    <a:pt x="1278" y="98622"/>
                  </a:lnTo>
                  <a:lnTo>
                    <a:pt x="1608" y="98181"/>
                  </a:lnTo>
                  <a:lnTo>
                    <a:pt x="1720" y="98032"/>
                  </a:lnTo>
                  <a:lnTo>
                    <a:pt x="1889" y="97806"/>
                  </a:lnTo>
                  <a:lnTo>
                    <a:pt x="7226" y="90335"/>
                  </a:lnTo>
                  <a:lnTo>
                    <a:pt x="7464" y="90002"/>
                  </a:lnTo>
                  <a:lnTo>
                    <a:pt x="8616" y="88389"/>
                  </a:lnTo>
                  <a:lnTo>
                    <a:pt x="13974" y="80889"/>
                  </a:lnTo>
                  <a:lnTo>
                    <a:pt x="16655" y="77136"/>
                  </a:lnTo>
                  <a:lnTo>
                    <a:pt x="17219" y="76347"/>
                  </a:lnTo>
                  <a:lnTo>
                    <a:pt x="17641" y="75755"/>
                  </a:lnTo>
                  <a:lnTo>
                    <a:pt x="18093" y="75124"/>
                  </a:lnTo>
                  <a:lnTo>
                    <a:pt x="18827" y="74096"/>
                  </a:lnTo>
                  <a:lnTo>
                    <a:pt x="22492" y="68965"/>
                  </a:lnTo>
                  <a:lnTo>
                    <a:pt x="23146" y="68049"/>
                  </a:lnTo>
                  <a:lnTo>
                    <a:pt x="28933" y="59949"/>
                  </a:lnTo>
                  <a:lnTo>
                    <a:pt x="29196" y="59581"/>
                  </a:lnTo>
                  <a:lnTo>
                    <a:pt x="29918" y="58571"/>
                  </a:lnTo>
                  <a:lnTo>
                    <a:pt x="32656" y="54738"/>
                  </a:lnTo>
                  <a:lnTo>
                    <a:pt x="35451" y="50825"/>
                  </a:lnTo>
                  <a:lnTo>
                    <a:pt x="35825" y="50269"/>
                  </a:lnTo>
                  <a:lnTo>
                    <a:pt x="37191" y="48233"/>
                  </a:lnTo>
                  <a:lnTo>
                    <a:pt x="39187" y="45259"/>
                  </a:lnTo>
                  <a:lnTo>
                    <a:pt x="40449" y="43379"/>
                  </a:lnTo>
                  <a:lnTo>
                    <a:pt x="42066" y="40970"/>
                  </a:lnTo>
                  <a:lnTo>
                    <a:pt x="42164" y="40824"/>
                  </a:lnTo>
                  <a:lnTo>
                    <a:pt x="42351" y="40545"/>
                  </a:lnTo>
                  <a:lnTo>
                    <a:pt x="42474" y="40363"/>
                  </a:lnTo>
                  <a:lnTo>
                    <a:pt x="44002" y="38086"/>
                  </a:lnTo>
                  <a:lnTo>
                    <a:pt x="44481" y="37373"/>
                  </a:lnTo>
                  <a:lnTo>
                    <a:pt x="53159" y="24443"/>
                  </a:lnTo>
                  <a:lnTo>
                    <a:pt x="53884" y="23362"/>
                  </a:lnTo>
                  <a:lnTo>
                    <a:pt x="54716" y="22123"/>
                  </a:lnTo>
                  <a:lnTo>
                    <a:pt x="57241" y="18362"/>
                  </a:lnTo>
                  <a:lnTo>
                    <a:pt x="57634" y="17777"/>
                  </a:lnTo>
                  <a:lnTo>
                    <a:pt x="57872" y="17428"/>
                  </a:lnTo>
                  <a:lnTo>
                    <a:pt x="69824" y="0"/>
                  </a:lnTo>
                  <a:lnTo>
                    <a:pt x="73847" y="2798"/>
                  </a:lnTo>
                  <a:lnTo>
                    <a:pt x="74608" y="3328"/>
                  </a:lnTo>
                  <a:lnTo>
                    <a:pt x="79585" y="6791"/>
                  </a:lnTo>
                  <a:lnTo>
                    <a:pt x="82392" y="8721"/>
                  </a:lnTo>
                  <a:lnTo>
                    <a:pt x="82539" y="8821"/>
                  </a:lnTo>
                  <a:lnTo>
                    <a:pt x="83102" y="9209"/>
                  </a:lnTo>
                  <a:lnTo>
                    <a:pt x="85070" y="10561"/>
                  </a:lnTo>
                  <a:lnTo>
                    <a:pt x="88541" y="12947"/>
                  </a:lnTo>
                  <a:lnTo>
                    <a:pt x="94394" y="16971"/>
                  </a:lnTo>
                  <a:lnTo>
                    <a:pt x="94543" y="17073"/>
                  </a:lnTo>
                  <a:lnTo>
                    <a:pt x="100132" y="20915"/>
                  </a:lnTo>
                  <a:lnTo>
                    <a:pt x="100290" y="21024"/>
                  </a:lnTo>
                  <a:lnTo>
                    <a:pt x="100612" y="21245"/>
                  </a:lnTo>
                  <a:lnTo>
                    <a:pt x="103066" y="22932"/>
                  </a:lnTo>
                  <a:lnTo>
                    <a:pt x="105888" y="24872"/>
                  </a:lnTo>
                  <a:lnTo>
                    <a:pt x="111615" y="28809"/>
                  </a:lnTo>
                  <a:lnTo>
                    <a:pt x="111752" y="28903"/>
                  </a:lnTo>
                  <a:lnTo>
                    <a:pt x="115263" y="31317"/>
                  </a:lnTo>
                  <a:lnTo>
                    <a:pt x="117450" y="32820"/>
                  </a:lnTo>
                  <a:lnTo>
                    <a:pt x="124778" y="37857"/>
                  </a:lnTo>
                  <a:lnTo>
                    <a:pt x="124576" y="38144"/>
                  </a:lnTo>
                  <a:lnTo>
                    <a:pt x="124111" y="38804"/>
                  </a:lnTo>
                  <a:lnTo>
                    <a:pt x="117586" y="48064"/>
                  </a:lnTo>
                  <a:lnTo>
                    <a:pt x="117869" y="48283"/>
                  </a:lnTo>
                  <a:lnTo>
                    <a:pt x="118439" y="48723"/>
                  </a:lnTo>
                  <a:lnTo>
                    <a:pt x="120807" y="50554"/>
                  </a:lnTo>
                  <a:lnTo>
                    <a:pt x="126400" y="54877"/>
                  </a:lnTo>
                  <a:lnTo>
                    <a:pt x="126531" y="54980"/>
                  </a:lnTo>
                  <a:lnTo>
                    <a:pt x="143486" y="68260"/>
                  </a:lnTo>
                  <a:lnTo>
                    <a:pt x="143630" y="68367"/>
                  </a:lnTo>
                  <a:lnTo>
                    <a:pt x="150640" y="73550"/>
                  </a:lnTo>
                  <a:lnTo>
                    <a:pt x="151291" y="74032"/>
                  </a:lnTo>
                  <a:lnTo>
                    <a:pt x="150343" y="75430"/>
                  </a:lnTo>
                  <a:lnTo>
                    <a:pt x="149464" y="76728"/>
                  </a:lnTo>
                  <a:lnTo>
                    <a:pt x="137280" y="94713"/>
                  </a:lnTo>
                  <a:lnTo>
                    <a:pt x="124482" y="113604"/>
                  </a:lnTo>
                  <a:lnTo>
                    <a:pt x="125004" y="113952"/>
                  </a:lnTo>
                  <a:lnTo>
                    <a:pt x="126320" y="114819"/>
                  </a:lnTo>
                  <a:lnTo>
                    <a:pt x="126153" y="115017"/>
                  </a:lnTo>
                  <a:lnTo>
                    <a:pt x="125429" y="115876"/>
                  </a:lnTo>
                  <a:lnTo>
                    <a:pt x="112201" y="131570"/>
                  </a:lnTo>
                  <a:lnTo>
                    <a:pt x="111741" y="132115"/>
                  </a:lnTo>
                  <a:lnTo>
                    <a:pt x="111157" y="132806"/>
                  </a:lnTo>
                  <a:lnTo>
                    <a:pt x="110843" y="133177"/>
                  </a:lnTo>
                  <a:lnTo>
                    <a:pt x="109132" y="135140"/>
                  </a:lnTo>
                  <a:lnTo>
                    <a:pt x="98847" y="146943"/>
                  </a:lnTo>
                  <a:lnTo>
                    <a:pt x="98563" y="147269"/>
                  </a:lnTo>
                  <a:lnTo>
                    <a:pt x="98099" y="147801"/>
                  </a:lnTo>
                  <a:lnTo>
                    <a:pt x="97573" y="148420"/>
                  </a:lnTo>
                  <a:lnTo>
                    <a:pt x="96886" y="149229"/>
                  </a:lnTo>
                  <a:lnTo>
                    <a:pt x="96322" y="149892"/>
                  </a:lnTo>
                  <a:lnTo>
                    <a:pt x="90082" y="157233"/>
                  </a:lnTo>
                  <a:lnTo>
                    <a:pt x="89818" y="157544"/>
                  </a:lnTo>
                  <a:lnTo>
                    <a:pt x="89571" y="157829"/>
                  </a:lnTo>
                  <a:lnTo>
                    <a:pt x="85547" y="162466"/>
                  </a:lnTo>
                  <a:lnTo>
                    <a:pt x="84911" y="163200"/>
                  </a:lnTo>
                  <a:lnTo>
                    <a:pt x="84286" y="163919"/>
                  </a:lnTo>
                  <a:lnTo>
                    <a:pt x="83544" y="1647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528597" y="4326161"/>
              <a:ext cx="303401" cy="330948"/>
            </a:xfrm>
            <a:custGeom>
              <a:avLst/>
              <a:pathLst>
                <a:path w="303401" h="330948">
                  <a:moveTo>
                    <a:pt x="280375" y="106092"/>
                  </a:moveTo>
                  <a:lnTo>
                    <a:pt x="282134" y="106152"/>
                  </a:lnTo>
                  <a:lnTo>
                    <a:pt x="282414" y="106138"/>
                  </a:lnTo>
                  <a:lnTo>
                    <a:pt x="283921" y="106060"/>
                  </a:lnTo>
                  <a:lnTo>
                    <a:pt x="284215" y="106045"/>
                  </a:lnTo>
                  <a:lnTo>
                    <a:pt x="284791" y="106015"/>
                  </a:lnTo>
                  <a:lnTo>
                    <a:pt x="285503" y="106044"/>
                  </a:lnTo>
                  <a:lnTo>
                    <a:pt x="290745" y="106261"/>
                  </a:lnTo>
                  <a:lnTo>
                    <a:pt x="293315" y="106403"/>
                  </a:lnTo>
                  <a:lnTo>
                    <a:pt x="293767" y="106428"/>
                  </a:lnTo>
                  <a:lnTo>
                    <a:pt x="300066" y="106544"/>
                  </a:lnTo>
                  <a:lnTo>
                    <a:pt x="300944" y="106578"/>
                  </a:lnTo>
                  <a:lnTo>
                    <a:pt x="301489" y="106599"/>
                  </a:lnTo>
                  <a:lnTo>
                    <a:pt x="302587" y="106641"/>
                  </a:lnTo>
                  <a:lnTo>
                    <a:pt x="302995" y="106657"/>
                  </a:lnTo>
                  <a:lnTo>
                    <a:pt x="303401" y="106673"/>
                  </a:lnTo>
                  <a:lnTo>
                    <a:pt x="303273" y="115214"/>
                  </a:lnTo>
                  <a:lnTo>
                    <a:pt x="303250" y="115446"/>
                  </a:lnTo>
                  <a:lnTo>
                    <a:pt x="303167" y="116270"/>
                  </a:lnTo>
                  <a:lnTo>
                    <a:pt x="303147" y="116477"/>
                  </a:lnTo>
                  <a:lnTo>
                    <a:pt x="303133" y="116611"/>
                  </a:lnTo>
                  <a:lnTo>
                    <a:pt x="303039" y="117555"/>
                  </a:lnTo>
                  <a:lnTo>
                    <a:pt x="302957" y="118378"/>
                  </a:lnTo>
                  <a:lnTo>
                    <a:pt x="302871" y="119004"/>
                  </a:lnTo>
                  <a:lnTo>
                    <a:pt x="302656" y="120580"/>
                  </a:lnTo>
                  <a:lnTo>
                    <a:pt x="302496" y="121749"/>
                  </a:lnTo>
                  <a:lnTo>
                    <a:pt x="302330" y="122970"/>
                  </a:lnTo>
                  <a:lnTo>
                    <a:pt x="302297" y="123208"/>
                  </a:lnTo>
                  <a:lnTo>
                    <a:pt x="302189" y="123353"/>
                  </a:lnTo>
                  <a:lnTo>
                    <a:pt x="301379" y="124440"/>
                  </a:lnTo>
                  <a:lnTo>
                    <a:pt x="301071" y="124852"/>
                  </a:lnTo>
                  <a:lnTo>
                    <a:pt x="300857" y="125512"/>
                  </a:lnTo>
                  <a:lnTo>
                    <a:pt x="300651" y="126150"/>
                  </a:lnTo>
                  <a:lnTo>
                    <a:pt x="300593" y="126327"/>
                  </a:lnTo>
                  <a:lnTo>
                    <a:pt x="300551" y="126458"/>
                  </a:lnTo>
                  <a:lnTo>
                    <a:pt x="300324" y="127260"/>
                  </a:lnTo>
                  <a:lnTo>
                    <a:pt x="300253" y="127511"/>
                  </a:lnTo>
                  <a:lnTo>
                    <a:pt x="299817" y="129052"/>
                  </a:lnTo>
                  <a:lnTo>
                    <a:pt x="298303" y="134403"/>
                  </a:lnTo>
                  <a:lnTo>
                    <a:pt x="296093" y="131855"/>
                  </a:lnTo>
                  <a:lnTo>
                    <a:pt x="295012" y="130609"/>
                  </a:lnTo>
                  <a:lnTo>
                    <a:pt x="293194" y="128864"/>
                  </a:lnTo>
                  <a:lnTo>
                    <a:pt x="289099" y="126382"/>
                  </a:lnTo>
                  <a:lnTo>
                    <a:pt x="286495" y="130966"/>
                  </a:lnTo>
                  <a:lnTo>
                    <a:pt x="286083" y="131614"/>
                  </a:lnTo>
                  <a:lnTo>
                    <a:pt x="285734" y="132163"/>
                  </a:lnTo>
                  <a:lnTo>
                    <a:pt x="284334" y="134364"/>
                  </a:lnTo>
                  <a:lnTo>
                    <a:pt x="284147" y="134662"/>
                  </a:lnTo>
                  <a:lnTo>
                    <a:pt x="283646" y="135461"/>
                  </a:lnTo>
                  <a:lnTo>
                    <a:pt x="284038" y="136289"/>
                  </a:lnTo>
                  <a:lnTo>
                    <a:pt x="284378" y="137006"/>
                  </a:lnTo>
                  <a:lnTo>
                    <a:pt x="285529" y="138196"/>
                  </a:lnTo>
                  <a:lnTo>
                    <a:pt x="287104" y="139930"/>
                  </a:lnTo>
                  <a:lnTo>
                    <a:pt x="287845" y="141072"/>
                  </a:lnTo>
                  <a:lnTo>
                    <a:pt x="287975" y="142067"/>
                  </a:lnTo>
                  <a:lnTo>
                    <a:pt x="288077" y="143135"/>
                  </a:lnTo>
                  <a:lnTo>
                    <a:pt x="288104" y="143410"/>
                  </a:lnTo>
                  <a:lnTo>
                    <a:pt x="288231" y="144743"/>
                  </a:lnTo>
                  <a:lnTo>
                    <a:pt x="288317" y="145362"/>
                  </a:lnTo>
                  <a:lnTo>
                    <a:pt x="288241" y="145559"/>
                  </a:lnTo>
                  <a:lnTo>
                    <a:pt x="288130" y="145708"/>
                  </a:lnTo>
                  <a:lnTo>
                    <a:pt x="286819" y="147484"/>
                  </a:lnTo>
                  <a:lnTo>
                    <a:pt x="285074" y="150596"/>
                  </a:lnTo>
                  <a:lnTo>
                    <a:pt x="283550" y="153312"/>
                  </a:lnTo>
                  <a:lnTo>
                    <a:pt x="282848" y="155312"/>
                  </a:lnTo>
                  <a:lnTo>
                    <a:pt x="281975" y="156483"/>
                  </a:lnTo>
                  <a:lnTo>
                    <a:pt x="281779" y="156744"/>
                  </a:lnTo>
                  <a:lnTo>
                    <a:pt x="280754" y="158254"/>
                  </a:lnTo>
                  <a:lnTo>
                    <a:pt x="280592" y="158492"/>
                  </a:lnTo>
                  <a:lnTo>
                    <a:pt x="278314" y="161793"/>
                  </a:lnTo>
                  <a:lnTo>
                    <a:pt x="277410" y="163104"/>
                  </a:lnTo>
                  <a:lnTo>
                    <a:pt x="276907" y="164109"/>
                  </a:lnTo>
                  <a:lnTo>
                    <a:pt x="276788" y="164290"/>
                  </a:lnTo>
                  <a:lnTo>
                    <a:pt x="276203" y="165186"/>
                  </a:lnTo>
                  <a:lnTo>
                    <a:pt x="275331" y="166126"/>
                  </a:lnTo>
                  <a:lnTo>
                    <a:pt x="270775" y="166997"/>
                  </a:lnTo>
                  <a:lnTo>
                    <a:pt x="267012" y="167716"/>
                  </a:lnTo>
                  <a:lnTo>
                    <a:pt x="266955" y="162182"/>
                  </a:lnTo>
                  <a:lnTo>
                    <a:pt x="263136" y="163172"/>
                  </a:lnTo>
                  <a:lnTo>
                    <a:pt x="258064" y="168532"/>
                  </a:lnTo>
                  <a:lnTo>
                    <a:pt x="252290" y="174580"/>
                  </a:lnTo>
                  <a:lnTo>
                    <a:pt x="245597" y="167637"/>
                  </a:lnTo>
                  <a:lnTo>
                    <a:pt x="244312" y="168577"/>
                  </a:lnTo>
                  <a:lnTo>
                    <a:pt x="243838" y="168924"/>
                  </a:lnTo>
                  <a:lnTo>
                    <a:pt x="241976" y="170287"/>
                  </a:lnTo>
                  <a:lnTo>
                    <a:pt x="237353" y="163208"/>
                  </a:lnTo>
                  <a:lnTo>
                    <a:pt x="236558" y="161990"/>
                  </a:lnTo>
                  <a:lnTo>
                    <a:pt x="233129" y="156739"/>
                  </a:lnTo>
                  <a:lnTo>
                    <a:pt x="231140" y="153694"/>
                  </a:lnTo>
                  <a:lnTo>
                    <a:pt x="230194" y="153404"/>
                  </a:lnTo>
                  <a:lnTo>
                    <a:pt x="226606" y="152306"/>
                  </a:lnTo>
                  <a:lnTo>
                    <a:pt x="220504" y="150438"/>
                  </a:lnTo>
                  <a:lnTo>
                    <a:pt x="219771" y="150144"/>
                  </a:lnTo>
                  <a:lnTo>
                    <a:pt x="216758" y="148936"/>
                  </a:lnTo>
                  <a:lnTo>
                    <a:pt x="216484" y="148918"/>
                  </a:lnTo>
                  <a:lnTo>
                    <a:pt x="211059" y="148548"/>
                  </a:lnTo>
                  <a:lnTo>
                    <a:pt x="208589" y="160782"/>
                  </a:lnTo>
                  <a:lnTo>
                    <a:pt x="220748" y="177288"/>
                  </a:lnTo>
                  <a:lnTo>
                    <a:pt x="240438" y="181078"/>
                  </a:lnTo>
                  <a:lnTo>
                    <a:pt x="244475" y="195157"/>
                  </a:lnTo>
                  <a:lnTo>
                    <a:pt x="210753" y="200011"/>
                  </a:lnTo>
                  <a:lnTo>
                    <a:pt x="211872" y="180809"/>
                  </a:lnTo>
                  <a:lnTo>
                    <a:pt x="209064" y="173831"/>
                  </a:lnTo>
                  <a:lnTo>
                    <a:pt x="206916" y="171246"/>
                  </a:lnTo>
                  <a:lnTo>
                    <a:pt x="196715" y="159364"/>
                  </a:lnTo>
                  <a:lnTo>
                    <a:pt x="197861" y="174177"/>
                  </a:lnTo>
                  <a:lnTo>
                    <a:pt x="187305" y="185957"/>
                  </a:lnTo>
                  <a:lnTo>
                    <a:pt x="190161" y="206513"/>
                  </a:lnTo>
                  <a:lnTo>
                    <a:pt x="201104" y="209309"/>
                  </a:lnTo>
                  <a:lnTo>
                    <a:pt x="201104" y="215368"/>
                  </a:lnTo>
                  <a:lnTo>
                    <a:pt x="208399" y="219096"/>
                  </a:lnTo>
                  <a:lnTo>
                    <a:pt x="210223" y="234243"/>
                  </a:lnTo>
                  <a:lnTo>
                    <a:pt x="214098" y="244496"/>
                  </a:lnTo>
                  <a:lnTo>
                    <a:pt x="216606" y="252419"/>
                  </a:lnTo>
                  <a:lnTo>
                    <a:pt x="213555" y="257913"/>
                  </a:lnTo>
                  <a:lnTo>
                    <a:pt x="221394" y="271527"/>
                  </a:lnTo>
                  <a:lnTo>
                    <a:pt x="229145" y="274323"/>
                  </a:lnTo>
                  <a:lnTo>
                    <a:pt x="238492" y="275954"/>
                  </a:lnTo>
                  <a:lnTo>
                    <a:pt x="242595" y="281314"/>
                  </a:lnTo>
                  <a:lnTo>
                    <a:pt x="245103" y="289237"/>
                  </a:lnTo>
                  <a:lnTo>
                    <a:pt x="243051" y="296694"/>
                  </a:lnTo>
                  <a:lnTo>
                    <a:pt x="251259" y="303218"/>
                  </a:lnTo>
                  <a:lnTo>
                    <a:pt x="251259" y="307180"/>
                  </a:lnTo>
                  <a:lnTo>
                    <a:pt x="262429" y="313472"/>
                  </a:lnTo>
                  <a:lnTo>
                    <a:pt x="258098" y="323026"/>
                  </a:lnTo>
                  <a:lnTo>
                    <a:pt x="236440" y="311141"/>
                  </a:lnTo>
                  <a:lnTo>
                    <a:pt x="225041" y="330948"/>
                  </a:lnTo>
                  <a:lnTo>
                    <a:pt x="211135" y="323725"/>
                  </a:lnTo>
                  <a:lnTo>
                    <a:pt x="213870" y="316035"/>
                  </a:lnTo>
                  <a:lnTo>
                    <a:pt x="216834" y="309277"/>
                  </a:lnTo>
                  <a:lnTo>
                    <a:pt x="220710" y="302286"/>
                  </a:lnTo>
                  <a:lnTo>
                    <a:pt x="223217" y="297393"/>
                  </a:lnTo>
                  <a:lnTo>
                    <a:pt x="220710" y="294597"/>
                  </a:lnTo>
                  <a:lnTo>
                    <a:pt x="214554" y="294597"/>
                  </a:lnTo>
                  <a:lnTo>
                    <a:pt x="208627" y="294364"/>
                  </a:lnTo>
                  <a:lnTo>
                    <a:pt x="200192" y="291800"/>
                  </a:lnTo>
                  <a:lnTo>
                    <a:pt x="192897" y="287373"/>
                  </a:lnTo>
                  <a:lnTo>
                    <a:pt x="185373" y="282479"/>
                  </a:lnTo>
                  <a:lnTo>
                    <a:pt x="178306" y="275488"/>
                  </a:lnTo>
                  <a:lnTo>
                    <a:pt x="173291" y="263371"/>
                  </a:lnTo>
                  <a:lnTo>
                    <a:pt x="170783" y="257079"/>
                  </a:lnTo>
                  <a:lnTo>
                    <a:pt x="167591" y="251720"/>
                  </a:lnTo>
                  <a:lnTo>
                    <a:pt x="166907" y="244496"/>
                  </a:lnTo>
                  <a:lnTo>
                    <a:pt x="165084" y="239836"/>
                  </a:lnTo>
                  <a:lnTo>
                    <a:pt x="161664" y="233777"/>
                  </a:lnTo>
                  <a:lnTo>
                    <a:pt x="162804" y="226786"/>
                  </a:lnTo>
                  <a:lnTo>
                    <a:pt x="163032" y="220028"/>
                  </a:lnTo>
                  <a:lnTo>
                    <a:pt x="159156" y="210241"/>
                  </a:lnTo>
                  <a:lnTo>
                    <a:pt x="164975" y="186536"/>
                  </a:lnTo>
                  <a:lnTo>
                    <a:pt x="151439" y="174157"/>
                  </a:lnTo>
                  <a:lnTo>
                    <a:pt x="139377" y="175426"/>
                  </a:lnTo>
                  <a:lnTo>
                    <a:pt x="134153" y="178921"/>
                  </a:lnTo>
                  <a:lnTo>
                    <a:pt x="137762" y="192903"/>
                  </a:lnTo>
                  <a:lnTo>
                    <a:pt x="135862" y="197952"/>
                  </a:lnTo>
                  <a:lnTo>
                    <a:pt x="136395" y="204261"/>
                  </a:lnTo>
                  <a:lnTo>
                    <a:pt x="138941" y="203249"/>
                  </a:lnTo>
                  <a:lnTo>
                    <a:pt x="143144" y="209220"/>
                  </a:lnTo>
                  <a:lnTo>
                    <a:pt x="131389" y="215992"/>
                  </a:lnTo>
                  <a:lnTo>
                    <a:pt x="130938" y="214621"/>
                  </a:lnTo>
                  <a:lnTo>
                    <a:pt x="125508" y="199991"/>
                  </a:lnTo>
                  <a:lnTo>
                    <a:pt x="126972" y="196809"/>
                  </a:lnTo>
                  <a:lnTo>
                    <a:pt x="123439" y="196646"/>
                  </a:lnTo>
                  <a:lnTo>
                    <a:pt x="121556" y="194232"/>
                  </a:lnTo>
                  <a:lnTo>
                    <a:pt x="120961" y="193469"/>
                  </a:lnTo>
                  <a:lnTo>
                    <a:pt x="119916" y="190852"/>
                  </a:lnTo>
                  <a:lnTo>
                    <a:pt x="119365" y="189476"/>
                  </a:lnTo>
                  <a:lnTo>
                    <a:pt x="117368" y="182659"/>
                  </a:lnTo>
                  <a:lnTo>
                    <a:pt x="116851" y="182408"/>
                  </a:lnTo>
                  <a:lnTo>
                    <a:pt x="114010" y="180960"/>
                  </a:lnTo>
                  <a:lnTo>
                    <a:pt x="113179" y="179687"/>
                  </a:lnTo>
                  <a:lnTo>
                    <a:pt x="111523" y="178586"/>
                  </a:lnTo>
                  <a:lnTo>
                    <a:pt x="100780" y="167662"/>
                  </a:lnTo>
                  <a:lnTo>
                    <a:pt x="97152" y="165447"/>
                  </a:lnTo>
                  <a:lnTo>
                    <a:pt x="93619" y="163126"/>
                  </a:lnTo>
                  <a:lnTo>
                    <a:pt x="93404" y="163277"/>
                  </a:lnTo>
                  <a:lnTo>
                    <a:pt x="88580" y="159949"/>
                  </a:lnTo>
                  <a:lnTo>
                    <a:pt x="87705" y="159344"/>
                  </a:lnTo>
                  <a:lnTo>
                    <a:pt x="86489" y="158490"/>
                  </a:lnTo>
                  <a:lnTo>
                    <a:pt x="85754" y="157949"/>
                  </a:lnTo>
                  <a:lnTo>
                    <a:pt x="85961" y="157588"/>
                  </a:lnTo>
                  <a:lnTo>
                    <a:pt x="86087" y="157195"/>
                  </a:lnTo>
                  <a:lnTo>
                    <a:pt x="86566" y="155703"/>
                  </a:lnTo>
                  <a:lnTo>
                    <a:pt x="86729" y="155197"/>
                  </a:lnTo>
                  <a:lnTo>
                    <a:pt x="87048" y="154682"/>
                  </a:lnTo>
                  <a:lnTo>
                    <a:pt x="87150" y="154517"/>
                  </a:lnTo>
                  <a:lnTo>
                    <a:pt x="87300" y="154313"/>
                  </a:lnTo>
                  <a:lnTo>
                    <a:pt x="90738" y="149620"/>
                  </a:lnTo>
                  <a:lnTo>
                    <a:pt x="88801" y="148287"/>
                  </a:lnTo>
                  <a:lnTo>
                    <a:pt x="71934" y="136686"/>
                  </a:lnTo>
                  <a:lnTo>
                    <a:pt x="60551" y="128857"/>
                  </a:lnTo>
                  <a:lnTo>
                    <a:pt x="45159" y="118269"/>
                  </a:lnTo>
                  <a:lnTo>
                    <a:pt x="44557" y="117856"/>
                  </a:lnTo>
                  <a:lnTo>
                    <a:pt x="43176" y="116905"/>
                  </a:lnTo>
                  <a:lnTo>
                    <a:pt x="33482" y="110238"/>
                  </a:lnTo>
                  <a:lnTo>
                    <a:pt x="28201" y="106606"/>
                  </a:lnTo>
                  <a:lnTo>
                    <a:pt x="22226" y="102496"/>
                  </a:lnTo>
                  <a:lnTo>
                    <a:pt x="20258" y="101143"/>
                  </a:lnTo>
                  <a:lnTo>
                    <a:pt x="14920" y="97471"/>
                  </a:lnTo>
                  <a:lnTo>
                    <a:pt x="2070" y="88632"/>
                  </a:lnTo>
                  <a:lnTo>
                    <a:pt x="0" y="87083"/>
                  </a:lnTo>
                  <a:lnTo>
                    <a:pt x="726" y="86019"/>
                  </a:lnTo>
                  <a:lnTo>
                    <a:pt x="892" y="85776"/>
                  </a:lnTo>
                  <a:lnTo>
                    <a:pt x="1501" y="84885"/>
                  </a:lnTo>
                  <a:lnTo>
                    <a:pt x="1704" y="84587"/>
                  </a:lnTo>
                  <a:lnTo>
                    <a:pt x="2066" y="84057"/>
                  </a:lnTo>
                  <a:lnTo>
                    <a:pt x="3307" y="82240"/>
                  </a:lnTo>
                  <a:lnTo>
                    <a:pt x="4901" y="79905"/>
                  </a:lnTo>
                  <a:lnTo>
                    <a:pt x="5418" y="79148"/>
                  </a:lnTo>
                  <a:lnTo>
                    <a:pt x="7956" y="75431"/>
                  </a:lnTo>
                  <a:lnTo>
                    <a:pt x="9453" y="73238"/>
                  </a:lnTo>
                  <a:lnTo>
                    <a:pt x="10224" y="72110"/>
                  </a:lnTo>
                  <a:lnTo>
                    <a:pt x="12997" y="68049"/>
                  </a:lnTo>
                  <a:lnTo>
                    <a:pt x="15051" y="65041"/>
                  </a:lnTo>
                  <a:lnTo>
                    <a:pt x="15443" y="64467"/>
                  </a:lnTo>
                  <a:lnTo>
                    <a:pt x="15776" y="64021"/>
                  </a:lnTo>
                  <a:lnTo>
                    <a:pt x="18157" y="60830"/>
                  </a:lnTo>
                  <a:lnTo>
                    <a:pt x="19054" y="59628"/>
                  </a:lnTo>
                  <a:lnTo>
                    <a:pt x="19581" y="58857"/>
                  </a:lnTo>
                  <a:lnTo>
                    <a:pt x="21644" y="55843"/>
                  </a:lnTo>
                  <a:lnTo>
                    <a:pt x="21765" y="55666"/>
                  </a:lnTo>
                  <a:lnTo>
                    <a:pt x="22458" y="54653"/>
                  </a:lnTo>
                  <a:lnTo>
                    <a:pt x="23463" y="53185"/>
                  </a:lnTo>
                  <a:lnTo>
                    <a:pt x="25178" y="50597"/>
                  </a:lnTo>
                  <a:lnTo>
                    <a:pt x="25799" y="49660"/>
                  </a:lnTo>
                  <a:lnTo>
                    <a:pt x="26678" y="48334"/>
                  </a:lnTo>
                  <a:lnTo>
                    <a:pt x="28252" y="45959"/>
                  </a:lnTo>
                  <a:lnTo>
                    <a:pt x="29932" y="43423"/>
                  </a:lnTo>
                  <a:lnTo>
                    <a:pt x="30594" y="42425"/>
                  </a:lnTo>
                  <a:lnTo>
                    <a:pt x="31179" y="41662"/>
                  </a:lnTo>
                  <a:lnTo>
                    <a:pt x="33818" y="38222"/>
                  </a:lnTo>
                  <a:lnTo>
                    <a:pt x="35728" y="35555"/>
                  </a:lnTo>
                  <a:lnTo>
                    <a:pt x="36416" y="34594"/>
                  </a:lnTo>
                  <a:lnTo>
                    <a:pt x="36931" y="33875"/>
                  </a:lnTo>
                  <a:lnTo>
                    <a:pt x="37211" y="33483"/>
                  </a:lnTo>
                  <a:lnTo>
                    <a:pt x="38311" y="32099"/>
                  </a:lnTo>
                  <a:lnTo>
                    <a:pt x="39221" y="30952"/>
                  </a:lnTo>
                  <a:lnTo>
                    <a:pt x="40784" y="28983"/>
                  </a:lnTo>
                  <a:lnTo>
                    <a:pt x="46194" y="21767"/>
                  </a:lnTo>
                  <a:lnTo>
                    <a:pt x="46400" y="21541"/>
                  </a:lnTo>
                  <a:lnTo>
                    <a:pt x="46559" y="21367"/>
                  </a:lnTo>
                  <a:lnTo>
                    <a:pt x="47599" y="20226"/>
                  </a:lnTo>
                  <a:lnTo>
                    <a:pt x="47963" y="19826"/>
                  </a:lnTo>
                  <a:lnTo>
                    <a:pt x="48151" y="19620"/>
                  </a:lnTo>
                  <a:lnTo>
                    <a:pt x="48270" y="19490"/>
                  </a:lnTo>
                  <a:lnTo>
                    <a:pt x="48484" y="19275"/>
                  </a:lnTo>
                  <a:lnTo>
                    <a:pt x="48759" y="18999"/>
                  </a:lnTo>
                  <a:lnTo>
                    <a:pt x="50431" y="17321"/>
                  </a:lnTo>
                  <a:lnTo>
                    <a:pt x="51922" y="15825"/>
                  </a:lnTo>
                  <a:lnTo>
                    <a:pt x="52248" y="15498"/>
                  </a:lnTo>
                  <a:lnTo>
                    <a:pt x="60805" y="7233"/>
                  </a:lnTo>
                  <a:lnTo>
                    <a:pt x="62701" y="6066"/>
                  </a:lnTo>
                  <a:lnTo>
                    <a:pt x="64352" y="5050"/>
                  </a:lnTo>
                  <a:lnTo>
                    <a:pt x="65332" y="4462"/>
                  </a:lnTo>
                  <a:lnTo>
                    <a:pt x="66164" y="4073"/>
                  </a:lnTo>
                  <a:lnTo>
                    <a:pt x="68742" y="2866"/>
                  </a:lnTo>
                  <a:lnTo>
                    <a:pt x="69131" y="2684"/>
                  </a:lnTo>
                  <a:lnTo>
                    <a:pt x="74863" y="0"/>
                  </a:lnTo>
                  <a:lnTo>
                    <a:pt x="75737" y="2288"/>
                  </a:lnTo>
                  <a:lnTo>
                    <a:pt x="76214" y="3536"/>
                  </a:lnTo>
                  <a:lnTo>
                    <a:pt x="76979" y="5538"/>
                  </a:lnTo>
                  <a:lnTo>
                    <a:pt x="77085" y="5817"/>
                  </a:lnTo>
                  <a:lnTo>
                    <a:pt x="77490" y="6876"/>
                  </a:lnTo>
                  <a:lnTo>
                    <a:pt x="78086" y="7853"/>
                  </a:lnTo>
                  <a:lnTo>
                    <a:pt x="78300" y="8367"/>
                  </a:lnTo>
                  <a:lnTo>
                    <a:pt x="83819" y="21648"/>
                  </a:lnTo>
                  <a:lnTo>
                    <a:pt x="84089" y="22297"/>
                  </a:lnTo>
                  <a:lnTo>
                    <a:pt x="88203" y="32197"/>
                  </a:lnTo>
                  <a:lnTo>
                    <a:pt x="89510" y="35193"/>
                  </a:lnTo>
                  <a:lnTo>
                    <a:pt x="90130" y="36614"/>
                  </a:lnTo>
                  <a:lnTo>
                    <a:pt x="90625" y="37623"/>
                  </a:lnTo>
                  <a:lnTo>
                    <a:pt x="92847" y="42152"/>
                  </a:lnTo>
                  <a:lnTo>
                    <a:pt x="93627" y="43390"/>
                  </a:lnTo>
                  <a:lnTo>
                    <a:pt x="94645" y="45006"/>
                  </a:lnTo>
                  <a:lnTo>
                    <a:pt x="94887" y="45389"/>
                  </a:lnTo>
                  <a:lnTo>
                    <a:pt x="95030" y="45617"/>
                  </a:lnTo>
                  <a:lnTo>
                    <a:pt x="96202" y="46931"/>
                  </a:lnTo>
                  <a:lnTo>
                    <a:pt x="98266" y="49247"/>
                  </a:lnTo>
                  <a:lnTo>
                    <a:pt x="98449" y="49453"/>
                  </a:lnTo>
                  <a:lnTo>
                    <a:pt x="99135" y="50222"/>
                  </a:lnTo>
                  <a:lnTo>
                    <a:pt x="99989" y="50884"/>
                  </a:lnTo>
                  <a:lnTo>
                    <a:pt x="101703" y="52213"/>
                  </a:lnTo>
                  <a:lnTo>
                    <a:pt x="104400" y="54305"/>
                  </a:lnTo>
                  <a:lnTo>
                    <a:pt x="105693" y="55132"/>
                  </a:lnTo>
                  <a:lnTo>
                    <a:pt x="107638" y="56377"/>
                  </a:lnTo>
                  <a:lnTo>
                    <a:pt x="112944" y="58572"/>
                  </a:lnTo>
                  <a:lnTo>
                    <a:pt x="114738" y="59053"/>
                  </a:lnTo>
                  <a:lnTo>
                    <a:pt x="116003" y="59392"/>
                  </a:lnTo>
                  <a:lnTo>
                    <a:pt x="118578" y="60083"/>
                  </a:lnTo>
                  <a:lnTo>
                    <a:pt x="119904" y="60215"/>
                  </a:lnTo>
                  <a:lnTo>
                    <a:pt x="121013" y="60325"/>
                  </a:lnTo>
                  <a:lnTo>
                    <a:pt x="121477" y="60371"/>
                  </a:lnTo>
                  <a:lnTo>
                    <a:pt x="121854" y="60408"/>
                  </a:lnTo>
                  <a:lnTo>
                    <a:pt x="122232" y="60446"/>
                  </a:lnTo>
                  <a:lnTo>
                    <a:pt x="123077" y="60493"/>
                  </a:lnTo>
                  <a:lnTo>
                    <a:pt x="123432" y="60513"/>
                  </a:lnTo>
                  <a:lnTo>
                    <a:pt x="124193" y="60556"/>
                  </a:lnTo>
                  <a:lnTo>
                    <a:pt x="124581" y="60578"/>
                  </a:lnTo>
                  <a:lnTo>
                    <a:pt x="125568" y="60633"/>
                  </a:lnTo>
                  <a:lnTo>
                    <a:pt x="127103" y="60720"/>
                  </a:lnTo>
                  <a:lnTo>
                    <a:pt x="129236" y="60882"/>
                  </a:lnTo>
                  <a:lnTo>
                    <a:pt x="129450" y="60899"/>
                  </a:lnTo>
                  <a:lnTo>
                    <a:pt x="130450" y="60975"/>
                  </a:lnTo>
                  <a:lnTo>
                    <a:pt x="133780" y="61229"/>
                  </a:lnTo>
                  <a:lnTo>
                    <a:pt x="136015" y="61399"/>
                  </a:lnTo>
                  <a:lnTo>
                    <a:pt x="136809" y="61473"/>
                  </a:lnTo>
                  <a:lnTo>
                    <a:pt x="137132" y="61502"/>
                  </a:lnTo>
                  <a:lnTo>
                    <a:pt x="139860" y="61754"/>
                  </a:lnTo>
                  <a:lnTo>
                    <a:pt x="140623" y="61825"/>
                  </a:lnTo>
                  <a:lnTo>
                    <a:pt x="140834" y="61844"/>
                  </a:lnTo>
                  <a:lnTo>
                    <a:pt x="142218" y="61972"/>
                  </a:lnTo>
                  <a:lnTo>
                    <a:pt x="144269" y="62161"/>
                  </a:lnTo>
                  <a:lnTo>
                    <a:pt x="146113" y="62331"/>
                  </a:lnTo>
                  <a:lnTo>
                    <a:pt x="147606" y="62469"/>
                  </a:lnTo>
                  <a:lnTo>
                    <a:pt x="149017" y="62599"/>
                  </a:lnTo>
                  <a:lnTo>
                    <a:pt x="149408" y="62635"/>
                  </a:lnTo>
                  <a:lnTo>
                    <a:pt x="150374" y="62725"/>
                  </a:lnTo>
                  <a:lnTo>
                    <a:pt x="150910" y="62774"/>
                  </a:lnTo>
                  <a:lnTo>
                    <a:pt x="151912" y="62867"/>
                  </a:lnTo>
                  <a:lnTo>
                    <a:pt x="152607" y="62931"/>
                  </a:lnTo>
                  <a:lnTo>
                    <a:pt x="152791" y="62948"/>
                  </a:lnTo>
                  <a:lnTo>
                    <a:pt x="153546" y="62993"/>
                  </a:lnTo>
                  <a:lnTo>
                    <a:pt x="154122" y="63028"/>
                  </a:lnTo>
                  <a:lnTo>
                    <a:pt x="154448" y="63047"/>
                  </a:lnTo>
                  <a:lnTo>
                    <a:pt x="154659" y="63060"/>
                  </a:lnTo>
                  <a:lnTo>
                    <a:pt x="156587" y="63265"/>
                  </a:lnTo>
                  <a:lnTo>
                    <a:pt x="157557" y="63369"/>
                  </a:lnTo>
                  <a:lnTo>
                    <a:pt x="158358" y="63459"/>
                  </a:lnTo>
                  <a:lnTo>
                    <a:pt x="159241" y="63587"/>
                  </a:lnTo>
                  <a:lnTo>
                    <a:pt x="160049" y="63704"/>
                  </a:lnTo>
                  <a:lnTo>
                    <a:pt x="161036" y="63782"/>
                  </a:lnTo>
                  <a:lnTo>
                    <a:pt x="161995" y="63858"/>
                  </a:lnTo>
                  <a:lnTo>
                    <a:pt x="162313" y="63899"/>
                  </a:lnTo>
                  <a:lnTo>
                    <a:pt x="163342" y="64030"/>
                  </a:lnTo>
                  <a:lnTo>
                    <a:pt x="164010" y="64115"/>
                  </a:lnTo>
                  <a:lnTo>
                    <a:pt x="164868" y="64224"/>
                  </a:lnTo>
                  <a:lnTo>
                    <a:pt x="165596" y="64317"/>
                  </a:lnTo>
                  <a:lnTo>
                    <a:pt x="166414" y="64421"/>
                  </a:lnTo>
                  <a:lnTo>
                    <a:pt x="167002" y="64526"/>
                  </a:lnTo>
                  <a:lnTo>
                    <a:pt x="167905" y="64687"/>
                  </a:lnTo>
                  <a:lnTo>
                    <a:pt x="168207" y="64819"/>
                  </a:lnTo>
                  <a:lnTo>
                    <a:pt x="169683" y="65466"/>
                  </a:lnTo>
                  <a:lnTo>
                    <a:pt x="170948" y="66400"/>
                  </a:lnTo>
                  <a:lnTo>
                    <a:pt x="171109" y="66518"/>
                  </a:lnTo>
                  <a:lnTo>
                    <a:pt x="171821" y="67044"/>
                  </a:lnTo>
                  <a:lnTo>
                    <a:pt x="173179" y="68184"/>
                  </a:lnTo>
                  <a:lnTo>
                    <a:pt x="176737" y="71171"/>
                  </a:lnTo>
                  <a:lnTo>
                    <a:pt x="177019" y="71418"/>
                  </a:lnTo>
                  <a:lnTo>
                    <a:pt x="179158" y="73295"/>
                  </a:lnTo>
                  <a:lnTo>
                    <a:pt x="179352" y="73465"/>
                  </a:lnTo>
                  <a:lnTo>
                    <a:pt x="181588" y="75426"/>
                  </a:lnTo>
                  <a:lnTo>
                    <a:pt x="182175" y="75941"/>
                  </a:lnTo>
                  <a:lnTo>
                    <a:pt x="182685" y="76389"/>
                  </a:lnTo>
                  <a:lnTo>
                    <a:pt x="183992" y="77495"/>
                  </a:lnTo>
                  <a:lnTo>
                    <a:pt x="184178" y="77652"/>
                  </a:lnTo>
                  <a:lnTo>
                    <a:pt x="184698" y="78092"/>
                  </a:lnTo>
                  <a:lnTo>
                    <a:pt x="184961" y="78314"/>
                  </a:lnTo>
                  <a:lnTo>
                    <a:pt x="186758" y="79930"/>
                  </a:lnTo>
                  <a:lnTo>
                    <a:pt x="189638" y="81900"/>
                  </a:lnTo>
                  <a:lnTo>
                    <a:pt x="190389" y="82271"/>
                  </a:lnTo>
                  <a:lnTo>
                    <a:pt x="190624" y="82387"/>
                  </a:lnTo>
                  <a:lnTo>
                    <a:pt x="191174" y="82660"/>
                  </a:lnTo>
                  <a:lnTo>
                    <a:pt x="191644" y="82905"/>
                  </a:lnTo>
                  <a:lnTo>
                    <a:pt x="191933" y="83056"/>
                  </a:lnTo>
                  <a:lnTo>
                    <a:pt x="192671" y="83442"/>
                  </a:lnTo>
                  <a:lnTo>
                    <a:pt x="193682" y="83971"/>
                  </a:lnTo>
                  <a:lnTo>
                    <a:pt x="194479" y="84387"/>
                  </a:lnTo>
                  <a:lnTo>
                    <a:pt x="194648" y="84475"/>
                  </a:lnTo>
                  <a:lnTo>
                    <a:pt x="198105" y="85802"/>
                  </a:lnTo>
                  <a:lnTo>
                    <a:pt x="203836" y="87742"/>
                  </a:lnTo>
                  <a:lnTo>
                    <a:pt x="204509" y="87819"/>
                  </a:lnTo>
                  <a:lnTo>
                    <a:pt x="204834" y="87856"/>
                  </a:lnTo>
                  <a:lnTo>
                    <a:pt x="206888" y="88092"/>
                  </a:lnTo>
                  <a:lnTo>
                    <a:pt x="210637" y="88346"/>
                  </a:lnTo>
                  <a:lnTo>
                    <a:pt x="217745" y="88828"/>
                  </a:lnTo>
                  <a:lnTo>
                    <a:pt x="220017" y="89035"/>
                  </a:lnTo>
                  <a:lnTo>
                    <a:pt x="220672" y="89095"/>
                  </a:lnTo>
                  <a:lnTo>
                    <a:pt x="222309" y="89841"/>
                  </a:lnTo>
                  <a:lnTo>
                    <a:pt x="231351" y="93959"/>
                  </a:lnTo>
                  <a:lnTo>
                    <a:pt x="232437" y="94453"/>
                  </a:lnTo>
                  <a:lnTo>
                    <a:pt x="236335" y="96485"/>
                  </a:lnTo>
                  <a:lnTo>
                    <a:pt x="236672" y="96661"/>
                  </a:lnTo>
                  <a:lnTo>
                    <a:pt x="238155" y="97435"/>
                  </a:lnTo>
                  <a:lnTo>
                    <a:pt x="238611" y="97672"/>
                  </a:lnTo>
                  <a:lnTo>
                    <a:pt x="239026" y="97867"/>
                  </a:lnTo>
                  <a:lnTo>
                    <a:pt x="242954" y="99705"/>
                  </a:lnTo>
                  <a:lnTo>
                    <a:pt x="243407" y="99917"/>
                  </a:lnTo>
                  <a:lnTo>
                    <a:pt x="245947" y="101106"/>
                  </a:lnTo>
                  <a:lnTo>
                    <a:pt x="246363" y="101301"/>
                  </a:lnTo>
                  <a:lnTo>
                    <a:pt x="248046" y="102089"/>
                  </a:lnTo>
                  <a:lnTo>
                    <a:pt x="248907" y="102492"/>
                  </a:lnTo>
                  <a:lnTo>
                    <a:pt x="253298" y="104547"/>
                  </a:lnTo>
                  <a:lnTo>
                    <a:pt x="253875" y="104583"/>
                  </a:lnTo>
                  <a:lnTo>
                    <a:pt x="254701" y="104635"/>
                  </a:lnTo>
                  <a:lnTo>
                    <a:pt x="264126" y="105217"/>
                  </a:lnTo>
                  <a:lnTo>
                    <a:pt x="266969" y="105393"/>
                  </a:lnTo>
                  <a:lnTo>
                    <a:pt x="274747" y="105874"/>
                  </a:lnTo>
                  <a:lnTo>
                    <a:pt x="275044" y="105892"/>
                  </a:lnTo>
                  <a:lnTo>
                    <a:pt x="275763" y="105935"/>
                  </a:lnTo>
                  <a:lnTo>
                    <a:pt x="275992" y="105943"/>
                  </a:lnTo>
                  <a:lnTo>
                    <a:pt x="276683" y="105966"/>
                  </a:lnTo>
                  <a:lnTo>
                    <a:pt x="277692" y="106001"/>
                  </a:lnTo>
                  <a:lnTo>
                    <a:pt x="278789" y="106038"/>
                  </a:lnTo>
                  <a:lnTo>
                    <a:pt x="280140" y="1060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87388" y="4478451"/>
              <a:ext cx="109436" cy="94747"/>
            </a:xfrm>
            <a:custGeom>
              <a:avLst/>
              <a:pathLst>
                <a:path w="109436" h="94747">
                  <a:moveTo>
                    <a:pt x="82601" y="8297"/>
                  </a:moveTo>
                  <a:lnTo>
                    <a:pt x="84197" y="14239"/>
                  </a:lnTo>
                  <a:lnTo>
                    <a:pt x="86546" y="11875"/>
                  </a:lnTo>
                  <a:lnTo>
                    <a:pt x="91450" y="6942"/>
                  </a:lnTo>
                  <a:lnTo>
                    <a:pt x="91941" y="7314"/>
                  </a:lnTo>
                  <a:lnTo>
                    <a:pt x="92183" y="7463"/>
                  </a:lnTo>
                  <a:lnTo>
                    <a:pt x="92553" y="7622"/>
                  </a:lnTo>
                  <a:lnTo>
                    <a:pt x="95957" y="9083"/>
                  </a:lnTo>
                  <a:lnTo>
                    <a:pt x="96989" y="9440"/>
                  </a:lnTo>
                  <a:lnTo>
                    <a:pt x="98942" y="10113"/>
                  </a:lnTo>
                  <a:lnTo>
                    <a:pt x="99430" y="10281"/>
                  </a:lnTo>
                  <a:lnTo>
                    <a:pt x="101994" y="11164"/>
                  </a:lnTo>
                  <a:lnTo>
                    <a:pt x="102145" y="11216"/>
                  </a:lnTo>
                  <a:lnTo>
                    <a:pt x="101713" y="13303"/>
                  </a:lnTo>
                  <a:lnTo>
                    <a:pt x="103274" y="14016"/>
                  </a:lnTo>
                  <a:lnTo>
                    <a:pt x="99823" y="21723"/>
                  </a:lnTo>
                  <a:lnTo>
                    <a:pt x="96784" y="26810"/>
                  </a:lnTo>
                  <a:lnTo>
                    <a:pt x="109436" y="35860"/>
                  </a:lnTo>
                  <a:lnTo>
                    <a:pt x="100298" y="50929"/>
                  </a:lnTo>
                  <a:lnTo>
                    <a:pt x="89469" y="58356"/>
                  </a:lnTo>
                  <a:lnTo>
                    <a:pt x="67669" y="41753"/>
                  </a:lnTo>
                  <a:lnTo>
                    <a:pt x="67099" y="30248"/>
                  </a:lnTo>
                  <a:lnTo>
                    <a:pt x="66957" y="29374"/>
                  </a:lnTo>
                  <a:lnTo>
                    <a:pt x="62397" y="31413"/>
                  </a:lnTo>
                  <a:lnTo>
                    <a:pt x="62777" y="35928"/>
                  </a:lnTo>
                  <a:lnTo>
                    <a:pt x="61637" y="39957"/>
                  </a:lnTo>
                  <a:lnTo>
                    <a:pt x="60735" y="46948"/>
                  </a:lnTo>
                  <a:lnTo>
                    <a:pt x="57695" y="50637"/>
                  </a:lnTo>
                  <a:lnTo>
                    <a:pt x="58265" y="59376"/>
                  </a:lnTo>
                  <a:lnTo>
                    <a:pt x="60782" y="65493"/>
                  </a:lnTo>
                  <a:lnTo>
                    <a:pt x="59120" y="71998"/>
                  </a:lnTo>
                  <a:lnTo>
                    <a:pt x="54038" y="78406"/>
                  </a:lnTo>
                  <a:lnTo>
                    <a:pt x="42544" y="87824"/>
                  </a:lnTo>
                  <a:lnTo>
                    <a:pt x="36921" y="90766"/>
                  </a:lnTo>
                  <a:lnTo>
                    <a:pt x="34451" y="94747"/>
                  </a:lnTo>
                  <a:lnTo>
                    <a:pt x="26567" y="86882"/>
                  </a:lnTo>
                  <a:lnTo>
                    <a:pt x="22007" y="82805"/>
                  </a:lnTo>
                  <a:lnTo>
                    <a:pt x="13743" y="85038"/>
                  </a:lnTo>
                  <a:lnTo>
                    <a:pt x="12319" y="77367"/>
                  </a:lnTo>
                  <a:lnTo>
                    <a:pt x="17258" y="73581"/>
                  </a:lnTo>
                  <a:lnTo>
                    <a:pt x="15738" y="69503"/>
                  </a:lnTo>
                  <a:lnTo>
                    <a:pt x="11939" y="72513"/>
                  </a:lnTo>
                  <a:lnTo>
                    <a:pt x="5669" y="65425"/>
                  </a:lnTo>
                  <a:lnTo>
                    <a:pt x="9184" y="62318"/>
                  </a:lnTo>
                  <a:lnTo>
                    <a:pt x="5577" y="57690"/>
                  </a:lnTo>
                  <a:lnTo>
                    <a:pt x="10154" y="53812"/>
                  </a:lnTo>
                  <a:lnTo>
                    <a:pt x="7189" y="47657"/>
                  </a:lnTo>
                  <a:lnTo>
                    <a:pt x="4339" y="36976"/>
                  </a:lnTo>
                  <a:lnTo>
                    <a:pt x="920" y="35034"/>
                  </a:lnTo>
                  <a:lnTo>
                    <a:pt x="0" y="30331"/>
                  </a:lnTo>
                  <a:lnTo>
                    <a:pt x="3318" y="28767"/>
                  </a:lnTo>
                  <a:lnTo>
                    <a:pt x="3678" y="26963"/>
                  </a:lnTo>
                  <a:lnTo>
                    <a:pt x="4002" y="25330"/>
                  </a:lnTo>
                  <a:lnTo>
                    <a:pt x="6510" y="24806"/>
                  </a:lnTo>
                  <a:lnTo>
                    <a:pt x="7053" y="24268"/>
                  </a:lnTo>
                  <a:lnTo>
                    <a:pt x="12210" y="19155"/>
                  </a:lnTo>
                  <a:lnTo>
                    <a:pt x="12153" y="17116"/>
                  </a:lnTo>
                  <a:lnTo>
                    <a:pt x="12001" y="14704"/>
                  </a:lnTo>
                  <a:lnTo>
                    <a:pt x="16539" y="13837"/>
                  </a:lnTo>
                  <a:lnTo>
                    <a:pt x="17411" y="12896"/>
                  </a:lnTo>
                  <a:lnTo>
                    <a:pt x="17996" y="12001"/>
                  </a:lnTo>
                  <a:lnTo>
                    <a:pt x="18115" y="11820"/>
                  </a:lnTo>
                  <a:lnTo>
                    <a:pt x="19987" y="12588"/>
                  </a:lnTo>
                  <a:lnTo>
                    <a:pt x="20223" y="12708"/>
                  </a:lnTo>
                  <a:lnTo>
                    <a:pt x="20563" y="12882"/>
                  </a:lnTo>
                  <a:lnTo>
                    <a:pt x="21585" y="13406"/>
                  </a:lnTo>
                  <a:lnTo>
                    <a:pt x="22411" y="13932"/>
                  </a:lnTo>
                  <a:lnTo>
                    <a:pt x="35028" y="25435"/>
                  </a:lnTo>
                  <a:lnTo>
                    <a:pt x="36020" y="26270"/>
                  </a:lnTo>
                  <a:lnTo>
                    <a:pt x="41517" y="30655"/>
                  </a:lnTo>
                  <a:lnTo>
                    <a:pt x="42384" y="31479"/>
                  </a:lnTo>
                  <a:lnTo>
                    <a:pt x="42980" y="32056"/>
                  </a:lnTo>
                  <a:lnTo>
                    <a:pt x="45473" y="29422"/>
                  </a:lnTo>
                  <a:lnTo>
                    <a:pt x="47933" y="26641"/>
                  </a:lnTo>
                  <a:lnTo>
                    <a:pt x="48264" y="26381"/>
                  </a:lnTo>
                  <a:lnTo>
                    <a:pt x="48722" y="26021"/>
                  </a:lnTo>
                  <a:lnTo>
                    <a:pt x="48971" y="25784"/>
                  </a:lnTo>
                  <a:lnTo>
                    <a:pt x="50607" y="24225"/>
                  </a:lnTo>
                  <a:lnTo>
                    <a:pt x="53656" y="21113"/>
                  </a:lnTo>
                  <a:lnTo>
                    <a:pt x="55937" y="19169"/>
                  </a:lnTo>
                  <a:lnTo>
                    <a:pt x="57239" y="17772"/>
                  </a:lnTo>
                  <a:lnTo>
                    <a:pt x="58254" y="16373"/>
                  </a:lnTo>
                  <a:lnTo>
                    <a:pt x="59286" y="17013"/>
                  </a:lnTo>
                  <a:lnTo>
                    <a:pt x="59708" y="17293"/>
                  </a:lnTo>
                  <a:lnTo>
                    <a:pt x="61802" y="18565"/>
                  </a:lnTo>
                  <a:lnTo>
                    <a:pt x="63236" y="19545"/>
                  </a:lnTo>
                  <a:lnTo>
                    <a:pt x="64773" y="17302"/>
                  </a:lnTo>
                  <a:lnTo>
                    <a:pt x="65564" y="16147"/>
                  </a:lnTo>
                  <a:lnTo>
                    <a:pt x="66656" y="16924"/>
                  </a:lnTo>
                  <a:lnTo>
                    <a:pt x="67463" y="16099"/>
                  </a:lnTo>
                  <a:lnTo>
                    <a:pt x="70285" y="17920"/>
                  </a:lnTo>
                  <a:lnTo>
                    <a:pt x="74853" y="12845"/>
                  </a:lnTo>
                  <a:lnTo>
                    <a:pt x="74760" y="11842"/>
                  </a:lnTo>
                  <a:lnTo>
                    <a:pt x="74738" y="11613"/>
                  </a:lnTo>
                  <a:lnTo>
                    <a:pt x="70793" y="7814"/>
                  </a:lnTo>
                  <a:lnTo>
                    <a:pt x="72398" y="5510"/>
                  </a:lnTo>
                  <a:lnTo>
                    <a:pt x="73253" y="3432"/>
                  </a:lnTo>
                  <a:lnTo>
                    <a:pt x="73374" y="3159"/>
                  </a:lnTo>
                  <a:lnTo>
                    <a:pt x="73764" y="2277"/>
                  </a:lnTo>
                  <a:lnTo>
                    <a:pt x="74773" y="0"/>
                  </a:lnTo>
                  <a:lnTo>
                    <a:pt x="81541" y="270"/>
                  </a:lnTo>
                  <a:lnTo>
                    <a:pt x="82618" y="505"/>
                  </a:lnTo>
                  <a:lnTo>
                    <a:pt x="82898" y="623"/>
                  </a:lnTo>
                  <a:lnTo>
                    <a:pt x="82691" y="3222"/>
                  </a:lnTo>
                  <a:lnTo>
                    <a:pt x="82525" y="5191"/>
                  </a:lnTo>
                  <a:lnTo>
                    <a:pt x="82511" y="5776"/>
                  </a:lnTo>
                  <a:lnTo>
                    <a:pt x="82493" y="6569"/>
                  </a:lnTo>
                  <a:lnTo>
                    <a:pt x="82487" y="6821"/>
                  </a:lnTo>
                  <a:lnTo>
                    <a:pt x="82531" y="7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354786" y="4304727"/>
              <a:ext cx="305199" cy="264392"/>
            </a:xfrm>
            <a:custGeom>
              <a:avLst/>
              <a:pathLst>
                <a:path w="305199" h="264392">
                  <a:moveTo>
                    <a:pt x="262391" y="181383"/>
                  </a:moveTo>
                  <a:lnTo>
                    <a:pt x="267214" y="184711"/>
                  </a:lnTo>
                  <a:lnTo>
                    <a:pt x="267429" y="184561"/>
                  </a:lnTo>
                  <a:lnTo>
                    <a:pt x="270962" y="186881"/>
                  </a:lnTo>
                  <a:lnTo>
                    <a:pt x="274591" y="189097"/>
                  </a:lnTo>
                  <a:lnTo>
                    <a:pt x="285333" y="200021"/>
                  </a:lnTo>
                  <a:lnTo>
                    <a:pt x="286990" y="201121"/>
                  </a:lnTo>
                  <a:lnTo>
                    <a:pt x="287884" y="202492"/>
                  </a:lnTo>
                  <a:lnTo>
                    <a:pt x="290661" y="203842"/>
                  </a:lnTo>
                  <a:lnTo>
                    <a:pt x="291178" y="204094"/>
                  </a:lnTo>
                  <a:lnTo>
                    <a:pt x="293176" y="210911"/>
                  </a:lnTo>
                  <a:lnTo>
                    <a:pt x="293726" y="212287"/>
                  </a:lnTo>
                  <a:lnTo>
                    <a:pt x="294844" y="214996"/>
                  </a:lnTo>
                  <a:lnTo>
                    <a:pt x="295367" y="215666"/>
                  </a:lnTo>
                  <a:lnTo>
                    <a:pt x="297249" y="218080"/>
                  </a:lnTo>
                  <a:lnTo>
                    <a:pt x="300783" y="218243"/>
                  </a:lnTo>
                  <a:lnTo>
                    <a:pt x="299319" y="221425"/>
                  </a:lnTo>
                  <a:lnTo>
                    <a:pt x="304748" y="236055"/>
                  </a:lnTo>
                  <a:lnTo>
                    <a:pt x="305199" y="237427"/>
                  </a:lnTo>
                  <a:lnTo>
                    <a:pt x="302213" y="238113"/>
                  </a:lnTo>
                  <a:lnTo>
                    <a:pt x="289354" y="237445"/>
                  </a:lnTo>
                  <a:lnTo>
                    <a:pt x="288634" y="245844"/>
                  </a:lnTo>
                  <a:lnTo>
                    <a:pt x="274470" y="245514"/>
                  </a:lnTo>
                  <a:lnTo>
                    <a:pt x="274921" y="257266"/>
                  </a:lnTo>
                  <a:lnTo>
                    <a:pt x="275888" y="257863"/>
                  </a:lnTo>
                  <a:lnTo>
                    <a:pt x="275861" y="259417"/>
                  </a:lnTo>
                  <a:lnTo>
                    <a:pt x="275789" y="263427"/>
                  </a:lnTo>
                  <a:lnTo>
                    <a:pt x="275180" y="264005"/>
                  </a:lnTo>
                  <a:lnTo>
                    <a:pt x="274010" y="264032"/>
                  </a:lnTo>
                  <a:lnTo>
                    <a:pt x="273121" y="264052"/>
                  </a:lnTo>
                  <a:lnTo>
                    <a:pt x="272092" y="264076"/>
                  </a:lnTo>
                  <a:lnTo>
                    <a:pt x="271124" y="264098"/>
                  </a:lnTo>
                  <a:lnTo>
                    <a:pt x="270884" y="264103"/>
                  </a:lnTo>
                  <a:lnTo>
                    <a:pt x="269439" y="264136"/>
                  </a:lnTo>
                  <a:lnTo>
                    <a:pt x="269046" y="264145"/>
                  </a:lnTo>
                  <a:lnTo>
                    <a:pt x="268339" y="264161"/>
                  </a:lnTo>
                  <a:lnTo>
                    <a:pt x="267236" y="264187"/>
                  </a:lnTo>
                  <a:lnTo>
                    <a:pt x="266988" y="264192"/>
                  </a:lnTo>
                  <a:lnTo>
                    <a:pt x="266769" y="264197"/>
                  </a:lnTo>
                  <a:lnTo>
                    <a:pt x="265316" y="264231"/>
                  </a:lnTo>
                  <a:lnTo>
                    <a:pt x="264391" y="264252"/>
                  </a:lnTo>
                  <a:lnTo>
                    <a:pt x="264016" y="264260"/>
                  </a:lnTo>
                  <a:lnTo>
                    <a:pt x="262691" y="264291"/>
                  </a:lnTo>
                  <a:lnTo>
                    <a:pt x="261638" y="264315"/>
                  </a:lnTo>
                  <a:lnTo>
                    <a:pt x="261178" y="264325"/>
                  </a:lnTo>
                  <a:lnTo>
                    <a:pt x="260237" y="264347"/>
                  </a:lnTo>
                  <a:lnTo>
                    <a:pt x="259553" y="264362"/>
                  </a:lnTo>
                  <a:lnTo>
                    <a:pt x="258823" y="264379"/>
                  </a:lnTo>
                  <a:lnTo>
                    <a:pt x="258246" y="264392"/>
                  </a:lnTo>
                  <a:lnTo>
                    <a:pt x="257568" y="264389"/>
                  </a:lnTo>
                  <a:lnTo>
                    <a:pt x="255070" y="261716"/>
                  </a:lnTo>
                  <a:lnTo>
                    <a:pt x="249590" y="255851"/>
                  </a:lnTo>
                  <a:lnTo>
                    <a:pt x="248333" y="254506"/>
                  </a:lnTo>
                  <a:lnTo>
                    <a:pt x="244996" y="252186"/>
                  </a:lnTo>
                  <a:lnTo>
                    <a:pt x="242170" y="250221"/>
                  </a:lnTo>
                  <a:lnTo>
                    <a:pt x="241836" y="249989"/>
                  </a:lnTo>
                  <a:lnTo>
                    <a:pt x="240331" y="248942"/>
                  </a:lnTo>
                  <a:lnTo>
                    <a:pt x="240198" y="248850"/>
                  </a:lnTo>
                  <a:lnTo>
                    <a:pt x="239868" y="248620"/>
                  </a:lnTo>
                  <a:lnTo>
                    <a:pt x="239510" y="248372"/>
                  </a:lnTo>
                  <a:lnTo>
                    <a:pt x="238862" y="247931"/>
                  </a:lnTo>
                  <a:lnTo>
                    <a:pt x="238291" y="247543"/>
                  </a:lnTo>
                  <a:lnTo>
                    <a:pt x="237974" y="247328"/>
                  </a:lnTo>
                  <a:lnTo>
                    <a:pt x="237449" y="246970"/>
                  </a:lnTo>
                  <a:lnTo>
                    <a:pt x="237261" y="246843"/>
                  </a:lnTo>
                  <a:lnTo>
                    <a:pt x="236871" y="246577"/>
                  </a:lnTo>
                  <a:lnTo>
                    <a:pt x="236645" y="246424"/>
                  </a:lnTo>
                  <a:lnTo>
                    <a:pt x="236104" y="246056"/>
                  </a:lnTo>
                  <a:lnTo>
                    <a:pt x="235863" y="245892"/>
                  </a:lnTo>
                  <a:lnTo>
                    <a:pt x="235710" y="245788"/>
                  </a:lnTo>
                  <a:lnTo>
                    <a:pt x="235354" y="245546"/>
                  </a:lnTo>
                  <a:lnTo>
                    <a:pt x="234805" y="245172"/>
                  </a:lnTo>
                  <a:lnTo>
                    <a:pt x="234399" y="244897"/>
                  </a:lnTo>
                  <a:lnTo>
                    <a:pt x="234065" y="244669"/>
                  </a:lnTo>
                  <a:lnTo>
                    <a:pt x="233909" y="244563"/>
                  </a:lnTo>
                  <a:lnTo>
                    <a:pt x="233672" y="244402"/>
                  </a:lnTo>
                  <a:lnTo>
                    <a:pt x="233372" y="244198"/>
                  </a:lnTo>
                  <a:lnTo>
                    <a:pt x="233071" y="243994"/>
                  </a:lnTo>
                  <a:lnTo>
                    <a:pt x="231733" y="243084"/>
                  </a:lnTo>
                  <a:lnTo>
                    <a:pt x="231401" y="242853"/>
                  </a:lnTo>
                  <a:lnTo>
                    <a:pt x="227955" y="240457"/>
                  </a:lnTo>
                  <a:lnTo>
                    <a:pt x="222755" y="236842"/>
                  </a:lnTo>
                  <a:lnTo>
                    <a:pt x="222062" y="236309"/>
                  </a:lnTo>
                  <a:lnTo>
                    <a:pt x="222367" y="235638"/>
                  </a:lnTo>
                  <a:lnTo>
                    <a:pt x="222549" y="235239"/>
                  </a:lnTo>
                  <a:lnTo>
                    <a:pt x="222636" y="235046"/>
                  </a:lnTo>
                  <a:lnTo>
                    <a:pt x="222848" y="234591"/>
                  </a:lnTo>
                  <a:lnTo>
                    <a:pt x="223057" y="234272"/>
                  </a:lnTo>
                  <a:lnTo>
                    <a:pt x="223214" y="234032"/>
                  </a:lnTo>
                  <a:lnTo>
                    <a:pt x="223746" y="233219"/>
                  </a:lnTo>
                  <a:lnTo>
                    <a:pt x="225406" y="230675"/>
                  </a:lnTo>
                  <a:lnTo>
                    <a:pt x="225155" y="230548"/>
                  </a:lnTo>
                  <a:lnTo>
                    <a:pt x="224320" y="230126"/>
                  </a:lnTo>
                  <a:lnTo>
                    <a:pt x="224178" y="230055"/>
                  </a:lnTo>
                  <a:lnTo>
                    <a:pt x="222443" y="229178"/>
                  </a:lnTo>
                  <a:lnTo>
                    <a:pt x="209152" y="222465"/>
                  </a:lnTo>
                  <a:lnTo>
                    <a:pt x="208881" y="222328"/>
                  </a:lnTo>
                  <a:lnTo>
                    <a:pt x="198966" y="211404"/>
                  </a:lnTo>
                  <a:lnTo>
                    <a:pt x="193018" y="204851"/>
                  </a:lnTo>
                  <a:lnTo>
                    <a:pt x="179395" y="214205"/>
                  </a:lnTo>
                  <a:lnTo>
                    <a:pt x="170554" y="220275"/>
                  </a:lnTo>
                  <a:lnTo>
                    <a:pt x="166969" y="222737"/>
                  </a:lnTo>
                  <a:lnTo>
                    <a:pt x="166296" y="223199"/>
                  </a:lnTo>
                  <a:lnTo>
                    <a:pt x="158978" y="228224"/>
                  </a:lnTo>
                  <a:lnTo>
                    <a:pt x="158515" y="228542"/>
                  </a:lnTo>
                  <a:lnTo>
                    <a:pt x="157440" y="229280"/>
                  </a:lnTo>
                  <a:lnTo>
                    <a:pt x="149535" y="234671"/>
                  </a:lnTo>
                  <a:lnTo>
                    <a:pt x="145227" y="236847"/>
                  </a:lnTo>
                  <a:lnTo>
                    <a:pt x="142692" y="238127"/>
                  </a:lnTo>
                  <a:lnTo>
                    <a:pt x="140768" y="238151"/>
                  </a:lnTo>
                  <a:lnTo>
                    <a:pt x="136812" y="238200"/>
                  </a:lnTo>
                  <a:lnTo>
                    <a:pt x="134439" y="238229"/>
                  </a:lnTo>
                  <a:lnTo>
                    <a:pt x="126521" y="234076"/>
                  </a:lnTo>
                  <a:lnTo>
                    <a:pt x="126300" y="233960"/>
                  </a:lnTo>
                  <a:lnTo>
                    <a:pt x="124846" y="233198"/>
                  </a:lnTo>
                  <a:lnTo>
                    <a:pt x="122475" y="232049"/>
                  </a:lnTo>
                  <a:lnTo>
                    <a:pt x="121672" y="231707"/>
                  </a:lnTo>
                  <a:lnTo>
                    <a:pt x="121002" y="231422"/>
                  </a:lnTo>
                  <a:lnTo>
                    <a:pt x="120727" y="231321"/>
                  </a:lnTo>
                  <a:lnTo>
                    <a:pt x="119970" y="231321"/>
                  </a:lnTo>
                  <a:lnTo>
                    <a:pt x="119666" y="231321"/>
                  </a:lnTo>
                  <a:lnTo>
                    <a:pt x="119174" y="231321"/>
                  </a:lnTo>
                  <a:lnTo>
                    <a:pt x="118982" y="231376"/>
                  </a:lnTo>
                  <a:lnTo>
                    <a:pt x="118411" y="231541"/>
                  </a:lnTo>
                  <a:lnTo>
                    <a:pt x="117919" y="231682"/>
                  </a:lnTo>
                  <a:lnTo>
                    <a:pt x="117463" y="231814"/>
                  </a:lnTo>
                  <a:lnTo>
                    <a:pt x="117322" y="231855"/>
                  </a:lnTo>
                  <a:lnTo>
                    <a:pt x="115030" y="233221"/>
                  </a:lnTo>
                  <a:lnTo>
                    <a:pt x="114303" y="233654"/>
                  </a:lnTo>
                  <a:lnTo>
                    <a:pt x="112640" y="234646"/>
                  </a:lnTo>
                  <a:lnTo>
                    <a:pt x="111622" y="235253"/>
                  </a:lnTo>
                  <a:lnTo>
                    <a:pt x="110197" y="235884"/>
                  </a:lnTo>
                  <a:lnTo>
                    <a:pt x="108391" y="236220"/>
                  </a:lnTo>
                  <a:lnTo>
                    <a:pt x="106184" y="236030"/>
                  </a:lnTo>
                  <a:lnTo>
                    <a:pt x="104829" y="235601"/>
                  </a:lnTo>
                  <a:lnTo>
                    <a:pt x="103128" y="235063"/>
                  </a:lnTo>
                  <a:lnTo>
                    <a:pt x="101820" y="234650"/>
                  </a:lnTo>
                  <a:lnTo>
                    <a:pt x="101561" y="234568"/>
                  </a:lnTo>
                  <a:lnTo>
                    <a:pt x="99947" y="234057"/>
                  </a:lnTo>
                  <a:lnTo>
                    <a:pt x="99529" y="233925"/>
                  </a:lnTo>
                  <a:lnTo>
                    <a:pt x="99107" y="235001"/>
                  </a:lnTo>
                  <a:lnTo>
                    <a:pt x="98248" y="234650"/>
                  </a:lnTo>
                  <a:lnTo>
                    <a:pt x="98033" y="234562"/>
                  </a:lnTo>
                  <a:lnTo>
                    <a:pt x="97574" y="234374"/>
                  </a:lnTo>
                  <a:lnTo>
                    <a:pt x="96799" y="234057"/>
                  </a:lnTo>
                  <a:lnTo>
                    <a:pt x="94911" y="233285"/>
                  </a:lnTo>
                  <a:lnTo>
                    <a:pt x="94549" y="233137"/>
                  </a:lnTo>
                  <a:lnTo>
                    <a:pt x="93381" y="232660"/>
                  </a:lnTo>
                  <a:lnTo>
                    <a:pt x="91186" y="231762"/>
                  </a:lnTo>
                  <a:lnTo>
                    <a:pt x="80852" y="227537"/>
                  </a:lnTo>
                  <a:lnTo>
                    <a:pt x="76730" y="225852"/>
                  </a:lnTo>
                  <a:lnTo>
                    <a:pt x="73497" y="224530"/>
                  </a:lnTo>
                  <a:lnTo>
                    <a:pt x="72021" y="223926"/>
                  </a:lnTo>
                  <a:lnTo>
                    <a:pt x="71707" y="223798"/>
                  </a:lnTo>
                  <a:lnTo>
                    <a:pt x="71038" y="223524"/>
                  </a:lnTo>
                  <a:lnTo>
                    <a:pt x="70353" y="223282"/>
                  </a:lnTo>
                  <a:lnTo>
                    <a:pt x="68383" y="222586"/>
                  </a:lnTo>
                  <a:lnTo>
                    <a:pt x="67670" y="222334"/>
                  </a:lnTo>
                  <a:lnTo>
                    <a:pt x="65278" y="221488"/>
                  </a:lnTo>
                  <a:lnTo>
                    <a:pt x="64546" y="221229"/>
                  </a:lnTo>
                  <a:lnTo>
                    <a:pt x="63883" y="220995"/>
                  </a:lnTo>
                  <a:lnTo>
                    <a:pt x="61438" y="220130"/>
                  </a:lnTo>
                  <a:lnTo>
                    <a:pt x="61011" y="219980"/>
                  </a:lnTo>
                  <a:lnTo>
                    <a:pt x="60450" y="219782"/>
                  </a:lnTo>
                  <a:lnTo>
                    <a:pt x="59639" y="219495"/>
                  </a:lnTo>
                  <a:lnTo>
                    <a:pt x="49157" y="216901"/>
                  </a:lnTo>
                  <a:lnTo>
                    <a:pt x="38665" y="214304"/>
                  </a:lnTo>
                  <a:lnTo>
                    <a:pt x="26651" y="211331"/>
                  </a:lnTo>
                  <a:lnTo>
                    <a:pt x="22947" y="210414"/>
                  </a:lnTo>
                  <a:lnTo>
                    <a:pt x="21975" y="210174"/>
                  </a:lnTo>
                  <a:lnTo>
                    <a:pt x="21466" y="210033"/>
                  </a:lnTo>
                  <a:lnTo>
                    <a:pt x="21078" y="209926"/>
                  </a:lnTo>
                  <a:lnTo>
                    <a:pt x="19505" y="209493"/>
                  </a:lnTo>
                  <a:lnTo>
                    <a:pt x="19108" y="209384"/>
                  </a:lnTo>
                  <a:lnTo>
                    <a:pt x="16789" y="208745"/>
                  </a:lnTo>
                  <a:lnTo>
                    <a:pt x="14153" y="208075"/>
                  </a:lnTo>
                  <a:lnTo>
                    <a:pt x="13051" y="207796"/>
                  </a:lnTo>
                  <a:lnTo>
                    <a:pt x="9996" y="207020"/>
                  </a:lnTo>
                  <a:lnTo>
                    <a:pt x="3536" y="205380"/>
                  </a:lnTo>
                  <a:lnTo>
                    <a:pt x="2390" y="205088"/>
                  </a:lnTo>
                  <a:lnTo>
                    <a:pt x="0" y="204481"/>
                  </a:lnTo>
                  <a:lnTo>
                    <a:pt x="256" y="203575"/>
                  </a:lnTo>
                  <a:lnTo>
                    <a:pt x="307" y="203395"/>
                  </a:lnTo>
                  <a:lnTo>
                    <a:pt x="728" y="202168"/>
                  </a:lnTo>
                  <a:lnTo>
                    <a:pt x="3218" y="194929"/>
                  </a:lnTo>
                  <a:lnTo>
                    <a:pt x="3264" y="194795"/>
                  </a:lnTo>
                  <a:lnTo>
                    <a:pt x="8214" y="180398"/>
                  </a:lnTo>
                  <a:lnTo>
                    <a:pt x="9158" y="177654"/>
                  </a:lnTo>
                  <a:lnTo>
                    <a:pt x="13189" y="165930"/>
                  </a:lnTo>
                  <a:lnTo>
                    <a:pt x="13324" y="165536"/>
                  </a:lnTo>
                  <a:lnTo>
                    <a:pt x="13387" y="165353"/>
                  </a:lnTo>
                  <a:lnTo>
                    <a:pt x="13499" y="165027"/>
                  </a:lnTo>
                  <a:lnTo>
                    <a:pt x="14218" y="162748"/>
                  </a:lnTo>
                  <a:lnTo>
                    <a:pt x="15514" y="158641"/>
                  </a:lnTo>
                  <a:lnTo>
                    <a:pt x="16660" y="155008"/>
                  </a:lnTo>
                  <a:lnTo>
                    <a:pt x="17847" y="151247"/>
                  </a:lnTo>
                  <a:lnTo>
                    <a:pt x="19382" y="146383"/>
                  </a:lnTo>
                  <a:lnTo>
                    <a:pt x="19990" y="144456"/>
                  </a:lnTo>
                  <a:lnTo>
                    <a:pt x="20711" y="142169"/>
                  </a:lnTo>
                  <a:lnTo>
                    <a:pt x="21805" y="138702"/>
                  </a:lnTo>
                  <a:lnTo>
                    <a:pt x="24264" y="130911"/>
                  </a:lnTo>
                  <a:lnTo>
                    <a:pt x="24582" y="129905"/>
                  </a:lnTo>
                  <a:lnTo>
                    <a:pt x="24749" y="129443"/>
                  </a:lnTo>
                  <a:lnTo>
                    <a:pt x="26652" y="124194"/>
                  </a:lnTo>
                  <a:lnTo>
                    <a:pt x="27379" y="122188"/>
                  </a:lnTo>
                  <a:lnTo>
                    <a:pt x="28041" y="120362"/>
                  </a:lnTo>
                  <a:lnTo>
                    <a:pt x="28764" y="118512"/>
                  </a:lnTo>
                  <a:lnTo>
                    <a:pt x="32749" y="108310"/>
                  </a:lnTo>
                  <a:lnTo>
                    <a:pt x="32882" y="107969"/>
                  </a:lnTo>
                  <a:lnTo>
                    <a:pt x="32933" y="107837"/>
                  </a:lnTo>
                  <a:lnTo>
                    <a:pt x="34084" y="105579"/>
                  </a:lnTo>
                  <a:lnTo>
                    <a:pt x="38341" y="97225"/>
                  </a:lnTo>
                  <a:lnTo>
                    <a:pt x="38596" y="96725"/>
                  </a:lnTo>
                  <a:lnTo>
                    <a:pt x="40001" y="94067"/>
                  </a:lnTo>
                  <a:lnTo>
                    <a:pt x="41506" y="90190"/>
                  </a:lnTo>
                  <a:lnTo>
                    <a:pt x="44344" y="84443"/>
                  </a:lnTo>
                  <a:lnTo>
                    <a:pt x="45354" y="82399"/>
                  </a:lnTo>
                  <a:lnTo>
                    <a:pt x="46428" y="80646"/>
                  </a:lnTo>
                  <a:lnTo>
                    <a:pt x="46556" y="80438"/>
                  </a:lnTo>
                  <a:lnTo>
                    <a:pt x="50893" y="74116"/>
                  </a:lnTo>
                  <a:lnTo>
                    <a:pt x="55721" y="67078"/>
                  </a:lnTo>
                  <a:lnTo>
                    <a:pt x="56913" y="65339"/>
                  </a:lnTo>
                  <a:lnTo>
                    <a:pt x="57805" y="64039"/>
                  </a:lnTo>
                  <a:lnTo>
                    <a:pt x="58944" y="62379"/>
                  </a:lnTo>
                  <a:lnTo>
                    <a:pt x="60370" y="60300"/>
                  </a:lnTo>
                  <a:lnTo>
                    <a:pt x="60887" y="59547"/>
                  </a:lnTo>
                  <a:lnTo>
                    <a:pt x="62507" y="57186"/>
                  </a:lnTo>
                  <a:lnTo>
                    <a:pt x="70637" y="45358"/>
                  </a:lnTo>
                  <a:lnTo>
                    <a:pt x="71307" y="44674"/>
                  </a:lnTo>
                  <a:lnTo>
                    <a:pt x="71997" y="43968"/>
                  </a:lnTo>
                  <a:lnTo>
                    <a:pt x="72957" y="42987"/>
                  </a:lnTo>
                  <a:lnTo>
                    <a:pt x="73393" y="42541"/>
                  </a:lnTo>
                  <a:lnTo>
                    <a:pt x="73762" y="42164"/>
                  </a:lnTo>
                  <a:lnTo>
                    <a:pt x="74324" y="41589"/>
                  </a:lnTo>
                  <a:lnTo>
                    <a:pt x="74940" y="40960"/>
                  </a:lnTo>
                  <a:lnTo>
                    <a:pt x="75253" y="40640"/>
                  </a:lnTo>
                  <a:lnTo>
                    <a:pt x="75440" y="40448"/>
                  </a:lnTo>
                  <a:lnTo>
                    <a:pt x="76049" y="39826"/>
                  </a:lnTo>
                  <a:lnTo>
                    <a:pt x="76211" y="39662"/>
                  </a:lnTo>
                  <a:lnTo>
                    <a:pt x="76744" y="39242"/>
                  </a:lnTo>
                  <a:lnTo>
                    <a:pt x="77633" y="38540"/>
                  </a:lnTo>
                  <a:lnTo>
                    <a:pt x="78083" y="38186"/>
                  </a:lnTo>
                  <a:lnTo>
                    <a:pt x="79400" y="37147"/>
                  </a:lnTo>
                  <a:lnTo>
                    <a:pt x="80209" y="36510"/>
                  </a:lnTo>
                  <a:lnTo>
                    <a:pt x="80677" y="36141"/>
                  </a:lnTo>
                  <a:lnTo>
                    <a:pt x="81303" y="35647"/>
                  </a:lnTo>
                  <a:lnTo>
                    <a:pt x="82086" y="35030"/>
                  </a:lnTo>
                  <a:lnTo>
                    <a:pt x="82693" y="34551"/>
                  </a:lnTo>
                  <a:lnTo>
                    <a:pt x="84500" y="33127"/>
                  </a:lnTo>
                  <a:lnTo>
                    <a:pt x="85421" y="32401"/>
                  </a:lnTo>
                  <a:lnTo>
                    <a:pt x="86069" y="31890"/>
                  </a:lnTo>
                  <a:lnTo>
                    <a:pt x="86473" y="31571"/>
                  </a:lnTo>
                  <a:lnTo>
                    <a:pt x="87873" y="30467"/>
                  </a:lnTo>
                  <a:lnTo>
                    <a:pt x="88269" y="30155"/>
                  </a:lnTo>
                  <a:lnTo>
                    <a:pt x="88982" y="29593"/>
                  </a:lnTo>
                  <a:lnTo>
                    <a:pt x="89491" y="29192"/>
                  </a:lnTo>
                  <a:lnTo>
                    <a:pt x="91285" y="27777"/>
                  </a:lnTo>
                  <a:lnTo>
                    <a:pt x="91593" y="27535"/>
                  </a:lnTo>
                  <a:lnTo>
                    <a:pt x="92726" y="26641"/>
                  </a:lnTo>
                  <a:lnTo>
                    <a:pt x="93304" y="26185"/>
                  </a:lnTo>
                  <a:lnTo>
                    <a:pt x="94731" y="25061"/>
                  </a:lnTo>
                  <a:lnTo>
                    <a:pt x="95490" y="24462"/>
                  </a:lnTo>
                  <a:lnTo>
                    <a:pt x="95812" y="24208"/>
                  </a:lnTo>
                  <a:lnTo>
                    <a:pt x="96452" y="23739"/>
                  </a:lnTo>
                  <a:lnTo>
                    <a:pt x="96942" y="23379"/>
                  </a:lnTo>
                  <a:lnTo>
                    <a:pt x="98245" y="22423"/>
                  </a:lnTo>
                  <a:lnTo>
                    <a:pt x="99303" y="21646"/>
                  </a:lnTo>
                  <a:lnTo>
                    <a:pt x="101403" y="20105"/>
                  </a:lnTo>
                  <a:lnTo>
                    <a:pt x="102439" y="19345"/>
                  </a:lnTo>
                  <a:lnTo>
                    <a:pt x="102685" y="19164"/>
                  </a:lnTo>
                  <a:lnTo>
                    <a:pt x="104941" y="17509"/>
                  </a:lnTo>
                  <a:lnTo>
                    <a:pt x="105075" y="17411"/>
                  </a:lnTo>
                  <a:lnTo>
                    <a:pt x="106248" y="16550"/>
                  </a:lnTo>
                  <a:lnTo>
                    <a:pt x="106838" y="16117"/>
                  </a:lnTo>
                  <a:lnTo>
                    <a:pt x="107272" y="15798"/>
                  </a:lnTo>
                  <a:lnTo>
                    <a:pt x="107766" y="15435"/>
                  </a:lnTo>
                  <a:lnTo>
                    <a:pt x="108289" y="15051"/>
                  </a:lnTo>
                  <a:lnTo>
                    <a:pt x="108518" y="14884"/>
                  </a:lnTo>
                  <a:lnTo>
                    <a:pt x="108922" y="14587"/>
                  </a:lnTo>
                  <a:lnTo>
                    <a:pt x="109059" y="14486"/>
                  </a:lnTo>
                  <a:lnTo>
                    <a:pt x="109399" y="14237"/>
                  </a:lnTo>
                  <a:lnTo>
                    <a:pt x="110040" y="13767"/>
                  </a:lnTo>
                  <a:lnTo>
                    <a:pt x="110503" y="13427"/>
                  </a:lnTo>
                  <a:lnTo>
                    <a:pt x="110840" y="13180"/>
                  </a:lnTo>
                  <a:lnTo>
                    <a:pt x="111278" y="12858"/>
                  </a:lnTo>
                  <a:lnTo>
                    <a:pt x="112489" y="11970"/>
                  </a:lnTo>
                  <a:lnTo>
                    <a:pt x="113439" y="11272"/>
                  </a:lnTo>
                  <a:lnTo>
                    <a:pt x="113683" y="11093"/>
                  </a:lnTo>
                  <a:lnTo>
                    <a:pt x="114001" y="10860"/>
                  </a:lnTo>
                  <a:lnTo>
                    <a:pt x="114656" y="10379"/>
                  </a:lnTo>
                  <a:lnTo>
                    <a:pt x="115610" y="9679"/>
                  </a:lnTo>
                  <a:lnTo>
                    <a:pt x="115922" y="9450"/>
                  </a:lnTo>
                  <a:lnTo>
                    <a:pt x="117045" y="8626"/>
                  </a:lnTo>
                  <a:lnTo>
                    <a:pt x="118257" y="7737"/>
                  </a:lnTo>
                  <a:lnTo>
                    <a:pt x="118447" y="7597"/>
                  </a:lnTo>
                  <a:lnTo>
                    <a:pt x="118600" y="7485"/>
                  </a:lnTo>
                  <a:lnTo>
                    <a:pt x="118915" y="7254"/>
                  </a:lnTo>
                  <a:lnTo>
                    <a:pt x="119296" y="6974"/>
                  </a:lnTo>
                  <a:lnTo>
                    <a:pt x="119574" y="6770"/>
                  </a:lnTo>
                  <a:lnTo>
                    <a:pt x="119752" y="6640"/>
                  </a:lnTo>
                  <a:lnTo>
                    <a:pt x="119965" y="6483"/>
                  </a:lnTo>
                  <a:lnTo>
                    <a:pt x="120352" y="6199"/>
                  </a:lnTo>
                  <a:lnTo>
                    <a:pt x="120545" y="6058"/>
                  </a:lnTo>
                  <a:lnTo>
                    <a:pt x="120797" y="5872"/>
                  </a:lnTo>
                  <a:lnTo>
                    <a:pt x="121136" y="5624"/>
                  </a:lnTo>
                  <a:lnTo>
                    <a:pt x="121427" y="5410"/>
                  </a:lnTo>
                  <a:lnTo>
                    <a:pt x="121790" y="5144"/>
                  </a:lnTo>
                  <a:lnTo>
                    <a:pt x="122326" y="4751"/>
                  </a:lnTo>
                  <a:lnTo>
                    <a:pt x="122610" y="4542"/>
                  </a:lnTo>
                  <a:lnTo>
                    <a:pt x="122871" y="4351"/>
                  </a:lnTo>
                  <a:lnTo>
                    <a:pt x="123087" y="4192"/>
                  </a:lnTo>
                  <a:lnTo>
                    <a:pt x="123388" y="3971"/>
                  </a:lnTo>
                  <a:lnTo>
                    <a:pt x="123666" y="3767"/>
                  </a:lnTo>
                  <a:lnTo>
                    <a:pt x="123806" y="3664"/>
                  </a:lnTo>
                  <a:lnTo>
                    <a:pt x="124816" y="2923"/>
                  </a:lnTo>
                  <a:lnTo>
                    <a:pt x="125263" y="2595"/>
                  </a:lnTo>
                  <a:lnTo>
                    <a:pt x="125471" y="2442"/>
                  </a:lnTo>
                  <a:lnTo>
                    <a:pt x="125988" y="2063"/>
                  </a:lnTo>
                  <a:lnTo>
                    <a:pt x="127980" y="601"/>
                  </a:lnTo>
                  <a:lnTo>
                    <a:pt x="128864" y="0"/>
                  </a:lnTo>
                  <a:lnTo>
                    <a:pt x="129058" y="270"/>
                  </a:lnTo>
                  <a:lnTo>
                    <a:pt x="132616" y="5217"/>
                  </a:lnTo>
                  <a:lnTo>
                    <a:pt x="134780" y="8226"/>
                  </a:lnTo>
                  <a:lnTo>
                    <a:pt x="138315" y="13142"/>
                  </a:lnTo>
                  <a:lnTo>
                    <a:pt x="149259" y="28362"/>
                  </a:lnTo>
                  <a:lnTo>
                    <a:pt x="161284" y="45084"/>
                  </a:lnTo>
                  <a:lnTo>
                    <a:pt x="161479" y="45355"/>
                  </a:lnTo>
                  <a:lnTo>
                    <a:pt x="161127" y="45617"/>
                  </a:lnTo>
                  <a:lnTo>
                    <a:pt x="150846" y="53245"/>
                  </a:lnTo>
                  <a:lnTo>
                    <a:pt x="143127" y="58971"/>
                  </a:lnTo>
                  <a:lnTo>
                    <a:pt x="142945" y="59107"/>
                  </a:lnTo>
                  <a:lnTo>
                    <a:pt x="134872" y="65096"/>
                  </a:lnTo>
                  <a:lnTo>
                    <a:pt x="140415" y="72912"/>
                  </a:lnTo>
                  <a:lnTo>
                    <a:pt x="141054" y="73814"/>
                  </a:lnTo>
                  <a:lnTo>
                    <a:pt x="146281" y="81186"/>
                  </a:lnTo>
                  <a:lnTo>
                    <a:pt x="146629" y="81676"/>
                  </a:lnTo>
                  <a:lnTo>
                    <a:pt x="151976" y="89217"/>
                  </a:lnTo>
                  <a:lnTo>
                    <a:pt x="152209" y="89545"/>
                  </a:lnTo>
                  <a:lnTo>
                    <a:pt x="152677" y="90075"/>
                  </a:lnTo>
                  <a:lnTo>
                    <a:pt x="155037" y="92746"/>
                  </a:lnTo>
                  <a:lnTo>
                    <a:pt x="157417" y="95439"/>
                  </a:lnTo>
                  <a:lnTo>
                    <a:pt x="158017" y="95995"/>
                  </a:lnTo>
                  <a:lnTo>
                    <a:pt x="160870" y="98639"/>
                  </a:lnTo>
                  <a:lnTo>
                    <a:pt x="162499" y="100148"/>
                  </a:lnTo>
                  <a:lnTo>
                    <a:pt x="164256" y="101471"/>
                  </a:lnTo>
                  <a:lnTo>
                    <a:pt x="172425" y="107622"/>
                  </a:lnTo>
                  <a:lnTo>
                    <a:pt x="173468" y="108408"/>
                  </a:lnTo>
                  <a:lnTo>
                    <a:pt x="173752" y="108603"/>
                  </a:lnTo>
                  <a:lnTo>
                    <a:pt x="175880" y="110067"/>
                  </a:lnTo>
                  <a:lnTo>
                    <a:pt x="188730" y="118905"/>
                  </a:lnTo>
                  <a:lnTo>
                    <a:pt x="194069" y="122577"/>
                  </a:lnTo>
                  <a:lnTo>
                    <a:pt x="196036" y="123930"/>
                  </a:lnTo>
                  <a:lnTo>
                    <a:pt x="202011" y="128040"/>
                  </a:lnTo>
                  <a:lnTo>
                    <a:pt x="207293" y="131673"/>
                  </a:lnTo>
                  <a:lnTo>
                    <a:pt x="216986" y="138340"/>
                  </a:lnTo>
                  <a:lnTo>
                    <a:pt x="218490" y="139374"/>
                  </a:lnTo>
                  <a:lnTo>
                    <a:pt x="218969" y="139704"/>
                  </a:lnTo>
                  <a:lnTo>
                    <a:pt x="234361" y="150291"/>
                  </a:lnTo>
                  <a:lnTo>
                    <a:pt x="245744" y="158120"/>
                  </a:lnTo>
                  <a:lnTo>
                    <a:pt x="262611" y="169721"/>
                  </a:lnTo>
                  <a:lnTo>
                    <a:pt x="264549" y="171054"/>
                  </a:lnTo>
                  <a:lnTo>
                    <a:pt x="261110" y="175747"/>
                  </a:lnTo>
                  <a:lnTo>
                    <a:pt x="260961" y="175951"/>
                  </a:lnTo>
                  <a:lnTo>
                    <a:pt x="260858" y="176117"/>
                  </a:lnTo>
                  <a:lnTo>
                    <a:pt x="260539" y="176631"/>
                  </a:lnTo>
                  <a:lnTo>
                    <a:pt x="260377" y="177137"/>
                  </a:lnTo>
                  <a:lnTo>
                    <a:pt x="259897" y="178629"/>
                  </a:lnTo>
                  <a:lnTo>
                    <a:pt x="259771" y="179022"/>
                  </a:lnTo>
                  <a:lnTo>
                    <a:pt x="259555" y="179401"/>
                  </a:lnTo>
                  <a:lnTo>
                    <a:pt x="260299" y="179924"/>
                  </a:lnTo>
                  <a:lnTo>
                    <a:pt x="261515" y="1807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25165" y="3538923"/>
              <a:ext cx="346978" cy="291983"/>
            </a:xfrm>
            <a:custGeom>
              <a:avLst/>
              <a:pathLst>
                <a:path w="346978" h="291983">
                  <a:moveTo>
                    <a:pt x="109009" y="195294"/>
                  </a:moveTo>
                  <a:lnTo>
                    <a:pt x="108098" y="199879"/>
                  </a:lnTo>
                  <a:lnTo>
                    <a:pt x="107149" y="205462"/>
                  </a:lnTo>
                  <a:lnTo>
                    <a:pt x="107386" y="210560"/>
                  </a:lnTo>
                  <a:lnTo>
                    <a:pt x="97650" y="209103"/>
                  </a:lnTo>
                  <a:lnTo>
                    <a:pt x="90763" y="206190"/>
                  </a:lnTo>
                  <a:lnTo>
                    <a:pt x="86488" y="198908"/>
                  </a:lnTo>
                  <a:lnTo>
                    <a:pt x="72715" y="188956"/>
                  </a:lnTo>
                  <a:lnTo>
                    <a:pt x="62589" y="178565"/>
                  </a:lnTo>
                  <a:lnTo>
                    <a:pt x="62305" y="175936"/>
                  </a:lnTo>
                  <a:lnTo>
                    <a:pt x="62196" y="170574"/>
                  </a:lnTo>
                  <a:lnTo>
                    <a:pt x="53876" y="154327"/>
                  </a:lnTo>
                  <a:lnTo>
                    <a:pt x="51098" y="152482"/>
                  </a:lnTo>
                  <a:lnTo>
                    <a:pt x="47717" y="146223"/>
                  </a:lnTo>
                  <a:lnTo>
                    <a:pt x="47180" y="135705"/>
                  </a:lnTo>
                  <a:lnTo>
                    <a:pt x="47170" y="135498"/>
                  </a:lnTo>
                  <a:lnTo>
                    <a:pt x="48289" y="132964"/>
                  </a:lnTo>
                  <a:lnTo>
                    <a:pt x="48935" y="132633"/>
                  </a:lnTo>
                  <a:lnTo>
                    <a:pt x="48718" y="131993"/>
                  </a:lnTo>
                  <a:lnTo>
                    <a:pt x="46903" y="126660"/>
                  </a:lnTo>
                  <a:lnTo>
                    <a:pt x="44261" y="128125"/>
                  </a:lnTo>
                  <a:lnTo>
                    <a:pt x="42566" y="124706"/>
                  </a:lnTo>
                  <a:lnTo>
                    <a:pt x="41034" y="122194"/>
                  </a:lnTo>
                  <a:lnTo>
                    <a:pt x="37748" y="116095"/>
                  </a:lnTo>
                  <a:lnTo>
                    <a:pt x="36953" y="115507"/>
                  </a:lnTo>
                  <a:lnTo>
                    <a:pt x="32275" y="111920"/>
                  </a:lnTo>
                  <a:lnTo>
                    <a:pt x="29881" y="109667"/>
                  </a:lnTo>
                  <a:lnTo>
                    <a:pt x="29592" y="108350"/>
                  </a:lnTo>
                  <a:lnTo>
                    <a:pt x="29463" y="107764"/>
                  </a:lnTo>
                  <a:lnTo>
                    <a:pt x="29779" y="104008"/>
                  </a:lnTo>
                  <a:lnTo>
                    <a:pt x="29881" y="102793"/>
                  </a:lnTo>
                  <a:lnTo>
                    <a:pt x="29673" y="102087"/>
                  </a:lnTo>
                  <a:lnTo>
                    <a:pt x="28984" y="99744"/>
                  </a:lnTo>
                  <a:lnTo>
                    <a:pt x="27107" y="97667"/>
                  </a:lnTo>
                  <a:lnTo>
                    <a:pt x="24599" y="95259"/>
                  </a:lnTo>
                  <a:lnTo>
                    <a:pt x="24450" y="95117"/>
                  </a:lnTo>
                  <a:lnTo>
                    <a:pt x="24190" y="94871"/>
                  </a:lnTo>
                  <a:lnTo>
                    <a:pt x="21817" y="92617"/>
                  </a:lnTo>
                  <a:lnTo>
                    <a:pt x="21276" y="91828"/>
                  </a:lnTo>
                  <a:lnTo>
                    <a:pt x="20213" y="90279"/>
                  </a:lnTo>
                  <a:lnTo>
                    <a:pt x="18170" y="85361"/>
                  </a:lnTo>
                  <a:lnTo>
                    <a:pt x="17525" y="84338"/>
                  </a:lnTo>
                  <a:lnTo>
                    <a:pt x="16941" y="83749"/>
                  </a:lnTo>
                  <a:lnTo>
                    <a:pt x="15708" y="82908"/>
                  </a:lnTo>
                  <a:lnTo>
                    <a:pt x="15436" y="82703"/>
                  </a:lnTo>
                  <a:lnTo>
                    <a:pt x="14691" y="82142"/>
                  </a:lnTo>
                  <a:lnTo>
                    <a:pt x="13543" y="81277"/>
                  </a:lnTo>
                  <a:lnTo>
                    <a:pt x="12285" y="80134"/>
                  </a:lnTo>
                  <a:lnTo>
                    <a:pt x="11267" y="79208"/>
                  </a:lnTo>
                  <a:lnTo>
                    <a:pt x="11064" y="79024"/>
                  </a:lnTo>
                  <a:lnTo>
                    <a:pt x="9893" y="77959"/>
                  </a:lnTo>
                  <a:lnTo>
                    <a:pt x="9648" y="77772"/>
                  </a:lnTo>
                  <a:lnTo>
                    <a:pt x="9456" y="77572"/>
                  </a:lnTo>
                  <a:lnTo>
                    <a:pt x="8177" y="75624"/>
                  </a:lnTo>
                  <a:lnTo>
                    <a:pt x="7304" y="74699"/>
                  </a:lnTo>
                  <a:lnTo>
                    <a:pt x="5875" y="73094"/>
                  </a:lnTo>
                  <a:lnTo>
                    <a:pt x="5311" y="72061"/>
                  </a:lnTo>
                  <a:lnTo>
                    <a:pt x="4399" y="70503"/>
                  </a:lnTo>
                  <a:lnTo>
                    <a:pt x="4132" y="68425"/>
                  </a:lnTo>
                  <a:lnTo>
                    <a:pt x="2738" y="67351"/>
                  </a:lnTo>
                  <a:lnTo>
                    <a:pt x="2595" y="67312"/>
                  </a:lnTo>
                  <a:lnTo>
                    <a:pt x="2349" y="67245"/>
                  </a:lnTo>
                  <a:lnTo>
                    <a:pt x="1432" y="66996"/>
                  </a:lnTo>
                  <a:lnTo>
                    <a:pt x="316" y="65977"/>
                  </a:lnTo>
                  <a:lnTo>
                    <a:pt x="0" y="65638"/>
                  </a:lnTo>
                  <a:lnTo>
                    <a:pt x="682" y="65068"/>
                  </a:lnTo>
                  <a:lnTo>
                    <a:pt x="3611" y="62623"/>
                  </a:lnTo>
                  <a:lnTo>
                    <a:pt x="7931" y="58779"/>
                  </a:lnTo>
                  <a:lnTo>
                    <a:pt x="7790" y="58610"/>
                  </a:lnTo>
                  <a:lnTo>
                    <a:pt x="7679" y="58478"/>
                  </a:lnTo>
                  <a:lnTo>
                    <a:pt x="6958" y="57618"/>
                  </a:lnTo>
                  <a:lnTo>
                    <a:pt x="6510" y="57085"/>
                  </a:lnTo>
                  <a:lnTo>
                    <a:pt x="6350" y="56893"/>
                  </a:lnTo>
                  <a:lnTo>
                    <a:pt x="5547" y="56073"/>
                  </a:lnTo>
                  <a:lnTo>
                    <a:pt x="4142" y="54637"/>
                  </a:lnTo>
                  <a:lnTo>
                    <a:pt x="3629" y="54113"/>
                  </a:lnTo>
                  <a:lnTo>
                    <a:pt x="3199" y="53673"/>
                  </a:lnTo>
                  <a:lnTo>
                    <a:pt x="2715" y="53178"/>
                  </a:lnTo>
                  <a:lnTo>
                    <a:pt x="4279" y="51084"/>
                  </a:lnTo>
                  <a:lnTo>
                    <a:pt x="5647" y="49734"/>
                  </a:lnTo>
                  <a:lnTo>
                    <a:pt x="6252" y="49236"/>
                  </a:lnTo>
                  <a:lnTo>
                    <a:pt x="6825" y="48763"/>
                  </a:lnTo>
                  <a:lnTo>
                    <a:pt x="6937" y="48333"/>
                  </a:lnTo>
                  <a:lnTo>
                    <a:pt x="7001" y="48088"/>
                  </a:lnTo>
                  <a:lnTo>
                    <a:pt x="7070" y="47824"/>
                  </a:lnTo>
                  <a:lnTo>
                    <a:pt x="7125" y="47612"/>
                  </a:lnTo>
                  <a:lnTo>
                    <a:pt x="7566" y="46899"/>
                  </a:lnTo>
                  <a:lnTo>
                    <a:pt x="10947" y="41926"/>
                  </a:lnTo>
                  <a:lnTo>
                    <a:pt x="11466" y="41163"/>
                  </a:lnTo>
                  <a:lnTo>
                    <a:pt x="11909" y="40510"/>
                  </a:lnTo>
                  <a:lnTo>
                    <a:pt x="14265" y="36097"/>
                  </a:lnTo>
                  <a:lnTo>
                    <a:pt x="14654" y="35369"/>
                  </a:lnTo>
                  <a:lnTo>
                    <a:pt x="15946" y="33489"/>
                  </a:lnTo>
                  <a:lnTo>
                    <a:pt x="22888" y="23387"/>
                  </a:lnTo>
                  <a:lnTo>
                    <a:pt x="24698" y="20755"/>
                  </a:lnTo>
                  <a:lnTo>
                    <a:pt x="27281" y="16996"/>
                  </a:lnTo>
                  <a:lnTo>
                    <a:pt x="27633" y="16484"/>
                  </a:lnTo>
                  <a:lnTo>
                    <a:pt x="27948" y="16026"/>
                  </a:lnTo>
                  <a:lnTo>
                    <a:pt x="28943" y="14531"/>
                  </a:lnTo>
                  <a:lnTo>
                    <a:pt x="30004" y="12939"/>
                  </a:lnTo>
                  <a:lnTo>
                    <a:pt x="31882" y="10120"/>
                  </a:lnTo>
                  <a:lnTo>
                    <a:pt x="35264" y="5043"/>
                  </a:lnTo>
                  <a:lnTo>
                    <a:pt x="36719" y="2860"/>
                  </a:lnTo>
                  <a:lnTo>
                    <a:pt x="38185" y="659"/>
                  </a:lnTo>
                  <a:lnTo>
                    <a:pt x="38721" y="0"/>
                  </a:lnTo>
                  <a:lnTo>
                    <a:pt x="39067" y="930"/>
                  </a:lnTo>
                  <a:lnTo>
                    <a:pt x="39456" y="1980"/>
                  </a:lnTo>
                  <a:lnTo>
                    <a:pt x="40291" y="4229"/>
                  </a:lnTo>
                  <a:lnTo>
                    <a:pt x="40674" y="5258"/>
                  </a:lnTo>
                  <a:lnTo>
                    <a:pt x="40762" y="5438"/>
                  </a:lnTo>
                  <a:lnTo>
                    <a:pt x="42028" y="7996"/>
                  </a:lnTo>
                  <a:lnTo>
                    <a:pt x="42476" y="8901"/>
                  </a:lnTo>
                  <a:lnTo>
                    <a:pt x="43286" y="10538"/>
                  </a:lnTo>
                  <a:lnTo>
                    <a:pt x="43437" y="10798"/>
                  </a:lnTo>
                  <a:lnTo>
                    <a:pt x="44045" y="11841"/>
                  </a:lnTo>
                  <a:lnTo>
                    <a:pt x="45482" y="14307"/>
                  </a:lnTo>
                  <a:lnTo>
                    <a:pt x="48787" y="19980"/>
                  </a:lnTo>
                  <a:lnTo>
                    <a:pt x="49052" y="20436"/>
                  </a:lnTo>
                  <a:lnTo>
                    <a:pt x="52180" y="25805"/>
                  </a:lnTo>
                  <a:lnTo>
                    <a:pt x="52274" y="25960"/>
                  </a:lnTo>
                  <a:lnTo>
                    <a:pt x="55231" y="30881"/>
                  </a:lnTo>
                  <a:lnTo>
                    <a:pt x="56063" y="32265"/>
                  </a:lnTo>
                  <a:lnTo>
                    <a:pt x="57578" y="35259"/>
                  </a:lnTo>
                  <a:lnTo>
                    <a:pt x="57899" y="35894"/>
                  </a:lnTo>
                  <a:lnTo>
                    <a:pt x="58667" y="37411"/>
                  </a:lnTo>
                  <a:lnTo>
                    <a:pt x="60757" y="40948"/>
                  </a:lnTo>
                  <a:lnTo>
                    <a:pt x="61668" y="42489"/>
                  </a:lnTo>
                  <a:lnTo>
                    <a:pt x="65903" y="44579"/>
                  </a:lnTo>
                  <a:lnTo>
                    <a:pt x="66663" y="46486"/>
                  </a:lnTo>
                  <a:lnTo>
                    <a:pt x="66891" y="47057"/>
                  </a:lnTo>
                  <a:lnTo>
                    <a:pt x="67209" y="47856"/>
                  </a:lnTo>
                  <a:lnTo>
                    <a:pt x="68115" y="48747"/>
                  </a:lnTo>
                  <a:lnTo>
                    <a:pt x="68812" y="49434"/>
                  </a:lnTo>
                  <a:lnTo>
                    <a:pt x="69614" y="50654"/>
                  </a:lnTo>
                  <a:lnTo>
                    <a:pt x="69892" y="51078"/>
                  </a:lnTo>
                  <a:lnTo>
                    <a:pt x="70790" y="52622"/>
                  </a:lnTo>
                  <a:lnTo>
                    <a:pt x="70575" y="52814"/>
                  </a:lnTo>
                  <a:lnTo>
                    <a:pt x="68410" y="54751"/>
                  </a:lnTo>
                  <a:lnTo>
                    <a:pt x="68115" y="55015"/>
                  </a:lnTo>
                  <a:lnTo>
                    <a:pt x="65414" y="57431"/>
                  </a:lnTo>
                  <a:lnTo>
                    <a:pt x="65120" y="57684"/>
                  </a:lnTo>
                  <a:lnTo>
                    <a:pt x="66812" y="59873"/>
                  </a:lnTo>
                  <a:lnTo>
                    <a:pt x="68115" y="61559"/>
                  </a:lnTo>
                  <a:lnTo>
                    <a:pt x="70184" y="64238"/>
                  </a:lnTo>
                  <a:lnTo>
                    <a:pt x="70981" y="65268"/>
                  </a:lnTo>
                  <a:lnTo>
                    <a:pt x="73115" y="66881"/>
                  </a:lnTo>
                  <a:lnTo>
                    <a:pt x="73952" y="67513"/>
                  </a:lnTo>
                  <a:lnTo>
                    <a:pt x="74533" y="68132"/>
                  </a:lnTo>
                  <a:lnTo>
                    <a:pt x="76093" y="69793"/>
                  </a:lnTo>
                  <a:lnTo>
                    <a:pt x="76687" y="70426"/>
                  </a:lnTo>
                  <a:lnTo>
                    <a:pt x="79502" y="72751"/>
                  </a:lnTo>
                  <a:lnTo>
                    <a:pt x="79551" y="73833"/>
                  </a:lnTo>
                  <a:lnTo>
                    <a:pt x="89574" y="75069"/>
                  </a:lnTo>
                  <a:lnTo>
                    <a:pt x="92142" y="75365"/>
                  </a:lnTo>
                  <a:lnTo>
                    <a:pt x="95876" y="76055"/>
                  </a:lnTo>
                  <a:lnTo>
                    <a:pt x="96724" y="82374"/>
                  </a:lnTo>
                  <a:lnTo>
                    <a:pt x="98663" y="82215"/>
                  </a:lnTo>
                  <a:lnTo>
                    <a:pt x="100257" y="82466"/>
                  </a:lnTo>
                  <a:lnTo>
                    <a:pt x="103130" y="82919"/>
                  </a:lnTo>
                  <a:lnTo>
                    <a:pt x="103898" y="83040"/>
                  </a:lnTo>
                  <a:lnTo>
                    <a:pt x="104685" y="83164"/>
                  </a:lnTo>
                  <a:lnTo>
                    <a:pt x="108812" y="84043"/>
                  </a:lnTo>
                  <a:lnTo>
                    <a:pt x="109379" y="84164"/>
                  </a:lnTo>
                  <a:lnTo>
                    <a:pt x="110518" y="84601"/>
                  </a:lnTo>
                  <a:lnTo>
                    <a:pt x="110717" y="84677"/>
                  </a:lnTo>
                  <a:lnTo>
                    <a:pt x="113423" y="85716"/>
                  </a:lnTo>
                  <a:lnTo>
                    <a:pt x="117194" y="87164"/>
                  </a:lnTo>
                  <a:lnTo>
                    <a:pt x="117858" y="87418"/>
                  </a:lnTo>
                  <a:lnTo>
                    <a:pt x="118257" y="87572"/>
                  </a:lnTo>
                  <a:lnTo>
                    <a:pt x="117666" y="89824"/>
                  </a:lnTo>
                  <a:lnTo>
                    <a:pt x="121200" y="92038"/>
                  </a:lnTo>
                  <a:lnTo>
                    <a:pt x="127422" y="96611"/>
                  </a:lnTo>
                  <a:lnTo>
                    <a:pt x="130509" y="98553"/>
                  </a:lnTo>
                  <a:lnTo>
                    <a:pt x="137063" y="97339"/>
                  </a:lnTo>
                  <a:lnTo>
                    <a:pt x="141094" y="98100"/>
                  </a:lnTo>
                  <a:lnTo>
                    <a:pt x="156957" y="103634"/>
                  </a:lnTo>
                  <a:lnTo>
                    <a:pt x="163931" y="103818"/>
                  </a:lnTo>
                  <a:lnTo>
                    <a:pt x="166578" y="103888"/>
                  </a:lnTo>
                  <a:lnTo>
                    <a:pt x="173279" y="104064"/>
                  </a:lnTo>
                  <a:lnTo>
                    <a:pt x="179090" y="104217"/>
                  </a:lnTo>
                  <a:lnTo>
                    <a:pt x="181853" y="108682"/>
                  </a:lnTo>
                  <a:lnTo>
                    <a:pt x="182255" y="125828"/>
                  </a:lnTo>
                  <a:lnTo>
                    <a:pt x="177173" y="125877"/>
                  </a:lnTo>
                  <a:lnTo>
                    <a:pt x="176841" y="131460"/>
                  </a:lnTo>
                  <a:lnTo>
                    <a:pt x="177031" y="142723"/>
                  </a:lnTo>
                  <a:lnTo>
                    <a:pt x="203088" y="143506"/>
                  </a:lnTo>
                  <a:lnTo>
                    <a:pt x="203104" y="146457"/>
                  </a:lnTo>
                  <a:lnTo>
                    <a:pt x="216214" y="147763"/>
                  </a:lnTo>
                  <a:lnTo>
                    <a:pt x="216570" y="147798"/>
                  </a:lnTo>
                  <a:lnTo>
                    <a:pt x="216722" y="146830"/>
                  </a:lnTo>
                  <a:lnTo>
                    <a:pt x="220427" y="147194"/>
                  </a:lnTo>
                  <a:lnTo>
                    <a:pt x="225913" y="137291"/>
                  </a:lnTo>
                  <a:lnTo>
                    <a:pt x="229760" y="138529"/>
                  </a:lnTo>
                  <a:lnTo>
                    <a:pt x="235032" y="133213"/>
                  </a:lnTo>
                  <a:lnTo>
                    <a:pt x="242583" y="139766"/>
                  </a:lnTo>
                  <a:lnTo>
                    <a:pt x="245575" y="142971"/>
                  </a:lnTo>
                  <a:lnTo>
                    <a:pt x="248568" y="148359"/>
                  </a:lnTo>
                  <a:lnTo>
                    <a:pt x="252557" y="157025"/>
                  </a:lnTo>
                  <a:lnTo>
                    <a:pt x="252130" y="172099"/>
                  </a:lnTo>
                  <a:lnTo>
                    <a:pt x="254053" y="175157"/>
                  </a:lnTo>
                  <a:lnTo>
                    <a:pt x="255193" y="179818"/>
                  </a:lnTo>
                  <a:lnTo>
                    <a:pt x="255193" y="184041"/>
                  </a:lnTo>
                  <a:lnTo>
                    <a:pt x="251916" y="188265"/>
                  </a:lnTo>
                  <a:lnTo>
                    <a:pt x="249494" y="189139"/>
                  </a:lnTo>
                  <a:lnTo>
                    <a:pt x="244809" y="182656"/>
                  </a:lnTo>
                  <a:lnTo>
                    <a:pt x="244669" y="182461"/>
                  </a:lnTo>
                  <a:lnTo>
                    <a:pt x="243309" y="182924"/>
                  </a:lnTo>
                  <a:lnTo>
                    <a:pt x="242446" y="183218"/>
                  </a:lnTo>
                  <a:lnTo>
                    <a:pt x="241192" y="183976"/>
                  </a:lnTo>
                  <a:lnTo>
                    <a:pt x="239425" y="184908"/>
                  </a:lnTo>
                  <a:lnTo>
                    <a:pt x="238000" y="185199"/>
                  </a:lnTo>
                  <a:lnTo>
                    <a:pt x="237088" y="185898"/>
                  </a:lnTo>
                  <a:lnTo>
                    <a:pt x="236689" y="186947"/>
                  </a:lnTo>
                  <a:lnTo>
                    <a:pt x="235379" y="187762"/>
                  </a:lnTo>
                  <a:lnTo>
                    <a:pt x="233897" y="188112"/>
                  </a:lnTo>
                  <a:lnTo>
                    <a:pt x="230800" y="191588"/>
                  </a:lnTo>
                  <a:lnTo>
                    <a:pt x="230192" y="194539"/>
                  </a:lnTo>
                  <a:lnTo>
                    <a:pt x="231036" y="198712"/>
                  </a:lnTo>
                  <a:lnTo>
                    <a:pt x="234448" y="203860"/>
                  </a:lnTo>
                  <a:lnTo>
                    <a:pt x="237335" y="207744"/>
                  </a:lnTo>
                  <a:lnTo>
                    <a:pt x="240060" y="209694"/>
                  </a:lnTo>
                  <a:lnTo>
                    <a:pt x="240010" y="211647"/>
                  </a:lnTo>
                  <a:lnTo>
                    <a:pt x="236895" y="217085"/>
                  </a:lnTo>
                  <a:lnTo>
                    <a:pt x="252549" y="215609"/>
                  </a:lnTo>
                  <a:lnTo>
                    <a:pt x="256488" y="210704"/>
                  </a:lnTo>
                  <a:lnTo>
                    <a:pt x="264325" y="211578"/>
                  </a:lnTo>
                  <a:lnTo>
                    <a:pt x="267170" y="212975"/>
                  </a:lnTo>
                  <a:lnTo>
                    <a:pt x="270635" y="214677"/>
                  </a:lnTo>
                  <a:lnTo>
                    <a:pt x="272535" y="215065"/>
                  </a:lnTo>
                  <a:lnTo>
                    <a:pt x="274511" y="215454"/>
                  </a:lnTo>
                  <a:lnTo>
                    <a:pt x="277094" y="216153"/>
                  </a:lnTo>
                  <a:lnTo>
                    <a:pt x="279298" y="216619"/>
                  </a:lnTo>
                  <a:lnTo>
                    <a:pt x="282313" y="216716"/>
                  </a:lnTo>
                  <a:lnTo>
                    <a:pt x="284086" y="216774"/>
                  </a:lnTo>
                  <a:lnTo>
                    <a:pt x="289481" y="216463"/>
                  </a:lnTo>
                  <a:lnTo>
                    <a:pt x="294952" y="216153"/>
                  </a:lnTo>
                  <a:lnTo>
                    <a:pt x="298068" y="215531"/>
                  </a:lnTo>
                  <a:lnTo>
                    <a:pt x="300120" y="213589"/>
                  </a:lnTo>
                  <a:lnTo>
                    <a:pt x="303160" y="214521"/>
                  </a:lnTo>
                  <a:lnTo>
                    <a:pt x="305363" y="216386"/>
                  </a:lnTo>
                  <a:lnTo>
                    <a:pt x="307415" y="218405"/>
                  </a:lnTo>
                  <a:lnTo>
                    <a:pt x="308631" y="219415"/>
                  </a:lnTo>
                  <a:lnTo>
                    <a:pt x="310607" y="219182"/>
                  </a:lnTo>
                  <a:lnTo>
                    <a:pt x="315667" y="222666"/>
                  </a:lnTo>
                  <a:lnTo>
                    <a:pt x="316278" y="223087"/>
                  </a:lnTo>
                  <a:lnTo>
                    <a:pt x="316459" y="223211"/>
                  </a:lnTo>
                  <a:lnTo>
                    <a:pt x="321550" y="226716"/>
                  </a:lnTo>
                  <a:lnTo>
                    <a:pt x="324361" y="230056"/>
                  </a:lnTo>
                  <a:lnTo>
                    <a:pt x="326337" y="233396"/>
                  </a:lnTo>
                  <a:lnTo>
                    <a:pt x="327857" y="236659"/>
                  </a:lnTo>
                  <a:lnTo>
                    <a:pt x="331353" y="240931"/>
                  </a:lnTo>
                  <a:lnTo>
                    <a:pt x="335000" y="246291"/>
                  </a:lnTo>
                  <a:lnTo>
                    <a:pt x="336900" y="253359"/>
                  </a:lnTo>
                  <a:lnTo>
                    <a:pt x="337888" y="256155"/>
                  </a:lnTo>
                  <a:lnTo>
                    <a:pt x="338040" y="258874"/>
                  </a:lnTo>
                  <a:lnTo>
                    <a:pt x="337584" y="260660"/>
                  </a:lnTo>
                  <a:lnTo>
                    <a:pt x="337052" y="262680"/>
                  </a:lnTo>
                  <a:lnTo>
                    <a:pt x="336672" y="265554"/>
                  </a:lnTo>
                  <a:lnTo>
                    <a:pt x="336672" y="268040"/>
                  </a:lnTo>
                  <a:lnTo>
                    <a:pt x="336282" y="269978"/>
                  </a:lnTo>
                  <a:lnTo>
                    <a:pt x="336800" y="269981"/>
                  </a:lnTo>
                  <a:lnTo>
                    <a:pt x="344188" y="270016"/>
                  </a:lnTo>
                  <a:lnTo>
                    <a:pt x="346978" y="269895"/>
                  </a:lnTo>
                  <a:lnTo>
                    <a:pt x="346147" y="271472"/>
                  </a:lnTo>
                  <a:lnTo>
                    <a:pt x="344426" y="273960"/>
                  </a:lnTo>
                  <a:lnTo>
                    <a:pt x="342823" y="275599"/>
                  </a:lnTo>
                  <a:lnTo>
                    <a:pt x="339854" y="277784"/>
                  </a:lnTo>
                  <a:lnTo>
                    <a:pt x="337657" y="279422"/>
                  </a:lnTo>
                  <a:lnTo>
                    <a:pt x="336529" y="281060"/>
                  </a:lnTo>
                  <a:lnTo>
                    <a:pt x="334927" y="282820"/>
                  </a:lnTo>
                  <a:lnTo>
                    <a:pt x="333205" y="284459"/>
                  </a:lnTo>
                  <a:lnTo>
                    <a:pt x="331186" y="286219"/>
                  </a:lnTo>
                  <a:lnTo>
                    <a:pt x="322222" y="291195"/>
                  </a:lnTo>
                  <a:lnTo>
                    <a:pt x="320025" y="291983"/>
                  </a:lnTo>
                  <a:lnTo>
                    <a:pt x="310170" y="286643"/>
                  </a:lnTo>
                  <a:lnTo>
                    <a:pt x="306543" y="285031"/>
                  </a:lnTo>
                  <a:lnTo>
                    <a:pt x="305615" y="284619"/>
                  </a:lnTo>
                  <a:lnTo>
                    <a:pt x="305033" y="284511"/>
                  </a:lnTo>
                  <a:lnTo>
                    <a:pt x="304148" y="284138"/>
                  </a:lnTo>
                  <a:lnTo>
                    <a:pt x="303514" y="283870"/>
                  </a:lnTo>
                  <a:lnTo>
                    <a:pt x="302823" y="283689"/>
                  </a:lnTo>
                  <a:lnTo>
                    <a:pt x="300854" y="283171"/>
                  </a:lnTo>
                  <a:lnTo>
                    <a:pt x="299061" y="282778"/>
                  </a:lnTo>
                  <a:lnTo>
                    <a:pt x="298096" y="282566"/>
                  </a:lnTo>
                  <a:lnTo>
                    <a:pt x="294927" y="281870"/>
                  </a:lnTo>
                  <a:lnTo>
                    <a:pt x="292381" y="280763"/>
                  </a:lnTo>
                  <a:lnTo>
                    <a:pt x="287859" y="278569"/>
                  </a:lnTo>
                  <a:lnTo>
                    <a:pt x="284848" y="277666"/>
                  </a:lnTo>
                  <a:lnTo>
                    <a:pt x="281951" y="276841"/>
                  </a:lnTo>
                  <a:lnTo>
                    <a:pt x="278104" y="276792"/>
                  </a:lnTo>
                  <a:lnTo>
                    <a:pt x="272309" y="276938"/>
                  </a:lnTo>
                  <a:lnTo>
                    <a:pt x="270647" y="276744"/>
                  </a:lnTo>
                  <a:lnTo>
                    <a:pt x="270044" y="276516"/>
                  </a:lnTo>
                  <a:lnTo>
                    <a:pt x="267940" y="275724"/>
                  </a:lnTo>
                  <a:lnTo>
                    <a:pt x="265199" y="274800"/>
                  </a:lnTo>
                  <a:lnTo>
                    <a:pt x="263701" y="274295"/>
                  </a:lnTo>
                  <a:lnTo>
                    <a:pt x="260416" y="273188"/>
                  </a:lnTo>
                  <a:lnTo>
                    <a:pt x="258402" y="272509"/>
                  </a:lnTo>
                  <a:lnTo>
                    <a:pt x="221736" y="265712"/>
                  </a:lnTo>
                  <a:lnTo>
                    <a:pt x="220857" y="265694"/>
                  </a:lnTo>
                  <a:lnTo>
                    <a:pt x="213319" y="265539"/>
                  </a:lnTo>
                  <a:lnTo>
                    <a:pt x="216789" y="258994"/>
                  </a:lnTo>
                  <a:lnTo>
                    <a:pt x="216029" y="256955"/>
                  </a:lnTo>
                  <a:lnTo>
                    <a:pt x="215174" y="253266"/>
                  </a:lnTo>
                  <a:lnTo>
                    <a:pt x="213464" y="248023"/>
                  </a:lnTo>
                  <a:lnTo>
                    <a:pt x="212514" y="242294"/>
                  </a:lnTo>
                  <a:lnTo>
                    <a:pt x="212280" y="240664"/>
                  </a:lnTo>
                  <a:lnTo>
                    <a:pt x="211470" y="235012"/>
                  </a:lnTo>
                  <a:lnTo>
                    <a:pt x="209417" y="231033"/>
                  </a:lnTo>
                  <a:lnTo>
                    <a:pt x="208715" y="229672"/>
                  </a:lnTo>
                  <a:lnTo>
                    <a:pt x="206055" y="226274"/>
                  </a:lnTo>
                  <a:lnTo>
                    <a:pt x="203015" y="224138"/>
                  </a:lnTo>
                  <a:lnTo>
                    <a:pt x="200830" y="221239"/>
                  </a:lnTo>
                  <a:lnTo>
                    <a:pt x="199501" y="219477"/>
                  </a:lnTo>
                  <a:lnTo>
                    <a:pt x="196651" y="212681"/>
                  </a:lnTo>
                  <a:lnTo>
                    <a:pt x="193421" y="210253"/>
                  </a:lnTo>
                  <a:lnTo>
                    <a:pt x="188482" y="208311"/>
                  </a:lnTo>
                  <a:lnTo>
                    <a:pt x="181304" y="206157"/>
                  </a:lnTo>
                  <a:lnTo>
                    <a:pt x="174892" y="202662"/>
                  </a:lnTo>
                  <a:lnTo>
                    <a:pt x="169179" y="200648"/>
                  </a:lnTo>
                  <a:lnTo>
                    <a:pt x="160934" y="195133"/>
                  </a:lnTo>
                  <a:lnTo>
                    <a:pt x="156894" y="191400"/>
                  </a:lnTo>
                  <a:lnTo>
                    <a:pt x="155023" y="189670"/>
                  </a:lnTo>
                  <a:lnTo>
                    <a:pt x="154470" y="189159"/>
                  </a:lnTo>
                  <a:lnTo>
                    <a:pt x="152620" y="187455"/>
                  </a:lnTo>
                  <a:lnTo>
                    <a:pt x="152196" y="187150"/>
                  </a:lnTo>
                  <a:lnTo>
                    <a:pt x="151970" y="186987"/>
                  </a:lnTo>
                  <a:lnTo>
                    <a:pt x="149687" y="185342"/>
                  </a:lnTo>
                  <a:lnTo>
                    <a:pt x="149489" y="185064"/>
                  </a:lnTo>
                  <a:lnTo>
                    <a:pt x="148182" y="183229"/>
                  </a:lnTo>
                  <a:lnTo>
                    <a:pt x="146685" y="182844"/>
                  </a:lnTo>
                  <a:lnTo>
                    <a:pt x="145462" y="182530"/>
                  </a:lnTo>
                  <a:lnTo>
                    <a:pt x="144328" y="181706"/>
                  </a:lnTo>
                  <a:lnTo>
                    <a:pt x="143693" y="181244"/>
                  </a:lnTo>
                  <a:lnTo>
                    <a:pt x="143391" y="181025"/>
                  </a:lnTo>
                  <a:lnTo>
                    <a:pt x="133675" y="182224"/>
                  </a:lnTo>
                  <a:lnTo>
                    <a:pt x="132490" y="182370"/>
                  </a:lnTo>
                  <a:lnTo>
                    <a:pt x="131735" y="182250"/>
                  </a:lnTo>
                  <a:lnTo>
                    <a:pt x="130728" y="182089"/>
                  </a:lnTo>
                  <a:lnTo>
                    <a:pt x="126942" y="181538"/>
                  </a:lnTo>
                  <a:lnTo>
                    <a:pt x="126695" y="181476"/>
                  </a:lnTo>
                  <a:lnTo>
                    <a:pt x="123359" y="180388"/>
                  </a:lnTo>
                  <a:lnTo>
                    <a:pt x="123271" y="180589"/>
                  </a:lnTo>
                  <a:lnTo>
                    <a:pt x="122287" y="181408"/>
                  </a:lnTo>
                  <a:lnTo>
                    <a:pt x="121500" y="181470"/>
                  </a:lnTo>
                  <a:lnTo>
                    <a:pt x="117445" y="181786"/>
                  </a:lnTo>
                  <a:lnTo>
                    <a:pt x="117104" y="181812"/>
                  </a:lnTo>
                  <a:lnTo>
                    <a:pt x="115143" y="180834"/>
                  </a:lnTo>
                  <a:lnTo>
                    <a:pt x="114991" y="180911"/>
                  </a:lnTo>
                  <a:lnTo>
                    <a:pt x="114382" y="181812"/>
                  </a:lnTo>
                  <a:lnTo>
                    <a:pt x="114068" y="182277"/>
                  </a:lnTo>
                  <a:lnTo>
                    <a:pt x="112672" y="184608"/>
                  </a:lnTo>
                  <a:lnTo>
                    <a:pt x="112574" y="184773"/>
                  </a:lnTo>
                  <a:lnTo>
                    <a:pt x="112099" y="185565"/>
                  </a:lnTo>
                  <a:lnTo>
                    <a:pt x="111977" y="185768"/>
                  </a:lnTo>
                  <a:lnTo>
                    <a:pt x="111425" y="186690"/>
                  </a:lnTo>
                  <a:lnTo>
                    <a:pt x="110996" y="188663"/>
                  </a:lnTo>
                  <a:lnTo>
                    <a:pt x="110893" y="189137"/>
                  </a:lnTo>
                  <a:lnTo>
                    <a:pt x="110478" y="190269"/>
                  </a:lnTo>
                  <a:lnTo>
                    <a:pt x="109644" y="192540"/>
                  </a:lnTo>
                  <a:lnTo>
                    <a:pt x="109019" y="194447"/>
                  </a:lnTo>
                  <a:lnTo>
                    <a:pt x="108793" y="195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634784" y="4942139"/>
              <a:ext cx="115432" cy="103728"/>
            </a:xfrm>
            <a:custGeom>
              <a:avLst/>
              <a:pathLst>
                <a:path w="115432" h="103728">
                  <a:moveTo>
                    <a:pt x="77840" y="6047"/>
                  </a:moveTo>
                  <a:lnTo>
                    <a:pt x="78340" y="6585"/>
                  </a:lnTo>
                  <a:lnTo>
                    <a:pt x="79274" y="6898"/>
                  </a:lnTo>
                  <a:lnTo>
                    <a:pt x="79494" y="7750"/>
                  </a:lnTo>
                  <a:lnTo>
                    <a:pt x="80092" y="7813"/>
                  </a:lnTo>
                  <a:lnTo>
                    <a:pt x="82380" y="8056"/>
                  </a:lnTo>
                  <a:lnTo>
                    <a:pt x="83372" y="7364"/>
                  </a:lnTo>
                  <a:lnTo>
                    <a:pt x="83987" y="6936"/>
                  </a:lnTo>
                  <a:lnTo>
                    <a:pt x="87709" y="4342"/>
                  </a:lnTo>
                  <a:lnTo>
                    <a:pt x="87949" y="4242"/>
                  </a:lnTo>
                  <a:lnTo>
                    <a:pt x="88673" y="5503"/>
                  </a:lnTo>
                  <a:lnTo>
                    <a:pt x="87397" y="8346"/>
                  </a:lnTo>
                  <a:lnTo>
                    <a:pt x="87953" y="8138"/>
                  </a:lnTo>
                  <a:lnTo>
                    <a:pt x="88146" y="8066"/>
                  </a:lnTo>
                  <a:lnTo>
                    <a:pt x="89699" y="10943"/>
                  </a:lnTo>
                  <a:lnTo>
                    <a:pt x="90198" y="11867"/>
                  </a:lnTo>
                  <a:lnTo>
                    <a:pt x="92368" y="12610"/>
                  </a:lnTo>
                  <a:lnTo>
                    <a:pt x="92964" y="12814"/>
                  </a:lnTo>
                  <a:lnTo>
                    <a:pt x="93133" y="12872"/>
                  </a:lnTo>
                  <a:lnTo>
                    <a:pt x="94814" y="15518"/>
                  </a:lnTo>
                  <a:lnTo>
                    <a:pt x="92469" y="16460"/>
                  </a:lnTo>
                  <a:lnTo>
                    <a:pt x="92030" y="16637"/>
                  </a:lnTo>
                  <a:lnTo>
                    <a:pt x="88506" y="18052"/>
                  </a:lnTo>
                  <a:lnTo>
                    <a:pt x="89788" y="19994"/>
                  </a:lnTo>
                  <a:lnTo>
                    <a:pt x="91010" y="19795"/>
                  </a:lnTo>
                  <a:lnTo>
                    <a:pt x="91733" y="20027"/>
                  </a:lnTo>
                  <a:lnTo>
                    <a:pt x="92463" y="20261"/>
                  </a:lnTo>
                  <a:lnTo>
                    <a:pt x="93062" y="21157"/>
                  </a:lnTo>
                  <a:lnTo>
                    <a:pt x="93233" y="21411"/>
                  </a:lnTo>
                  <a:lnTo>
                    <a:pt x="94344" y="21644"/>
                  </a:lnTo>
                  <a:lnTo>
                    <a:pt x="94336" y="22318"/>
                  </a:lnTo>
                  <a:lnTo>
                    <a:pt x="104895" y="24435"/>
                  </a:lnTo>
                  <a:lnTo>
                    <a:pt x="107042" y="24279"/>
                  </a:lnTo>
                  <a:lnTo>
                    <a:pt x="108572" y="23463"/>
                  </a:lnTo>
                  <a:lnTo>
                    <a:pt x="108752" y="23367"/>
                  </a:lnTo>
                  <a:lnTo>
                    <a:pt x="108828" y="22900"/>
                  </a:lnTo>
                  <a:lnTo>
                    <a:pt x="109214" y="22619"/>
                  </a:lnTo>
                  <a:lnTo>
                    <a:pt x="111678" y="20823"/>
                  </a:lnTo>
                  <a:lnTo>
                    <a:pt x="114577" y="24193"/>
                  </a:lnTo>
                  <a:lnTo>
                    <a:pt x="113946" y="24748"/>
                  </a:lnTo>
                  <a:lnTo>
                    <a:pt x="113717" y="24949"/>
                  </a:lnTo>
                  <a:lnTo>
                    <a:pt x="112171" y="26307"/>
                  </a:lnTo>
                  <a:lnTo>
                    <a:pt x="112408" y="32899"/>
                  </a:lnTo>
                  <a:lnTo>
                    <a:pt x="110195" y="33410"/>
                  </a:lnTo>
                  <a:lnTo>
                    <a:pt x="112157" y="38930"/>
                  </a:lnTo>
                  <a:lnTo>
                    <a:pt x="112547" y="40025"/>
                  </a:lnTo>
                  <a:lnTo>
                    <a:pt x="113929" y="43912"/>
                  </a:lnTo>
                  <a:lnTo>
                    <a:pt x="115353" y="54026"/>
                  </a:lnTo>
                  <a:lnTo>
                    <a:pt x="115432" y="54530"/>
                  </a:lnTo>
                  <a:lnTo>
                    <a:pt x="114116" y="54506"/>
                  </a:lnTo>
                  <a:lnTo>
                    <a:pt x="109134" y="54414"/>
                  </a:lnTo>
                  <a:lnTo>
                    <a:pt x="111043" y="57618"/>
                  </a:lnTo>
                  <a:lnTo>
                    <a:pt x="112867" y="57152"/>
                  </a:lnTo>
                  <a:lnTo>
                    <a:pt x="113944" y="59119"/>
                  </a:lnTo>
                  <a:lnTo>
                    <a:pt x="114869" y="60809"/>
                  </a:lnTo>
                  <a:lnTo>
                    <a:pt x="108085" y="67224"/>
                  </a:lnTo>
                  <a:lnTo>
                    <a:pt x="97769" y="71797"/>
                  </a:lnTo>
                  <a:lnTo>
                    <a:pt x="97343" y="75788"/>
                  </a:lnTo>
                  <a:lnTo>
                    <a:pt x="96027" y="76001"/>
                  </a:lnTo>
                  <a:lnTo>
                    <a:pt x="93888" y="76347"/>
                  </a:lnTo>
                  <a:lnTo>
                    <a:pt x="89186" y="80716"/>
                  </a:lnTo>
                  <a:lnTo>
                    <a:pt x="85339" y="85610"/>
                  </a:lnTo>
                  <a:lnTo>
                    <a:pt x="82717" y="89513"/>
                  </a:lnTo>
                  <a:lnTo>
                    <a:pt x="79381" y="97871"/>
                  </a:lnTo>
                  <a:lnTo>
                    <a:pt x="75992" y="98805"/>
                  </a:lnTo>
                  <a:lnTo>
                    <a:pt x="76577" y="101312"/>
                  </a:lnTo>
                  <a:lnTo>
                    <a:pt x="76680" y="101770"/>
                  </a:lnTo>
                  <a:lnTo>
                    <a:pt x="76990" y="103145"/>
                  </a:lnTo>
                  <a:lnTo>
                    <a:pt x="77075" y="103728"/>
                  </a:lnTo>
                  <a:lnTo>
                    <a:pt x="73290" y="103569"/>
                  </a:lnTo>
                  <a:lnTo>
                    <a:pt x="69922" y="100203"/>
                  </a:lnTo>
                  <a:lnTo>
                    <a:pt x="68611" y="99650"/>
                  </a:lnTo>
                  <a:lnTo>
                    <a:pt x="63567" y="99329"/>
                  </a:lnTo>
                  <a:lnTo>
                    <a:pt x="57498" y="99125"/>
                  </a:lnTo>
                  <a:lnTo>
                    <a:pt x="49803" y="99562"/>
                  </a:lnTo>
                  <a:lnTo>
                    <a:pt x="49027" y="99708"/>
                  </a:lnTo>
                  <a:lnTo>
                    <a:pt x="47687" y="99959"/>
                  </a:lnTo>
                  <a:lnTo>
                    <a:pt x="41151" y="99682"/>
                  </a:lnTo>
                  <a:lnTo>
                    <a:pt x="36074" y="95142"/>
                  </a:lnTo>
                  <a:lnTo>
                    <a:pt x="35345" y="94767"/>
                  </a:lnTo>
                  <a:lnTo>
                    <a:pt x="30456" y="92256"/>
                  </a:lnTo>
                  <a:lnTo>
                    <a:pt x="30031" y="92038"/>
                  </a:lnTo>
                  <a:lnTo>
                    <a:pt x="29628" y="91831"/>
                  </a:lnTo>
                  <a:lnTo>
                    <a:pt x="26958" y="88512"/>
                  </a:lnTo>
                  <a:lnTo>
                    <a:pt x="26539" y="88340"/>
                  </a:lnTo>
                  <a:lnTo>
                    <a:pt x="24696" y="87582"/>
                  </a:lnTo>
                  <a:lnTo>
                    <a:pt x="21990" y="85290"/>
                  </a:lnTo>
                  <a:lnTo>
                    <a:pt x="22425" y="84712"/>
                  </a:lnTo>
                  <a:lnTo>
                    <a:pt x="22682" y="84370"/>
                  </a:lnTo>
                  <a:lnTo>
                    <a:pt x="20765" y="84008"/>
                  </a:lnTo>
                  <a:lnTo>
                    <a:pt x="16651" y="86202"/>
                  </a:lnTo>
                  <a:lnTo>
                    <a:pt x="16589" y="86069"/>
                  </a:lnTo>
                  <a:lnTo>
                    <a:pt x="16432" y="85734"/>
                  </a:lnTo>
                  <a:lnTo>
                    <a:pt x="15796" y="84511"/>
                  </a:lnTo>
                  <a:lnTo>
                    <a:pt x="13824" y="80712"/>
                  </a:lnTo>
                  <a:lnTo>
                    <a:pt x="13708" y="80565"/>
                  </a:lnTo>
                  <a:lnTo>
                    <a:pt x="13397" y="80170"/>
                  </a:lnTo>
                  <a:lnTo>
                    <a:pt x="10575" y="74634"/>
                  </a:lnTo>
                  <a:lnTo>
                    <a:pt x="10135" y="74164"/>
                  </a:lnTo>
                  <a:lnTo>
                    <a:pt x="10002" y="74022"/>
                  </a:lnTo>
                  <a:lnTo>
                    <a:pt x="9575" y="73566"/>
                  </a:lnTo>
                  <a:lnTo>
                    <a:pt x="9265" y="73236"/>
                  </a:lnTo>
                  <a:lnTo>
                    <a:pt x="9200" y="72976"/>
                  </a:lnTo>
                  <a:lnTo>
                    <a:pt x="9003" y="72188"/>
                  </a:lnTo>
                  <a:lnTo>
                    <a:pt x="8153" y="68779"/>
                  </a:lnTo>
                  <a:lnTo>
                    <a:pt x="8049" y="68362"/>
                  </a:lnTo>
                  <a:lnTo>
                    <a:pt x="6928" y="68420"/>
                  </a:lnTo>
                  <a:lnTo>
                    <a:pt x="6912" y="68254"/>
                  </a:lnTo>
                  <a:lnTo>
                    <a:pt x="6308" y="61813"/>
                  </a:lnTo>
                  <a:lnTo>
                    <a:pt x="5999" y="58518"/>
                  </a:lnTo>
                  <a:lnTo>
                    <a:pt x="6339" y="58554"/>
                  </a:lnTo>
                  <a:lnTo>
                    <a:pt x="6279" y="58373"/>
                  </a:lnTo>
                  <a:lnTo>
                    <a:pt x="5814" y="56958"/>
                  </a:lnTo>
                  <a:lnTo>
                    <a:pt x="5668" y="56512"/>
                  </a:lnTo>
                  <a:lnTo>
                    <a:pt x="5074" y="54706"/>
                  </a:lnTo>
                  <a:lnTo>
                    <a:pt x="4688" y="53530"/>
                  </a:lnTo>
                  <a:lnTo>
                    <a:pt x="4465" y="52851"/>
                  </a:lnTo>
                  <a:lnTo>
                    <a:pt x="3816" y="50875"/>
                  </a:lnTo>
                  <a:lnTo>
                    <a:pt x="3182" y="48948"/>
                  </a:lnTo>
                  <a:lnTo>
                    <a:pt x="2749" y="47630"/>
                  </a:lnTo>
                  <a:lnTo>
                    <a:pt x="1705" y="44452"/>
                  </a:lnTo>
                  <a:lnTo>
                    <a:pt x="317" y="40227"/>
                  </a:lnTo>
                  <a:lnTo>
                    <a:pt x="0" y="39262"/>
                  </a:lnTo>
                  <a:lnTo>
                    <a:pt x="2810" y="38288"/>
                  </a:lnTo>
                  <a:lnTo>
                    <a:pt x="3952" y="37892"/>
                  </a:lnTo>
                  <a:lnTo>
                    <a:pt x="4187" y="37811"/>
                  </a:lnTo>
                  <a:lnTo>
                    <a:pt x="8378" y="36359"/>
                  </a:lnTo>
                  <a:lnTo>
                    <a:pt x="8549" y="36299"/>
                  </a:lnTo>
                  <a:lnTo>
                    <a:pt x="8818" y="36206"/>
                  </a:lnTo>
                  <a:lnTo>
                    <a:pt x="12112" y="35065"/>
                  </a:lnTo>
                  <a:lnTo>
                    <a:pt x="14533" y="34226"/>
                  </a:lnTo>
                  <a:lnTo>
                    <a:pt x="15610" y="33853"/>
                  </a:lnTo>
                  <a:lnTo>
                    <a:pt x="17032" y="33360"/>
                  </a:lnTo>
                  <a:lnTo>
                    <a:pt x="18350" y="32903"/>
                  </a:lnTo>
                  <a:lnTo>
                    <a:pt x="18942" y="32698"/>
                  </a:lnTo>
                  <a:lnTo>
                    <a:pt x="23876" y="30989"/>
                  </a:lnTo>
                  <a:lnTo>
                    <a:pt x="24727" y="30694"/>
                  </a:lnTo>
                  <a:lnTo>
                    <a:pt x="25804" y="30320"/>
                  </a:lnTo>
                  <a:lnTo>
                    <a:pt x="25630" y="29819"/>
                  </a:lnTo>
                  <a:lnTo>
                    <a:pt x="27487" y="28581"/>
                  </a:lnTo>
                  <a:lnTo>
                    <a:pt x="28633" y="27816"/>
                  </a:lnTo>
                  <a:lnTo>
                    <a:pt x="28856" y="27667"/>
                  </a:lnTo>
                  <a:lnTo>
                    <a:pt x="30918" y="26292"/>
                  </a:lnTo>
                  <a:lnTo>
                    <a:pt x="34260" y="24063"/>
                  </a:lnTo>
                  <a:lnTo>
                    <a:pt x="35739" y="23077"/>
                  </a:lnTo>
                  <a:lnTo>
                    <a:pt x="37957" y="21597"/>
                  </a:lnTo>
                  <a:lnTo>
                    <a:pt x="40227" y="20084"/>
                  </a:lnTo>
                  <a:lnTo>
                    <a:pt x="41584" y="19179"/>
                  </a:lnTo>
                  <a:lnTo>
                    <a:pt x="43390" y="17974"/>
                  </a:lnTo>
                  <a:lnTo>
                    <a:pt x="44856" y="16996"/>
                  </a:lnTo>
                  <a:lnTo>
                    <a:pt x="46020" y="16220"/>
                  </a:lnTo>
                  <a:lnTo>
                    <a:pt x="48519" y="14553"/>
                  </a:lnTo>
                  <a:lnTo>
                    <a:pt x="49030" y="15378"/>
                  </a:lnTo>
                  <a:lnTo>
                    <a:pt x="49358" y="15643"/>
                  </a:lnTo>
                  <a:lnTo>
                    <a:pt x="49840" y="15338"/>
                  </a:lnTo>
                  <a:lnTo>
                    <a:pt x="50109" y="15167"/>
                  </a:lnTo>
                  <a:lnTo>
                    <a:pt x="50746" y="14764"/>
                  </a:lnTo>
                  <a:lnTo>
                    <a:pt x="51005" y="14600"/>
                  </a:lnTo>
                  <a:lnTo>
                    <a:pt x="52094" y="13911"/>
                  </a:lnTo>
                  <a:lnTo>
                    <a:pt x="52549" y="13622"/>
                  </a:lnTo>
                  <a:lnTo>
                    <a:pt x="53775" y="12846"/>
                  </a:lnTo>
                  <a:lnTo>
                    <a:pt x="54192" y="12582"/>
                  </a:lnTo>
                  <a:lnTo>
                    <a:pt x="54614" y="12315"/>
                  </a:lnTo>
                  <a:lnTo>
                    <a:pt x="54896" y="12136"/>
                  </a:lnTo>
                  <a:lnTo>
                    <a:pt x="55138" y="11984"/>
                  </a:lnTo>
                  <a:lnTo>
                    <a:pt x="55651" y="11668"/>
                  </a:lnTo>
                  <a:lnTo>
                    <a:pt x="55936" y="11493"/>
                  </a:lnTo>
                  <a:lnTo>
                    <a:pt x="57276" y="10667"/>
                  </a:lnTo>
                  <a:lnTo>
                    <a:pt x="58686" y="9799"/>
                  </a:lnTo>
                  <a:lnTo>
                    <a:pt x="60217" y="8855"/>
                  </a:lnTo>
                  <a:lnTo>
                    <a:pt x="60814" y="8488"/>
                  </a:lnTo>
                  <a:lnTo>
                    <a:pt x="63015" y="7132"/>
                  </a:lnTo>
                  <a:lnTo>
                    <a:pt x="64353" y="6308"/>
                  </a:lnTo>
                  <a:lnTo>
                    <a:pt x="64518" y="6561"/>
                  </a:lnTo>
                  <a:lnTo>
                    <a:pt x="64775" y="6368"/>
                  </a:lnTo>
                  <a:lnTo>
                    <a:pt x="65861" y="5551"/>
                  </a:lnTo>
                  <a:lnTo>
                    <a:pt x="66971" y="4717"/>
                  </a:lnTo>
                  <a:lnTo>
                    <a:pt x="67339" y="4441"/>
                  </a:lnTo>
                  <a:lnTo>
                    <a:pt x="68944" y="3234"/>
                  </a:lnTo>
                  <a:lnTo>
                    <a:pt x="69640" y="2711"/>
                  </a:lnTo>
                  <a:lnTo>
                    <a:pt x="72399" y="637"/>
                  </a:lnTo>
                  <a:lnTo>
                    <a:pt x="72816" y="323"/>
                  </a:lnTo>
                  <a:lnTo>
                    <a:pt x="73247" y="0"/>
                  </a:lnTo>
                  <a:lnTo>
                    <a:pt x="73931" y="935"/>
                  </a:lnTo>
                  <a:lnTo>
                    <a:pt x="75070" y="2493"/>
                  </a:lnTo>
                  <a:lnTo>
                    <a:pt x="77039" y="5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680587" y="3702591"/>
              <a:ext cx="108882" cy="130718"/>
            </a:xfrm>
            <a:custGeom>
              <a:avLst/>
              <a:pathLst>
                <a:path w="108882" h="130718">
                  <a:moveTo>
                    <a:pt x="79778" y="89383"/>
                  </a:moveTo>
                  <a:lnTo>
                    <a:pt x="77612" y="92530"/>
                  </a:lnTo>
                  <a:lnTo>
                    <a:pt x="76671" y="93898"/>
                  </a:lnTo>
                  <a:lnTo>
                    <a:pt x="74057" y="97697"/>
                  </a:lnTo>
                  <a:lnTo>
                    <a:pt x="71922" y="100800"/>
                  </a:lnTo>
                  <a:lnTo>
                    <a:pt x="70008" y="103413"/>
                  </a:lnTo>
                  <a:lnTo>
                    <a:pt x="69288" y="104396"/>
                  </a:lnTo>
                  <a:lnTo>
                    <a:pt x="64452" y="111000"/>
                  </a:lnTo>
                  <a:lnTo>
                    <a:pt x="63215" y="112865"/>
                  </a:lnTo>
                  <a:lnTo>
                    <a:pt x="60074" y="117600"/>
                  </a:lnTo>
                  <a:lnTo>
                    <a:pt x="59588" y="118333"/>
                  </a:lnTo>
                  <a:lnTo>
                    <a:pt x="56473" y="122842"/>
                  </a:lnTo>
                  <a:lnTo>
                    <a:pt x="55797" y="124253"/>
                  </a:lnTo>
                  <a:lnTo>
                    <a:pt x="54279" y="127298"/>
                  </a:lnTo>
                  <a:lnTo>
                    <a:pt x="48251" y="129436"/>
                  </a:lnTo>
                  <a:lnTo>
                    <a:pt x="45731" y="130121"/>
                  </a:lnTo>
                  <a:lnTo>
                    <a:pt x="44679" y="130407"/>
                  </a:lnTo>
                  <a:lnTo>
                    <a:pt x="42613" y="130645"/>
                  </a:lnTo>
                  <a:lnTo>
                    <a:pt x="41982" y="130718"/>
                  </a:lnTo>
                  <a:lnTo>
                    <a:pt x="42043" y="130320"/>
                  </a:lnTo>
                  <a:lnTo>
                    <a:pt x="42264" y="128872"/>
                  </a:lnTo>
                  <a:lnTo>
                    <a:pt x="42433" y="128150"/>
                  </a:lnTo>
                  <a:lnTo>
                    <a:pt x="41339" y="127298"/>
                  </a:lnTo>
                  <a:lnTo>
                    <a:pt x="36610" y="123619"/>
                  </a:lnTo>
                  <a:lnTo>
                    <a:pt x="36203" y="123274"/>
                  </a:lnTo>
                  <a:lnTo>
                    <a:pt x="35470" y="122727"/>
                  </a:lnTo>
                  <a:lnTo>
                    <a:pt x="32054" y="126523"/>
                  </a:lnTo>
                  <a:lnTo>
                    <a:pt x="30888" y="127818"/>
                  </a:lnTo>
                  <a:lnTo>
                    <a:pt x="23171" y="121515"/>
                  </a:lnTo>
                  <a:lnTo>
                    <a:pt x="18555" y="117677"/>
                  </a:lnTo>
                  <a:lnTo>
                    <a:pt x="18042" y="117250"/>
                  </a:lnTo>
                  <a:lnTo>
                    <a:pt x="14816" y="120769"/>
                  </a:lnTo>
                  <a:lnTo>
                    <a:pt x="6148" y="113233"/>
                  </a:lnTo>
                  <a:lnTo>
                    <a:pt x="4556" y="111849"/>
                  </a:lnTo>
                  <a:lnTo>
                    <a:pt x="4316" y="111640"/>
                  </a:lnTo>
                  <a:lnTo>
                    <a:pt x="4687" y="111215"/>
                  </a:lnTo>
                  <a:lnTo>
                    <a:pt x="644" y="107544"/>
                  </a:lnTo>
                  <a:lnTo>
                    <a:pt x="0" y="106828"/>
                  </a:lnTo>
                  <a:lnTo>
                    <a:pt x="311" y="106201"/>
                  </a:lnTo>
                  <a:lnTo>
                    <a:pt x="1095" y="104625"/>
                  </a:lnTo>
                  <a:lnTo>
                    <a:pt x="1697" y="103413"/>
                  </a:lnTo>
                  <a:lnTo>
                    <a:pt x="2071" y="102750"/>
                  </a:lnTo>
                  <a:lnTo>
                    <a:pt x="2148" y="102614"/>
                  </a:lnTo>
                  <a:lnTo>
                    <a:pt x="2310" y="102142"/>
                  </a:lnTo>
                  <a:lnTo>
                    <a:pt x="2527" y="101508"/>
                  </a:lnTo>
                  <a:lnTo>
                    <a:pt x="3034" y="100032"/>
                  </a:lnTo>
                  <a:lnTo>
                    <a:pt x="3407" y="98944"/>
                  </a:lnTo>
                  <a:lnTo>
                    <a:pt x="4885" y="94633"/>
                  </a:lnTo>
                  <a:lnTo>
                    <a:pt x="5186" y="93755"/>
                  </a:lnTo>
                  <a:lnTo>
                    <a:pt x="5709" y="92230"/>
                  </a:lnTo>
                  <a:lnTo>
                    <a:pt x="6396" y="90224"/>
                  </a:lnTo>
                  <a:lnTo>
                    <a:pt x="6708" y="89316"/>
                  </a:lnTo>
                  <a:lnTo>
                    <a:pt x="8602" y="90150"/>
                  </a:lnTo>
                  <a:lnTo>
                    <a:pt x="9035" y="90341"/>
                  </a:lnTo>
                  <a:lnTo>
                    <a:pt x="11323" y="87982"/>
                  </a:lnTo>
                  <a:lnTo>
                    <a:pt x="11959" y="87325"/>
                  </a:lnTo>
                  <a:lnTo>
                    <a:pt x="13559" y="85674"/>
                  </a:lnTo>
                  <a:lnTo>
                    <a:pt x="14342" y="84867"/>
                  </a:lnTo>
                  <a:lnTo>
                    <a:pt x="15066" y="84120"/>
                  </a:lnTo>
                  <a:lnTo>
                    <a:pt x="16467" y="82675"/>
                  </a:lnTo>
                  <a:lnTo>
                    <a:pt x="16730" y="82671"/>
                  </a:lnTo>
                  <a:lnTo>
                    <a:pt x="17145" y="83080"/>
                  </a:lnTo>
                  <a:lnTo>
                    <a:pt x="21548" y="87431"/>
                  </a:lnTo>
                  <a:lnTo>
                    <a:pt x="22138" y="88162"/>
                  </a:lnTo>
                  <a:lnTo>
                    <a:pt x="22691" y="88850"/>
                  </a:lnTo>
                  <a:lnTo>
                    <a:pt x="23327" y="89526"/>
                  </a:lnTo>
                  <a:lnTo>
                    <a:pt x="25047" y="91355"/>
                  </a:lnTo>
                  <a:lnTo>
                    <a:pt x="25242" y="91252"/>
                  </a:lnTo>
                  <a:lnTo>
                    <a:pt x="27878" y="89860"/>
                  </a:lnTo>
                  <a:lnTo>
                    <a:pt x="25256" y="87083"/>
                  </a:lnTo>
                  <a:lnTo>
                    <a:pt x="24742" y="85905"/>
                  </a:lnTo>
                  <a:lnTo>
                    <a:pt x="24053" y="84325"/>
                  </a:lnTo>
                  <a:lnTo>
                    <a:pt x="22179" y="80031"/>
                  </a:lnTo>
                  <a:lnTo>
                    <a:pt x="21852" y="79280"/>
                  </a:lnTo>
                  <a:lnTo>
                    <a:pt x="21494" y="78461"/>
                  </a:lnTo>
                  <a:lnTo>
                    <a:pt x="21353" y="77634"/>
                  </a:lnTo>
                  <a:lnTo>
                    <a:pt x="21291" y="77275"/>
                  </a:lnTo>
                  <a:lnTo>
                    <a:pt x="21228" y="76907"/>
                  </a:lnTo>
                  <a:lnTo>
                    <a:pt x="21874" y="75606"/>
                  </a:lnTo>
                  <a:lnTo>
                    <a:pt x="22112" y="75269"/>
                  </a:lnTo>
                  <a:lnTo>
                    <a:pt x="25827" y="70006"/>
                  </a:lnTo>
                  <a:lnTo>
                    <a:pt x="14356" y="62060"/>
                  </a:lnTo>
                  <a:lnTo>
                    <a:pt x="14657" y="61590"/>
                  </a:lnTo>
                  <a:lnTo>
                    <a:pt x="14941" y="61148"/>
                  </a:lnTo>
                  <a:lnTo>
                    <a:pt x="18343" y="55853"/>
                  </a:lnTo>
                  <a:lnTo>
                    <a:pt x="18739" y="55271"/>
                  </a:lnTo>
                  <a:lnTo>
                    <a:pt x="19335" y="54396"/>
                  </a:lnTo>
                  <a:lnTo>
                    <a:pt x="20594" y="52548"/>
                  </a:lnTo>
                  <a:lnTo>
                    <a:pt x="22470" y="49793"/>
                  </a:lnTo>
                  <a:lnTo>
                    <a:pt x="24772" y="46613"/>
                  </a:lnTo>
                  <a:lnTo>
                    <a:pt x="24994" y="46307"/>
                  </a:lnTo>
                  <a:lnTo>
                    <a:pt x="25860" y="45112"/>
                  </a:lnTo>
                  <a:lnTo>
                    <a:pt x="26451" y="44295"/>
                  </a:lnTo>
                  <a:lnTo>
                    <a:pt x="26563" y="44139"/>
                  </a:lnTo>
                  <a:lnTo>
                    <a:pt x="26797" y="43757"/>
                  </a:lnTo>
                  <a:lnTo>
                    <a:pt x="27324" y="42999"/>
                  </a:lnTo>
                  <a:lnTo>
                    <a:pt x="30768" y="38047"/>
                  </a:lnTo>
                  <a:lnTo>
                    <a:pt x="34388" y="32707"/>
                  </a:lnTo>
                  <a:lnTo>
                    <a:pt x="34624" y="32358"/>
                  </a:lnTo>
                  <a:lnTo>
                    <a:pt x="38538" y="26571"/>
                  </a:lnTo>
                  <a:lnTo>
                    <a:pt x="39151" y="25644"/>
                  </a:lnTo>
                  <a:lnTo>
                    <a:pt x="40981" y="22881"/>
                  </a:lnTo>
                  <a:lnTo>
                    <a:pt x="41082" y="22728"/>
                  </a:lnTo>
                  <a:lnTo>
                    <a:pt x="41906" y="21483"/>
                  </a:lnTo>
                  <a:lnTo>
                    <a:pt x="42395" y="20745"/>
                  </a:lnTo>
                  <a:lnTo>
                    <a:pt x="44496" y="17612"/>
                  </a:lnTo>
                  <a:lnTo>
                    <a:pt x="46289" y="14939"/>
                  </a:lnTo>
                  <a:lnTo>
                    <a:pt x="46577" y="14497"/>
                  </a:lnTo>
                  <a:lnTo>
                    <a:pt x="47415" y="13213"/>
                  </a:lnTo>
                  <a:lnTo>
                    <a:pt x="48294" y="11866"/>
                  </a:lnTo>
                  <a:lnTo>
                    <a:pt x="51144" y="7494"/>
                  </a:lnTo>
                  <a:lnTo>
                    <a:pt x="51304" y="7250"/>
                  </a:lnTo>
                  <a:lnTo>
                    <a:pt x="51571" y="6843"/>
                  </a:lnTo>
                  <a:lnTo>
                    <a:pt x="56062" y="179"/>
                  </a:lnTo>
                  <a:lnTo>
                    <a:pt x="56183" y="0"/>
                  </a:lnTo>
                  <a:lnTo>
                    <a:pt x="56518" y="229"/>
                  </a:lnTo>
                  <a:lnTo>
                    <a:pt x="67724" y="7911"/>
                  </a:lnTo>
                  <a:lnTo>
                    <a:pt x="76042" y="13614"/>
                  </a:lnTo>
                  <a:lnTo>
                    <a:pt x="77308" y="14481"/>
                  </a:lnTo>
                  <a:lnTo>
                    <a:pt x="77560" y="14653"/>
                  </a:lnTo>
                  <a:lnTo>
                    <a:pt x="77792" y="14810"/>
                  </a:lnTo>
                  <a:lnTo>
                    <a:pt x="78826" y="15512"/>
                  </a:lnTo>
                  <a:lnTo>
                    <a:pt x="79502" y="15971"/>
                  </a:lnTo>
                  <a:lnTo>
                    <a:pt x="75315" y="22331"/>
                  </a:lnTo>
                  <a:lnTo>
                    <a:pt x="75053" y="22728"/>
                  </a:lnTo>
                  <a:lnTo>
                    <a:pt x="74860" y="23021"/>
                  </a:lnTo>
                  <a:lnTo>
                    <a:pt x="95219" y="36885"/>
                  </a:lnTo>
                  <a:lnTo>
                    <a:pt x="96456" y="37735"/>
                  </a:lnTo>
                  <a:lnTo>
                    <a:pt x="101000" y="40855"/>
                  </a:lnTo>
                  <a:lnTo>
                    <a:pt x="102130" y="41625"/>
                  </a:lnTo>
                  <a:lnTo>
                    <a:pt x="108882" y="46225"/>
                  </a:lnTo>
                  <a:lnTo>
                    <a:pt x="108532" y="46738"/>
                  </a:lnTo>
                  <a:lnTo>
                    <a:pt x="107889" y="47703"/>
                  </a:lnTo>
                  <a:lnTo>
                    <a:pt x="107400" y="48438"/>
                  </a:lnTo>
                  <a:lnTo>
                    <a:pt x="103580" y="54177"/>
                  </a:lnTo>
                  <a:lnTo>
                    <a:pt x="95283" y="66641"/>
                  </a:lnTo>
                  <a:lnTo>
                    <a:pt x="94008" y="68556"/>
                  </a:lnTo>
                  <a:lnTo>
                    <a:pt x="93710" y="69005"/>
                  </a:lnTo>
                  <a:lnTo>
                    <a:pt x="91045" y="73008"/>
                  </a:lnTo>
                  <a:lnTo>
                    <a:pt x="88317" y="76973"/>
                  </a:lnTo>
                  <a:lnTo>
                    <a:pt x="87786" y="777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89737" y="3391972"/>
              <a:ext cx="120192" cy="121492"/>
            </a:xfrm>
            <a:custGeom>
              <a:avLst/>
              <a:pathLst>
                <a:path w="120192" h="121492">
                  <a:moveTo>
                    <a:pt x="67101" y="21625"/>
                  </a:moveTo>
                  <a:lnTo>
                    <a:pt x="70706" y="23741"/>
                  </a:lnTo>
                  <a:lnTo>
                    <a:pt x="72006" y="24447"/>
                  </a:lnTo>
                  <a:lnTo>
                    <a:pt x="72710" y="24829"/>
                  </a:lnTo>
                  <a:lnTo>
                    <a:pt x="75381" y="26281"/>
                  </a:lnTo>
                  <a:lnTo>
                    <a:pt x="75256" y="28827"/>
                  </a:lnTo>
                  <a:lnTo>
                    <a:pt x="75486" y="28815"/>
                  </a:lnTo>
                  <a:lnTo>
                    <a:pt x="77059" y="29698"/>
                  </a:lnTo>
                  <a:lnTo>
                    <a:pt x="77354" y="29864"/>
                  </a:lnTo>
                  <a:lnTo>
                    <a:pt x="78430" y="32115"/>
                  </a:lnTo>
                  <a:lnTo>
                    <a:pt x="79677" y="33085"/>
                  </a:lnTo>
                  <a:lnTo>
                    <a:pt x="81614" y="36008"/>
                  </a:lnTo>
                  <a:lnTo>
                    <a:pt x="83431" y="36751"/>
                  </a:lnTo>
                  <a:lnTo>
                    <a:pt x="83767" y="37396"/>
                  </a:lnTo>
                  <a:lnTo>
                    <a:pt x="83860" y="39256"/>
                  </a:lnTo>
                  <a:lnTo>
                    <a:pt x="83895" y="39973"/>
                  </a:lnTo>
                  <a:lnTo>
                    <a:pt x="86607" y="41787"/>
                  </a:lnTo>
                  <a:lnTo>
                    <a:pt x="87388" y="42310"/>
                  </a:lnTo>
                  <a:lnTo>
                    <a:pt x="91152" y="44829"/>
                  </a:lnTo>
                  <a:lnTo>
                    <a:pt x="98528" y="49764"/>
                  </a:lnTo>
                  <a:lnTo>
                    <a:pt x="99214" y="50223"/>
                  </a:lnTo>
                  <a:lnTo>
                    <a:pt x="106624" y="55181"/>
                  </a:lnTo>
                  <a:lnTo>
                    <a:pt x="107126" y="55517"/>
                  </a:lnTo>
                  <a:lnTo>
                    <a:pt x="118059" y="62833"/>
                  </a:lnTo>
                  <a:lnTo>
                    <a:pt x="118426" y="63078"/>
                  </a:lnTo>
                  <a:lnTo>
                    <a:pt x="119785" y="63987"/>
                  </a:lnTo>
                  <a:lnTo>
                    <a:pt x="120192" y="64260"/>
                  </a:lnTo>
                  <a:lnTo>
                    <a:pt x="119860" y="64747"/>
                  </a:lnTo>
                  <a:lnTo>
                    <a:pt x="119648" y="65058"/>
                  </a:lnTo>
                  <a:lnTo>
                    <a:pt x="119447" y="65353"/>
                  </a:lnTo>
                  <a:lnTo>
                    <a:pt x="119012" y="65979"/>
                  </a:lnTo>
                  <a:lnTo>
                    <a:pt x="118709" y="66415"/>
                  </a:lnTo>
                  <a:lnTo>
                    <a:pt x="104462" y="86930"/>
                  </a:lnTo>
                  <a:lnTo>
                    <a:pt x="103926" y="87702"/>
                  </a:lnTo>
                  <a:lnTo>
                    <a:pt x="103702" y="88027"/>
                  </a:lnTo>
                  <a:lnTo>
                    <a:pt x="102766" y="89384"/>
                  </a:lnTo>
                  <a:lnTo>
                    <a:pt x="101321" y="91479"/>
                  </a:lnTo>
                  <a:lnTo>
                    <a:pt x="89947" y="107967"/>
                  </a:lnTo>
                  <a:lnTo>
                    <a:pt x="88561" y="109977"/>
                  </a:lnTo>
                  <a:lnTo>
                    <a:pt x="88035" y="110739"/>
                  </a:lnTo>
                  <a:lnTo>
                    <a:pt x="87240" y="111731"/>
                  </a:lnTo>
                  <a:lnTo>
                    <a:pt x="85621" y="110623"/>
                  </a:lnTo>
                  <a:lnTo>
                    <a:pt x="82011" y="108153"/>
                  </a:lnTo>
                  <a:lnTo>
                    <a:pt x="74685" y="103140"/>
                  </a:lnTo>
                  <a:lnTo>
                    <a:pt x="73889" y="102596"/>
                  </a:lnTo>
                  <a:lnTo>
                    <a:pt x="70655" y="100383"/>
                  </a:lnTo>
                  <a:lnTo>
                    <a:pt x="68357" y="98810"/>
                  </a:lnTo>
                  <a:lnTo>
                    <a:pt x="66908" y="97819"/>
                  </a:lnTo>
                  <a:lnTo>
                    <a:pt x="66553" y="97576"/>
                  </a:lnTo>
                  <a:lnTo>
                    <a:pt x="50893" y="121067"/>
                  </a:lnTo>
                  <a:lnTo>
                    <a:pt x="50610" y="121492"/>
                  </a:lnTo>
                  <a:lnTo>
                    <a:pt x="44174" y="117026"/>
                  </a:lnTo>
                  <a:lnTo>
                    <a:pt x="40938" y="114781"/>
                  </a:lnTo>
                  <a:lnTo>
                    <a:pt x="38586" y="114783"/>
                  </a:lnTo>
                  <a:lnTo>
                    <a:pt x="37687" y="114784"/>
                  </a:lnTo>
                  <a:lnTo>
                    <a:pt x="35576" y="115457"/>
                  </a:lnTo>
                  <a:lnTo>
                    <a:pt x="35114" y="115604"/>
                  </a:lnTo>
                  <a:lnTo>
                    <a:pt x="33081" y="116252"/>
                  </a:lnTo>
                  <a:lnTo>
                    <a:pt x="30749" y="117441"/>
                  </a:lnTo>
                  <a:lnTo>
                    <a:pt x="30091" y="118334"/>
                  </a:lnTo>
                  <a:lnTo>
                    <a:pt x="29616" y="117884"/>
                  </a:lnTo>
                  <a:lnTo>
                    <a:pt x="27798" y="116162"/>
                  </a:lnTo>
                  <a:lnTo>
                    <a:pt x="27235" y="115686"/>
                  </a:lnTo>
                  <a:lnTo>
                    <a:pt x="28236" y="114225"/>
                  </a:lnTo>
                  <a:lnTo>
                    <a:pt x="28382" y="114012"/>
                  </a:lnTo>
                  <a:lnTo>
                    <a:pt x="27994" y="113631"/>
                  </a:lnTo>
                  <a:lnTo>
                    <a:pt x="25780" y="111466"/>
                  </a:lnTo>
                  <a:lnTo>
                    <a:pt x="25176" y="112046"/>
                  </a:lnTo>
                  <a:lnTo>
                    <a:pt x="24341" y="113238"/>
                  </a:lnTo>
                  <a:lnTo>
                    <a:pt x="22986" y="112728"/>
                  </a:lnTo>
                  <a:lnTo>
                    <a:pt x="22131" y="112747"/>
                  </a:lnTo>
                  <a:lnTo>
                    <a:pt x="21219" y="113174"/>
                  </a:lnTo>
                  <a:lnTo>
                    <a:pt x="19091" y="114514"/>
                  </a:lnTo>
                  <a:lnTo>
                    <a:pt x="17982" y="115213"/>
                  </a:lnTo>
                  <a:lnTo>
                    <a:pt x="19567" y="112185"/>
                  </a:lnTo>
                  <a:lnTo>
                    <a:pt x="21210" y="109048"/>
                  </a:lnTo>
                  <a:lnTo>
                    <a:pt x="16788" y="106205"/>
                  </a:lnTo>
                  <a:lnTo>
                    <a:pt x="16530" y="105082"/>
                  </a:lnTo>
                  <a:lnTo>
                    <a:pt x="16131" y="103220"/>
                  </a:lnTo>
                  <a:lnTo>
                    <a:pt x="17304" y="102829"/>
                  </a:lnTo>
                  <a:lnTo>
                    <a:pt x="21343" y="101480"/>
                  </a:lnTo>
                  <a:lnTo>
                    <a:pt x="21551" y="101410"/>
                  </a:lnTo>
                  <a:lnTo>
                    <a:pt x="20737" y="97529"/>
                  </a:lnTo>
                  <a:lnTo>
                    <a:pt x="20456" y="96189"/>
                  </a:lnTo>
                  <a:lnTo>
                    <a:pt x="20081" y="93251"/>
                  </a:lnTo>
                  <a:lnTo>
                    <a:pt x="20412" y="92114"/>
                  </a:lnTo>
                  <a:lnTo>
                    <a:pt x="20566" y="91240"/>
                  </a:lnTo>
                  <a:lnTo>
                    <a:pt x="20150" y="89104"/>
                  </a:lnTo>
                  <a:lnTo>
                    <a:pt x="20350" y="88733"/>
                  </a:lnTo>
                  <a:lnTo>
                    <a:pt x="20713" y="87527"/>
                  </a:lnTo>
                  <a:lnTo>
                    <a:pt x="18937" y="80950"/>
                  </a:lnTo>
                  <a:lnTo>
                    <a:pt x="17944" y="77729"/>
                  </a:lnTo>
                  <a:lnTo>
                    <a:pt x="18137" y="74244"/>
                  </a:lnTo>
                  <a:lnTo>
                    <a:pt x="17929" y="71919"/>
                  </a:lnTo>
                  <a:lnTo>
                    <a:pt x="17434" y="70360"/>
                  </a:lnTo>
                  <a:lnTo>
                    <a:pt x="17131" y="68994"/>
                  </a:lnTo>
                  <a:lnTo>
                    <a:pt x="16714" y="67115"/>
                  </a:lnTo>
                  <a:lnTo>
                    <a:pt x="16012" y="62517"/>
                  </a:lnTo>
                  <a:lnTo>
                    <a:pt x="15924" y="58852"/>
                  </a:lnTo>
                  <a:lnTo>
                    <a:pt x="15666" y="55823"/>
                  </a:lnTo>
                  <a:lnTo>
                    <a:pt x="15526" y="54176"/>
                  </a:lnTo>
                  <a:lnTo>
                    <a:pt x="15386" y="53128"/>
                  </a:lnTo>
                  <a:lnTo>
                    <a:pt x="14915" y="49609"/>
                  </a:lnTo>
                  <a:lnTo>
                    <a:pt x="14355" y="44789"/>
                  </a:lnTo>
                  <a:lnTo>
                    <a:pt x="12963" y="42952"/>
                  </a:lnTo>
                  <a:lnTo>
                    <a:pt x="10495" y="39692"/>
                  </a:lnTo>
                  <a:lnTo>
                    <a:pt x="3428" y="27730"/>
                  </a:lnTo>
                  <a:lnTo>
                    <a:pt x="0" y="16141"/>
                  </a:lnTo>
                  <a:lnTo>
                    <a:pt x="1531" y="12245"/>
                  </a:lnTo>
                  <a:lnTo>
                    <a:pt x="2491" y="11967"/>
                  </a:lnTo>
                  <a:lnTo>
                    <a:pt x="4343" y="12793"/>
                  </a:lnTo>
                  <a:lnTo>
                    <a:pt x="5997" y="14406"/>
                  </a:lnTo>
                  <a:lnTo>
                    <a:pt x="6908" y="15171"/>
                  </a:lnTo>
                  <a:lnTo>
                    <a:pt x="7236" y="15206"/>
                  </a:lnTo>
                  <a:lnTo>
                    <a:pt x="8760" y="15366"/>
                  </a:lnTo>
                  <a:lnTo>
                    <a:pt x="10707" y="16142"/>
                  </a:lnTo>
                  <a:lnTo>
                    <a:pt x="12985" y="17694"/>
                  </a:lnTo>
                  <a:lnTo>
                    <a:pt x="13415" y="17987"/>
                  </a:lnTo>
                  <a:lnTo>
                    <a:pt x="15315" y="19880"/>
                  </a:lnTo>
                  <a:lnTo>
                    <a:pt x="16644" y="21288"/>
                  </a:lnTo>
                  <a:lnTo>
                    <a:pt x="17832" y="21871"/>
                  </a:lnTo>
                  <a:lnTo>
                    <a:pt x="19304" y="21822"/>
                  </a:lnTo>
                  <a:lnTo>
                    <a:pt x="20936" y="20118"/>
                  </a:lnTo>
                  <a:lnTo>
                    <a:pt x="21821" y="18327"/>
                  </a:lnTo>
                  <a:lnTo>
                    <a:pt x="21774" y="16773"/>
                  </a:lnTo>
                  <a:lnTo>
                    <a:pt x="21734" y="16456"/>
                  </a:lnTo>
                  <a:lnTo>
                    <a:pt x="21660" y="15863"/>
                  </a:lnTo>
                  <a:lnTo>
                    <a:pt x="21536" y="14880"/>
                  </a:lnTo>
                  <a:lnTo>
                    <a:pt x="21887" y="13498"/>
                  </a:lnTo>
                  <a:lnTo>
                    <a:pt x="22201" y="12259"/>
                  </a:lnTo>
                  <a:lnTo>
                    <a:pt x="23146" y="10708"/>
                  </a:lnTo>
                  <a:lnTo>
                    <a:pt x="23769" y="9686"/>
                  </a:lnTo>
                  <a:lnTo>
                    <a:pt x="26476" y="7598"/>
                  </a:lnTo>
                  <a:lnTo>
                    <a:pt x="29180" y="6462"/>
                  </a:lnTo>
                  <a:lnTo>
                    <a:pt x="29943" y="6142"/>
                  </a:lnTo>
                  <a:lnTo>
                    <a:pt x="31368" y="4928"/>
                  </a:lnTo>
                  <a:lnTo>
                    <a:pt x="32315" y="4245"/>
                  </a:lnTo>
                  <a:lnTo>
                    <a:pt x="32983" y="3763"/>
                  </a:lnTo>
                  <a:lnTo>
                    <a:pt x="34170" y="2646"/>
                  </a:lnTo>
                  <a:lnTo>
                    <a:pt x="34361" y="1181"/>
                  </a:lnTo>
                  <a:lnTo>
                    <a:pt x="35434" y="1133"/>
                  </a:lnTo>
                  <a:lnTo>
                    <a:pt x="35761" y="1118"/>
                  </a:lnTo>
                  <a:lnTo>
                    <a:pt x="38221" y="625"/>
                  </a:lnTo>
                  <a:lnTo>
                    <a:pt x="40589" y="151"/>
                  </a:lnTo>
                  <a:lnTo>
                    <a:pt x="41347" y="0"/>
                  </a:lnTo>
                  <a:lnTo>
                    <a:pt x="42057" y="133"/>
                  </a:lnTo>
                  <a:lnTo>
                    <a:pt x="42464" y="209"/>
                  </a:lnTo>
                  <a:lnTo>
                    <a:pt x="43177" y="1210"/>
                  </a:lnTo>
                  <a:lnTo>
                    <a:pt x="44365" y="2877"/>
                  </a:lnTo>
                  <a:lnTo>
                    <a:pt x="46361" y="5678"/>
                  </a:lnTo>
                  <a:lnTo>
                    <a:pt x="47016" y="6144"/>
                  </a:lnTo>
                  <a:lnTo>
                    <a:pt x="47923" y="7114"/>
                  </a:lnTo>
                  <a:lnTo>
                    <a:pt x="49770" y="9241"/>
                  </a:lnTo>
                  <a:lnTo>
                    <a:pt x="50449" y="10022"/>
                  </a:lnTo>
                  <a:lnTo>
                    <a:pt x="50835" y="10337"/>
                  </a:lnTo>
                  <a:lnTo>
                    <a:pt x="54738" y="13523"/>
                  </a:lnTo>
                  <a:lnTo>
                    <a:pt x="55921" y="14489"/>
                  </a:lnTo>
                  <a:lnTo>
                    <a:pt x="60123" y="17766"/>
                  </a:lnTo>
                  <a:lnTo>
                    <a:pt x="61376" y="18743"/>
                  </a:lnTo>
                  <a:lnTo>
                    <a:pt x="62626" y="19313"/>
                  </a:lnTo>
                  <a:lnTo>
                    <a:pt x="62920" y="19447"/>
                  </a:lnTo>
                  <a:lnTo>
                    <a:pt x="63730" y="19990"/>
                  </a:lnTo>
                  <a:lnTo>
                    <a:pt x="63981" y="20158"/>
                  </a:lnTo>
                  <a:lnTo>
                    <a:pt x="64194" y="20233"/>
                  </a:lnTo>
                  <a:lnTo>
                    <a:pt x="65445" y="20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649668" y="3453548"/>
              <a:ext cx="183834" cy="132260"/>
            </a:xfrm>
            <a:custGeom>
              <a:avLst/>
              <a:pathLst>
                <a:path w="183834" h="132260">
                  <a:moveTo>
                    <a:pt x="29058" y="9432"/>
                  </a:moveTo>
                  <a:lnTo>
                    <a:pt x="35820" y="17085"/>
                  </a:lnTo>
                  <a:lnTo>
                    <a:pt x="36424" y="17768"/>
                  </a:lnTo>
                  <a:lnTo>
                    <a:pt x="37260" y="18817"/>
                  </a:lnTo>
                  <a:lnTo>
                    <a:pt x="37625" y="19563"/>
                  </a:lnTo>
                  <a:lnTo>
                    <a:pt x="37982" y="20293"/>
                  </a:lnTo>
                  <a:lnTo>
                    <a:pt x="38172" y="21341"/>
                  </a:lnTo>
                  <a:lnTo>
                    <a:pt x="38021" y="23768"/>
                  </a:lnTo>
                  <a:lnTo>
                    <a:pt x="37637" y="29915"/>
                  </a:lnTo>
                  <a:lnTo>
                    <a:pt x="37633" y="30288"/>
                  </a:lnTo>
                  <a:lnTo>
                    <a:pt x="37694" y="30454"/>
                  </a:lnTo>
                  <a:lnTo>
                    <a:pt x="37790" y="30714"/>
                  </a:lnTo>
                  <a:lnTo>
                    <a:pt x="37773" y="30989"/>
                  </a:lnTo>
                  <a:lnTo>
                    <a:pt x="51173" y="32066"/>
                  </a:lnTo>
                  <a:lnTo>
                    <a:pt x="51743" y="32112"/>
                  </a:lnTo>
                  <a:lnTo>
                    <a:pt x="54795" y="32357"/>
                  </a:lnTo>
                  <a:lnTo>
                    <a:pt x="58872" y="32685"/>
                  </a:lnTo>
                  <a:lnTo>
                    <a:pt x="59734" y="32755"/>
                  </a:lnTo>
                  <a:lnTo>
                    <a:pt x="60233" y="32795"/>
                  </a:lnTo>
                  <a:lnTo>
                    <a:pt x="61067" y="32865"/>
                  </a:lnTo>
                  <a:lnTo>
                    <a:pt x="61000" y="33668"/>
                  </a:lnTo>
                  <a:lnTo>
                    <a:pt x="60979" y="33909"/>
                  </a:lnTo>
                  <a:lnTo>
                    <a:pt x="60865" y="35273"/>
                  </a:lnTo>
                  <a:lnTo>
                    <a:pt x="60742" y="36737"/>
                  </a:lnTo>
                  <a:lnTo>
                    <a:pt x="60670" y="37592"/>
                  </a:lnTo>
                  <a:lnTo>
                    <a:pt x="60542" y="39111"/>
                  </a:lnTo>
                  <a:lnTo>
                    <a:pt x="60508" y="39625"/>
                  </a:lnTo>
                  <a:lnTo>
                    <a:pt x="60470" y="40182"/>
                  </a:lnTo>
                  <a:lnTo>
                    <a:pt x="61263" y="40221"/>
                  </a:lnTo>
                  <a:lnTo>
                    <a:pt x="61632" y="40239"/>
                  </a:lnTo>
                  <a:lnTo>
                    <a:pt x="64777" y="40394"/>
                  </a:lnTo>
                  <a:lnTo>
                    <a:pt x="65129" y="40412"/>
                  </a:lnTo>
                  <a:lnTo>
                    <a:pt x="65408" y="40425"/>
                  </a:lnTo>
                  <a:lnTo>
                    <a:pt x="67071" y="40507"/>
                  </a:lnTo>
                  <a:lnTo>
                    <a:pt x="68618" y="40583"/>
                  </a:lnTo>
                  <a:lnTo>
                    <a:pt x="69660" y="40635"/>
                  </a:lnTo>
                  <a:lnTo>
                    <a:pt x="70666" y="40684"/>
                  </a:lnTo>
                  <a:lnTo>
                    <a:pt x="71080" y="40704"/>
                  </a:lnTo>
                  <a:lnTo>
                    <a:pt x="72116" y="40755"/>
                  </a:lnTo>
                  <a:lnTo>
                    <a:pt x="72802" y="40789"/>
                  </a:lnTo>
                  <a:lnTo>
                    <a:pt x="75252" y="40910"/>
                  </a:lnTo>
                  <a:lnTo>
                    <a:pt x="75586" y="40926"/>
                  </a:lnTo>
                  <a:lnTo>
                    <a:pt x="82405" y="41318"/>
                  </a:lnTo>
                  <a:lnTo>
                    <a:pt x="89380" y="41719"/>
                  </a:lnTo>
                  <a:lnTo>
                    <a:pt x="96082" y="42156"/>
                  </a:lnTo>
                  <a:lnTo>
                    <a:pt x="101461" y="42507"/>
                  </a:lnTo>
                  <a:lnTo>
                    <a:pt x="103800" y="42660"/>
                  </a:lnTo>
                  <a:lnTo>
                    <a:pt x="105630" y="42779"/>
                  </a:lnTo>
                  <a:lnTo>
                    <a:pt x="106114" y="42780"/>
                  </a:lnTo>
                  <a:lnTo>
                    <a:pt x="106495" y="42781"/>
                  </a:lnTo>
                  <a:lnTo>
                    <a:pt x="107940" y="42753"/>
                  </a:lnTo>
                  <a:lnTo>
                    <a:pt x="110096" y="42712"/>
                  </a:lnTo>
                  <a:lnTo>
                    <a:pt x="111703" y="45348"/>
                  </a:lnTo>
                  <a:lnTo>
                    <a:pt x="113245" y="44486"/>
                  </a:lnTo>
                  <a:lnTo>
                    <a:pt x="117980" y="41839"/>
                  </a:lnTo>
                  <a:lnTo>
                    <a:pt x="118146" y="41746"/>
                  </a:lnTo>
                  <a:lnTo>
                    <a:pt x="121796" y="39706"/>
                  </a:lnTo>
                  <a:lnTo>
                    <a:pt x="123917" y="38520"/>
                  </a:lnTo>
                  <a:lnTo>
                    <a:pt x="127136" y="36702"/>
                  </a:lnTo>
                  <a:lnTo>
                    <a:pt x="127550" y="36400"/>
                  </a:lnTo>
                  <a:lnTo>
                    <a:pt x="127734" y="36250"/>
                  </a:lnTo>
                  <a:lnTo>
                    <a:pt x="127984" y="36047"/>
                  </a:lnTo>
                  <a:lnTo>
                    <a:pt x="128371" y="35732"/>
                  </a:lnTo>
                  <a:lnTo>
                    <a:pt x="129850" y="34530"/>
                  </a:lnTo>
                  <a:lnTo>
                    <a:pt x="130162" y="34276"/>
                  </a:lnTo>
                  <a:lnTo>
                    <a:pt x="138741" y="29058"/>
                  </a:lnTo>
                  <a:lnTo>
                    <a:pt x="141144" y="27615"/>
                  </a:lnTo>
                  <a:lnTo>
                    <a:pt x="145267" y="25138"/>
                  </a:lnTo>
                  <a:lnTo>
                    <a:pt x="159648" y="16203"/>
                  </a:lnTo>
                  <a:lnTo>
                    <a:pt x="164242" y="13869"/>
                  </a:lnTo>
                  <a:lnTo>
                    <a:pt x="168042" y="11199"/>
                  </a:lnTo>
                  <a:lnTo>
                    <a:pt x="171129" y="7922"/>
                  </a:lnTo>
                  <a:lnTo>
                    <a:pt x="172703" y="5120"/>
                  </a:lnTo>
                  <a:lnTo>
                    <a:pt x="172317" y="8407"/>
                  </a:lnTo>
                  <a:lnTo>
                    <a:pt x="173504" y="16539"/>
                  </a:lnTo>
                  <a:lnTo>
                    <a:pt x="175166" y="22729"/>
                  </a:lnTo>
                  <a:lnTo>
                    <a:pt x="175641" y="26248"/>
                  </a:lnTo>
                  <a:lnTo>
                    <a:pt x="176710" y="30860"/>
                  </a:lnTo>
                  <a:lnTo>
                    <a:pt x="177095" y="34259"/>
                  </a:lnTo>
                  <a:lnTo>
                    <a:pt x="177149" y="34579"/>
                  </a:lnTo>
                  <a:lnTo>
                    <a:pt x="177495" y="36705"/>
                  </a:lnTo>
                  <a:lnTo>
                    <a:pt x="177737" y="38195"/>
                  </a:lnTo>
                  <a:lnTo>
                    <a:pt x="178377" y="42966"/>
                  </a:lnTo>
                  <a:lnTo>
                    <a:pt x="178594" y="44582"/>
                  </a:lnTo>
                  <a:lnTo>
                    <a:pt x="178650" y="45108"/>
                  </a:lnTo>
                  <a:lnTo>
                    <a:pt x="179560" y="48458"/>
                  </a:lnTo>
                  <a:lnTo>
                    <a:pt x="182053" y="51978"/>
                  </a:lnTo>
                  <a:lnTo>
                    <a:pt x="183834" y="56590"/>
                  </a:lnTo>
                  <a:lnTo>
                    <a:pt x="183122" y="58775"/>
                  </a:lnTo>
                  <a:lnTo>
                    <a:pt x="180628" y="62537"/>
                  </a:lnTo>
                  <a:lnTo>
                    <a:pt x="177895" y="67410"/>
                  </a:lnTo>
                  <a:lnTo>
                    <a:pt x="174411" y="69660"/>
                  </a:lnTo>
                  <a:lnTo>
                    <a:pt x="173586" y="70194"/>
                  </a:lnTo>
                  <a:lnTo>
                    <a:pt x="170496" y="72556"/>
                  </a:lnTo>
                  <a:lnTo>
                    <a:pt x="164976" y="74679"/>
                  </a:lnTo>
                  <a:lnTo>
                    <a:pt x="161446" y="76036"/>
                  </a:lnTo>
                  <a:lnTo>
                    <a:pt x="153144" y="81745"/>
                  </a:lnTo>
                  <a:lnTo>
                    <a:pt x="149691" y="92130"/>
                  </a:lnTo>
                  <a:lnTo>
                    <a:pt x="149192" y="93629"/>
                  </a:lnTo>
                  <a:lnTo>
                    <a:pt x="147430" y="102040"/>
                  </a:lnTo>
                  <a:lnTo>
                    <a:pt x="147084" y="103886"/>
                  </a:lnTo>
                  <a:lnTo>
                    <a:pt x="147033" y="104155"/>
                  </a:lnTo>
                  <a:lnTo>
                    <a:pt x="146874" y="105004"/>
                  </a:lnTo>
                  <a:lnTo>
                    <a:pt x="147323" y="105176"/>
                  </a:lnTo>
                  <a:lnTo>
                    <a:pt x="146505" y="106888"/>
                  </a:lnTo>
                  <a:lnTo>
                    <a:pt x="142272" y="115594"/>
                  </a:lnTo>
                  <a:lnTo>
                    <a:pt x="141770" y="116633"/>
                  </a:lnTo>
                  <a:lnTo>
                    <a:pt x="141668" y="116860"/>
                  </a:lnTo>
                  <a:lnTo>
                    <a:pt x="139311" y="122123"/>
                  </a:lnTo>
                  <a:lnTo>
                    <a:pt x="137067" y="127133"/>
                  </a:lnTo>
                  <a:lnTo>
                    <a:pt x="134364" y="125872"/>
                  </a:lnTo>
                  <a:lnTo>
                    <a:pt x="134133" y="126314"/>
                  </a:lnTo>
                  <a:lnTo>
                    <a:pt x="133548" y="127435"/>
                  </a:lnTo>
                  <a:lnTo>
                    <a:pt x="130927" y="132260"/>
                  </a:lnTo>
                  <a:lnTo>
                    <a:pt x="124207" y="124499"/>
                  </a:lnTo>
                  <a:lnTo>
                    <a:pt x="120951" y="120737"/>
                  </a:lnTo>
                  <a:lnTo>
                    <a:pt x="120724" y="120475"/>
                  </a:lnTo>
                  <a:lnTo>
                    <a:pt x="114942" y="113797"/>
                  </a:lnTo>
                  <a:lnTo>
                    <a:pt x="112253" y="110691"/>
                  </a:lnTo>
                  <a:lnTo>
                    <a:pt x="110847" y="109599"/>
                  </a:lnTo>
                  <a:lnTo>
                    <a:pt x="110150" y="109057"/>
                  </a:lnTo>
                  <a:lnTo>
                    <a:pt x="107663" y="108487"/>
                  </a:lnTo>
                  <a:lnTo>
                    <a:pt x="105625" y="108019"/>
                  </a:lnTo>
                  <a:lnTo>
                    <a:pt x="100461" y="106834"/>
                  </a:lnTo>
                  <a:lnTo>
                    <a:pt x="98644" y="106397"/>
                  </a:lnTo>
                  <a:lnTo>
                    <a:pt x="98742" y="103766"/>
                  </a:lnTo>
                  <a:lnTo>
                    <a:pt x="98058" y="103725"/>
                  </a:lnTo>
                  <a:lnTo>
                    <a:pt x="97686" y="103703"/>
                  </a:lnTo>
                  <a:lnTo>
                    <a:pt x="95392" y="103567"/>
                  </a:lnTo>
                  <a:lnTo>
                    <a:pt x="94912" y="103539"/>
                  </a:lnTo>
                  <a:lnTo>
                    <a:pt x="94714" y="103527"/>
                  </a:lnTo>
                  <a:lnTo>
                    <a:pt x="94126" y="103493"/>
                  </a:lnTo>
                  <a:lnTo>
                    <a:pt x="91823" y="103356"/>
                  </a:lnTo>
                  <a:lnTo>
                    <a:pt x="87859" y="103122"/>
                  </a:lnTo>
                  <a:lnTo>
                    <a:pt x="85301" y="102971"/>
                  </a:lnTo>
                  <a:lnTo>
                    <a:pt x="84619" y="102912"/>
                  </a:lnTo>
                  <a:lnTo>
                    <a:pt x="80057" y="102516"/>
                  </a:lnTo>
                  <a:lnTo>
                    <a:pt x="79668" y="102490"/>
                  </a:lnTo>
                  <a:lnTo>
                    <a:pt x="78094" y="102738"/>
                  </a:lnTo>
                  <a:lnTo>
                    <a:pt x="77731" y="103086"/>
                  </a:lnTo>
                  <a:lnTo>
                    <a:pt x="77321" y="103480"/>
                  </a:lnTo>
                  <a:lnTo>
                    <a:pt x="71693" y="102946"/>
                  </a:lnTo>
                  <a:lnTo>
                    <a:pt x="70760" y="102410"/>
                  </a:lnTo>
                  <a:lnTo>
                    <a:pt x="70553" y="102291"/>
                  </a:lnTo>
                  <a:lnTo>
                    <a:pt x="70316" y="102279"/>
                  </a:lnTo>
                  <a:lnTo>
                    <a:pt x="63514" y="101922"/>
                  </a:lnTo>
                  <a:lnTo>
                    <a:pt x="57112" y="101587"/>
                  </a:lnTo>
                  <a:lnTo>
                    <a:pt x="54333" y="101307"/>
                  </a:lnTo>
                  <a:lnTo>
                    <a:pt x="54630" y="100881"/>
                  </a:lnTo>
                  <a:lnTo>
                    <a:pt x="55304" y="99912"/>
                  </a:lnTo>
                  <a:lnTo>
                    <a:pt x="55450" y="99687"/>
                  </a:lnTo>
                  <a:lnTo>
                    <a:pt x="55619" y="99284"/>
                  </a:lnTo>
                  <a:lnTo>
                    <a:pt x="55715" y="99056"/>
                  </a:lnTo>
                  <a:lnTo>
                    <a:pt x="55865" y="98699"/>
                  </a:lnTo>
                  <a:lnTo>
                    <a:pt x="55983" y="98416"/>
                  </a:lnTo>
                  <a:lnTo>
                    <a:pt x="56404" y="97414"/>
                  </a:lnTo>
                  <a:lnTo>
                    <a:pt x="56481" y="97227"/>
                  </a:lnTo>
                  <a:lnTo>
                    <a:pt x="56637" y="96353"/>
                  </a:lnTo>
                  <a:lnTo>
                    <a:pt x="56699" y="96006"/>
                  </a:lnTo>
                  <a:lnTo>
                    <a:pt x="56769" y="95612"/>
                  </a:lnTo>
                  <a:lnTo>
                    <a:pt x="56837" y="95234"/>
                  </a:lnTo>
                  <a:lnTo>
                    <a:pt x="57350" y="87260"/>
                  </a:lnTo>
                  <a:lnTo>
                    <a:pt x="57373" y="86906"/>
                  </a:lnTo>
                  <a:lnTo>
                    <a:pt x="57418" y="86209"/>
                  </a:lnTo>
                  <a:lnTo>
                    <a:pt x="57471" y="85380"/>
                  </a:lnTo>
                  <a:lnTo>
                    <a:pt x="57482" y="85205"/>
                  </a:lnTo>
                  <a:lnTo>
                    <a:pt x="57512" y="84740"/>
                  </a:lnTo>
                  <a:lnTo>
                    <a:pt x="57523" y="84562"/>
                  </a:lnTo>
                  <a:lnTo>
                    <a:pt x="57557" y="84043"/>
                  </a:lnTo>
                  <a:lnTo>
                    <a:pt x="57684" y="81652"/>
                  </a:lnTo>
                  <a:lnTo>
                    <a:pt x="57693" y="81479"/>
                  </a:lnTo>
                  <a:lnTo>
                    <a:pt x="57796" y="79556"/>
                  </a:lnTo>
                  <a:lnTo>
                    <a:pt x="57812" y="79266"/>
                  </a:lnTo>
                  <a:lnTo>
                    <a:pt x="57828" y="78956"/>
                  </a:lnTo>
                  <a:lnTo>
                    <a:pt x="57868" y="78217"/>
                  </a:lnTo>
                  <a:lnTo>
                    <a:pt x="57979" y="76127"/>
                  </a:lnTo>
                  <a:lnTo>
                    <a:pt x="58124" y="73422"/>
                  </a:lnTo>
                  <a:lnTo>
                    <a:pt x="49739" y="72860"/>
                  </a:lnTo>
                  <a:lnTo>
                    <a:pt x="49772" y="72372"/>
                  </a:lnTo>
                  <a:lnTo>
                    <a:pt x="49788" y="72152"/>
                  </a:lnTo>
                  <a:lnTo>
                    <a:pt x="49855" y="71168"/>
                  </a:lnTo>
                  <a:lnTo>
                    <a:pt x="49967" y="69546"/>
                  </a:lnTo>
                  <a:lnTo>
                    <a:pt x="50013" y="68883"/>
                  </a:lnTo>
                  <a:lnTo>
                    <a:pt x="50023" y="68731"/>
                  </a:lnTo>
                  <a:lnTo>
                    <a:pt x="50048" y="68367"/>
                  </a:lnTo>
                  <a:lnTo>
                    <a:pt x="50107" y="67515"/>
                  </a:lnTo>
                  <a:lnTo>
                    <a:pt x="50135" y="67106"/>
                  </a:lnTo>
                  <a:lnTo>
                    <a:pt x="50170" y="66607"/>
                  </a:lnTo>
                  <a:lnTo>
                    <a:pt x="50343" y="64099"/>
                  </a:lnTo>
                  <a:lnTo>
                    <a:pt x="50363" y="63809"/>
                  </a:lnTo>
                  <a:lnTo>
                    <a:pt x="50415" y="63044"/>
                  </a:lnTo>
                  <a:lnTo>
                    <a:pt x="50427" y="62879"/>
                  </a:lnTo>
                  <a:lnTo>
                    <a:pt x="42864" y="62486"/>
                  </a:lnTo>
                  <a:lnTo>
                    <a:pt x="43079" y="64099"/>
                  </a:lnTo>
                  <a:lnTo>
                    <a:pt x="43144" y="64586"/>
                  </a:lnTo>
                  <a:lnTo>
                    <a:pt x="43221" y="65162"/>
                  </a:lnTo>
                  <a:lnTo>
                    <a:pt x="43263" y="65534"/>
                  </a:lnTo>
                  <a:lnTo>
                    <a:pt x="43963" y="71782"/>
                  </a:lnTo>
                  <a:lnTo>
                    <a:pt x="40464" y="71646"/>
                  </a:lnTo>
                  <a:lnTo>
                    <a:pt x="40409" y="70778"/>
                  </a:lnTo>
                  <a:lnTo>
                    <a:pt x="31666" y="71253"/>
                  </a:lnTo>
                  <a:lnTo>
                    <a:pt x="31402" y="70473"/>
                  </a:lnTo>
                  <a:lnTo>
                    <a:pt x="31242" y="69999"/>
                  </a:lnTo>
                  <a:lnTo>
                    <a:pt x="31083" y="69530"/>
                  </a:lnTo>
                  <a:lnTo>
                    <a:pt x="30949" y="69136"/>
                  </a:lnTo>
                  <a:lnTo>
                    <a:pt x="30583" y="68053"/>
                  </a:lnTo>
                  <a:lnTo>
                    <a:pt x="30492" y="67784"/>
                  </a:lnTo>
                  <a:lnTo>
                    <a:pt x="30071" y="66540"/>
                  </a:lnTo>
                  <a:lnTo>
                    <a:pt x="29744" y="65766"/>
                  </a:lnTo>
                  <a:lnTo>
                    <a:pt x="29365" y="64865"/>
                  </a:lnTo>
                  <a:lnTo>
                    <a:pt x="28754" y="63415"/>
                  </a:lnTo>
                  <a:lnTo>
                    <a:pt x="28698" y="63283"/>
                  </a:lnTo>
                  <a:lnTo>
                    <a:pt x="28477" y="62756"/>
                  </a:lnTo>
                  <a:lnTo>
                    <a:pt x="28006" y="61638"/>
                  </a:lnTo>
                  <a:lnTo>
                    <a:pt x="27849" y="61492"/>
                  </a:lnTo>
                  <a:lnTo>
                    <a:pt x="27538" y="61202"/>
                  </a:lnTo>
                  <a:lnTo>
                    <a:pt x="27067" y="60764"/>
                  </a:lnTo>
                  <a:lnTo>
                    <a:pt x="26632" y="60359"/>
                  </a:lnTo>
                  <a:lnTo>
                    <a:pt x="26245" y="59999"/>
                  </a:lnTo>
                  <a:lnTo>
                    <a:pt x="25712" y="59503"/>
                  </a:lnTo>
                  <a:lnTo>
                    <a:pt x="24160" y="58059"/>
                  </a:lnTo>
                  <a:lnTo>
                    <a:pt x="24256" y="57693"/>
                  </a:lnTo>
                  <a:lnTo>
                    <a:pt x="24648" y="56197"/>
                  </a:lnTo>
                  <a:lnTo>
                    <a:pt x="25070" y="54581"/>
                  </a:lnTo>
                  <a:lnTo>
                    <a:pt x="25055" y="54000"/>
                  </a:lnTo>
                  <a:lnTo>
                    <a:pt x="25001" y="51942"/>
                  </a:lnTo>
                  <a:lnTo>
                    <a:pt x="23584" y="49196"/>
                  </a:lnTo>
                  <a:lnTo>
                    <a:pt x="23001" y="48040"/>
                  </a:lnTo>
                  <a:lnTo>
                    <a:pt x="21412" y="47018"/>
                  </a:lnTo>
                  <a:lnTo>
                    <a:pt x="19632" y="45196"/>
                  </a:lnTo>
                  <a:lnTo>
                    <a:pt x="17302" y="43380"/>
                  </a:lnTo>
                  <a:lnTo>
                    <a:pt x="15615" y="38813"/>
                  </a:lnTo>
                  <a:lnTo>
                    <a:pt x="15521" y="38558"/>
                  </a:lnTo>
                  <a:lnTo>
                    <a:pt x="15284" y="37915"/>
                  </a:lnTo>
                  <a:lnTo>
                    <a:pt x="13088" y="35389"/>
                  </a:lnTo>
                  <a:lnTo>
                    <a:pt x="11663" y="32864"/>
                  </a:lnTo>
                  <a:lnTo>
                    <a:pt x="11520" y="31651"/>
                  </a:lnTo>
                  <a:lnTo>
                    <a:pt x="11238" y="31137"/>
                  </a:lnTo>
                  <a:lnTo>
                    <a:pt x="4609" y="30533"/>
                  </a:lnTo>
                  <a:lnTo>
                    <a:pt x="7253" y="24028"/>
                  </a:lnTo>
                  <a:lnTo>
                    <a:pt x="4302" y="23794"/>
                  </a:lnTo>
                  <a:lnTo>
                    <a:pt x="2846" y="23678"/>
                  </a:lnTo>
                  <a:lnTo>
                    <a:pt x="3004" y="21990"/>
                  </a:lnTo>
                  <a:lnTo>
                    <a:pt x="3378" y="18008"/>
                  </a:lnTo>
                  <a:lnTo>
                    <a:pt x="0" y="16472"/>
                  </a:lnTo>
                  <a:lnTo>
                    <a:pt x="990" y="15169"/>
                  </a:lnTo>
                  <a:lnTo>
                    <a:pt x="2440" y="13430"/>
                  </a:lnTo>
                  <a:lnTo>
                    <a:pt x="2593" y="13246"/>
                  </a:lnTo>
                  <a:lnTo>
                    <a:pt x="8385" y="6300"/>
                  </a:lnTo>
                  <a:lnTo>
                    <a:pt x="7798" y="4797"/>
                  </a:lnTo>
                  <a:lnTo>
                    <a:pt x="7634" y="4377"/>
                  </a:lnTo>
                  <a:lnTo>
                    <a:pt x="8968" y="3046"/>
                  </a:lnTo>
                  <a:lnTo>
                    <a:pt x="12378" y="5728"/>
                  </a:lnTo>
                  <a:lnTo>
                    <a:pt x="12645" y="5938"/>
                  </a:lnTo>
                  <a:lnTo>
                    <a:pt x="16200" y="9084"/>
                  </a:lnTo>
                  <a:lnTo>
                    <a:pt x="17730" y="10438"/>
                  </a:lnTo>
                  <a:lnTo>
                    <a:pt x="18684" y="11226"/>
                  </a:lnTo>
                  <a:lnTo>
                    <a:pt x="18877" y="11061"/>
                  </a:lnTo>
                  <a:lnTo>
                    <a:pt x="19350" y="10656"/>
                  </a:lnTo>
                  <a:lnTo>
                    <a:pt x="20038" y="10067"/>
                  </a:lnTo>
                  <a:lnTo>
                    <a:pt x="20840" y="8299"/>
                  </a:lnTo>
                  <a:lnTo>
                    <a:pt x="18381" y="6256"/>
                  </a:lnTo>
                  <a:lnTo>
                    <a:pt x="15790" y="4103"/>
                  </a:lnTo>
                  <a:lnTo>
                    <a:pt x="14655" y="3160"/>
                  </a:lnTo>
                  <a:lnTo>
                    <a:pt x="14561" y="2995"/>
                  </a:lnTo>
                  <a:lnTo>
                    <a:pt x="16354" y="448"/>
                  </a:lnTo>
                  <a:lnTo>
                    <a:pt x="16663" y="0"/>
                  </a:lnTo>
                  <a:lnTo>
                    <a:pt x="24897" y="5776"/>
                  </a:lnTo>
                  <a:lnTo>
                    <a:pt x="25561" y="6241"/>
                  </a:lnTo>
                  <a:lnTo>
                    <a:pt x="26213" y="6837"/>
                  </a:lnTo>
                  <a:lnTo>
                    <a:pt x="27708" y="8200"/>
                  </a:lnTo>
                  <a:lnTo>
                    <a:pt x="28262" y="8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98454" y="3554856"/>
              <a:ext cx="181246" cy="109524"/>
            </a:xfrm>
            <a:custGeom>
              <a:avLst/>
              <a:pathLst>
                <a:path w="181246" h="109524">
                  <a:moveTo>
                    <a:pt x="22908" y="1639"/>
                  </a:moveTo>
                  <a:lnTo>
                    <a:pt x="28536" y="2173"/>
                  </a:lnTo>
                  <a:lnTo>
                    <a:pt x="28946" y="1778"/>
                  </a:lnTo>
                  <a:lnTo>
                    <a:pt x="29308" y="1430"/>
                  </a:lnTo>
                  <a:lnTo>
                    <a:pt x="30911" y="1178"/>
                  </a:lnTo>
                  <a:lnTo>
                    <a:pt x="31271" y="1209"/>
                  </a:lnTo>
                  <a:lnTo>
                    <a:pt x="35834" y="1604"/>
                  </a:lnTo>
                  <a:lnTo>
                    <a:pt x="36515" y="1663"/>
                  </a:lnTo>
                  <a:lnTo>
                    <a:pt x="39073" y="1814"/>
                  </a:lnTo>
                  <a:lnTo>
                    <a:pt x="43038" y="2049"/>
                  </a:lnTo>
                  <a:lnTo>
                    <a:pt x="45340" y="2185"/>
                  </a:lnTo>
                  <a:lnTo>
                    <a:pt x="45928" y="2220"/>
                  </a:lnTo>
                  <a:lnTo>
                    <a:pt x="46126" y="2231"/>
                  </a:lnTo>
                  <a:lnTo>
                    <a:pt x="46606" y="2260"/>
                  </a:lnTo>
                  <a:lnTo>
                    <a:pt x="48901" y="2396"/>
                  </a:lnTo>
                  <a:lnTo>
                    <a:pt x="49272" y="2418"/>
                  </a:lnTo>
                  <a:lnTo>
                    <a:pt x="49956" y="2458"/>
                  </a:lnTo>
                  <a:lnTo>
                    <a:pt x="49858" y="5109"/>
                  </a:lnTo>
                  <a:lnTo>
                    <a:pt x="51675" y="5526"/>
                  </a:lnTo>
                  <a:lnTo>
                    <a:pt x="56839" y="6711"/>
                  </a:lnTo>
                  <a:lnTo>
                    <a:pt x="58877" y="7179"/>
                  </a:lnTo>
                  <a:lnTo>
                    <a:pt x="61364" y="7750"/>
                  </a:lnTo>
                  <a:lnTo>
                    <a:pt x="62061" y="8291"/>
                  </a:lnTo>
                  <a:lnTo>
                    <a:pt x="63472" y="9388"/>
                  </a:lnTo>
                  <a:lnTo>
                    <a:pt x="66157" y="12489"/>
                  </a:lnTo>
                  <a:lnTo>
                    <a:pt x="71939" y="19168"/>
                  </a:lnTo>
                  <a:lnTo>
                    <a:pt x="72165" y="19430"/>
                  </a:lnTo>
                  <a:lnTo>
                    <a:pt x="75422" y="23191"/>
                  </a:lnTo>
                  <a:lnTo>
                    <a:pt x="82206" y="31028"/>
                  </a:lnTo>
                  <a:lnTo>
                    <a:pt x="84763" y="26128"/>
                  </a:lnTo>
                  <a:lnTo>
                    <a:pt x="85348" y="25007"/>
                  </a:lnTo>
                  <a:lnTo>
                    <a:pt x="85606" y="24577"/>
                  </a:lnTo>
                  <a:lnTo>
                    <a:pt x="88281" y="25825"/>
                  </a:lnTo>
                  <a:lnTo>
                    <a:pt x="90526" y="20815"/>
                  </a:lnTo>
                  <a:lnTo>
                    <a:pt x="92882" y="15553"/>
                  </a:lnTo>
                  <a:lnTo>
                    <a:pt x="93025" y="15235"/>
                  </a:lnTo>
                  <a:lnTo>
                    <a:pt x="93486" y="14286"/>
                  </a:lnTo>
                  <a:lnTo>
                    <a:pt x="97744" y="5529"/>
                  </a:lnTo>
                  <a:lnTo>
                    <a:pt x="98537" y="3869"/>
                  </a:lnTo>
                  <a:lnTo>
                    <a:pt x="103522" y="6303"/>
                  </a:lnTo>
                  <a:lnTo>
                    <a:pt x="104463" y="6762"/>
                  </a:lnTo>
                  <a:lnTo>
                    <a:pt x="105728" y="7325"/>
                  </a:lnTo>
                  <a:lnTo>
                    <a:pt x="108735" y="8664"/>
                  </a:lnTo>
                  <a:lnTo>
                    <a:pt x="111108" y="9721"/>
                  </a:lnTo>
                  <a:lnTo>
                    <a:pt x="111835" y="10044"/>
                  </a:lnTo>
                  <a:lnTo>
                    <a:pt x="111060" y="12045"/>
                  </a:lnTo>
                  <a:lnTo>
                    <a:pt x="110766" y="12804"/>
                  </a:lnTo>
                  <a:lnTo>
                    <a:pt x="111830" y="13290"/>
                  </a:lnTo>
                  <a:lnTo>
                    <a:pt x="116791" y="15556"/>
                  </a:lnTo>
                  <a:lnTo>
                    <a:pt x="118857" y="12219"/>
                  </a:lnTo>
                  <a:lnTo>
                    <a:pt x="119782" y="11966"/>
                  </a:lnTo>
                  <a:lnTo>
                    <a:pt x="120088" y="11882"/>
                  </a:lnTo>
                  <a:lnTo>
                    <a:pt x="120824" y="11680"/>
                  </a:lnTo>
                  <a:lnTo>
                    <a:pt x="121614" y="11179"/>
                  </a:lnTo>
                  <a:lnTo>
                    <a:pt x="121747" y="11038"/>
                  </a:lnTo>
                  <a:lnTo>
                    <a:pt x="122143" y="10594"/>
                  </a:lnTo>
                  <a:lnTo>
                    <a:pt x="122493" y="10698"/>
                  </a:lnTo>
                  <a:lnTo>
                    <a:pt x="126479" y="11561"/>
                  </a:lnTo>
                  <a:lnTo>
                    <a:pt x="126871" y="11646"/>
                  </a:lnTo>
                  <a:lnTo>
                    <a:pt x="130919" y="12522"/>
                  </a:lnTo>
                  <a:lnTo>
                    <a:pt x="131538" y="12656"/>
                  </a:lnTo>
                  <a:lnTo>
                    <a:pt x="132491" y="12859"/>
                  </a:lnTo>
                  <a:lnTo>
                    <a:pt x="135628" y="13477"/>
                  </a:lnTo>
                  <a:lnTo>
                    <a:pt x="135896" y="13537"/>
                  </a:lnTo>
                  <a:lnTo>
                    <a:pt x="137803" y="17107"/>
                  </a:lnTo>
                  <a:lnTo>
                    <a:pt x="138347" y="18126"/>
                  </a:lnTo>
                  <a:lnTo>
                    <a:pt x="137616" y="18577"/>
                  </a:lnTo>
                  <a:lnTo>
                    <a:pt x="137331" y="18753"/>
                  </a:lnTo>
                  <a:lnTo>
                    <a:pt x="138645" y="20432"/>
                  </a:lnTo>
                  <a:lnTo>
                    <a:pt x="139351" y="21334"/>
                  </a:lnTo>
                  <a:lnTo>
                    <a:pt x="138409" y="21989"/>
                  </a:lnTo>
                  <a:lnTo>
                    <a:pt x="138677" y="22560"/>
                  </a:lnTo>
                  <a:lnTo>
                    <a:pt x="138834" y="22929"/>
                  </a:lnTo>
                  <a:lnTo>
                    <a:pt x="139152" y="23710"/>
                  </a:lnTo>
                  <a:lnTo>
                    <a:pt x="139252" y="24039"/>
                  </a:lnTo>
                  <a:lnTo>
                    <a:pt x="139413" y="24568"/>
                  </a:lnTo>
                  <a:lnTo>
                    <a:pt x="139548" y="25012"/>
                  </a:lnTo>
                  <a:lnTo>
                    <a:pt x="139648" y="25342"/>
                  </a:lnTo>
                  <a:lnTo>
                    <a:pt x="139799" y="25922"/>
                  </a:lnTo>
                  <a:lnTo>
                    <a:pt x="140041" y="26851"/>
                  </a:lnTo>
                  <a:lnTo>
                    <a:pt x="140521" y="28694"/>
                  </a:lnTo>
                  <a:lnTo>
                    <a:pt x="141414" y="32125"/>
                  </a:lnTo>
                  <a:lnTo>
                    <a:pt x="141559" y="32684"/>
                  </a:lnTo>
                  <a:lnTo>
                    <a:pt x="141680" y="32909"/>
                  </a:lnTo>
                  <a:lnTo>
                    <a:pt x="141762" y="33063"/>
                  </a:lnTo>
                  <a:lnTo>
                    <a:pt x="142034" y="33570"/>
                  </a:lnTo>
                  <a:lnTo>
                    <a:pt x="145132" y="37302"/>
                  </a:lnTo>
                  <a:lnTo>
                    <a:pt x="146145" y="38522"/>
                  </a:lnTo>
                  <a:lnTo>
                    <a:pt x="146677" y="39163"/>
                  </a:lnTo>
                  <a:lnTo>
                    <a:pt x="146710" y="39421"/>
                  </a:lnTo>
                  <a:lnTo>
                    <a:pt x="146479" y="39601"/>
                  </a:lnTo>
                  <a:lnTo>
                    <a:pt x="146239" y="39788"/>
                  </a:lnTo>
                  <a:lnTo>
                    <a:pt x="144755" y="40945"/>
                  </a:lnTo>
                  <a:lnTo>
                    <a:pt x="145519" y="40962"/>
                  </a:lnTo>
                  <a:lnTo>
                    <a:pt x="145648" y="40937"/>
                  </a:lnTo>
                  <a:lnTo>
                    <a:pt x="146023" y="40864"/>
                  </a:lnTo>
                  <a:lnTo>
                    <a:pt x="146716" y="40728"/>
                  </a:lnTo>
                  <a:lnTo>
                    <a:pt x="147135" y="40646"/>
                  </a:lnTo>
                  <a:lnTo>
                    <a:pt x="147383" y="40598"/>
                  </a:lnTo>
                  <a:lnTo>
                    <a:pt x="147733" y="40529"/>
                  </a:lnTo>
                  <a:lnTo>
                    <a:pt x="148126" y="40452"/>
                  </a:lnTo>
                  <a:lnTo>
                    <a:pt x="148642" y="40351"/>
                  </a:lnTo>
                  <a:lnTo>
                    <a:pt x="148869" y="40307"/>
                  </a:lnTo>
                  <a:lnTo>
                    <a:pt x="149656" y="40153"/>
                  </a:lnTo>
                  <a:lnTo>
                    <a:pt x="150369" y="40014"/>
                  </a:lnTo>
                  <a:lnTo>
                    <a:pt x="151643" y="39764"/>
                  </a:lnTo>
                  <a:lnTo>
                    <a:pt x="152362" y="39624"/>
                  </a:lnTo>
                  <a:lnTo>
                    <a:pt x="153433" y="39414"/>
                  </a:lnTo>
                  <a:lnTo>
                    <a:pt x="154362" y="39093"/>
                  </a:lnTo>
                  <a:lnTo>
                    <a:pt x="154391" y="38652"/>
                  </a:lnTo>
                  <a:lnTo>
                    <a:pt x="154419" y="38253"/>
                  </a:lnTo>
                  <a:lnTo>
                    <a:pt x="157560" y="37840"/>
                  </a:lnTo>
                  <a:lnTo>
                    <a:pt x="159151" y="34265"/>
                  </a:lnTo>
                  <a:lnTo>
                    <a:pt x="160959" y="34584"/>
                  </a:lnTo>
                  <a:lnTo>
                    <a:pt x="163435" y="35020"/>
                  </a:lnTo>
                  <a:lnTo>
                    <a:pt x="163848" y="35285"/>
                  </a:lnTo>
                  <a:lnTo>
                    <a:pt x="164560" y="35745"/>
                  </a:lnTo>
                  <a:lnTo>
                    <a:pt x="164688" y="35828"/>
                  </a:lnTo>
                  <a:lnTo>
                    <a:pt x="165198" y="36156"/>
                  </a:lnTo>
                  <a:lnTo>
                    <a:pt x="165692" y="36474"/>
                  </a:lnTo>
                  <a:lnTo>
                    <a:pt x="165890" y="36603"/>
                  </a:lnTo>
                  <a:lnTo>
                    <a:pt x="166266" y="36845"/>
                  </a:lnTo>
                  <a:lnTo>
                    <a:pt x="166859" y="37398"/>
                  </a:lnTo>
                  <a:lnTo>
                    <a:pt x="167814" y="38291"/>
                  </a:lnTo>
                  <a:lnTo>
                    <a:pt x="169487" y="39854"/>
                  </a:lnTo>
                  <a:lnTo>
                    <a:pt x="170149" y="40472"/>
                  </a:lnTo>
                  <a:lnTo>
                    <a:pt x="170400" y="40767"/>
                  </a:lnTo>
                  <a:lnTo>
                    <a:pt x="169603" y="41058"/>
                  </a:lnTo>
                  <a:lnTo>
                    <a:pt x="169346" y="41152"/>
                  </a:lnTo>
                  <a:lnTo>
                    <a:pt x="168198" y="41571"/>
                  </a:lnTo>
                  <a:lnTo>
                    <a:pt x="166488" y="42195"/>
                  </a:lnTo>
                  <a:lnTo>
                    <a:pt x="164416" y="42951"/>
                  </a:lnTo>
                  <a:lnTo>
                    <a:pt x="164090" y="43030"/>
                  </a:lnTo>
                  <a:lnTo>
                    <a:pt x="160887" y="43801"/>
                  </a:lnTo>
                  <a:lnTo>
                    <a:pt x="160284" y="43947"/>
                  </a:lnTo>
                  <a:lnTo>
                    <a:pt x="159917" y="44086"/>
                  </a:lnTo>
                  <a:lnTo>
                    <a:pt x="159519" y="44238"/>
                  </a:lnTo>
                  <a:lnTo>
                    <a:pt x="159263" y="44335"/>
                  </a:lnTo>
                  <a:lnTo>
                    <a:pt x="159094" y="44526"/>
                  </a:lnTo>
                  <a:lnTo>
                    <a:pt x="158649" y="45029"/>
                  </a:lnTo>
                  <a:lnTo>
                    <a:pt x="158859" y="45169"/>
                  </a:lnTo>
                  <a:lnTo>
                    <a:pt x="159067" y="45309"/>
                  </a:lnTo>
                  <a:lnTo>
                    <a:pt x="163840" y="48514"/>
                  </a:lnTo>
                  <a:lnTo>
                    <a:pt x="169039" y="52006"/>
                  </a:lnTo>
                  <a:lnTo>
                    <a:pt x="169187" y="52105"/>
                  </a:lnTo>
                  <a:lnTo>
                    <a:pt x="169713" y="52458"/>
                  </a:lnTo>
                  <a:lnTo>
                    <a:pt x="173875" y="55254"/>
                  </a:lnTo>
                  <a:lnTo>
                    <a:pt x="181246" y="60204"/>
                  </a:lnTo>
                  <a:lnTo>
                    <a:pt x="180795" y="60906"/>
                  </a:lnTo>
                  <a:lnTo>
                    <a:pt x="180396" y="61508"/>
                  </a:lnTo>
                  <a:lnTo>
                    <a:pt x="173085" y="72523"/>
                  </a:lnTo>
                  <a:lnTo>
                    <a:pt x="169046" y="78608"/>
                  </a:lnTo>
                  <a:lnTo>
                    <a:pt x="167639" y="80727"/>
                  </a:lnTo>
                  <a:lnTo>
                    <a:pt x="165717" y="83624"/>
                  </a:lnTo>
                  <a:lnTo>
                    <a:pt x="161165" y="90482"/>
                  </a:lnTo>
                  <a:lnTo>
                    <a:pt x="152267" y="103887"/>
                  </a:lnTo>
                  <a:lnTo>
                    <a:pt x="149635" y="107853"/>
                  </a:lnTo>
                  <a:lnTo>
                    <a:pt x="148389" y="109524"/>
                  </a:lnTo>
                  <a:lnTo>
                    <a:pt x="143373" y="106150"/>
                  </a:lnTo>
                  <a:lnTo>
                    <a:pt x="135926" y="101139"/>
                  </a:lnTo>
                  <a:lnTo>
                    <a:pt x="135564" y="100892"/>
                  </a:lnTo>
                  <a:lnTo>
                    <a:pt x="114925" y="86824"/>
                  </a:lnTo>
                  <a:lnTo>
                    <a:pt x="114056" y="86232"/>
                  </a:lnTo>
                  <a:lnTo>
                    <a:pt x="113142" y="85609"/>
                  </a:lnTo>
                  <a:lnTo>
                    <a:pt x="111954" y="84799"/>
                  </a:lnTo>
                  <a:lnTo>
                    <a:pt x="111782" y="84682"/>
                  </a:lnTo>
                  <a:lnTo>
                    <a:pt x="90737" y="70336"/>
                  </a:lnTo>
                  <a:lnTo>
                    <a:pt x="90475" y="70158"/>
                  </a:lnTo>
                  <a:lnTo>
                    <a:pt x="84744" y="66251"/>
                  </a:lnTo>
                  <a:lnTo>
                    <a:pt x="79047" y="62368"/>
                  </a:lnTo>
                  <a:lnTo>
                    <a:pt x="75396" y="59879"/>
                  </a:lnTo>
                  <a:lnTo>
                    <a:pt x="73491" y="58580"/>
                  </a:lnTo>
                  <a:lnTo>
                    <a:pt x="68939" y="55477"/>
                  </a:lnTo>
                  <a:lnTo>
                    <a:pt x="67602" y="54622"/>
                  </a:lnTo>
                  <a:lnTo>
                    <a:pt x="67358" y="54450"/>
                  </a:lnTo>
                  <a:lnTo>
                    <a:pt x="66931" y="54149"/>
                  </a:lnTo>
                  <a:lnTo>
                    <a:pt x="64311" y="52300"/>
                  </a:lnTo>
                  <a:lnTo>
                    <a:pt x="62460" y="50993"/>
                  </a:lnTo>
                  <a:lnTo>
                    <a:pt x="60521" y="49625"/>
                  </a:lnTo>
                  <a:lnTo>
                    <a:pt x="59047" y="48585"/>
                  </a:lnTo>
                  <a:lnTo>
                    <a:pt x="54006" y="45028"/>
                  </a:lnTo>
                  <a:lnTo>
                    <a:pt x="52533" y="43988"/>
                  </a:lnTo>
                  <a:lnTo>
                    <a:pt x="48481" y="41129"/>
                  </a:lnTo>
                  <a:lnTo>
                    <a:pt x="47175" y="40207"/>
                  </a:lnTo>
                  <a:lnTo>
                    <a:pt x="46775" y="39925"/>
                  </a:lnTo>
                  <a:lnTo>
                    <a:pt x="46429" y="39682"/>
                  </a:lnTo>
                  <a:lnTo>
                    <a:pt x="45860" y="39290"/>
                  </a:lnTo>
                  <a:lnTo>
                    <a:pt x="40409" y="35536"/>
                  </a:lnTo>
                  <a:lnTo>
                    <a:pt x="37984" y="33866"/>
                  </a:lnTo>
                  <a:lnTo>
                    <a:pt x="25753" y="25443"/>
                  </a:lnTo>
                  <a:lnTo>
                    <a:pt x="24724" y="24734"/>
                  </a:lnTo>
                  <a:lnTo>
                    <a:pt x="24112" y="24313"/>
                  </a:lnTo>
                  <a:lnTo>
                    <a:pt x="22991" y="23541"/>
                  </a:lnTo>
                  <a:lnTo>
                    <a:pt x="22206" y="23000"/>
                  </a:lnTo>
                  <a:lnTo>
                    <a:pt x="21632" y="22605"/>
                  </a:lnTo>
                  <a:lnTo>
                    <a:pt x="21446" y="22477"/>
                  </a:lnTo>
                  <a:lnTo>
                    <a:pt x="21297" y="22377"/>
                  </a:lnTo>
                  <a:lnTo>
                    <a:pt x="20583" y="21899"/>
                  </a:lnTo>
                  <a:lnTo>
                    <a:pt x="20408" y="21783"/>
                  </a:lnTo>
                  <a:lnTo>
                    <a:pt x="11077" y="15540"/>
                  </a:lnTo>
                  <a:lnTo>
                    <a:pt x="8625" y="13899"/>
                  </a:lnTo>
                  <a:lnTo>
                    <a:pt x="6117" y="12222"/>
                  </a:lnTo>
                  <a:lnTo>
                    <a:pt x="2659" y="9908"/>
                  </a:lnTo>
                  <a:lnTo>
                    <a:pt x="2368" y="9713"/>
                  </a:lnTo>
                  <a:lnTo>
                    <a:pt x="0" y="7997"/>
                  </a:lnTo>
                  <a:lnTo>
                    <a:pt x="552" y="7202"/>
                  </a:lnTo>
                  <a:lnTo>
                    <a:pt x="5548" y="0"/>
                  </a:lnTo>
                  <a:lnTo>
                    <a:pt x="8327" y="279"/>
                  </a:lnTo>
                  <a:lnTo>
                    <a:pt x="14729" y="615"/>
                  </a:lnTo>
                  <a:lnTo>
                    <a:pt x="21531" y="971"/>
                  </a:lnTo>
                  <a:lnTo>
                    <a:pt x="21768" y="983"/>
                  </a:lnTo>
                  <a:lnTo>
                    <a:pt x="21975" y="1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96543" y="3506383"/>
              <a:ext cx="137061" cy="108670"/>
            </a:xfrm>
            <a:custGeom>
              <a:avLst/>
              <a:pathLst>
                <a:path w="137061" h="108670">
                  <a:moveTo>
                    <a:pt x="85880" y="4331"/>
                  </a:moveTo>
                  <a:lnTo>
                    <a:pt x="85060" y="5853"/>
                  </a:lnTo>
                  <a:lnTo>
                    <a:pt x="84741" y="6446"/>
                  </a:lnTo>
                  <a:lnTo>
                    <a:pt x="86754" y="7781"/>
                  </a:lnTo>
                  <a:lnTo>
                    <a:pt x="88563" y="8982"/>
                  </a:lnTo>
                  <a:lnTo>
                    <a:pt x="90299" y="10134"/>
                  </a:lnTo>
                  <a:lnTo>
                    <a:pt x="91266" y="10775"/>
                  </a:lnTo>
                  <a:lnTo>
                    <a:pt x="92075" y="11312"/>
                  </a:lnTo>
                  <a:lnTo>
                    <a:pt x="92790" y="11786"/>
                  </a:lnTo>
                  <a:lnTo>
                    <a:pt x="92956" y="11896"/>
                  </a:lnTo>
                  <a:lnTo>
                    <a:pt x="96259" y="14095"/>
                  </a:lnTo>
                  <a:lnTo>
                    <a:pt x="98274" y="15361"/>
                  </a:lnTo>
                  <a:lnTo>
                    <a:pt x="98849" y="14503"/>
                  </a:lnTo>
                  <a:lnTo>
                    <a:pt x="103655" y="17798"/>
                  </a:lnTo>
                  <a:lnTo>
                    <a:pt x="104655" y="18483"/>
                  </a:lnTo>
                  <a:lnTo>
                    <a:pt x="105508" y="19067"/>
                  </a:lnTo>
                  <a:lnTo>
                    <a:pt x="107050" y="20124"/>
                  </a:lnTo>
                  <a:lnTo>
                    <a:pt x="109578" y="21857"/>
                  </a:lnTo>
                  <a:lnTo>
                    <a:pt x="109812" y="22017"/>
                  </a:lnTo>
                  <a:lnTo>
                    <a:pt x="115625" y="26001"/>
                  </a:lnTo>
                  <a:lnTo>
                    <a:pt x="119281" y="28507"/>
                  </a:lnTo>
                  <a:lnTo>
                    <a:pt x="120240" y="29164"/>
                  </a:lnTo>
                  <a:lnTo>
                    <a:pt x="121159" y="29794"/>
                  </a:lnTo>
                  <a:lnTo>
                    <a:pt x="121828" y="30210"/>
                  </a:lnTo>
                  <a:lnTo>
                    <a:pt x="122380" y="30554"/>
                  </a:lnTo>
                  <a:lnTo>
                    <a:pt x="123489" y="31214"/>
                  </a:lnTo>
                  <a:lnTo>
                    <a:pt x="126148" y="32795"/>
                  </a:lnTo>
                  <a:lnTo>
                    <a:pt x="126294" y="32881"/>
                  </a:lnTo>
                  <a:lnTo>
                    <a:pt x="126441" y="32968"/>
                  </a:lnTo>
                  <a:lnTo>
                    <a:pt x="127599" y="37070"/>
                  </a:lnTo>
                  <a:lnTo>
                    <a:pt x="128055" y="38662"/>
                  </a:lnTo>
                  <a:lnTo>
                    <a:pt x="128409" y="39902"/>
                  </a:lnTo>
                  <a:lnTo>
                    <a:pt x="128565" y="40444"/>
                  </a:lnTo>
                  <a:lnTo>
                    <a:pt x="129591" y="44027"/>
                  </a:lnTo>
                  <a:lnTo>
                    <a:pt x="129765" y="44636"/>
                  </a:lnTo>
                  <a:lnTo>
                    <a:pt x="130165" y="46031"/>
                  </a:lnTo>
                  <a:lnTo>
                    <a:pt x="131576" y="50959"/>
                  </a:lnTo>
                  <a:lnTo>
                    <a:pt x="133404" y="57344"/>
                  </a:lnTo>
                  <a:lnTo>
                    <a:pt x="133669" y="58268"/>
                  </a:lnTo>
                  <a:lnTo>
                    <a:pt x="135831" y="65820"/>
                  </a:lnTo>
                  <a:lnTo>
                    <a:pt x="136042" y="66556"/>
                  </a:lnTo>
                  <a:lnTo>
                    <a:pt x="136393" y="67780"/>
                  </a:lnTo>
                  <a:lnTo>
                    <a:pt x="136662" y="68717"/>
                  </a:lnTo>
                  <a:lnTo>
                    <a:pt x="136789" y="69163"/>
                  </a:lnTo>
                  <a:lnTo>
                    <a:pt x="137061" y="70110"/>
                  </a:lnTo>
                  <a:lnTo>
                    <a:pt x="136476" y="70267"/>
                  </a:lnTo>
                  <a:lnTo>
                    <a:pt x="135637" y="70491"/>
                  </a:lnTo>
                  <a:lnTo>
                    <a:pt x="125637" y="73168"/>
                  </a:lnTo>
                  <a:lnTo>
                    <a:pt x="123454" y="73833"/>
                  </a:lnTo>
                  <a:lnTo>
                    <a:pt x="122253" y="74199"/>
                  </a:lnTo>
                  <a:lnTo>
                    <a:pt x="121521" y="74476"/>
                  </a:lnTo>
                  <a:lnTo>
                    <a:pt x="117919" y="75838"/>
                  </a:lnTo>
                  <a:lnTo>
                    <a:pt x="114001" y="77563"/>
                  </a:lnTo>
                  <a:lnTo>
                    <a:pt x="110202" y="79236"/>
                  </a:lnTo>
                  <a:lnTo>
                    <a:pt x="106791" y="80994"/>
                  </a:lnTo>
                  <a:lnTo>
                    <a:pt x="105265" y="81782"/>
                  </a:lnTo>
                  <a:lnTo>
                    <a:pt x="101807" y="84977"/>
                  </a:lnTo>
                  <a:lnTo>
                    <a:pt x="99440" y="87543"/>
                  </a:lnTo>
                  <a:lnTo>
                    <a:pt x="98056" y="89044"/>
                  </a:lnTo>
                  <a:lnTo>
                    <a:pt x="96345" y="90899"/>
                  </a:lnTo>
                  <a:lnTo>
                    <a:pt x="95911" y="91413"/>
                  </a:lnTo>
                  <a:lnTo>
                    <a:pt x="90361" y="97982"/>
                  </a:lnTo>
                  <a:lnTo>
                    <a:pt x="89166" y="99754"/>
                  </a:lnTo>
                  <a:lnTo>
                    <a:pt x="88244" y="101121"/>
                  </a:lnTo>
                  <a:lnTo>
                    <a:pt x="88149" y="101262"/>
                  </a:lnTo>
                  <a:lnTo>
                    <a:pt x="87887" y="101650"/>
                  </a:lnTo>
                  <a:lnTo>
                    <a:pt x="87643" y="102011"/>
                  </a:lnTo>
                  <a:lnTo>
                    <a:pt x="87529" y="102181"/>
                  </a:lnTo>
                  <a:lnTo>
                    <a:pt x="87241" y="102608"/>
                  </a:lnTo>
                  <a:lnTo>
                    <a:pt x="85929" y="104553"/>
                  </a:lnTo>
                  <a:lnTo>
                    <a:pt x="83955" y="107479"/>
                  </a:lnTo>
                  <a:lnTo>
                    <a:pt x="83678" y="107891"/>
                  </a:lnTo>
                  <a:lnTo>
                    <a:pt x="83297" y="108455"/>
                  </a:lnTo>
                  <a:lnTo>
                    <a:pt x="83148" y="108670"/>
                  </a:lnTo>
                  <a:lnTo>
                    <a:pt x="75786" y="103726"/>
                  </a:lnTo>
                  <a:lnTo>
                    <a:pt x="71624" y="100931"/>
                  </a:lnTo>
                  <a:lnTo>
                    <a:pt x="71098" y="100578"/>
                  </a:lnTo>
                  <a:lnTo>
                    <a:pt x="70950" y="100479"/>
                  </a:lnTo>
                  <a:lnTo>
                    <a:pt x="65751" y="96987"/>
                  </a:lnTo>
                  <a:lnTo>
                    <a:pt x="60978" y="93782"/>
                  </a:lnTo>
                  <a:lnTo>
                    <a:pt x="60769" y="93641"/>
                  </a:lnTo>
                  <a:lnTo>
                    <a:pt x="60561" y="93502"/>
                  </a:lnTo>
                  <a:lnTo>
                    <a:pt x="61005" y="92999"/>
                  </a:lnTo>
                  <a:lnTo>
                    <a:pt x="61174" y="92808"/>
                  </a:lnTo>
                  <a:lnTo>
                    <a:pt x="61535" y="92671"/>
                  </a:lnTo>
                  <a:lnTo>
                    <a:pt x="61828" y="92559"/>
                  </a:lnTo>
                  <a:lnTo>
                    <a:pt x="62195" y="92420"/>
                  </a:lnTo>
                  <a:lnTo>
                    <a:pt x="62798" y="92274"/>
                  </a:lnTo>
                  <a:lnTo>
                    <a:pt x="66151" y="91467"/>
                  </a:lnTo>
                  <a:lnTo>
                    <a:pt x="66327" y="91424"/>
                  </a:lnTo>
                  <a:lnTo>
                    <a:pt x="68399" y="90668"/>
                  </a:lnTo>
                  <a:lnTo>
                    <a:pt x="70109" y="90044"/>
                  </a:lnTo>
                  <a:lnTo>
                    <a:pt x="71257" y="89625"/>
                  </a:lnTo>
                  <a:lnTo>
                    <a:pt x="71514" y="89531"/>
                  </a:lnTo>
                  <a:lnTo>
                    <a:pt x="72358" y="89223"/>
                  </a:lnTo>
                  <a:lnTo>
                    <a:pt x="72060" y="88945"/>
                  </a:lnTo>
                  <a:lnTo>
                    <a:pt x="71398" y="88326"/>
                  </a:lnTo>
                  <a:lnTo>
                    <a:pt x="69725" y="86764"/>
                  </a:lnTo>
                  <a:lnTo>
                    <a:pt x="68770" y="85871"/>
                  </a:lnTo>
                  <a:lnTo>
                    <a:pt x="68177" y="85318"/>
                  </a:lnTo>
                  <a:lnTo>
                    <a:pt x="67766" y="85053"/>
                  </a:lnTo>
                  <a:lnTo>
                    <a:pt x="67603" y="84947"/>
                  </a:lnTo>
                  <a:lnTo>
                    <a:pt x="67109" y="84629"/>
                  </a:lnTo>
                  <a:lnTo>
                    <a:pt x="66599" y="84300"/>
                  </a:lnTo>
                  <a:lnTo>
                    <a:pt x="66472" y="84218"/>
                  </a:lnTo>
                  <a:lnTo>
                    <a:pt x="65759" y="83758"/>
                  </a:lnTo>
                  <a:lnTo>
                    <a:pt x="65347" y="83493"/>
                  </a:lnTo>
                  <a:lnTo>
                    <a:pt x="62870" y="83056"/>
                  </a:lnTo>
                  <a:lnTo>
                    <a:pt x="61062" y="82738"/>
                  </a:lnTo>
                  <a:lnTo>
                    <a:pt x="59417" y="86435"/>
                  </a:lnTo>
                  <a:lnTo>
                    <a:pt x="56330" y="86726"/>
                  </a:lnTo>
                  <a:lnTo>
                    <a:pt x="56282" y="87433"/>
                  </a:lnTo>
                  <a:lnTo>
                    <a:pt x="56264" y="87707"/>
                  </a:lnTo>
                  <a:lnTo>
                    <a:pt x="55344" y="87887"/>
                  </a:lnTo>
                  <a:lnTo>
                    <a:pt x="54164" y="88118"/>
                  </a:lnTo>
                  <a:lnTo>
                    <a:pt x="53554" y="88237"/>
                  </a:lnTo>
                  <a:lnTo>
                    <a:pt x="52280" y="88486"/>
                  </a:lnTo>
                  <a:lnTo>
                    <a:pt x="51567" y="88626"/>
                  </a:lnTo>
                  <a:lnTo>
                    <a:pt x="50780" y="88780"/>
                  </a:lnTo>
                  <a:lnTo>
                    <a:pt x="50553" y="88824"/>
                  </a:lnTo>
                  <a:lnTo>
                    <a:pt x="50037" y="88925"/>
                  </a:lnTo>
                  <a:lnTo>
                    <a:pt x="49644" y="89002"/>
                  </a:lnTo>
                  <a:lnTo>
                    <a:pt x="49294" y="89071"/>
                  </a:lnTo>
                  <a:lnTo>
                    <a:pt x="48926" y="89143"/>
                  </a:lnTo>
                  <a:lnTo>
                    <a:pt x="48627" y="89201"/>
                  </a:lnTo>
                  <a:lnTo>
                    <a:pt x="47934" y="89337"/>
                  </a:lnTo>
                  <a:lnTo>
                    <a:pt x="47559" y="89410"/>
                  </a:lnTo>
                  <a:lnTo>
                    <a:pt x="47430" y="89435"/>
                  </a:lnTo>
                  <a:lnTo>
                    <a:pt x="46851" y="89274"/>
                  </a:lnTo>
                  <a:lnTo>
                    <a:pt x="48150" y="88261"/>
                  </a:lnTo>
                  <a:lnTo>
                    <a:pt x="48390" y="88074"/>
                  </a:lnTo>
                  <a:lnTo>
                    <a:pt x="48731" y="87808"/>
                  </a:lnTo>
                  <a:lnTo>
                    <a:pt x="48588" y="87636"/>
                  </a:lnTo>
                  <a:lnTo>
                    <a:pt x="48013" y="86943"/>
                  </a:lnTo>
                  <a:lnTo>
                    <a:pt x="47043" y="85775"/>
                  </a:lnTo>
                  <a:lnTo>
                    <a:pt x="43946" y="82043"/>
                  </a:lnTo>
                  <a:lnTo>
                    <a:pt x="43670" y="81529"/>
                  </a:lnTo>
                  <a:lnTo>
                    <a:pt x="43591" y="81381"/>
                  </a:lnTo>
                  <a:lnTo>
                    <a:pt x="43471" y="81157"/>
                  </a:lnTo>
                  <a:lnTo>
                    <a:pt x="43325" y="80598"/>
                  </a:lnTo>
                  <a:lnTo>
                    <a:pt x="42416" y="77108"/>
                  </a:lnTo>
                  <a:lnTo>
                    <a:pt x="41952" y="75324"/>
                  </a:lnTo>
                  <a:lnTo>
                    <a:pt x="41710" y="74395"/>
                  </a:lnTo>
                  <a:lnTo>
                    <a:pt x="41529" y="73716"/>
                  </a:lnTo>
                  <a:lnTo>
                    <a:pt x="41459" y="73485"/>
                  </a:lnTo>
                  <a:lnTo>
                    <a:pt x="41324" y="73040"/>
                  </a:lnTo>
                  <a:lnTo>
                    <a:pt x="41128" y="72394"/>
                  </a:lnTo>
                  <a:lnTo>
                    <a:pt x="41025" y="72055"/>
                  </a:lnTo>
                  <a:lnTo>
                    <a:pt x="40682" y="71254"/>
                  </a:lnTo>
                  <a:lnTo>
                    <a:pt x="40573" y="70999"/>
                  </a:lnTo>
                  <a:lnTo>
                    <a:pt x="40362" y="70420"/>
                  </a:lnTo>
                  <a:lnTo>
                    <a:pt x="41236" y="69773"/>
                  </a:lnTo>
                  <a:lnTo>
                    <a:pt x="40556" y="68905"/>
                  </a:lnTo>
                  <a:lnTo>
                    <a:pt x="39242" y="67226"/>
                  </a:lnTo>
                  <a:lnTo>
                    <a:pt x="39527" y="67050"/>
                  </a:lnTo>
                  <a:lnTo>
                    <a:pt x="40259" y="66599"/>
                  </a:lnTo>
                  <a:lnTo>
                    <a:pt x="39674" y="65504"/>
                  </a:lnTo>
                  <a:lnTo>
                    <a:pt x="37807" y="62010"/>
                  </a:lnTo>
                  <a:lnTo>
                    <a:pt x="37540" y="61950"/>
                  </a:lnTo>
                  <a:lnTo>
                    <a:pt x="34402" y="61331"/>
                  </a:lnTo>
                  <a:lnTo>
                    <a:pt x="33449" y="61129"/>
                  </a:lnTo>
                  <a:lnTo>
                    <a:pt x="32830" y="60995"/>
                  </a:lnTo>
                  <a:lnTo>
                    <a:pt x="28782" y="60119"/>
                  </a:lnTo>
                  <a:lnTo>
                    <a:pt x="28390" y="60034"/>
                  </a:lnTo>
                  <a:lnTo>
                    <a:pt x="24317" y="59145"/>
                  </a:lnTo>
                  <a:lnTo>
                    <a:pt x="24054" y="59067"/>
                  </a:lnTo>
                  <a:lnTo>
                    <a:pt x="23658" y="59511"/>
                  </a:lnTo>
                  <a:lnTo>
                    <a:pt x="23441" y="59740"/>
                  </a:lnTo>
                  <a:lnTo>
                    <a:pt x="22735" y="60153"/>
                  </a:lnTo>
                  <a:lnTo>
                    <a:pt x="22000" y="60355"/>
                  </a:lnTo>
                  <a:lnTo>
                    <a:pt x="21693" y="60439"/>
                  </a:lnTo>
                  <a:lnTo>
                    <a:pt x="20769" y="60692"/>
                  </a:lnTo>
                  <a:lnTo>
                    <a:pt x="18702" y="64029"/>
                  </a:lnTo>
                  <a:lnTo>
                    <a:pt x="13741" y="61763"/>
                  </a:lnTo>
                  <a:lnTo>
                    <a:pt x="12677" y="61277"/>
                  </a:lnTo>
                  <a:lnTo>
                    <a:pt x="12971" y="60518"/>
                  </a:lnTo>
                  <a:lnTo>
                    <a:pt x="13746" y="58517"/>
                  </a:lnTo>
                  <a:lnTo>
                    <a:pt x="13019" y="58194"/>
                  </a:lnTo>
                  <a:lnTo>
                    <a:pt x="10646" y="57137"/>
                  </a:lnTo>
                  <a:lnTo>
                    <a:pt x="7639" y="55798"/>
                  </a:lnTo>
                  <a:lnTo>
                    <a:pt x="6374" y="55235"/>
                  </a:lnTo>
                  <a:lnTo>
                    <a:pt x="5433" y="54776"/>
                  </a:lnTo>
                  <a:lnTo>
                    <a:pt x="448" y="52342"/>
                  </a:lnTo>
                  <a:lnTo>
                    <a:pt x="0" y="52169"/>
                  </a:lnTo>
                  <a:lnTo>
                    <a:pt x="159" y="51320"/>
                  </a:lnTo>
                  <a:lnTo>
                    <a:pt x="209" y="51051"/>
                  </a:lnTo>
                  <a:lnTo>
                    <a:pt x="556" y="49206"/>
                  </a:lnTo>
                  <a:lnTo>
                    <a:pt x="2318" y="40794"/>
                  </a:lnTo>
                  <a:lnTo>
                    <a:pt x="2816" y="39295"/>
                  </a:lnTo>
                  <a:lnTo>
                    <a:pt x="6269" y="28910"/>
                  </a:lnTo>
                  <a:lnTo>
                    <a:pt x="14572" y="23202"/>
                  </a:lnTo>
                  <a:lnTo>
                    <a:pt x="18101" y="21844"/>
                  </a:lnTo>
                  <a:lnTo>
                    <a:pt x="23622" y="19721"/>
                  </a:lnTo>
                  <a:lnTo>
                    <a:pt x="26711" y="17359"/>
                  </a:lnTo>
                  <a:lnTo>
                    <a:pt x="27537" y="16826"/>
                  </a:lnTo>
                  <a:lnTo>
                    <a:pt x="31020" y="14575"/>
                  </a:lnTo>
                  <a:lnTo>
                    <a:pt x="33754" y="9702"/>
                  </a:lnTo>
                  <a:lnTo>
                    <a:pt x="36247" y="5940"/>
                  </a:lnTo>
                  <a:lnTo>
                    <a:pt x="39928" y="5454"/>
                  </a:lnTo>
                  <a:lnTo>
                    <a:pt x="43728" y="5090"/>
                  </a:lnTo>
                  <a:lnTo>
                    <a:pt x="47765" y="4484"/>
                  </a:lnTo>
                  <a:lnTo>
                    <a:pt x="51921" y="4484"/>
                  </a:lnTo>
                  <a:lnTo>
                    <a:pt x="59475" y="5669"/>
                  </a:lnTo>
                  <a:lnTo>
                    <a:pt x="59765" y="4491"/>
                  </a:lnTo>
                  <a:lnTo>
                    <a:pt x="60870" y="0"/>
                  </a:lnTo>
                  <a:lnTo>
                    <a:pt x="61203" y="109"/>
                  </a:lnTo>
                  <a:lnTo>
                    <a:pt x="63610" y="521"/>
                  </a:lnTo>
                  <a:lnTo>
                    <a:pt x="66417" y="1001"/>
                  </a:lnTo>
                  <a:lnTo>
                    <a:pt x="66736" y="1056"/>
                  </a:lnTo>
                  <a:lnTo>
                    <a:pt x="67514" y="1189"/>
                  </a:lnTo>
                  <a:lnTo>
                    <a:pt x="67695" y="1220"/>
                  </a:lnTo>
                  <a:lnTo>
                    <a:pt x="68878" y="1422"/>
                  </a:lnTo>
                  <a:lnTo>
                    <a:pt x="78223" y="3021"/>
                  </a:lnTo>
                  <a:lnTo>
                    <a:pt x="82682" y="3784"/>
                  </a:lnTo>
                  <a:lnTo>
                    <a:pt x="84949" y="4172"/>
                  </a:lnTo>
                  <a:lnTo>
                    <a:pt x="85684" y="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810077" y="3421416"/>
              <a:ext cx="191740" cy="155077"/>
            </a:xfrm>
            <a:custGeom>
              <a:avLst/>
              <a:pathLst>
                <a:path w="191740" h="155077">
                  <a:moveTo>
                    <a:pt x="30653" y="8530"/>
                  </a:moveTo>
                  <a:lnTo>
                    <a:pt x="31263" y="9004"/>
                  </a:lnTo>
                  <a:lnTo>
                    <a:pt x="32346" y="7606"/>
                  </a:lnTo>
                  <a:lnTo>
                    <a:pt x="42766" y="14803"/>
                  </a:lnTo>
                  <a:lnTo>
                    <a:pt x="38357" y="21662"/>
                  </a:lnTo>
                  <a:lnTo>
                    <a:pt x="45823" y="26265"/>
                  </a:lnTo>
                  <a:lnTo>
                    <a:pt x="48615" y="23497"/>
                  </a:lnTo>
                  <a:lnTo>
                    <a:pt x="54354" y="24105"/>
                  </a:lnTo>
                  <a:lnTo>
                    <a:pt x="54713" y="24293"/>
                  </a:lnTo>
                  <a:lnTo>
                    <a:pt x="61032" y="27595"/>
                  </a:lnTo>
                  <a:lnTo>
                    <a:pt x="62778" y="29011"/>
                  </a:lnTo>
                  <a:lnTo>
                    <a:pt x="63186" y="29341"/>
                  </a:lnTo>
                  <a:lnTo>
                    <a:pt x="63542" y="29630"/>
                  </a:lnTo>
                  <a:lnTo>
                    <a:pt x="64581" y="30536"/>
                  </a:lnTo>
                  <a:lnTo>
                    <a:pt x="64997" y="30790"/>
                  </a:lnTo>
                  <a:lnTo>
                    <a:pt x="65492" y="31091"/>
                  </a:lnTo>
                  <a:lnTo>
                    <a:pt x="72423" y="35307"/>
                  </a:lnTo>
                  <a:lnTo>
                    <a:pt x="72850" y="35586"/>
                  </a:lnTo>
                  <a:lnTo>
                    <a:pt x="73208" y="35820"/>
                  </a:lnTo>
                  <a:lnTo>
                    <a:pt x="73569" y="36056"/>
                  </a:lnTo>
                  <a:lnTo>
                    <a:pt x="75876" y="37564"/>
                  </a:lnTo>
                  <a:lnTo>
                    <a:pt x="82704" y="41786"/>
                  </a:lnTo>
                  <a:lnTo>
                    <a:pt x="83164" y="42070"/>
                  </a:lnTo>
                  <a:lnTo>
                    <a:pt x="83691" y="42434"/>
                  </a:lnTo>
                  <a:lnTo>
                    <a:pt x="85077" y="43391"/>
                  </a:lnTo>
                  <a:lnTo>
                    <a:pt x="85266" y="43511"/>
                  </a:lnTo>
                  <a:lnTo>
                    <a:pt x="89014" y="45894"/>
                  </a:lnTo>
                  <a:lnTo>
                    <a:pt x="89182" y="46001"/>
                  </a:lnTo>
                  <a:lnTo>
                    <a:pt x="90384" y="46766"/>
                  </a:lnTo>
                  <a:lnTo>
                    <a:pt x="90681" y="46954"/>
                  </a:lnTo>
                  <a:lnTo>
                    <a:pt x="91791" y="47690"/>
                  </a:lnTo>
                  <a:lnTo>
                    <a:pt x="92346" y="48058"/>
                  </a:lnTo>
                  <a:lnTo>
                    <a:pt x="93405" y="48759"/>
                  </a:lnTo>
                  <a:lnTo>
                    <a:pt x="97957" y="51774"/>
                  </a:lnTo>
                  <a:lnTo>
                    <a:pt x="98187" y="51925"/>
                  </a:lnTo>
                  <a:lnTo>
                    <a:pt x="98604" y="52198"/>
                  </a:lnTo>
                  <a:lnTo>
                    <a:pt x="103650" y="55503"/>
                  </a:lnTo>
                  <a:lnTo>
                    <a:pt x="104026" y="55749"/>
                  </a:lnTo>
                  <a:lnTo>
                    <a:pt x="105958" y="57015"/>
                  </a:lnTo>
                  <a:lnTo>
                    <a:pt x="110099" y="59727"/>
                  </a:lnTo>
                  <a:lnTo>
                    <a:pt x="112309" y="56324"/>
                  </a:lnTo>
                  <a:lnTo>
                    <a:pt x="112858" y="55477"/>
                  </a:lnTo>
                  <a:lnTo>
                    <a:pt x="114146" y="53494"/>
                  </a:lnTo>
                  <a:lnTo>
                    <a:pt x="114823" y="52675"/>
                  </a:lnTo>
                  <a:lnTo>
                    <a:pt x="115242" y="53004"/>
                  </a:lnTo>
                  <a:lnTo>
                    <a:pt x="118633" y="54935"/>
                  </a:lnTo>
                  <a:lnTo>
                    <a:pt x="119931" y="55673"/>
                  </a:lnTo>
                  <a:lnTo>
                    <a:pt x="120325" y="55897"/>
                  </a:lnTo>
                  <a:lnTo>
                    <a:pt x="123174" y="57519"/>
                  </a:lnTo>
                  <a:lnTo>
                    <a:pt x="125572" y="58660"/>
                  </a:lnTo>
                  <a:lnTo>
                    <a:pt x="125768" y="58723"/>
                  </a:lnTo>
                  <a:lnTo>
                    <a:pt x="126866" y="59077"/>
                  </a:lnTo>
                  <a:lnTo>
                    <a:pt x="127757" y="59364"/>
                  </a:lnTo>
                  <a:lnTo>
                    <a:pt x="129567" y="59658"/>
                  </a:lnTo>
                  <a:lnTo>
                    <a:pt x="129948" y="59628"/>
                  </a:lnTo>
                  <a:lnTo>
                    <a:pt x="130323" y="59347"/>
                  </a:lnTo>
                  <a:lnTo>
                    <a:pt x="130559" y="59170"/>
                  </a:lnTo>
                  <a:lnTo>
                    <a:pt x="131343" y="58126"/>
                  </a:lnTo>
                  <a:lnTo>
                    <a:pt x="132198" y="55917"/>
                  </a:lnTo>
                  <a:lnTo>
                    <a:pt x="132240" y="54155"/>
                  </a:lnTo>
                  <a:lnTo>
                    <a:pt x="132241" y="53840"/>
                  </a:lnTo>
                  <a:lnTo>
                    <a:pt x="131909" y="47291"/>
                  </a:lnTo>
                  <a:lnTo>
                    <a:pt x="131894" y="46998"/>
                  </a:lnTo>
                  <a:lnTo>
                    <a:pt x="131734" y="43835"/>
                  </a:lnTo>
                  <a:lnTo>
                    <a:pt x="131697" y="43101"/>
                  </a:lnTo>
                  <a:lnTo>
                    <a:pt x="131572" y="40644"/>
                  </a:lnTo>
                  <a:lnTo>
                    <a:pt x="131557" y="40340"/>
                  </a:lnTo>
                  <a:lnTo>
                    <a:pt x="131538" y="39970"/>
                  </a:lnTo>
                  <a:lnTo>
                    <a:pt x="137283" y="35874"/>
                  </a:lnTo>
                  <a:lnTo>
                    <a:pt x="138982" y="34662"/>
                  </a:lnTo>
                  <a:lnTo>
                    <a:pt x="143965" y="31110"/>
                  </a:lnTo>
                  <a:lnTo>
                    <a:pt x="145370" y="33516"/>
                  </a:lnTo>
                  <a:lnTo>
                    <a:pt x="146210" y="34955"/>
                  </a:lnTo>
                  <a:lnTo>
                    <a:pt x="146687" y="35772"/>
                  </a:lnTo>
                  <a:lnTo>
                    <a:pt x="146966" y="36249"/>
                  </a:lnTo>
                  <a:lnTo>
                    <a:pt x="149579" y="40722"/>
                  </a:lnTo>
                  <a:lnTo>
                    <a:pt x="149818" y="41246"/>
                  </a:lnTo>
                  <a:lnTo>
                    <a:pt x="150975" y="43780"/>
                  </a:lnTo>
                  <a:lnTo>
                    <a:pt x="151828" y="46260"/>
                  </a:lnTo>
                  <a:lnTo>
                    <a:pt x="151929" y="46551"/>
                  </a:lnTo>
                  <a:lnTo>
                    <a:pt x="152621" y="48569"/>
                  </a:lnTo>
                  <a:lnTo>
                    <a:pt x="153001" y="49796"/>
                  </a:lnTo>
                  <a:lnTo>
                    <a:pt x="154321" y="54062"/>
                  </a:lnTo>
                  <a:lnTo>
                    <a:pt x="154741" y="55419"/>
                  </a:lnTo>
                  <a:lnTo>
                    <a:pt x="154781" y="55549"/>
                  </a:lnTo>
                  <a:lnTo>
                    <a:pt x="154905" y="55949"/>
                  </a:lnTo>
                  <a:lnTo>
                    <a:pt x="155435" y="57441"/>
                  </a:lnTo>
                  <a:lnTo>
                    <a:pt x="156311" y="59910"/>
                  </a:lnTo>
                  <a:lnTo>
                    <a:pt x="156865" y="61893"/>
                  </a:lnTo>
                  <a:lnTo>
                    <a:pt x="156998" y="62369"/>
                  </a:lnTo>
                  <a:lnTo>
                    <a:pt x="157764" y="65108"/>
                  </a:lnTo>
                  <a:lnTo>
                    <a:pt x="158226" y="66761"/>
                  </a:lnTo>
                  <a:lnTo>
                    <a:pt x="158497" y="67730"/>
                  </a:lnTo>
                  <a:lnTo>
                    <a:pt x="159817" y="72455"/>
                  </a:lnTo>
                  <a:lnTo>
                    <a:pt x="160389" y="74498"/>
                  </a:lnTo>
                  <a:lnTo>
                    <a:pt x="160642" y="75406"/>
                  </a:lnTo>
                  <a:lnTo>
                    <a:pt x="162140" y="80643"/>
                  </a:lnTo>
                  <a:lnTo>
                    <a:pt x="163229" y="84452"/>
                  </a:lnTo>
                  <a:lnTo>
                    <a:pt x="163321" y="84776"/>
                  </a:lnTo>
                  <a:lnTo>
                    <a:pt x="163720" y="86336"/>
                  </a:lnTo>
                  <a:lnTo>
                    <a:pt x="163758" y="86489"/>
                  </a:lnTo>
                  <a:lnTo>
                    <a:pt x="165559" y="93540"/>
                  </a:lnTo>
                  <a:lnTo>
                    <a:pt x="165779" y="94403"/>
                  </a:lnTo>
                  <a:lnTo>
                    <a:pt x="165843" y="94655"/>
                  </a:lnTo>
                  <a:lnTo>
                    <a:pt x="166540" y="97383"/>
                  </a:lnTo>
                  <a:lnTo>
                    <a:pt x="167042" y="99351"/>
                  </a:lnTo>
                  <a:lnTo>
                    <a:pt x="168255" y="104103"/>
                  </a:lnTo>
                  <a:lnTo>
                    <a:pt x="168292" y="104246"/>
                  </a:lnTo>
                  <a:lnTo>
                    <a:pt x="168487" y="105012"/>
                  </a:lnTo>
                  <a:lnTo>
                    <a:pt x="168593" y="105428"/>
                  </a:lnTo>
                  <a:lnTo>
                    <a:pt x="168793" y="106192"/>
                  </a:lnTo>
                  <a:lnTo>
                    <a:pt x="168903" y="106610"/>
                  </a:lnTo>
                  <a:lnTo>
                    <a:pt x="169726" y="109756"/>
                  </a:lnTo>
                  <a:lnTo>
                    <a:pt x="170511" y="112758"/>
                  </a:lnTo>
                  <a:lnTo>
                    <a:pt x="170673" y="113380"/>
                  </a:lnTo>
                  <a:lnTo>
                    <a:pt x="171756" y="114370"/>
                  </a:lnTo>
                  <a:lnTo>
                    <a:pt x="172043" y="114568"/>
                  </a:lnTo>
                  <a:lnTo>
                    <a:pt x="172722" y="115038"/>
                  </a:lnTo>
                  <a:lnTo>
                    <a:pt x="174492" y="116263"/>
                  </a:lnTo>
                  <a:lnTo>
                    <a:pt x="178598" y="117855"/>
                  </a:lnTo>
                  <a:lnTo>
                    <a:pt x="179374" y="118578"/>
                  </a:lnTo>
                  <a:lnTo>
                    <a:pt x="185288" y="124087"/>
                  </a:lnTo>
                  <a:lnTo>
                    <a:pt x="185623" y="124399"/>
                  </a:lnTo>
                  <a:lnTo>
                    <a:pt x="186093" y="124836"/>
                  </a:lnTo>
                  <a:lnTo>
                    <a:pt x="186445" y="125165"/>
                  </a:lnTo>
                  <a:lnTo>
                    <a:pt x="189659" y="128158"/>
                  </a:lnTo>
                  <a:lnTo>
                    <a:pt x="191740" y="130096"/>
                  </a:lnTo>
                  <a:lnTo>
                    <a:pt x="185166" y="132055"/>
                  </a:lnTo>
                  <a:lnTo>
                    <a:pt x="183110" y="132668"/>
                  </a:lnTo>
                  <a:lnTo>
                    <a:pt x="173369" y="135570"/>
                  </a:lnTo>
                  <a:lnTo>
                    <a:pt x="166222" y="137700"/>
                  </a:lnTo>
                  <a:lnTo>
                    <a:pt x="162568" y="138788"/>
                  </a:lnTo>
                  <a:lnTo>
                    <a:pt x="160267" y="139474"/>
                  </a:lnTo>
                  <a:lnTo>
                    <a:pt x="156517" y="140591"/>
                  </a:lnTo>
                  <a:lnTo>
                    <a:pt x="150686" y="142329"/>
                  </a:lnTo>
                  <a:lnTo>
                    <a:pt x="142654" y="144722"/>
                  </a:lnTo>
                  <a:lnTo>
                    <a:pt x="142737" y="145008"/>
                  </a:lnTo>
                  <a:lnTo>
                    <a:pt x="143682" y="148265"/>
                  </a:lnTo>
                  <a:lnTo>
                    <a:pt x="143950" y="149230"/>
                  </a:lnTo>
                  <a:lnTo>
                    <a:pt x="142489" y="149639"/>
                  </a:lnTo>
                  <a:lnTo>
                    <a:pt x="142143" y="149739"/>
                  </a:lnTo>
                  <a:lnTo>
                    <a:pt x="141225" y="150006"/>
                  </a:lnTo>
                  <a:lnTo>
                    <a:pt x="140152" y="150317"/>
                  </a:lnTo>
                  <a:lnTo>
                    <a:pt x="138538" y="150784"/>
                  </a:lnTo>
                  <a:lnTo>
                    <a:pt x="126116" y="154385"/>
                  </a:lnTo>
                  <a:lnTo>
                    <a:pt x="123527" y="155077"/>
                  </a:lnTo>
                  <a:lnTo>
                    <a:pt x="123230" y="154041"/>
                  </a:lnTo>
                  <a:lnTo>
                    <a:pt x="123128" y="153684"/>
                  </a:lnTo>
                  <a:lnTo>
                    <a:pt x="122859" y="152747"/>
                  </a:lnTo>
                  <a:lnTo>
                    <a:pt x="122509" y="151523"/>
                  </a:lnTo>
                  <a:lnTo>
                    <a:pt x="122298" y="150787"/>
                  </a:lnTo>
                  <a:lnTo>
                    <a:pt x="120135" y="143235"/>
                  </a:lnTo>
                  <a:lnTo>
                    <a:pt x="119870" y="142311"/>
                  </a:lnTo>
                  <a:lnTo>
                    <a:pt x="118042" y="135926"/>
                  </a:lnTo>
                  <a:lnTo>
                    <a:pt x="116631" y="130999"/>
                  </a:lnTo>
                  <a:lnTo>
                    <a:pt x="116213" y="129540"/>
                  </a:lnTo>
                  <a:lnTo>
                    <a:pt x="116057" y="128994"/>
                  </a:lnTo>
                  <a:lnTo>
                    <a:pt x="115031" y="125411"/>
                  </a:lnTo>
                  <a:lnTo>
                    <a:pt x="114876" y="124869"/>
                  </a:lnTo>
                  <a:lnTo>
                    <a:pt x="114521" y="123630"/>
                  </a:lnTo>
                  <a:lnTo>
                    <a:pt x="114065" y="122037"/>
                  </a:lnTo>
                  <a:lnTo>
                    <a:pt x="112907" y="117936"/>
                  </a:lnTo>
                  <a:lnTo>
                    <a:pt x="112760" y="117848"/>
                  </a:lnTo>
                  <a:lnTo>
                    <a:pt x="112615" y="117762"/>
                  </a:lnTo>
                  <a:lnTo>
                    <a:pt x="109956" y="116181"/>
                  </a:lnTo>
                  <a:lnTo>
                    <a:pt x="108846" y="115521"/>
                  </a:lnTo>
                  <a:lnTo>
                    <a:pt x="108294" y="115178"/>
                  </a:lnTo>
                  <a:lnTo>
                    <a:pt x="107625" y="114761"/>
                  </a:lnTo>
                  <a:lnTo>
                    <a:pt x="106706" y="114131"/>
                  </a:lnTo>
                  <a:lnTo>
                    <a:pt x="105747" y="113474"/>
                  </a:lnTo>
                  <a:lnTo>
                    <a:pt x="102091" y="110968"/>
                  </a:lnTo>
                  <a:lnTo>
                    <a:pt x="96279" y="106985"/>
                  </a:lnTo>
                  <a:lnTo>
                    <a:pt x="96045" y="106824"/>
                  </a:lnTo>
                  <a:lnTo>
                    <a:pt x="93517" y="105092"/>
                  </a:lnTo>
                  <a:lnTo>
                    <a:pt x="91974" y="104034"/>
                  </a:lnTo>
                  <a:lnTo>
                    <a:pt x="91121" y="103450"/>
                  </a:lnTo>
                  <a:lnTo>
                    <a:pt x="90122" y="102765"/>
                  </a:lnTo>
                  <a:lnTo>
                    <a:pt x="85315" y="99471"/>
                  </a:lnTo>
                  <a:lnTo>
                    <a:pt x="84705" y="100381"/>
                  </a:lnTo>
                  <a:lnTo>
                    <a:pt x="82659" y="99019"/>
                  </a:lnTo>
                  <a:lnTo>
                    <a:pt x="79422" y="96863"/>
                  </a:lnTo>
                  <a:lnTo>
                    <a:pt x="79256" y="96753"/>
                  </a:lnTo>
                  <a:lnTo>
                    <a:pt x="78541" y="96279"/>
                  </a:lnTo>
                  <a:lnTo>
                    <a:pt x="77733" y="95743"/>
                  </a:lnTo>
                  <a:lnTo>
                    <a:pt x="76765" y="95101"/>
                  </a:lnTo>
                  <a:lnTo>
                    <a:pt x="75029" y="93949"/>
                  </a:lnTo>
                  <a:lnTo>
                    <a:pt x="73220" y="92749"/>
                  </a:lnTo>
                  <a:lnTo>
                    <a:pt x="71207" y="91413"/>
                  </a:lnTo>
                  <a:lnTo>
                    <a:pt x="71526" y="90820"/>
                  </a:lnTo>
                  <a:lnTo>
                    <a:pt x="72346" y="89299"/>
                  </a:lnTo>
                  <a:lnTo>
                    <a:pt x="72150" y="89265"/>
                  </a:lnTo>
                  <a:lnTo>
                    <a:pt x="71415" y="89139"/>
                  </a:lnTo>
                  <a:lnTo>
                    <a:pt x="69148" y="88751"/>
                  </a:lnTo>
                  <a:lnTo>
                    <a:pt x="64689" y="87988"/>
                  </a:lnTo>
                  <a:lnTo>
                    <a:pt x="55344" y="86389"/>
                  </a:lnTo>
                  <a:lnTo>
                    <a:pt x="54161" y="86187"/>
                  </a:lnTo>
                  <a:lnTo>
                    <a:pt x="53980" y="86156"/>
                  </a:lnTo>
                  <a:lnTo>
                    <a:pt x="53202" y="86023"/>
                  </a:lnTo>
                  <a:lnTo>
                    <a:pt x="52883" y="85968"/>
                  </a:lnTo>
                  <a:lnTo>
                    <a:pt x="50076" y="85488"/>
                  </a:lnTo>
                  <a:lnTo>
                    <a:pt x="47669" y="85076"/>
                  </a:lnTo>
                  <a:lnTo>
                    <a:pt x="47336" y="84967"/>
                  </a:lnTo>
                  <a:lnTo>
                    <a:pt x="46231" y="89458"/>
                  </a:lnTo>
                  <a:lnTo>
                    <a:pt x="45941" y="90637"/>
                  </a:lnTo>
                  <a:lnTo>
                    <a:pt x="38387" y="89451"/>
                  </a:lnTo>
                  <a:lnTo>
                    <a:pt x="34231" y="89451"/>
                  </a:lnTo>
                  <a:lnTo>
                    <a:pt x="30194" y="90058"/>
                  </a:lnTo>
                  <a:lnTo>
                    <a:pt x="26394" y="90422"/>
                  </a:lnTo>
                  <a:lnTo>
                    <a:pt x="22714" y="90907"/>
                  </a:lnTo>
                  <a:lnTo>
                    <a:pt x="23426" y="88723"/>
                  </a:lnTo>
                  <a:lnTo>
                    <a:pt x="21645" y="84111"/>
                  </a:lnTo>
                  <a:lnTo>
                    <a:pt x="19151" y="80591"/>
                  </a:lnTo>
                  <a:lnTo>
                    <a:pt x="18242" y="77241"/>
                  </a:lnTo>
                  <a:lnTo>
                    <a:pt x="18186" y="76715"/>
                  </a:lnTo>
                  <a:lnTo>
                    <a:pt x="17969" y="75099"/>
                  </a:lnTo>
                  <a:lnTo>
                    <a:pt x="17329" y="70327"/>
                  </a:lnTo>
                  <a:lnTo>
                    <a:pt x="17086" y="68838"/>
                  </a:lnTo>
                  <a:lnTo>
                    <a:pt x="16740" y="66711"/>
                  </a:lnTo>
                  <a:lnTo>
                    <a:pt x="16699" y="66365"/>
                  </a:lnTo>
                  <a:lnTo>
                    <a:pt x="16302" y="62993"/>
                  </a:lnTo>
                  <a:lnTo>
                    <a:pt x="15233" y="58381"/>
                  </a:lnTo>
                  <a:lnTo>
                    <a:pt x="14758" y="54861"/>
                  </a:lnTo>
                  <a:lnTo>
                    <a:pt x="13096" y="48671"/>
                  </a:lnTo>
                  <a:lnTo>
                    <a:pt x="11908" y="40540"/>
                  </a:lnTo>
                  <a:lnTo>
                    <a:pt x="12295" y="37252"/>
                  </a:lnTo>
                  <a:lnTo>
                    <a:pt x="7064" y="21498"/>
                  </a:lnTo>
                  <a:lnTo>
                    <a:pt x="6742" y="20526"/>
                  </a:lnTo>
                  <a:lnTo>
                    <a:pt x="8096" y="18719"/>
                  </a:lnTo>
                  <a:lnTo>
                    <a:pt x="783" y="11702"/>
                  </a:lnTo>
                  <a:lnTo>
                    <a:pt x="529" y="10098"/>
                  </a:lnTo>
                  <a:lnTo>
                    <a:pt x="0" y="6479"/>
                  </a:lnTo>
                  <a:lnTo>
                    <a:pt x="887" y="5635"/>
                  </a:lnTo>
                  <a:lnTo>
                    <a:pt x="2084" y="4427"/>
                  </a:lnTo>
                  <a:lnTo>
                    <a:pt x="3636" y="5456"/>
                  </a:lnTo>
                  <a:lnTo>
                    <a:pt x="6280" y="7209"/>
                  </a:lnTo>
                  <a:lnTo>
                    <a:pt x="7627" y="8101"/>
                  </a:lnTo>
                  <a:lnTo>
                    <a:pt x="8972" y="9178"/>
                  </a:lnTo>
                  <a:lnTo>
                    <a:pt x="13697" y="5841"/>
                  </a:lnTo>
                  <a:lnTo>
                    <a:pt x="17244" y="1052"/>
                  </a:lnTo>
                  <a:lnTo>
                    <a:pt x="178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52737" y="3408198"/>
              <a:ext cx="124315" cy="203769"/>
            </a:xfrm>
            <a:custGeom>
              <a:avLst/>
              <a:pathLst>
                <a:path w="124315" h="203769">
                  <a:moveTo>
                    <a:pt x="51354" y="28563"/>
                  </a:moveTo>
                  <a:lnTo>
                    <a:pt x="51925" y="33457"/>
                  </a:lnTo>
                  <a:lnTo>
                    <a:pt x="52385" y="36902"/>
                  </a:lnTo>
                  <a:lnTo>
                    <a:pt x="52525" y="37949"/>
                  </a:lnTo>
                  <a:lnTo>
                    <a:pt x="52666" y="39597"/>
                  </a:lnTo>
                  <a:lnTo>
                    <a:pt x="52923" y="42626"/>
                  </a:lnTo>
                  <a:lnTo>
                    <a:pt x="53011" y="46290"/>
                  </a:lnTo>
                  <a:lnTo>
                    <a:pt x="53714" y="50888"/>
                  </a:lnTo>
                  <a:lnTo>
                    <a:pt x="54131" y="52768"/>
                  </a:lnTo>
                  <a:lnTo>
                    <a:pt x="54434" y="54134"/>
                  </a:lnTo>
                  <a:lnTo>
                    <a:pt x="54929" y="55692"/>
                  </a:lnTo>
                  <a:lnTo>
                    <a:pt x="55137" y="58017"/>
                  </a:lnTo>
                  <a:lnTo>
                    <a:pt x="54943" y="61503"/>
                  </a:lnTo>
                  <a:lnTo>
                    <a:pt x="55937" y="64723"/>
                  </a:lnTo>
                  <a:lnTo>
                    <a:pt x="57713" y="71301"/>
                  </a:lnTo>
                  <a:lnTo>
                    <a:pt x="57350" y="72507"/>
                  </a:lnTo>
                  <a:lnTo>
                    <a:pt x="57150" y="72877"/>
                  </a:lnTo>
                  <a:lnTo>
                    <a:pt x="57566" y="75013"/>
                  </a:lnTo>
                  <a:lnTo>
                    <a:pt x="57411" y="75887"/>
                  </a:lnTo>
                  <a:lnTo>
                    <a:pt x="57080" y="77025"/>
                  </a:lnTo>
                  <a:lnTo>
                    <a:pt x="57455" y="79963"/>
                  </a:lnTo>
                  <a:lnTo>
                    <a:pt x="57737" y="81303"/>
                  </a:lnTo>
                  <a:lnTo>
                    <a:pt x="58551" y="85184"/>
                  </a:lnTo>
                  <a:lnTo>
                    <a:pt x="58342" y="85254"/>
                  </a:lnTo>
                  <a:lnTo>
                    <a:pt x="54303" y="86602"/>
                  </a:lnTo>
                  <a:lnTo>
                    <a:pt x="53131" y="86994"/>
                  </a:lnTo>
                  <a:lnTo>
                    <a:pt x="53529" y="88856"/>
                  </a:lnTo>
                  <a:lnTo>
                    <a:pt x="53787" y="89979"/>
                  </a:lnTo>
                  <a:lnTo>
                    <a:pt x="58210" y="92821"/>
                  </a:lnTo>
                  <a:lnTo>
                    <a:pt x="56567" y="95959"/>
                  </a:lnTo>
                  <a:lnTo>
                    <a:pt x="54981" y="98986"/>
                  </a:lnTo>
                  <a:lnTo>
                    <a:pt x="56091" y="98288"/>
                  </a:lnTo>
                  <a:lnTo>
                    <a:pt x="58219" y="96948"/>
                  </a:lnTo>
                  <a:lnTo>
                    <a:pt x="59130" y="96521"/>
                  </a:lnTo>
                  <a:lnTo>
                    <a:pt x="59985" y="96501"/>
                  </a:lnTo>
                  <a:lnTo>
                    <a:pt x="61340" y="97012"/>
                  </a:lnTo>
                  <a:lnTo>
                    <a:pt x="62176" y="95819"/>
                  </a:lnTo>
                  <a:lnTo>
                    <a:pt x="62779" y="95239"/>
                  </a:lnTo>
                  <a:lnTo>
                    <a:pt x="64993" y="97405"/>
                  </a:lnTo>
                  <a:lnTo>
                    <a:pt x="65382" y="97785"/>
                  </a:lnTo>
                  <a:lnTo>
                    <a:pt x="65236" y="97999"/>
                  </a:lnTo>
                  <a:lnTo>
                    <a:pt x="64234" y="99459"/>
                  </a:lnTo>
                  <a:lnTo>
                    <a:pt x="64798" y="99936"/>
                  </a:lnTo>
                  <a:lnTo>
                    <a:pt x="66616" y="101657"/>
                  </a:lnTo>
                  <a:lnTo>
                    <a:pt x="67090" y="102107"/>
                  </a:lnTo>
                  <a:lnTo>
                    <a:pt x="67749" y="101214"/>
                  </a:lnTo>
                  <a:lnTo>
                    <a:pt x="70081" y="100026"/>
                  </a:lnTo>
                  <a:lnTo>
                    <a:pt x="72114" y="99378"/>
                  </a:lnTo>
                  <a:lnTo>
                    <a:pt x="72576" y="99230"/>
                  </a:lnTo>
                  <a:lnTo>
                    <a:pt x="74686" y="98557"/>
                  </a:lnTo>
                  <a:lnTo>
                    <a:pt x="75586" y="98556"/>
                  </a:lnTo>
                  <a:lnTo>
                    <a:pt x="77937" y="98554"/>
                  </a:lnTo>
                  <a:lnTo>
                    <a:pt x="81173" y="100799"/>
                  </a:lnTo>
                  <a:lnTo>
                    <a:pt x="87624" y="105243"/>
                  </a:lnTo>
                  <a:lnTo>
                    <a:pt x="87893" y="104841"/>
                  </a:lnTo>
                  <a:lnTo>
                    <a:pt x="103553" y="81350"/>
                  </a:lnTo>
                  <a:lnTo>
                    <a:pt x="103907" y="81592"/>
                  </a:lnTo>
                  <a:lnTo>
                    <a:pt x="105356" y="82584"/>
                  </a:lnTo>
                  <a:lnTo>
                    <a:pt x="107655" y="84157"/>
                  </a:lnTo>
                  <a:lnTo>
                    <a:pt x="110888" y="86369"/>
                  </a:lnTo>
                  <a:lnTo>
                    <a:pt x="111685" y="86914"/>
                  </a:lnTo>
                  <a:lnTo>
                    <a:pt x="119011" y="91927"/>
                  </a:lnTo>
                  <a:lnTo>
                    <a:pt x="122621" y="94397"/>
                  </a:lnTo>
                  <a:lnTo>
                    <a:pt x="124315" y="95556"/>
                  </a:lnTo>
                  <a:lnTo>
                    <a:pt x="123885" y="96179"/>
                  </a:lnTo>
                  <a:lnTo>
                    <a:pt x="115872" y="107795"/>
                  </a:lnTo>
                  <a:lnTo>
                    <a:pt x="115519" y="108313"/>
                  </a:lnTo>
                  <a:lnTo>
                    <a:pt x="108685" y="118346"/>
                  </a:lnTo>
                  <a:lnTo>
                    <a:pt x="108490" y="118631"/>
                  </a:lnTo>
                  <a:lnTo>
                    <a:pt x="108137" y="119149"/>
                  </a:lnTo>
                  <a:lnTo>
                    <a:pt x="107973" y="119391"/>
                  </a:lnTo>
                  <a:lnTo>
                    <a:pt x="107744" y="119727"/>
                  </a:lnTo>
                  <a:lnTo>
                    <a:pt x="106865" y="121018"/>
                  </a:lnTo>
                  <a:lnTo>
                    <a:pt x="92459" y="142164"/>
                  </a:lnTo>
                  <a:lnTo>
                    <a:pt x="92321" y="142368"/>
                  </a:lnTo>
                  <a:lnTo>
                    <a:pt x="91863" y="143073"/>
                  </a:lnTo>
                  <a:lnTo>
                    <a:pt x="90821" y="144679"/>
                  </a:lnTo>
                  <a:lnTo>
                    <a:pt x="89311" y="147005"/>
                  </a:lnTo>
                  <a:lnTo>
                    <a:pt x="85271" y="153230"/>
                  </a:lnTo>
                  <a:lnTo>
                    <a:pt x="84191" y="154893"/>
                  </a:lnTo>
                  <a:lnTo>
                    <a:pt x="82405" y="158117"/>
                  </a:lnTo>
                  <a:lnTo>
                    <a:pt x="82020" y="158503"/>
                  </a:lnTo>
                  <a:lnTo>
                    <a:pt x="80445" y="160035"/>
                  </a:lnTo>
                  <a:lnTo>
                    <a:pt x="80304" y="160113"/>
                  </a:lnTo>
                  <a:lnTo>
                    <a:pt x="79884" y="160346"/>
                  </a:lnTo>
                  <a:lnTo>
                    <a:pt x="78657" y="161026"/>
                  </a:lnTo>
                  <a:lnTo>
                    <a:pt x="77786" y="161360"/>
                  </a:lnTo>
                  <a:lnTo>
                    <a:pt x="76050" y="161914"/>
                  </a:lnTo>
                  <a:lnTo>
                    <a:pt x="76209" y="162351"/>
                  </a:lnTo>
                  <a:lnTo>
                    <a:pt x="76442" y="162993"/>
                  </a:lnTo>
                  <a:lnTo>
                    <a:pt x="76550" y="163290"/>
                  </a:lnTo>
                  <a:lnTo>
                    <a:pt x="76904" y="164266"/>
                  </a:lnTo>
                  <a:lnTo>
                    <a:pt x="77043" y="164649"/>
                  </a:lnTo>
                  <a:lnTo>
                    <a:pt x="77352" y="165502"/>
                  </a:lnTo>
                  <a:lnTo>
                    <a:pt x="78198" y="167833"/>
                  </a:lnTo>
                  <a:lnTo>
                    <a:pt x="78351" y="168254"/>
                  </a:lnTo>
                  <a:lnTo>
                    <a:pt x="79624" y="170181"/>
                  </a:lnTo>
                  <a:lnTo>
                    <a:pt x="82982" y="173141"/>
                  </a:lnTo>
                  <a:lnTo>
                    <a:pt x="83161" y="173298"/>
                  </a:lnTo>
                  <a:lnTo>
                    <a:pt x="83918" y="173966"/>
                  </a:lnTo>
                  <a:lnTo>
                    <a:pt x="86976" y="176661"/>
                  </a:lnTo>
                  <a:lnTo>
                    <a:pt x="89878" y="179219"/>
                  </a:lnTo>
                  <a:lnTo>
                    <a:pt x="90031" y="179354"/>
                  </a:lnTo>
                  <a:lnTo>
                    <a:pt x="90208" y="179510"/>
                  </a:lnTo>
                  <a:lnTo>
                    <a:pt x="90750" y="179988"/>
                  </a:lnTo>
                  <a:lnTo>
                    <a:pt x="91186" y="180372"/>
                  </a:lnTo>
                  <a:lnTo>
                    <a:pt x="92397" y="181408"/>
                  </a:lnTo>
                  <a:lnTo>
                    <a:pt x="94402" y="183123"/>
                  </a:lnTo>
                  <a:lnTo>
                    <a:pt x="95966" y="184460"/>
                  </a:lnTo>
                  <a:lnTo>
                    <a:pt x="96577" y="184977"/>
                  </a:lnTo>
                  <a:lnTo>
                    <a:pt x="96797" y="185155"/>
                  </a:lnTo>
                  <a:lnTo>
                    <a:pt x="97408" y="185649"/>
                  </a:lnTo>
                  <a:lnTo>
                    <a:pt x="97737" y="185915"/>
                  </a:lnTo>
                  <a:lnTo>
                    <a:pt x="97255" y="186117"/>
                  </a:lnTo>
                  <a:lnTo>
                    <a:pt x="95989" y="186646"/>
                  </a:lnTo>
                  <a:lnTo>
                    <a:pt x="93450" y="187708"/>
                  </a:lnTo>
                  <a:lnTo>
                    <a:pt x="93293" y="187774"/>
                  </a:lnTo>
                  <a:lnTo>
                    <a:pt x="90521" y="188796"/>
                  </a:lnTo>
                  <a:lnTo>
                    <a:pt x="84601" y="190978"/>
                  </a:lnTo>
                  <a:lnTo>
                    <a:pt x="79275" y="192555"/>
                  </a:lnTo>
                  <a:lnTo>
                    <a:pt x="77373" y="193119"/>
                  </a:lnTo>
                  <a:lnTo>
                    <a:pt x="71985" y="194712"/>
                  </a:lnTo>
                  <a:lnTo>
                    <a:pt x="65437" y="196439"/>
                  </a:lnTo>
                  <a:lnTo>
                    <a:pt x="62019" y="197846"/>
                  </a:lnTo>
                  <a:lnTo>
                    <a:pt x="59951" y="198697"/>
                  </a:lnTo>
                  <a:lnTo>
                    <a:pt x="57369" y="200153"/>
                  </a:lnTo>
                  <a:lnTo>
                    <a:pt x="53753" y="202192"/>
                  </a:lnTo>
                  <a:lnTo>
                    <a:pt x="51767" y="203769"/>
                  </a:lnTo>
                  <a:lnTo>
                    <a:pt x="51128" y="203274"/>
                  </a:lnTo>
                  <a:lnTo>
                    <a:pt x="46703" y="199842"/>
                  </a:lnTo>
                  <a:lnTo>
                    <a:pt x="46053" y="199337"/>
                  </a:lnTo>
                  <a:lnTo>
                    <a:pt x="45749" y="199101"/>
                  </a:lnTo>
                  <a:lnTo>
                    <a:pt x="43896" y="193147"/>
                  </a:lnTo>
                  <a:lnTo>
                    <a:pt x="43807" y="192864"/>
                  </a:lnTo>
                  <a:lnTo>
                    <a:pt x="38903" y="194227"/>
                  </a:lnTo>
                  <a:lnTo>
                    <a:pt x="37961" y="190576"/>
                  </a:lnTo>
                  <a:lnTo>
                    <a:pt x="37206" y="187650"/>
                  </a:lnTo>
                  <a:lnTo>
                    <a:pt x="37130" y="187365"/>
                  </a:lnTo>
                  <a:lnTo>
                    <a:pt x="36967" y="186755"/>
                  </a:lnTo>
                  <a:lnTo>
                    <a:pt x="35302" y="180541"/>
                  </a:lnTo>
                  <a:lnTo>
                    <a:pt x="35192" y="180127"/>
                  </a:lnTo>
                  <a:lnTo>
                    <a:pt x="35062" y="179643"/>
                  </a:lnTo>
                  <a:lnTo>
                    <a:pt x="33346" y="173235"/>
                  </a:lnTo>
                  <a:lnTo>
                    <a:pt x="33193" y="172663"/>
                  </a:lnTo>
                  <a:lnTo>
                    <a:pt x="31822" y="167543"/>
                  </a:lnTo>
                  <a:lnTo>
                    <a:pt x="31515" y="166398"/>
                  </a:lnTo>
                  <a:lnTo>
                    <a:pt x="31480" y="166270"/>
                  </a:lnTo>
                  <a:lnTo>
                    <a:pt x="31289" y="165556"/>
                  </a:lnTo>
                  <a:lnTo>
                    <a:pt x="28421" y="154845"/>
                  </a:lnTo>
                  <a:lnTo>
                    <a:pt x="28183" y="154912"/>
                  </a:lnTo>
                  <a:lnTo>
                    <a:pt x="24109" y="156053"/>
                  </a:lnTo>
                  <a:lnTo>
                    <a:pt x="1294" y="162429"/>
                  </a:lnTo>
                  <a:lnTo>
                    <a:pt x="1021" y="161483"/>
                  </a:lnTo>
                  <a:lnTo>
                    <a:pt x="76" y="158225"/>
                  </a:lnTo>
                  <a:lnTo>
                    <a:pt x="0" y="157938"/>
                  </a:lnTo>
                  <a:lnTo>
                    <a:pt x="8025" y="155546"/>
                  </a:lnTo>
                  <a:lnTo>
                    <a:pt x="13857" y="153809"/>
                  </a:lnTo>
                  <a:lnTo>
                    <a:pt x="17607" y="152691"/>
                  </a:lnTo>
                  <a:lnTo>
                    <a:pt x="19907" y="152006"/>
                  </a:lnTo>
                  <a:lnTo>
                    <a:pt x="23561" y="150917"/>
                  </a:lnTo>
                  <a:lnTo>
                    <a:pt x="30709" y="148788"/>
                  </a:lnTo>
                  <a:lnTo>
                    <a:pt x="40449" y="145885"/>
                  </a:lnTo>
                  <a:lnTo>
                    <a:pt x="42505" y="145273"/>
                  </a:lnTo>
                  <a:lnTo>
                    <a:pt x="49079" y="143314"/>
                  </a:lnTo>
                  <a:lnTo>
                    <a:pt x="46998" y="141376"/>
                  </a:lnTo>
                  <a:lnTo>
                    <a:pt x="43784" y="138382"/>
                  </a:lnTo>
                  <a:lnTo>
                    <a:pt x="43201" y="137839"/>
                  </a:lnTo>
                  <a:lnTo>
                    <a:pt x="42962" y="137617"/>
                  </a:lnTo>
                  <a:lnTo>
                    <a:pt x="42627" y="137305"/>
                  </a:lnTo>
                  <a:lnTo>
                    <a:pt x="36602" y="131692"/>
                  </a:lnTo>
                  <a:lnTo>
                    <a:pt x="35937" y="131073"/>
                  </a:lnTo>
                  <a:lnTo>
                    <a:pt x="31831" y="129481"/>
                  </a:lnTo>
                  <a:lnTo>
                    <a:pt x="30061" y="128256"/>
                  </a:lnTo>
                  <a:lnTo>
                    <a:pt x="29382" y="127786"/>
                  </a:lnTo>
                  <a:lnTo>
                    <a:pt x="29096" y="127588"/>
                  </a:lnTo>
                  <a:lnTo>
                    <a:pt x="28013" y="126597"/>
                  </a:lnTo>
                  <a:lnTo>
                    <a:pt x="27850" y="125975"/>
                  </a:lnTo>
                  <a:lnTo>
                    <a:pt x="27065" y="122974"/>
                  </a:lnTo>
                  <a:lnTo>
                    <a:pt x="26242" y="119828"/>
                  </a:lnTo>
                  <a:lnTo>
                    <a:pt x="26132" y="119409"/>
                  </a:lnTo>
                  <a:lnTo>
                    <a:pt x="25932" y="118645"/>
                  </a:lnTo>
                  <a:lnTo>
                    <a:pt x="25826" y="118230"/>
                  </a:lnTo>
                  <a:lnTo>
                    <a:pt x="25631" y="117464"/>
                  </a:lnTo>
                  <a:lnTo>
                    <a:pt x="25594" y="117321"/>
                  </a:lnTo>
                  <a:lnTo>
                    <a:pt x="24381" y="112568"/>
                  </a:lnTo>
                  <a:lnTo>
                    <a:pt x="23879" y="110601"/>
                  </a:lnTo>
                  <a:lnTo>
                    <a:pt x="23182" y="107873"/>
                  </a:lnTo>
                  <a:lnTo>
                    <a:pt x="23118" y="107620"/>
                  </a:lnTo>
                  <a:lnTo>
                    <a:pt x="22898" y="106758"/>
                  </a:lnTo>
                  <a:lnTo>
                    <a:pt x="21098" y="99706"/>
                  </a:lnTo>
                  <a:lnTo>
                    <a:pt x="21059" y="99554"/>
                  </a:lnTo>
                  <a:lnTo>
                    <a:pt x="20660" y="97993"/>
                  </a:lnTo>
                  <a:lnTo>
                    <a:pt x="20568" y="97670"/>
                  </a:lnTo>
                  <a:lnTo>
                    <a:pt x="19453" y="93769"/>
                  </a:lnTo>
                  <a:lnTo>
                    <a:pt x="17982" y="88624"/>
                  </a:lnTo>
                  <a:lnTo>
                    <a:pt x="17708" y="87645"/>
                  </a:lnTo>
                  <a:lnTo>
                    <a:pt x="17157" y="85672"/>
                  </a:lnTo>
                  <a:lnTo>
                    <a:pt x="15836" y="80947"/>
                  </a:lnTo>
                  <a:lnTo>
                    <a:pt x="15565" y="79979"/>
                  </a:lnTo>
                  <a:lnTo>
                    <a:pt x="15103" y="78325"/>
                  </a:lnTo>
                  <a:lnTo>
                    <a:pt x="14338" y="75587"/>
                  </a:lnTo>
                  <a:lnTo>
                    <a:pt x="14204" y="75110"/>
                  </a:lnTo>
                  <a:lnTo>
                    <a:pt x="13650" y="73128"/>
                  </a:lnTo>
                  <a:lnTo>
                    <a:pt x="12774" y="70658"/>
                  </a:lnTo>
                  <a:lnTo>
                    <a:pt x="12244" y="69166"/>
                  </a:lnTo>
                  <a:lnTo>
                    <a:pt x="12121" y="68766"/>
                  </a:lnTo>
                  <a:lnTo>
                    <a:pt x="12080" y="68637"/>
                  </a:lnTo>
                  <a:lnTo>
                    <a:pt x="11660" y="67280"/>
                  </a:lnTo>
                  <a:lnTo>
                    <a:pt x="10340" y="63014"/>
                  </a:lnTo>
                  <a:lnTo>
                    <a:pt x="9938" y="61717"/>
                  </a:lnTo>
                  <a:lnTo>
                    <a:pt x="9268" y="59769"/>
                  </a:lnTo>
                  <a:lnTo>
                    <a:pt x="9168" y="59478"/>
                  </a:lnTo>
                  <a:lnTo>
                    <a:pt x="8314" y="56998"/>
                  </a:lnTo>
                  <a:lnTo>
                    <a:pt x="7149" y="54447"/>
                  </a:lnTo>
                  <a:lnTo>
                    <a:pt x="6918" y="53939"/>
                  </a:lnTo>
                  <a:lnTo>
                    <a:pt x="4306" y="49467"/>
                  </a:lnTo>
                  <a:lnTo>
                    <a:pt x="4027" y="48989"/>
                  </a:lnTo>
                  <a:lnTo>
                    <a:pt x="3549" y="48172"/>
                  </a:lnTo>
                  <a:lnTo>
                    <a:pt x="2709" y="46734"/>
                  </a:lnTo>
                  <a:lnTo>
                    <a:pt x="1304" y="44327"/>
                  </a:lnTo>
                  <a:lnTo>
                    <a:pt x="936" y="43789"/>
                  </a:lnTo>
                  <a:lnTo>
                    <a:pt x="3007" y="42439"/>
                  </a:lnTo>
                  <a:lnTo>
                    <a:pt x="3454" y="42147"/>
                  </a:lnTo>
                  <a:lnTo>
                    <a:pt x="6302" y="40291"/>
                  </a:lnTo>
                  <a:lnTo>
                    <a:pt x="6601" y="40130"/>
                  </a:lnTo>
                  <a:lnTo>
                    <a:pt x="9083" y="38792"/>
                  </a:lnTo>
                  <a:lnTo>
                    <a:pt x="11493" y="37493"/>
                  </a:lnTo>
                  <a:lnTo>
                    <a:pt x="16090" y="35079"/>
                  </a:lnTo>
                  <a:lnTo>
                    <a:pt x="19952" y="33052"/>
                  </a:lnTo>
                  <a:lnTo>
                    <a:pt x="22380" y="31777"/>
                  </a:lnTo>
                  <a:lnTo>
                    <a:pt x="21981" y="31228"/>
                  </a:lnTo>
                  <a:lnTo>
                    <a:pt x="21268" y="30646"/>
                  </a:lnTo>
                  <a:lnTo>
                    <a:pt x="20186" y="30253"/>
                  </a:lnTo>
                  <a:lnTo>
                    <a:pt x="19858" y="30160"/>
                  </a:lnTo>
                  <a:lnTo>
                    <a:pt x="19516" y="30063"/>
                  </a:lnTo>
                  <a:lnTo>
                    <a:pt x="14121" y="30793"/>
                  </a:lnTo>
                  <a:lnTo>
                    <a:pt x="14557" y="28198"/>
                  </a:lnTo>
                  <a:lnTo>
                    <a:pt x="14589" y="28006"/>
                  </a:lnTo>
                  <a:lnTo>
                    <a:pt x="14711" y="27279"/>
                  </a:lnTo>
                  <a:lnTo>
                    <a:pt x="14674" y="26666"/>
                  </a:lnTo>
                  <a:lnTo>
                    <a:pt x="14653" y="26305"/>
                  </a:lnTo>
                  <a:lnTo>
                    <a:pt x="14595" y="25348"/>
                  </a:lnTo>
                  <a:lnTo>
                    <a:pt x="14575" y="25025"/>
                  </a:lnTo>
                  <a:lnTo>
                    <a:pt x="14559" y="24762"/>
                  </a:lnTo>
                  <a:lnTo>
                    <a:pt x="14496" y="23829"/>
                  </a:lnTo>
                  <a:lnTo>
                    <a:pt x="30364" y="22530"/>
                  </a:lnTo>
                  <a:lnTo>
                    <a:pt x="27969" y="10977"/>
                  </a:lnTo>
                  <a:lnTo>
                    <a:pt x="27381" y="8144"/>
                  </a:lnTo>
                  <a:lnTo>
                    <a:pt x="26329" y="1330"/>
                  </a:lnTo>
                  <a:lnTo>
                    <a:pt x="36967" y="0"/>
                  </a:lnTo>
                  <a:lnTo>
                    <a:pt x="40428" y="11504"/>
                  </a:lnTo>
                  <a:lnTo>
                    <a:pt x="47495" y="23466"/>
                  </a:lnTo>
                  <a:lnTo>
                    <a:pt x="49963" y="26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89150" y="3664445"/>
              <a:ext cx="140516" cy="142005"/>
            </a:xfrm>
            <a:custGeom>
              <a:avLst/>
              <a:pathLst>
                <a:path w="140516" h="142005">
                  <a:moveTo>
                    <a:pt x="128203" y="75158"/>
                  </a:moveTo>
                  <a:lnTo>
                    <a:pt x="127742" y="75844"/>
                  </a:lnTo>
                  <a:lnTo>
                    <a:pt x="127597" y="75755"/>
                  </a:lnTo>
                  <a:lnTo>
                    <a:pt x="123511" y="81842"/>
                  </a:lnTo>
                  <a:lnTo>
                    <a:pt x="121616" y="84619"/>
                  </a:lnTo>
                  <a:lnTo>
                    <a:pt x="119522" y="87687"/>
                  </a:lnTo>
                  <a:lnTo>
                    <a:pt x="115820" y="93242"/>
                  </a:lnTo>
                  <a:lnTo>
                    <a:pt x="113372" y="96840"/>
                  </a:lnTo>
                  <a:lnTo>
                    <a:pt x="111788" y="99168"/>
                  </a:lnTo>
                  <a:lnTo>
                    <a:pt x="109706" y="102227"/>
                  </a:lnTo>
                  <a:lnTo>
                    <a:pt x="107587" y="105342"/>
                  </a:lnTo>
                  <a:lnTo>
                    <a:pt x="103659" y="111301"/>
                  </a:lnTo>
                  <a:lnTo>
                    <a:pt x="99910" y="116872"/>
                  </a:lnTo>
                  <a:lnTo>
                    <a:pt x="95813" y="122777"/>
                  </a:lnTo>
                  <a:lnTo>
                    <a:pt x="91861" y="128797"/>
                  </a:lnTo>
                  <a:lnTo>
                    <a:pt x="88081" y="134428"/>
                  </a:lnTo>
                  <a:lnTo>
                    <a:pt x="84734" y="139526"/>
                  </a:lnTo>
                  <a:lnTo>
                    <a:pt x="83393" y="141567"/>
                  </a:lnTo>
                  <a:lnTo>
                    <a:pt x="83106" y="142005"/>
                  </a:lnTo>
                  <a:lnTo>
                    <a:pt x="82668" y="141706"/>
                  </a:lnTo>
                  <a:lnTo>
                    <a:pt x="81588" y="140970"/>
                  </a:lnTo>
                  <a:lnTo>
                    <a:pt x="66793" y="130873"/>
                  </a:lnTo>
                  <a:lnTo>
                    <a:pt x="65529" y="130203"/>
                  </a:lnTo>
                  <a:lnTo>
                    <a:pt x="65197" y="129942"/>
                  </a:lnTo>
                  <a:lnTo>
                    <a:pt x="63015" y="128226"/>
                  </a:lnTo>
                  <a:lnTo>
                    <a:pt x="62717" y="127992"/>
                  </a:lnTo>
                  <a:lnTo>
                    <a:pt x="62439" y="127774"/>
                  </a:lnTo>
                  <a:lnTo>
                    <a:pt x="46931" y="117312"/>
                  </a:lnTo>
                  <a:lnTo>
                    <a:pt x="31104" y="106297"/>
                  </a:lnTo>
                  <a:lnTo>
                    <a:pt x="28459" y="104541"/>
                  </a:lnTo>
                  <a:lnTo>
                    <a:pt x="13443" y="94181"/>
                  </a:lnTo>
                  <a:lnTo>
                    <a:pt x="12463" y="93505"/>
                  </a:lnTo>
                  <a:lnTo>
                    <a:pt x="4504" y="88014"/>
                  </a:lnTo>
                  <a:lnTo>
                    <a:pt x="205" y="85048"/>
                  </a:lnTo>
                  <a:lnTo>
                    <a:pt x="0" y="84839"/>
                  </a:lnTo>
                  <a:lnTo>
                    <a:pt x="318" y="84372"/>
                  </a:lnTo>
                  <a:lnTo>
                    <a:pt x="799" y="83668"/>
                  </a:lnTo>
                  <a:lnTo>
                    <a:pt x="14182" y="64076"/>
                  </a:lnTo>
                  <a:lnTo>
                    <a:pt x="14469" y="63654"/>
                  </a:lnTo>
                  <a:lnTo>
                    <a:pt x="15448" y="62215"/>
                  </a:lnTo>
                  <a:lnTo>
                    <a:pt x="15552" y="62063"/>
                  </a:lnTo>
                  <a:lnTo>
                    <a:pt x="28377" y="43217"/>
                  </a:lnTo>
                  <a:lnTo>
                    <a:pt x="28751" y="42668"/>
                  </a:lnTo>
                  <a:lnTo>
                    <a:pt x="31651" y="38406"/>
                  </a:lnTo>
                  <a:lnTo>
                    <a:pt x="35963" y="32070"/>
                  </a:lnTo>
                  <a:lnTo>
                    <a:pt x="40612" y="25238"/>
                  </a:lnTo>
                  <a:lnTo>
                    <a:pt x="40778" y="24994"/>
                  </a:lnTo>
                  <a:lnTo>
                    <a:pt x="41035" y="24616"/>
                  </a:lnTo>
                  <a:lnTo>
                    <a:pt x="42637" y="22262"/>
                  </a:lnTo>
                  <a:lnTo>
                    <a:pt x="43168" y="21482"/>
                  </a:lnTo>
                  <a:lnTo>
                    <a:pt x="55790" y="2933"/>
                  </a:lnTo>
                  <a:lnTo>
                    <a:pt x="56579" y="1775"/>
                  </a:lnTo>
                  <a:lnTo>
                    <a:pt x="57647" y="205"/>
                  </a:lnTo>
                  <a:lnTo>
                    <a:pt x="57787" y="0"/>
                  </a:lnTo>
                  <a:lnTo>
                    <a:pt x="62090" y="2926"/>
                  </a:lnTo>
                  <a:lnTo>
                    <a:pt x="63986" y="4216"/>
                  </a:lnTo>
                  <a:lnTo>
                    <a:pt x="70211" y="8450"/>
                  </a:lnTo>
                  <a:lnTo>
                    <a:pt x="70489" y="8639"/>
                  </a:lnTo>
                  <a:lnTo>
                    <a:pt x="81695" y="16261"/>
                  </a:lnTo>
                  <a:lnTo>
                    <a:pt x="85703" y="18987"/>
                  </a:lnTo>
                  <a:lnTo>
                    <a:pt x="85840" y="19080"/>
                  </a:lnTo>
                  <a:lnTo>
                    <a:pt x="86169" y="19304"/>
                  </a:lnTo>
                  <a:lnTo>
                    <a:pt x="88199" y="20685"/>
                  </a:lnTo>
                  <a:lnTo>
                    <a:pt x="88349" y="20786"/>
                  </a:lnTo>
                  <a:lnTo>
                    <a:pt x="88793" y="21089"/>
                  </a:lnTo>
                  <a:lnTo>
                    <a:pt x="103909" y="31371"/>
                  </a:lnTo>
                  <a:lnTo>
                    <a:pt x="104713" y="31917"/>
                  </a:lnTo>
                  <a:lnTo>
                    <a:pt x="114116" y="38312"/>
                  </a:lnTo>
                  <a:lnTo>
                    <a:pt x="119597" y="42040"/>
                  </a:lnTo>
                  <a:lnTo>
                    <a:pt x="119912" y="42254"/>
                  </a:lnTo>
                  <a:lnTo>
                    <a:pt x="120171" y="42431"/>
                  </a:lnTo>
                  <a:lnTo>
                    <a:pt x="120516" y="42665"/>
                  </a:lnTo>
                  <a:lnTo>
                    <a:pt x="120764" y="42834"/>
                  </a:lnTo>
                  <a:lnTo>
                    <a:pt x="123054" y="44392"/>
                  </a:lnTo>
                  <a:lnTo>
                    <a:pt x="123488" y="44689"/>
                  </a:lnTo>
                  <a:lnTo>
                    <a:pt x="123646" y="44801"/>
                  </a:lnTo>
                  <a:lnTo>
                    <a:pt x="123866" y="44957"/>
                  </a:lnTo>
                  <a:lnTo>
                    <a:pt x="134098" y="52195"/>
                  </a:lnTo>
                  <a:lnTo>
                    <a:pt x="137796" y="54812"/>
                  </a:lnTo>
                  <a:lnTo>
                    <a:pt x="139999" y="56370"/>
                  </a:lnTo>
                  <a:lnTo>
                    <a:pt x="140401" y="56654"/>
                  </a:lnTo>
                  <a:lnTo>
                    <a:pt x="140516" y="56817"/>
                  </a:lnTo>
                  <a:lnTo>
                    <a:pt x="139743" y="57968"/>
                  </a:lnTo>
                  <a:lnTo>
                    <a:pt x="139239" y="58719"/>
                  </a:lnTo>
                  <a:lnTo>
                    <a:pt x="135548" y="64217"/>
                  </a:lnTo>
                  <a:lnTo>
                    <a:pt x="131636" y="70045"/>
                  </a:lnTo>
                  <a:lnTo>
                    <a:pt x="131502" y="70244"/>
                  </a:lnTo>
                  <a:lnTo>
                    <a:pt x="128370" y="749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72257" y="3740200"/>
              <a:ext cx="149538" cy="109362"/>
            </a:xfrm>
            <a:custGeom>
              <a:avLst/>
              <a:pathLst>
                <a:path w="149538" h="109362">
                  <a:moveTo>
                    <a:pt x="72487" y="19421"/>
                  </a:moveTo>
                  <a:lnTo>
                    <a:pt x="73597" y="20173"/>
                  </a:lnTo>
                  <a:lnTo>
                    <a:pt x="73767" y="19899"/>
                  </a:lnTo>
                  <a:lnTo>
                    <a:pt x="73770" y="20290"/>
                  </a:lnTo>
                  <a:lnTo>
                    <a:pt x="96439" y="35645"/>
                  </a:lnTo>
                  <a:lnTo>
                    <a:pt x="97752" y="36534"/>
                  </a:lnTo>
                  <a:lnTo>
                    <a:pt x="98342" y="36934"/>
                  </a:lnTo>
                  <a:lnTo>
                    <a:pt x="100844" y="38628"/>
                  </a:lnTo>
                  <a:lnTo>
                    <a:pt x="100993" y="38730"/>
                  </a:lnTo>
                  <a:lnTo>
                    <a:pt x="101262" y="38912"/>
                  </a:lnTo>
                  <a:lnTo>
                    <a:pt x="99263" y="41817"/>
                  </a:lnTo>
                  <a:lnTo>
                    <a:pt x="97336" y="44618"/>
                  </a:lnTo>
                  <a:lnTo>
                    <a:pt x="102551" y="48285"/>
                  </a:lnTo>
                  <a:lnTo>
                    <a:pt x="103402" y="48883"/>
                  </a:lnTo>
                  <a:lnTo>
                    <a:pt x="106951" y="51320"/>
                  </a:lnTo>
                  <a:lnTo>
                    <a:pt x="108584" y="52434"/>
                  </a:lnTo>
                  <a:lnTo>
                    <a:pt x="111963" y="54749"/>
                  </a:lnTo>
                  <a:lnTo>
                    <a:pt x="115306" y="57056"/>
                  </a:lnTo>
                  <a:lnTo>
                    <a:pt x="118867" y="59467"/>
                  </a:lnTo>
                  <a:lnTo>
                    <a:pt x="119712" y="60019"/>
                  </a:lnTo>
                  <a:lnTo>
                    <a:pt x="120329" y="60422"/>
                  </a:lnTo>
                  <a:lnTo>
                    <a:pt x="125003" y="63771"/>
                  </a:lnTo>
                  <a:lnTo>
                    <a:pt x="125501" y="64062"/>
                  </a:lnTo>
                  <a:lnTo>
                    <a:pt x="126375" y="64453"/>
                  </a:lnTo>
                  <a:lnTo>
                    <a:pt x="127514" y="64773"/>
                  </a:lnTo>
                  <a:lnTo>
                    <a:pt x="128569" y="65006"/>
                  </a:lnTo>
                  <a:lnTo>
                    <a:pt x="129367" y="65385"/>
                  </a:lnTo>
                  <a:lnTo>
                    <a:pt x="129480" y="66481"/>
                  </a:lnTo>
                  <a:lnTo>
                    <a:pt x="129828" y="69843"/>
                  </a:lnTo>
                  <a:lnTo>
                    <a:pt x="134228" y="70108"/>
                  </a:lnTo>
                  <a:lnTo>
                    <a:pt x="135528" y="70384"/>
                  </a:lnTo>
                  <a:lnTo>
                    <a:pt x="139239" y="71706"/>
                  </a:lnTo>
                  <a:lnTo>
                    <a:pt x="140705" y="72229"/>
                  </a:lnTo>
                  <a:lnTo>
                    <a:pt x="141648" y="72915"/>
                  </a:lnTo>
                  <a:lnTo>
                    <a:pt x="144929" y="75304"/>
                  </a:lnTo>
                  <a:lnTo>
                    <a:pt x="149126" y="78237"/>
                  </a:lnTo>
                  <a:lnTo>
                    <a:pt x="149538" y="78549"/>
                  </a:lnTo>
                  <a:lnTo>
                    <a:pt x="149404" y="78801"/>
                  </a:lnTo>
                  <a:lnTo>
                    <a:pt x="144364" y="88289"/>
                  </a:lnTo>
                  <a:lnTo>
                    <a:pt x="143555" y="90285"/>
                  </a:lnTo>
                  <a:lnTo>
                    <a:pt x="143588" y="90607"/>
                  </a:lnTo>
                  <a:lnTo>
                    <a:pt x="144331" y="97884"/>
                  </a:lnTo>
                  <a:lnTo>
                    <a:pt x="144263" y="98268"/>
                  </a:lnTo>
                  <a:lnTo>
                    <a:pt x="143231" y="104062"/>
                  </a:lnTo>
                  <a:lnTo>
                    <a:pt x="143202" y="104222"/>
                  </a:lnTo>
                  <a:lnTo>
                    <a:pt x="137301" y="100809"/>
                  </a:lnTo>
                  <a:lnTo>
                    <a:pt x="130458" y="97450"/>
                  </a:lnTo>
                  <a:lnTo>
                    <a:pt x="129971" y="98291"/>
                  </a:lnTo>
                  <a:lnTo>
                    <a:pt x="126697" y="103936"/>
                  </a:lnTo>
                  <a:lnTo>
                    <a:pt x="123965" y="109362"/>
                  </a:lnTo>
                  <a:lnTo>
                    <a:pt x="118758" y="107744"/>
                  </a:lnTo>
                  <a:lnTo>
                    <a:pt x="113201" y="106018"/>
                  </a:lnTo>
                  <a:lnTo>
                    <a:pt x="112113" y="106177"/>
                  </a:lnTo>
                  <a:lnTo>
                    <a:pt x="108583" y="105521"/>
                  </a:lnTo>
                  <a:lnTo>
                    <a:pt x="105340" y="105198"/>
                  </a:lnTo>
                  <a:lnTo>
                    <a:pt x="102722" y="104062"/>
                  </a:lnTo>
                  <a:lnTo>
                    <a:pt x="99266" y="103127"/>
                  </a:lnTo>
                  <a:lnTo>
                    <a:pt x="97696" y="102657"/>
                  </a:lnTo>
                  <a:lnTo>
                    <a:pt x="97632" y="101670"/>
                  </a:lnTo>
                  <a:lnTo>
                    <a:pt x="94345" y="100622"/>
                  </a:lnTo>
                  <a:lnTo>
                    <a:pt x="91041" y="99344"/>
                  </a:lnTo>
                  <a:lnTo>
                    <a:pt x="87191" y="99020"/>
                  </a:lnTo>
                  <a:lnTo>
                    <a:pt x="84276" y="99010"/>
                  </a:lnTo>
                  <a:lnTo>
                    <a:pt x="82890" y="98893"/>
                  </a:lnTo>
                  <a:lnTo>
                    <a:pt x="80899" y="98630"/>
                  </a:lnTo>
                  <a:lnTo>
                    <a:pt x="78770" y="98350"/>
                  </a:lnTo>
                  <a:lnTo>
                    <a:pt x="77675" y="98028"/>
                  </a:lnTo>
                  <a:lnTo>
                    <a:pt x="75940" y="97846"/>
                  </a:lnTo>
                  <a:lnTo>
                    <a:pt x="68193" y="97430"/>
                  </a:lnTo>
                  <a:lnTo>
                    <a:pt x="57435" y="96513"/>
                  </a:lnTo>
                  <a:lnTo>
                    <a:pt x="57025" y="95170"/>
                  </a:lnTo>
                  <a:lnTo>
                    <a:pt x="57071" y="91410"/>
                  </a:lnTo>
                  <a:lnTo>
                    <a:pt x="58872" y="88674"/>
                  </a:lnTo>
                  <a:lnTo>
                    <a:pt x="62518" y="82366"/>
                  </a:lnTo>
                  <a:lnTo>
                    <a:pt x="63057" y="81434"/>
                  </a:lnTo>
                  <a:lnTo>
                    <a:pt x="58364" y="78392"/>
                  </a:lnTo>
                  <a:lnTo>
                    <a:pt x="57406" y="77724"/>
                  </a:lnTo>
                  <a:lnTo>
                    <a:pt x="54163" y="75747"/>
                  </a:lnTo>
                  <a:lnTo>
                    <a:pt x="48259" y="71462"/>
                  </a:lnTo>
                  <a:lnTo>
                    <a:pt x="45822" y="75017"/>
                  </a:lnTo>
                  <a:lnTo>
                    <a:pt x="44355" y="77158"/>
                  </a:lnTo>
                  <a:lnTo>
                    <a:pt x="40391" y="82941"/>
                  </a:lnTo>
                  <a:lnTo>
                    <a:pt x="36881" y="88064"/>
                  </a:lnTo>
                  <a:lnTo>
                    <a:pt x="35314" y="90347"/>
                  </a:lnTo>
                  <a:lnTo>
                    <a:pt x="34827" y="90015"/>
                  </a:lnTo>
                  <a:lnTo>
                    <a:pt x="19263" y="79408"/>
                  </a:lnTo>
                  <a:lnTo>
                    <a:pt x="18963" y="79208"/>
                  </a:lnTo>
                  <a:lnTo>
                    <a:pt x="17495" y="78229"/>
                  </a:lnTo>
                  <a:lnTo>
                    <a:pt x="16816" y="77776"/>
                  </a:lnTo>
                  <a:lnTo>
                    <a:pt x="16152" y="77321"/>
                  </a:lnTo>
                  <a:lnTo>
                    <a:pt x="1484" y="67268"/>
                  </a:lnTo>
                  <a:lnTo>
                    <a:pt x="427" y="66543"/>
                  </a:lnTo>
                  <a:lnTo>
                    <a:pt x="0" y="66250"/>
                  </a:lnTo>
                  <a:lnTo>
                    <a:pt x="287" y="65812"/>
                  </a:lnTo>
                  <a:lnTo>
                    <a:pt x="1628" y="63771"/>
                  </a:lnTo>
                  <a:lnTo>
                    <a:pt x="4974" y="58673"/>
                  </a:lnTo>
                  <a:lnTo>
                    <a:pt x="8755" y="53042"/>
                  </a:lnTo>
                  <a:lnTo>
                    <a:pt x="12706" y="47022"/>
                  </a:lnTo>
                  <a:lnTo>
                    <a:pt x="16804" y="41117"/>
                  </a:lnTo>
                  <a:lnTo>
                    <a:pt x="20553" y="35546"/>
                  </a:lnTo>
                  <a:lnTo>
                    <a:pt x="24481" y="29587"/>
                  </a:lnTo>
                  <a:lnTo>
                    <a:pt x="26600" y="26472"/>
                  </a:lnTo>
                  <a:lnTo>
                    <a:pt x="28681" y="23413"/>
                  </a:lnTo>
                  <a:lnTo>
                    <a:pt x="30266" y="21085"/>
                  </a:lnTo>
                  <a:lnTo>
                    <a:pt x="32714" y="17487"/>
                  </a:lnTo>
                  <a:lnTo>
                    <a:pt x="36416" y="11932"/>
                  </a:lnTo>
                  <a:lnTo>
                    <a:pt x="38510" y="8864"/>
                  </a:lnTo>
                  <a:lnTo>
                    <a:pt x="40405" y="6087"/>
                  </a:lnTo>
                  <a:lnTo>
                    <a:pt x="44491" y="0"/>
                  </a:lnTo>
                  <a:lnTo>
                    <a:pt x="44636" y="89"/>
                  </a:lnTo>
                  <a:lnTo>
                    <a:pt x="45085" y="401"/>
                  </a:lnTo>
                  <a:lnTo>
                    <a:pt x="48855" y="3018"/>
                  </a:lnTo>
                  <a:lnTo>
                    <a:pt x="57258" y="8850"/>
                  </a:lnTo>
                  <a:lnTo>
                    <a:pt x="59107" y="10134"/>
                  </a:lnTo>
                  <a:lnTo>
                    <a:pt x="62811" y="12704"/>
                  </a:lnTo>
                  <a:lnTo>
                    <a:pt x="63220" y="1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827647" y="3806451"/>
              <a:ext cx="213373" cy="121174"/>
            </a:xfrm>
            <a:custGeom>
              <a:avLst/>
              <a:pathLst>
                <a:path w="213373" h="121174">
                  <a:moveTo>
                    <a:pt x="79925" y="24097"/>
                  </a:moveTo>
                  <a:lnTo>
                    <a:pt x="81490" y="21813"/>
                  </a:lnTo>
                  <a:lnTo>
                    <a:pt x="85001" y="16691"/>
                  </a:lnTo>
                  <a:lnTo>
                    <a:pt x="88964" y="10908"/>
                  </a:lnTo>
                  <a:lnTo>
                    <a:pt x="90431" y="8767"/>
                  </a:lnTo>
                  <a:lnTo>
                    <a:pt x="92869" y="5210"/>
                  </a:lnTo>
                  <a:lnTo>
                    <a:pt x="98773" y="9497"/>
                  </a:lnTo>
                  <a:lnTo>
                    <a:pt x="102016" y="11473"/>
                  </a:lnTo>
                  <a:lnTo>
                    <a:pt x="102973" y="12141"/>
                  </a:lnTo>
                  <a:lnTo>
                    <a:pt x="107666" y="15183"/>
                  </a:lnTo>
                  <a:lnTo>
                    <a:pt x="107127" y="16115"/>
                  </a:lnTo>
                  <a:lnTo>
                    <a:pt x="103482" y="22424"/>
                  </a:lnTo>
                  <a:lnTo>
                    <a:pt x="101680" y="25160"/>
                  </a:lnTo>
                  <a:lnTo>
                    <a:pt x="101635" y="28919"/>
                  </a:lnTo>
                  <a:lnTo>
                    <a:pt x="102044" y="30263"/>
                  </a:lnTo>
                  <a:lnTo>
                    <a:pt x="112805" y="31179"/>
                  </a:lnTo>
                  <a:lnTo>
                    <a:pt x="120552" y="31595"/>
                  </a:lnTo>
                  <a:lnTo>
                    <a:pt x="122284" y="31777"/>
                  </a:lnTo>
                  <a:lnTo>
                    <a:pt x="123379" y="32099"/>
                  </a:lnTo>
                  <a:lnTo>
                    <a:pt x="125508" y="32380"/>
                  </a:lnTo>
                  <a:lnTo>
                    <a:pt x="127502" y="32643"/>
                  </a:lnTo>
                  <a:lnTo>
                    <a:pt x="128889" y="32759"/>
                  </a:lnTo>
                  <a:lnTo>
                    <a:pt x="131803" y="32769"/>
                  </a:lnTo>
                  <a:lnTo>
                    <a:pt x="135650" y="33093"/>
                  </a:lnTo>
                  <a:lnTo>
                    <a:pt x="138957" y="34372"/>
                  </a:lnTo>
                  <a:lnTo>
                    <a:pt x="142241" y="35420"/>
                  </a:lnTo>
                  <a:lnTo>
                    <a:pt x="142305" y="36406"/>
                  </a:lnTo>
                  <a:lnTo>
                    <a:pt x="143878" y="36876"/>
                  </a:lnTo>
                  <a:lnTo>
                    <a:pt x="147331" y="37811"/>
                  </a:lnTo>
                  <a:lnTo>
                    <a:pt x="149950" y="38948"/>
                  </a:lnTo>
                  <a:lnTo>
                    <a:pt x="153193" y="39270"/>
                  </a:lnTo>
                  <a:lnTo>
                    <a:pt x="156722" y="39926"/>
                  </a:lnTo>
                  <a:lnTo>
                    <a:pt x="157811" y="39768"/>
                  </a:lnTo>
                  <a:lnTo>
                    <a:pt x="163367" y="41494"/>
                  </a:lnTo>
                  <a:lnTo>
                    <a:pt x="168574" y="43110"/>
                  </a:lnTo>
                  <a:lnTo>
                    <a:pt x="171306" y="37685"/>
                  </a:lnTo>
                  <a:lnTo>
                    <a:pt x="174580" y="32040"/>
                  </a:lnTo>
                  <a:lnTo>
                    <a:pt x="175071" y="31199"/>
                  </a:lnTo>
                  <a:lnTo>
                    <a:pt x="181910" y="34558"/>
                  </a:lnTo>
                  <a:lnTo>
                    <a:pt x="187811" y="37972"/>
                  </a:lnTo>
                  <a:lnTo>
                    <a:pt x="199369" y="44657"/>
                  </a:lnTo>
                  <a:lnTo>
                    <a:pt x="204633" y="48476"/>
                  </a:lnTo>
                  <a:lnTo>
                    <a:pt x="213373" y="56438"/>
                  </a:lnTo>
                  <a:lnTo>
                    <a:pt x="213373" y="62264"/>
                  </a:lnTo>
                  <a:lnTo>
                    <a:pt x="211172" y="69348"/>
                  </a:lnTo>
                  <a:lnTo>
                    <a:pt x="211763" y="77135"/>
                  </a:lnTo>
                  <a:lnTo>
                    <a:pt x="212122" y="81873"/>
                  </a:lnTo>
                  <a:lnTo>
                    <a:pt x="193117" y="84878"/>
                  </a:lnTo>
                  <a:lnTo>
                    <a:pt x="190818" y="90678"/>
                  </a:lnTo>
                  <a:lnTo>
                    <a:pt x="177140" y="92313"/>
                  </a:lnTo>
                  <a:lnTo>
                    <a:pt x="156166" y="85143"/>
                  </a:lnTo>
                  <a:lnTo>
                    <a:pt x="137243" y="81647"/>
                  </a:lnTo>
                  <a:lnTo>
                    <a:pt x="135818" y="80471"/>
                  </a:lnTo>
                  <a:lnTo>
                    <a:pt x="135265" y="80016"/>
                  </a:lnTo>
                  <a:lnTo>
                    <a:pt x="117101" y="65040"/>
                  </a:lnTo>
                  <a:lnTo>
                    <a:pt x="116462" y="65531"/>
                  </a:lnTo>
                  <a:lnTo>
                    <a:pt x="114005" y="67419"/>
                  </a:lnTo>
                  <a:lnTo>
                    <a:pt x="111724" y="70709"/>
                  </a:lnTo>
                  <a:lnTo>
                    <a:pt x="110480" y="72824"/>
                  </a:lnTo>
                  <a:lnTo>
                    <a:pt x="108304" y="76523"/>
                  </a:lnTo>
                  <a:lnTo>
                    <a:pt x="104792" y="82016"/>
                  </a:lnTo>
                  <a:lnTo>
                    <a:pt x="101384" y="87003"/>
                  </a:lnTo>
                  <a:lnTo>
                    <a:pt x="99340" y="87401"/>
                  </a:lnTo>
                  <a:lnTo>
                    <a:pt x="95592" y="86316"/>
                  </a:lnTo>
                  <a:lnTo>
                    <a:pt x="88556" y="84403"/>
                  </a:lnTo>
                  <a:lnTo>
                    <a:pt x="78322" y="80807"/>
                  </a:lnTo>
                  <a:lnTo>
                    <a:pt x="73121" y="79377"/>
                  </a:lnTo>
                  <a:lnTo>
                    <a:pt x="68136" y="76276"/>
                  </a:lnTo>
                  <a:lnTo>
                    <a:pt x="62868" y="73000"/>
                  </a:lnTo>
                  <a:lnTo>
                    <a:pt x="57918" y="69921"/>
                  </a:lnTo>
                  <a:lnTo>
                    <a:pt x="57052" y="71307"/>
                  </a:lnTo>
                  <a:lnTo>
                    <a:pt x="55163" y="74330"/>
                  </a:lnTo>
                  <a:lnTo>
                    <a:pt x="60406" y="77981"/>
                  </a:lnTo>
                  <a:lnTo>
                    <a:pt x="66353" y="80700"/>
                  </a:lnTo>
                  <a:lnTo>
                    <a:pt x="71862" y="82525"/>
                  </a:lnTo>
                  <a:lnTo>
                    <a:pt x="73705" y="82855"/>
                  </a:lnTo>
                  <a:lnTo>
                    <a:pt x="84382" y="87186"/>
                  </a:lnTo>
                  <a:lnTo>
                    <a:pt x="83907" y="93050"/>
                  </a:lnTo>
                  <a:lnTo>
                    <a:pt x="83508" y="94235"/>
                  </a:lnTo>
                  <a:lnTo>
                    <a:pt x="82231" y="96809"/>
                  </a:lnTo>
                  <a:lnTo>
                    <a:pt x="81073" y="99832"/>
                  </a:lnTo>
                  <a:lnTo>
                    <a:pt x="76247" y="100354"/>
                  </a:lnTo>
                  <a:lnTo>
                    <a:pt x="61225" y="102372"/>
                  </a:lnTo>
                  <a:lnTo>
                    <a:pt x="59440" y="105666"/>
                  </a:lnTo>
                  <a:lnTo>
                    <a:pt x="49014" y="121174"/>
                  </a:lnTo>
                  <a:lnTo>
                    <a:pt x="43555" y="117337"/>
                  </a:lnTo>
                  <a:lnTo>
                    <a:pt x="37686" y="113213"/>
                  </a:lnTo>
                  <a:lnTo>
                    <a:pt x="31735" y="109072"/>
                  </a:lnTo>
                  <a:lnTo>
                    <a:pt x="25299" y="104715"/>
                  </a:lnTo>
                  <a:lnTo>
                    <a:pt x="31089" y="96125"/>
                  </a:lnTo>
                  <a:lnTo>
                    <a:pt x="33077" y="93466"/>
                  </a:lnTo>
                  <a:lnTo>
                    <a:pt x="35420" y="90331"/>
                  </a:lnTo>
                  <a:lnTo>
                    <a:pt x="32633" y="88600"/>
                  </a:lnTo>
                  <a:lnTo>
                    <a:pt x="20550" y="80064"/>
                  </a:lnTo>
                  <a:lnTo>
                    <a:pt x="16142" y="77144"/>
                  </a:lnTo>
                  <a:lnTo>
                    <a:pt x="13232" y="75217"/>
                  </a:lnTo>
                  <a:lnTo>
                    <a:pt x="3659" y="68740"/>
                  </a:lnTo>
                  <a:lnTo>
                    <a:pt x="426" y="66203"/>
                  </a:lnTo>
                  <a:lnTo>
                    <a:pt x="0" y="65867"/>
                  </a:lnTo>
                  <a:lnTo>
                    <a:pt x="3799" y="60119"/>
                  </a:lnTo>
                  <a:lnTo>
                    <a:pt x="7865" y="54215"/>
                  </a:lnTo>
                  <a:lnTo>
                    <a:pt x="11980" y="47921"/>
                  </a:lnTo>
                  <a:lnTo>
                    <a:pt x="12476" y="47190"/>
                  </a:lnTo>
                  <a:lnTo>
                    <a:pt x="15938" y="42116"/>
                  </a:lnTo>
                  <a:lnTo>
                    <a:pt x="17590" y="39652"/>
                  </a:lnTo>
                  <a:lnTo>
                    <a:pt x="17832" y="39295"/>
                  </a:lnTo>
                  <a:lnTo>
                    <a:pt x="19873" y="36287"/>
                  </a:lnTo>
                  <a:lnTo>
                    <a:pt x="23597" y="30798"/>
                  </a:lnTo>
                  <a:lnTo>
                    <a:pt x="27783" y="24689"/>
                  </a:lnTo>
                  <a:lnTo>
                    <a:pt x="31576" y="19224"/>
                  </a:lnTo>
                  <a:lnTo>
                    <a:pt x="35505" y="13487"/>
                  </a:lnTo>
                  <a:lnTo>
                    <a:pt x="39555" y="7573"/>
                  </a:lnTo>
                  <a:lnTo>
                    <a:pt x="43576" y="1547"/>
                  </a:lnTo>
                  <a:lnTo>
                    <a:pt x="44307" y="452"/>
                  </a:lnTo>
                  <a:lnTo>
                    <a:pt x="44609" y="0"/>
                  </a:lnTo>
                  <a:lnTo>
                    <a:pt x="45037" y="293"/>
                  </a:lnTo>
                  <a:lnTo>
                    <a:pt x="46094" y="1017"/>
                  </a:lnTo>
                  <a:lnTo>
                    <a:pt x="60761" y="11070"/>
                  </a:lnTo>
                  <a:lnTo>
                    <a:pt x="61426" y="11526"/>
                  </a:lnTo>
                  <a:lnTo>
                    <a:pt x="62104" y="11978"/>
                  </a:lnTo>
                  <a:lnTo>
                    <a:pt x="63573" y="12957"/>
                  </a:lnTo>
                  <a:lnTo>
                    <a:pt x="63873" y="13157"/>
                  </a:lnTo>
                  <a:lnTo>
                    <a:pt x="79436" y="23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842915" y="3912117"/>
              <a:ext cx="180924" cy="120452"/>
            </a:xfrm>
            <a:custGeom>
              <a:avLst/>
              <a:pathLst>
                <a:path w="180924" h="120452">
                  <a:moveTo>
                    <a:pt x="44172" y="0"/>
                  </a:moveTo>
                  <a:lnTo>
                    <a:pt x="50239" y="3494"/>
                  </a:lnTo>
                  <a:lnTo>
                    <a:pt x="51120" y="3432"/>
                  </a:lnTo>
                  <a:lnTo>
                    <a:pt x="56319" y="7101"/>
                  </a:lnTo>
                  <a:lnTo>
                    <a:pt x="56405" y="7409"/>
                  </a:lnTo>
                  <a:lnTo>
                    <a:pt x="61936" y="11270"/>
                  </a:lnTo>
                  <a:lnTo>
                    <a:pt x="67899" y="15200"/>
                  </a:lnTo>
                  <a:lnTo>
                    <a:pt x="74104" y="18870"/>
                  </a:lnTo>
                  <a:lnTo>
                    <a:pt x="79682" y="22754"/>
                  </a:lnTo>
                  <a:lnTo>
                    <a:pt x="85510" y="26720"/>
                  </a:lnTo>
                  <a:lnTo>
                    <a:pt x="91734" y="30956"/>
                  </a:lnTo>
                  <a:lnTo>
                    <a:pt x="92053" y="32106"/>
                  </a:lnTo>
                  <a:lnTo>
                    <a:pt x="95283" y="33525"/>
                  </a:lnTo>
                  <a:lnTo>
                    <a:pt x="93292" y="36668"/>
                  </a:lnTo>
                  <a:lnTo>
                    <a:pt x="99164" y="40438"/>
                  </a:lnTo>
                  <a:lnTo>
                    <a:pt x="111926" y="48734"/>
                  </a:lnTo>
                  <a:lnTo>
                    <a:pt x="115865" y="51219"/>
                  </a:lnTo>
                  <a:lnTo>
                    <a:pt x="119541" y="53224"/>
                  </a:lnTo>
                  <a:lnTo>
                    <a:pt x="120903" y="53764"/>
                  </a:lnTo>
                  <a:lnTo>
                    <a:pt x="122520" y="54405"/>
                  </a:lnTo>
                  <a:lnTo>
                    <a:pt x="125103" y="55290"/>
                  </a:lnTo>
                  <a:lnTo>
                    <a:pt x="132687" y="55632"/>
                  </a:lnTo>
                  <a:lnTo>
                    <a:pt x="139561" y="54824"/>
                  </a:lnTo>
                  <a:lnTo>
                    <a:pt x="140696" y="58214"/>
                  </a:lnTo>
                  <a:lnTo>
                    <a:pt x="149758" y="54285"/>
                  </a:lnTo>
                  <a:lnTo>
                    <a:pt x="160712" y="56838"/>
                  </a:lnTo>
                  <a:lnTo>
                    <a:pt x="171887" y="68106"/>
                  </a:lnTo>
                  <a:lnTo>
                    <a:pt x="180010" y="76296"/>
                  </a:lnTo>
                  <a:lnTo>
                    <a:pt x="180924" y="77218"/>
                  </a:lnTo>
                  <a:lnTo>
                    <a:pt x="180130" y="77871"/>
                  </a:lnTo>
                  <a:lnTo>
                    <a:pt x="177034" y="80415"/>
                  </a:lnTo>
                  <a:lnTo>
                    <a:pt x="175859" y="81468"/>
                  </a:lnTo>
                  <a:lnTo>
                    <a:pt x="173799" y="83315"/>
                  </a:lnTo>
                  <a:lnTo>
                    <a:pt x="173006" y="84095"/>
                  </a:lnTo>
                  <a:lnTo>
                    <a:pt x="166295" y="90701"/>
                  </a:lnTo>
                  <a:lnTo>
                    <a:pt x="167216" y="91633"/>
                  </a:lnTo>
                  <a:lnTo>
                    <a:pt x="170102" y="94554"/>
                  </a:lnTo>
                  <a:lnTo>
                    <a:pt x="171119" y="102417"/>
                  </a:lnTo>
                  <a:lnTo>
                    <a:pt x="170660" y="103537"/>
                  </a:lnTo>
                  <a:lnTo>
                    <a:pt x="165362" y="101960"/>
                  </a:lnTo>
                  <a:lnTo>
                    <a:pt x="164571" y="101725"/>
                  </a:lnTo>
                  <a:lnTo>
                    <a:pt x="163579" y="101534"/>
                  </a:lnTo>
                  <a:lnTo>
                    <a:pt x="163424" y="101504"/>
                  </a:lnTo>
                  <a:lnTo>
                    <a:pt x="162993" y="101421"/>
                  </a:lnTo>
                  <a:lnTo>
                    <a:pt x="162080" y="101245"/>
                  </a:lnTo>
                  <a:lnTo>
                    <a:pt x="160914" y="101021"/>
                  </a:lnTo>
                  <a:lnTo>
                    <a:pt x="156782" y="100414"/>
                  </a:lnTo>
                  <a:lnTo>
                    <a:pt x="156283" y="100428"/>
                  </a:lnTo>
                  <a:lnTo>
                    <a:pt x="156078" y="100434"/>
                  </a:lnTo>
                  <a:lnTo>
                    <a:pt x="154241" y="100487"/>
                  </a:lnTo>
                  <a:lnTo>
                    <a:pt x="153668" y="100414"/>
                  </a:lnTo>
                  <a:lnTo>
                    <a:pt x="153308" y="100369"/>
                  </a:lnTo>
                  <a:lnTo>
                    <a:pt x="151890" y="100189"/>
                  </a:lnTo>
                  <a:lnTo>
                    <a:pt x="151530" y="100143"/>
                  </a:lnTo>
                  <a:lnTo>
                    <a:pt x="150989" y="100111"/>
                  </a:lnTo>
                  <a:lnTo>
                    <a:pt x="148509" y="99961"/>
                  </a:lnTo>
                  <a:lnTo>
                    <a:pt x="147658" y="101461"/>
                  </a:lnTo>
                  <a:lnTo>
                    <a:pt x="146998" y="102623"/>
                  </a:lnTo>
                  <a:lnTo>
                    <a:pt x="146523" y="103303"/>
                  </a:lnTo>
                  <a:lnTo>
                    <a:pt x="145819" y="103516"/>
                  </a:lnTo>
                  <a:lnTo>
                    <a:pt x="145003" y="103764"/>
                  </a:lnTo>
                  <a:lnTo>
                    <a:pt x="143887" y="103521"/>
                  </a:lnTo>
                  <a:lnTo>
                    <a:pt x="142842" y="103230"/>
                  </a:lnTo>
                  <a:lnTo>
                    <a:pt x="142120" y="102862"/>
                  </a:lnTo>
                  <a:lnTo>
                    <a:pt x="136549" y="100026"/>
                  </a:lnTo>
                  <a:lnTo>
                    <a:pt x="129588" y="98776"/>
                  </a:lnTo>
                  <a:lnTo>
                    <a:pt x="129164" y="98706"/>
                  </a:lnTo>
                  <a:lnTo>
                    <a:pt x="128988" y="99803"/>
                  </a:lnTo>
                  <a:lnTo>
                    <a:pt x="127940" y="106326"/>
                  </a:lnTo>
                  <a:lnTo>
                    <a:pt x="125728" y="106079"/>
                  </a:lnTo>
                  <a:lnTo>
                    <a:pt x="125565" y="106453"/>
                  </a:lnTo>
                  <a:lnTo>
                    <a:pt x="124883" y="108020"/>
                  </a:lnTo>
                  <a:lnTo>
                    <a:pt x="124361" y="109221"/>
                  </a:lnTo>
                  <a:lnTo>
                    <a:pt x="123993" y="110022"/>
                  </a:lnTo>
                  <a:lnTo>
                    <a:pt x="123732" y="110378"/>
                  </a:lnTo>
                  <a:lnTo>
                    <a:pt x="122946" y="111453"/>
                  </a:lnTo>
                  <a:lnTo>
                    <a:pt x="122690" y="111627"/>
                  </a:lnTo>
                  <a:lnTo>
                    <a:pt x="122253" y="111806"/>
                  </a:lnTo>
                  <a:lnTo>
                    <a:pt x="121919" y="112008"/>
                  </a:lnTo>
                  <a:lnTo>
                    <a:pt x="121492" y="112656"/>
                  </a:lnTo>
                  <a:lnTo>
                    <a:pt x="120224" y="114583"/>
                  </a:lnTo>
                  <a:lnTo>
                    <a:pt x="118342" y="117446"/>
                  </a:lnTo>
                  <a:lnTo>
                    <a:pt x="116364" y="120452"/>
                  </a:lnTo>
                  <a:lnTo>
                    <a:pt x="115573" y="119934"/>
                  </a:lnTo>
                  <a:lnTo>
                    <a:pt x="113629" y="118660"/>
                  </a:lnTo>
                  <a:lnTo>
                    <a:pt x="111410" y="117205"/>
                  </a:lnTo>
                  <a:lnTo>
                    <a:pt x="110143" y="116375"/>
                  </a:lnTo>
                  <a:lnTo>
                    <a:pt x="109835" y="116173"/>
                  </a:lnTo>
                  <a:lnTo>
                    <a:pt x="104349" y="112578"/>
                  </a:lnTo>
                  <a:lnTo>
                    <a:pt x="98460" y="108720"/>
                  </a:lnTo>
                  <a:lnTo>
                    <a:pt x="96385" y="107360"/>
                  </a:lnTo>
                  <a:lnTo>
                    <a:pt x="93572" y="105093"/>
                  </a:lnTo>
                  <a:lnTo>
                    <a:pt x="93369" y="104860"/>
                  </a:lnTo>
                  <a:lnTo>
                    <a:pt x="93244" y="104622"/>
                  </a:lnTo>
                  <a:lnTo>
                    <a:pt x="92914" y="103993"/>
                  </a:lnTo>
                  <a:lnTo>
                    <a:pt x="92775" y="103729"/>
                  </a:lnTo>
                  <a:lnTo>
                    <a:pt x="92703" y="103591"/>
                  </a:lnTo>
                  <a:lnTo>
                    <a:pt x="92324" y="102869"/>
                  </a:lnTo>
                  <a:lnTo>
                    <a:pt x="88444" y="99876"/>
                  </a:lnTo>
                  <a:lnTo>
                    <a:pt x="87473" y="99127"/>
                  </a:lnTo>
                  <a:lnTo>
                    <a:pt x="87290" y="98985"/>
                  </a:lnTo>
                  <a:lnTo>
                    <a:pt x="87051" y="98822"/>
                  </a:lnTo>
                  <a:lnTo>
                    <a:pt x="78689" y="93099"/>
                  </a:lnTo>
                  <a:lnTo>
                    <a:pt x="77717" y="92434"/>
                  </a:lnTo>
                  <a:lnTo>
                    <a:pt x="78179" y="91745"/>
                  </a:lnTo>
                  <a:lnTo>
                    <a:pt x="78594" y="91072"/>
                  </a:lnTo>
                  <a:lnTo>
                    <a:pt x="72861" y="87128"/>
                  </a:lnTo>
                  <a:lnTo>
                    <a:pt x="72729" y="87037"/>
                  </a:lnTo>
                  <a:lnTo>
                    <a:pt x="71174" y="85967"/>
                  </a:lnTo>
                  <a:lnTo>
                    <a:pt x="66542" y="82781"/>
                  </a:lnTo>
                  <a:lnTo>
                    <a:pt x="67159" y="81866"/>
                  </a:lnTo>
                  <a:lnTo>
                    <a:pt x="69416" y="78814"/>
                  </a:lnTo>
                  <a:lnTo>
                    <a:pt x="69154" y="78649"/>
                  </a:lnTo>
                  <a:lnTo>
                    <a:pt x="64774" y="75893"/>
                  </a:lnTo>
                  <a:lnTo>
                    <a:pt x="63002" y="74778"/>
                  </a:lnTo>
                  <a:lnTo>
                    <a:pt x="62408" y="74404"/>
                  </a:lnTo>
                  <a:lnTo>
                    <a:pt x="62806" y="73852"/>
                  </a:lnTo>
                  <a:lnTo>
                    <a:pt x="62260" y="73459"/>
                  </a:lnTo>
                  <a:lnTo>
                    <a:pt x="56597" y="69384"/>
                  </a:lnTo>
                  <a:lnTo>
                    <a:pt x="56937" y="68908"/>
                  </a:lnTo>
                  <a:lnTo>
                    <a:pt x="51096" y="64811"/>
                  </a:lnTo>
                  <a:lnTo>
                    <a:pt x="51405" y="64338"/>
                  </a:lnTo>
                  <a:lnTo>
                    <a:pt x="51550" y="64114"/>
                  </a:lnTo>
                  <a:lnTo>
                    <a:pt x="46412" y="60604"/>
                  </a:lnTo>
                  <a:lnTo>
                    <a:pt x="45900" y="60254"/>
                  </a:lnTo>
                  <a:lnTo>
                    <a:pt x="45659" y="60089"/>
                  </a:lnTo>
                  <a:lnTo>
                    <a:pt x="45286" y="59835"/>
                  </a:lnTo>
                  <a:lnTo>
                    <a:pt x="44986" y="59634"/>
                  </a:lnTo>
                  <a:lnTo>
                    <a:pt x="40119" y="56220"/>
                  </a:lnTo>
                  <a:lnTo>
                    <a:pt x="39961" y="56109"/>
                  </a:lnTo>
                  <a:lnTo>
                    <a:pt x="37824" y="54610"/>
                  </a:lnTo>
                  <a:lnTo>
                    <a:pt x="35231" y="52791"/>
                  </a:lnTo>
                  <a:lnTo>
                    <a:pt x="34264" y="52115"/>
                  </a:lnTo>
                  <a:lnTo>
                    <a:pt x="28747" y="48253"/>
                  </a:lnTo>
                  <a:lnTo>
                    <a:pt x="23359" y="44483"/>
                  </a:lnTo>
                  <a:lnTo>
                    <a:pt x="22812" y="44117"/>
                  </a:lnTo>
                  <a:lnTo>
                    <a:pt x="22629" y="43995"/>
                  </a:lnTo>
                  <a:lnTo>
                    <a:pt x="17036" y="40258"/>
                  </a:lnTo>
                  <a:lnTo>
                    <a:pt x="11153" y="36328"/>
                  </a:lnTo>
                  <a:lnTo>
                    <a:pt x="5615" y="32648"/>
                  </a:lnTo>
                  <a:lnTo>
                    <a:pt x="994" y="29578"/>
                  </a:lnTo>
                  <a:lnTo>
                    <a:pt x="0" y="28712"/>
                  </a:lnTo>
                  <a:lnTo>
                    <a:pt x="177" y="28440"/>
                  </a:lnTo>
                  <a:lnTo>
                    <a:pt x="7295" y="17525"/>
                  </a:lnTo>
                  <a:lnTo>
                    <a:pt x="12448" y="9623"/>
                  </a:lnTo>
                  <a:lnTo>
                    <a:pt x="16482" y="3416"/>
                  </a:lnTo>
                  <a:lnTo>
                    <a:pt x="22419" y="7547"/>
                  </a:lnTo>
                  <a:lnTo>
                    <a:pt x="28287" y="11671"/>
                  </a:lnTo>
                  <a:lnTo>
                    <a:pt x="33748" y="1550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594507" y="3814273"/>
              <a:ext cx="185062" cy="163459"/>
            </a:xfrm>
            <a:custGeom>
              <a:avLst/>
              <a:pathLst>
                <a:path w="185062" h="163459">
                  <a:moveTo>
                    <a:pt x="92228" y="1552"/>
                  </a:moveTo>
                  <a:lnTo>
                    <a:pt x="100896" y="9087"/>
                  </a:lnTo>
                  <a:lnTo>
                    <a:pt x="104121" y="5569"/>
                  </a:lnTo>
                  <a:lnTo>
                    <a:pt x="104635" y="5996"/>
                  </a:lnTo>
                  <a:lnTo>
                    <a:pt x="109251" y="9833"/>
                  </a:lnTo>
                  <a:lnTo>
                    <a:pt x="116968" y="16137"/>
                  </a:lnTo>
                  <a:lnTo>
                    <a:pt x="118134" y="14841"/>
                  </a:lnTo>
                  <a:lnTo>
                    <a:pt x="121588" y="11003"/>
                  </a:lnTo>
                  <a:lnTo>
                    <a:pt x="122283" y="11592"/>
                  </a:lnTo>
                  <a:lnTo>
                    <a:pt x="122690" y="11938"/>
                  </a:lnTo>
                  <a:lnTo>
                    <a:pt x="127419" y="15616"/>
                  </a:lnTo>
                  <a:lnTo>
                    <a:pt x="128442" y="16551"/>
                  </a:lnTo>
                  <a:lnTo>
                    <a:pt x="128344" y="17190"/>
                  </a:lnTo>
                  <a:lnTo>
                    <a:pt x="128123" y="18639"/>
                  </a:lnTo>
                  <a:lnTo>
                    <a:pt x="128062" y="19036"/>
                  </a:lnTo>
                  <a:lnTo>
                    <a:pt x="128693" y="18964"/>
                  </a:lnTo>
                  <a:lnTo>
                    <a:pt x="130759" y="18726"/>
                  </a:lnTo>
                  <a:lnTo>
                    <a:pt x="131811" y="18440"/>
                  </a:lnTo>
                  <a:lnTo>
                    <a:pt x="134331" y="17755"/>
                  </a:lnTo>
                  <a:lnTo>
                    <a:pt x="140431" y="15591"/>
                  </a:lnTo>
                  <a:lnTo>
                    <a:pt x="141906" y="12511"/>
                  </a:lnTo>
                  <a:lnTo>
                    <a:pt x="142553" y="11161"/>
                  </a:lnTo>
                  <a:lnTo>
                    <a:pt x="142423" y="15139"/>
                  </a:lnTo>
                  <a:lnTo>
                    <a:pt x="142365" y="16891"/>
                  </a:lnTo>
                  <a:lnTo>
                    <a:pt x="142249" y="20451"/>
                  </a:lnTo>
                  <a:lnTo>
                    <a:pt x="142796" y="24552"/>
                  </a:lnTo>
                  <a:lnTo>
                    <a:pt x="144771" y="28840"/>
                  </a:lnTo>
                  <a:lnTo>
                    <a:pt x="145734" y="30933"/>
                  </a:lnTo>
                  <a:lnTo>
                    <a:pt x="150266" y="40774"/>
                  </a:lnTo>
                  <a:lnTo>
                    <a:pt x="151262" y="42938"/>
                  </a:lnTo>
                  <a:lnTo>
                    <a:pt x="151468" y="43385"/>
                  </a:lnTo>
                  <a:lnTo>
                    <a:pt x="151699" y="43886"/>
                  </a:lnTo>
                  <a:lnTo>
                    <a:pt x="159698" y="60561"/>
                  </a:lnTo>
                  <a:lnTo>
                    <a:pt x="171954" y="86112"/>
                  </a:lnTo>
                  <a:lnTo>
                    <a:pt x="182677" y="108169"/>
                  </a:lnTo>
                  <a:lnTo>
                    <a:pt x="183998" y="110885"/>
                  </a:lnTo>
                  <a:lnTo>
                    <a:pt x="184758" y="113643"/>
                  </a:lnTo>
                  <a:lnTo>
                    <a:pt x="185062" y="115235"/>
                  </a:lnTo>
                  <a:lnTo>
                    <a:pt x="185024" y="118342"/>
                  </a:lnTo>
                  <a:lnTo>
                    <a:pt x="184971" y="120941"/>
                  </a:lnTo>
                  <a:lnTo>
                    <a:pt x="183094" y="125572"/>
                  </a:lnTo>
                  <a:lnTo>
                    <a:pt x="171333" y="142816"/>
                  </a:lnTo>
                  <a:lnTo>
                    <a:pt x="170775" y="143619"/>
                  </a:lnTo>
                  <a:lnTo>
                    <a:pt x="157580" y="162601"/>
                  </a:lnTo>
                  <a:lnTo>
                    <a:pt x="156984" y="163459"/>
                  </a:lnTo>
                  <a:lnTo>
                    <a:pt x="154354" y="161905"/>
                  </a:lnTo>
                  <a:lnTo>
                    <a:pt x="150367" y="159550"/>
                  </a:lnTo>
                  <a:lnTo>
                    <a:pt x="143743" y="155637"/>
                  </a:lnTo>
                  <a:lnTo>
                    <a:pt x="137773" y="151597"/>
                  </a:lnTo>
                  <a:lnTo>
                    <a:pt x="131875" y="147605"/>
                  </a:lnTo>
                  <a:lnTo>
                    <a:pt x="126313" y="143841"/>
                  </a:lnTo>
                  <a:lnTo>
                    <a:pt x="124180" y="142397"/>
                  </a:lnTo>
                  <a:lnTo>
                    <a:pt x="120317" y="139783"/>
                  </a:lnTo>
                  <a:lnTo>
                    <a:pt x="115281" y="136375"/>
                  </a:lnTo>
                  <a:lnTo>
                    <a:pt x="110487" y="133131"/>
                  </a:lnTo>
                  <a:lnTo>
                    <a:pt x="108925" y="132074"/>
                  </a:lnTo>
                  <a:lnTo>
                    <a:pt x="102618" y="127806"/>
                  </a:lnTo>
                  <a:lnTo>
                    <a:pt x="101499" y="127048"/>
                  </a:lnTo>
                  <a:lnTo>
                    <a:pt x="101327" y="126932"/>
                  </a:lnTo>
                  <a:lnTo>
                    <a:pt x="101066" y="126890"/>
                  </a:lnTo>
                  <a:lnTo>
                    <a:pt x="100250" y="128259"/>
                  </a:lnTo>
                  <a:lnTo>
                    <a:pt x="93902" y="124718"/>
                  </a:lnTo>
                  <a:lnTo>
                    <a:pt x="88119" y="121492"/>
                  </a:lnTo>
                  <a:lnTo>
                    <a:pt x="81986" y="118071"/>
                  </a:lnTo>
                  <a:lnTo>
                    <a:pt x="76325" y="114913"/>
                  </a:lnTo>
                  <a:lnTo>
                    <a:pt x="70097" y="111439"/>
                  </a:lnTo>
                  <a:lnTo>
                    <a:pt x="63665" y="107851"/>
                  </a:lnTo>
                  <a:lnTo>
                    <a:pt x="57478" y="104400"/>
                  </a:lnTo>
                  <a:lnTo>
                    <a:pt x="56952" y="104107"/>
                  </a:lnTo>
                  <a:lnTo>
                    <a:pt x="54444" y="101963"/>
                  </a:lnTo>
                  <a:lnTo>
                    <a:pt x="54339" y="101678"/>
                  </a:lnTo>
                  <a:lnTo>
                    <a:pt x="54198" y="101300"/>
                  </a:lnTo>
                  <a:lnTo>
                    <a:pt x="53918" y="100549"/>
                  </a:lnTo>
                  <a:lnTo>
                    <a:pt x="53502" y="99430"/>
                  </a:lnTo>
                  <a:lnTo>
                    <a:pt x="53912" y="99357"/>
                  </a:lnTo>
                  <a:lnTo>
                    <a:pt x="55406" y="99094"/>
                  </a:lnTo>
                  <a:lnTo>
                    <a:pt x="56486" y="98824"/>
                  </a:lnTo>
                  <a:lnTo>
                    <a:pt x="57920" y="98005"/>
                  </a:lnTo>
                  <a:lnTo>
                    <a:pt x="59733" y="96889"/>
                  </a:lnTo>
                  <a:lnTo>
                    <a:pt x="61754" y="95491"/>
                  </a:lnTo>
                  <a:lnTo>
                    <a:pt x="63560" y="94054"/>
                  </a:lnTo>
                  <a:lnTo>
                    <a:pt x="64524" y="93209"/>
                  </a:lnTo>
                  <a:lnTo>
                    <a:pt x="64126" y="92870"/>
                  </a:lnTo>
                  <a:lnTo>
                    <a:pt x="62277" y="91295"/>
                  </a:lnTo>
                  <a:lnTo>
                    <a:pt x="57651" y="87352"/>
                  </a:lnTo>
                  <a:lnTo>
                    <a:pt x="57248" y="87008"/>
                  </a:lnTo>
                  <a:lnTo>
                    <a:pt x="55195" y="85259"/>
                  </a:lnTo>
                  <a:lnTo>
                    <a:pt x="51489" y="82100"/>
                  </a:lnTo>
                  <a:lnTo>
                    <a:pt x="50989" y="81674"/>
                  </a:lnTo>
                  <a:lnTo>
                    <a:pt x="49964" y="80800"/>
                  </a:lnTo>
                  <a:lnTo>
                    <a:pt x="48198" y="79295"/>
                  </a:lnTo>
                  <a:lnTo>
                    <a:pt x="47817" y="78971"/>
                  </a:lnTo>
                  <a:lnTo>
                    <a:pt x="44994" y="76565"/>
                  </a:lnTo>
                  <a:lnTo>
                    <a:pt x="42657" y="74573"/>
                  </a:lnTo>
                  <a:lnTo>
                    <a:pt x="39133" y="71570"/>
                  </a:lnTo>
                  <a:lnTo>
                    <a:pt x="38649" y="71157"/>
                  </a:lnTo>
                  <a:lnTo>
                    <a:pt x="36325" y="69177"/>
                  </a:lnTo>
                  <a:lnTo>
                    <a:pt x="33376" y="66663"/>
                  </a:lnTo>
                  <a:lnTo>
                    <a:pt x="31834" y="68448"/>
                  </a:lnTo>
                  <a:lnTo>
                    <a:pt x="30370" y="70143"/>
                  </a:lnTo>
                  <a:lnTo>
                    <a:pt x="29844" y="70696"/>
                  </a:lnTo>
                  <a:lnTo>
                    <a:pt x="25923" y="67327"/>
                  </a:lnTo>
                  <a:lnTo>
                    <a:pt x="23918" y="65605"/>
                  </a:lnTo>
                  <a:lnTo>
                    <a:pt x="20476" y="62648"/>
                  </a:lnTo>
                  <a:lnTo>
                    <a:pt x="15980" y="58786"/>
                  </a:lnTo>
                  <a:lnTo>
                    <a:pt x="15526" y="58396"/>
                  </a:lnTo>
                  <a:lnTo>
                    <a:pt x="15337" y="58234"/>
                  </a:lnTo>
                  <a:lnTo>
                    <a:pt x="10547" y="54119"/>
                  </a:lnTo>
                  <a:lnTo>
                    <a:pt x="10039" y="53682"/>
                  </a:lnTo>
                  <a:lnTo>
                    <a:pt x="2486" y="47194"/>
                  </a:lnTo>
                  <a:lnTo>
                    <a:pt x="2345" y="47072"/>
                  </a:lnTo>
                  <a:lnTo>
                    <a:pt x="0" y="44863"/>
                  </a:lnTo>
                  <a:lnTo>
                    <a:pt x="122" y="44703"/>
                  </a:lnTo>
                  <a:lnTo>
                    <a:pt x="2082" y="42156"/>
                  </a:lnTo>
                  <a:lnTo>
                    <a:pt x="4182" y="39667"/>
                  </a:lnTo>
                  <a:lnTo>
                    <a:pt x="4628" y="39138"/>
                  </a:lnTo>
                  <a:lnTo>
                    <a:pt x="4932" y="38777"/>
                  </a:lnTo>
                  <a:lnTo>
                    <a:pt x="11355" y="31325"/>
                  </a:lnTo>
                  <a:lnTo>
                    <a:pt x="11768" y="30845"/>
                  </a:lnTo>
                  <a:lnTo>
                    <a:pt x="16609" y="34553"/>
                  </a:lnTo>
                  <a:lnTo>
                    <a:pt x="22819" y="39225"/>
                  </a:lnTo>
                  <a:lnTo>
                    <a:pt x="25933" y="41567"/>
                  </a:lnTo>
                  <a:lnTo>
                    <a:pt x="33026" y="47393"/>
                  </a:lnTo>
                  <a:lnTo>
                    <a:pt x="36260" y="50049"/>
                  </a:lnTo>
                  <a:lnTo>
                    <a:pt x="42416" y="55775"/>
                  </a:lnTo>
                  <a:lnTo>
                    <a:pt x="46970" y="50313"/>
                  </a:lnTo>
                  <a:lnTo>
                    <a:pt x="54544" y="41229"/>
                  </a:lnTo>
                  <a:lnTo>
                    <a:pt x="58693" y="36460"/>
                  </a:lnTo>
                  <a:lnTo>
                    <a:pt x="63816" y="30449"/>
                  </a:lnTo>
                  <a:lnTo>
                    <a:pt x="64183" y="30018"/>
                  </a:lnTo>
                  <a:lnTo>
                    <a:pt x="68424" y="25041"/>
                  </a:lnTo>
                  <a:lnTo>
                    <a:pt x="71704" y="21192"/>
                  </a:lnTo>
                  <a:lnTo>
                    <a:pt x="79834" y="11651"/>
                  </a:lnTo>
                  <a:lnTo>
                    <a:pt x="81877" y="9434"/>
                  </a:lnTo>
                  <a:lnTo>
                    <a:pt x="82947" y="8272"/>
                  </a:lnTo>
                  <a:lnTo>
                    <a:pt x="85467" y="5536"/>
                  </a:lnTo>
                  <a:lnTo>
                    <a:pt x="86081" y="4870"/>
                  </a:lnTo>
                  <a:lnTo>
                    <a:pt x="87270" y="3542"/>
                  </a:lnTo>
                  <a:lnTo>
                    <a:pt x="90443" y="0"/>
                  </a:lnTo>
                  <a:lnTo>
                    <a:pt x="90636" y="1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3028788" y="3456299"/>
              <a:ext cx="155681" cy="220689"/>
            </a:xfrm>
            <a:custGeom>
              <a:avLst/>
              <a:pathLst>
                <a:path w="155681" h="220689">
                  <a:moveTo>
                    <a:pt x="128652" y="194544"/>
                  </a:moveTo>
                  <a:lnTo>
                    <a:pt x="133331" y="198131"/>
                  </a:lnTo>
                  <a:lnTo>
                    <a:pt x="134125" y="198720"/>
                  </a:lnTo>
                  <a:lnTo>
                    <a:pt x="137411" y="204819"/>
                  </a:lnTo>
                  <a:lnTo>
                    <a:pt x="138944" y="207331"/>
                  </a:lnTo>
                  <a:lnTo>
                    <a:pt x="129201" y="208536"/>
                  </a:lnTo>
                  <a:lnTo>
                    <a:pt x="123850" y="209614"/>
                  </a:lnTo>
                  <a:lnTo>
                    <a:pt x="120458" y="210609"/>
                  </a:lnTo>
                  <a:lnTo>
                    <a:pt x="119467" y="210899"/>
                  </a:lnTo>
                  <a:lnTo>
                    <a:pt x="119590" y="212358"/>
                  </a:lnTo>
                  <a:lnTo>
                    <a:pt x="119635" y="212894"/>
                  </a:lnTo>
                  <a:lnTo>
                    <a:pt x="119239" y="213021"/>
                  </a:lnTo>
                  <a:lnTo>
                    <a:pt x="118910" y="213127"/>
                  </a:lnTo>
                  <a:lnTo>
                    <a:pt x="115277" y="214290"/>
                  </a:lnTo>
                  <a:lnTo>
                    <a:pt x="113552" y="214843"/>
                  </a:lnTo>
                  <a:lnTo>
                    <a:pt x="113087" y="214954"/>
                  </a:lnTo>
                  <a:lnTo>
                    <a:pt x="111286" y="215384"/>
                  </a:lnTo>
                  <a:lnTo>
                    <a:pt x="110318" y="215616"/>
                  </a:lnTo>
                  <a:lnTo>
                    <a:pt x="108819" y="215974"/>
                  </a:lnTo>
                  <a:lnTo>
                    <a:pt x="102883" y="217958"/>
                  </a:lnTo>
                  <a:lnTo>
                    <a:pt x="99661" y="219036"/>
                  </a:lnTo>
                  <a:lnTo>
                    <a:pt x="99308" y="219154"/>
                  </a:lnTo>
                  <a:lnTo>
                    <a:pt x="95344" y="220280"/>
                  </a:lnTo>
                  <a:lnTo>
                    <a:pt x="93005" y="220689"/>
                  </a:lnTo>
                  <a:lnTo>
                    <a:pt x="92499" y="219490"/>
                  </a:lnTo>
                  <a:lnTo>
                    <a:pt x="92341" y="219116"/>
                  </a:lnTo>
                  <a:lnTo>
                    <a:pt x="91760" y="217737"/>
                  </a:lnTo>
                  <a:lnTo>
                    <a:pt x="91586" y="217326"/>
                  </a:lnTo>
                  <a:lnTo>
                    <a:pt x="91330" y="216719"/>
                  </a:lnTo>
                  <a:lnTo>
                    <a:pt x="89881" y="213285"/>
                  </a:lnTo>
                  <a:lnTo>
                    <a:pt x="88876" y="210902"/>
                  </a:lnTo>
                  <a:lnTo>
                    <a:pt x="88433" y="209854"/>
                  </a:lnTo>
                  <a:lnTo>
                    <a:pt x="88189" y="209276"/>
                  </a:lnTo>
                  <a:lnTo>
                    <a:pt x="85815" y="207237"/>
                  </a:lnTo>
                  <a:lnTo>
                    <a:pt x="85314" y="207185"/>
                  </a:lnTo>
                  <a:lnTo>
                    <a:pt x="82447" y="206888"/>
                  </a:lnTo>
                  <a:lnTo>
                    <a:pt x="81922" y="206834"/>
                  </a:lnTo>
                  <a:lnTo>
                    <a:pt x="77835" y="206411"/>
                  </a:lnTo>
                  <a:lnTo>
                    <a:pt x="76351" y="205165"/>
                  </a:lnTo>
                  <a:lnTo>
                    <a:pt x="75985" y="204869"/>
                  </a:lnTo>
                  <a:lnTo>
                    <a:pt x="72848" y="202333"/>
                  </a:lnTo>
                  <a:lnTo>
                    <a:pt x="72617" y="202245"/>
                  </a:lnTo>
                  <a:lnTo>
                    <a:pt x="71855" y="201956"/>
                  </a:lnTo>
                  <a:lnTo>
                    <a:pt x="71376" y="201774"/>
                  </a:lnTo>
                  <a:lnTo>
                    <a:pt x="71166" y="201694"/>
                  </a:lnTo>
                  <a:lnTo>
                    <a:pt x="69241" y="200963"/>
                  </a:lnTo>
                  <a:lnTo>
                    <a:pt x="68059" y="200514"/>
                  </a:lnTo>
                  <a:lnTo>
                    <a:pt x="67481" y="200294"/>
                  </a:lnTo>
                  <a:lnTo>
                    <a:pt x="66141" y="199693"/>
                  </a:lnTo>
                  <a:lnTo>
                    <a:pt x="62131" y="197894"/>
                  </a:lnTo>
                  <a:lnTo>
                    <a:pt x="60364" y="197101"/>
                  </a:lnTo>
                  <a:lnTo>
                    <a:pt x="59743" y="196823"/>
                  </a:lnTo>
                  <a:lnTo>
                    <a:pt x="56889" y="197560"/>
                  </a:lnTo>
                  <a:lnTo>
                    <a:pt x="51962" y="200048"/>
                  </a:lnTo>
                  <a:lnTo>
                    <a:pt x="51089" y="200233"/>
                  </a:lnTo>
                  <a:lnTo>
                    <a:pt x="49390" y="200593"/>
                  </a:lnTo>
                  <a:lnTo>
                    <a:pt x="49062" y="200662"/>
                  </a:lnTo>
                  <a:lnTo>
                    <a:pt x="47232" y="201050"/>
                  </a:lnTo>
                  <a:lnTo>
                    <a:pt x="47093" y="201080"/>
                  </a:lnTo>
                  <a:lnTo>
                    <a:pt x="43888" y="201019"/>
                  </a:lnTo>
                  <a:lnTo>
                    <a:pt x="43697" y="201012"/>
                  </a:lnTo>
                  <a:lnTo>
                    <a:pt x="42040" y="200953"/>
                  </a:lnTo>
                  <a:lnTo>
                    <a:pt x="39885" y="200625"/>
                  </a:lnTo>
                  <a:lnTo>
                    <a:pt x="39673" y="200923"/>
                  </a:lnTo>
                  <a:lnTo>
                    <a:pt x="37804" y="203564"/>
                  </a:lnTo>
                  <a:lnTo>
                    <a:pt x="32873" y="201238"/>
                  </a:lnTo>
                  <a:lnTo>
                    <a:pt x="30327" y="200036"/>
                  </a:lnTo>
                  <a:lnTo>
                    <a:pt x="29031" y="199425"/>
                  </a:lnTo>
                  <a:lnTo>
                    <a:pt x="28585" y="199267"/>
                  </a:lnTo>
                  <a:lnTo>
                    <a:pt x="25337" y="198411"/>
                  </a:lnTo>
                  <a:lnTo>
                    <a:pt x="29204" y="192837"/>
                  </a:lnTo>
                  <a:lnTo>
                    <a:pt x="33451" y="186515"/>
                  </a:lnTo>
                  <a:lnTo>
                    <a:pt x="38641" y="178787"/>
                  </a:lnTo>
                  <a:lnTo>
                    <a:pt x="41560" y="174518"/>
                  </a:lnTo>
                  <a:lnTo>
                    <a:pt x="44068" y="170849"/>
                  </a:lnTo>
                  <a:lnTo>
                    <a:pt x="45873" y="168210"/>
                  </a:lnTo>
                  <a:lnTo>
                    <a:pt x="46202" y="167729"/>
                  </a:lnTo>
                  <a:lnTo>
                    <a:pt x="46845" y="166787"/>
                  </a:lnTo>
                  <a:lnTo>
                    <a:pt x="47104" y="165727"/>
                  </a:lnTo>
                  <a:lnTo>
                    <a:pt x="47554" y="163887"/>
                  </a:lnTo>
                  <a:lnTo>
                    <a:pt x="47468" y="163530"/>
                  </a:lnTo>
                  <a:lnTo>
                    <a:pt x="47127" y="162111"/>
                  </a:lnTo>
                  <a:lnTo>
                    <a:pt x="47092" y="161969"/>
                  </a:lnTo>
                  <a:lnTo>
                    <a:pt x="46979" y="161499"/>
                  </a:lnTo>
                  <a:lnTo>
                    <a:pt x="46937" y="161324"/>
                  </a:lnTo>
                  <a:lnTo>
                    <a:pt x="46885" y="160961"/>
                  </a:lnTo>
                  <a:lnTo>
                    <a:pt x="46752" y="160035"/>
                  </a:lnTo>
                  <a:lnTo>
                    <a:pt x="46725" y="159841"/>
                  </a:lnTo>
                  <a:lnTo>
                    <a:pt x="46197" y="158559"/>
                  </a:lnTo>
                  <a:lnTo>
                    <a:pt x="44453" y="157078"/>
                  </a:lnTo>
                  <a:lnTo>
                    <a:pt x="43791" y="156517"/>
                  </a:lnTo>
                  <a:lnTo>
                    <a:pt x="43554" y="156316"/>
                  </a:lnTo>
                  <a:lnTo>
                    <a:pt x="41357" y="154451"/>
                  </a:lnTo>
                  <a:lnTo>
                    <a:pt x="40415" y="153651"/>
                  </a:lnTo>
                  <a:lnTo>
                    <a:pt x="39698" y="153043"/>
                  </a:lnTo>
                  <a:lnTo>
                    <a:pt x="38578" y="152092"/>
                  </a:lnTo>
                  <a:lnTo>
                    <a:pt x="38332" y="151883"/>
                  </a:lnTo>
                  <a:lnTo>
                    <a:pt x="34919" y="148777"/>
                  </a:lnTo>
                  <a:lnTo>
                    <a:pt x="33688" y="147658"/>
                  </a:lnTo>
                  <a:lnTo>
                    <a:pt x="32972" y="147006"/>
                  </a:lnTo>
                  <a:lnTo>
                    <a:pt x="32299" y="146393"/>
                  </a:lnTo>
                  <a:lnTo>
                    <a:pt x="32124" y="146252"/>
                  </a:lnTo>
                  <a:lnTo>
                    <a:pt x="31569" y="145803"/>
                  </a:lnTo>
                  <a:lnTo>
                    <a:pt x="31182" y="145490"/>
                  </a:lnTo>
                  <a:lnTo>
                    <a:pt x="30452" y="144901"/>
                  </a:lnTo>
                  <a:lnTo>
                    <a:pt x="25492" y="140891"/>
                  </a:lnTo>
                  <a:lnTo>
                    <a:pt x="24449" y="140047"/>
                  </a:lnTo>
                  <a:lnTo>
                    <a:pt x="22144" y="138185"/>
                  </a:lnTo>
                  <a:lnTo>
                    <a:pt x="21686" y="137814"/>
                  </a:lnTo>
                  <a:lnTo>
                    <a:pt x="21244" y="137457"/>
                  </a:lnTo>
                  <a:lnTo>
                    <a:pt x="20746" y="137054"/>
                  </a:lnTo>
                  <a:lnTo>
                    <a:pt x="20402" y="136776"/>
                  </a:lnTo>
                  <a:lnTo>
                    <a:pt x="19915" y="136360"/>
                  </a:lnTo>
                  <a:lnTo>
                    <a:pt x="18351" y="135022"/>
                  </a:lnTo>
                  <a:lnTo>
                    <a:pt x="16347" y="133307"/>
                  </a:lnTo>
                  <a:lnTo>
                    <a:pt x="15135" y="132272"/>
                  </a:lnTo>
                  <a:lnTo>
                    <a:pt x="14699" y="131887"/>
                  </a:lnTo>
                  <a:lnTo>
                    <a:pt x="14157" y="131409"/>
                  </a:lnTo>
                  <a:lnTo>
                    <a:pt x="13981" y="131254"/>
                  </a:lnTo>
                  <a:lnTo>
                    <a:pt x="13827" y="131118"/>
                  </a:lnTo>
                  <a:lnTo>
                    <a:pt x="10925" y="128560"/>
                  </a:lnTo>
                  <a:lnTo>
                    <a:pt x="7801" y="125806"/>
                  </a:lnTo>
                  <a:lnTo>
                    <a:pt x="7110" y="125198"/>
                  </a:lnTo>
                  <a:lnTo>
                    <a:pt x="6932" y="125040"/>
                  </a:lnTo>
                  <a:lnTo>
                    <a:pt x="3573" y="122080"/>
                  </a:lnTo>
                  <a:lnTo>
                    <a:pt x="2300" y="120154"/>
                  </a:lnTo>
                  <a:lnTo>
                    <a:pt x="2147" y="119733"/>
                  </a:lnTo>
                  <a:lnTo>
                    <a:pt x="1301" y="117401"/>
                  </a:lnTo>
                  <a:lnTo>
                    <a:pt x="992" y="116549"/>
                  </a:lnTo>
                  <a:lnTo>
                    <a:pt x="853" y="116166"/>
                  </a:lnTo>
                  <a:lnTo>
                    <a:pt x="499" y="115189"/>
                  </a:lnTo>
                  <a:lnTo>
                    <a:pt x="391" y="114892"/>
                  </a:lnTo>
                  <a:lnTo>
                    <a:pt x="158" y="114250"/>
                  </a:lnTo>
                  <a:lnTo>
                    <a:pt x="0" y="113813"/>
                  </a:lnTo>
                  <a:lnTo>
                    <a:pt x="1795" y="113236"/>
                  </a:lnTo>
                  <a:lnTo>
                    <a:pt x="2649" y="112902"/>
                  </a:lnTo>
                  <a:lnTo>
                    <a:pt x="3833" y="112245"/>
                  </a:lnTo>
                  <a:lnTo>
                    <a:pt x="4253" y="112013"/>
                  </a:lnTo>
                  <a:lnTo>
                    <a:pt x="4394" y="111935"/>
                  </a:lnTo>
                  <a:lnTo>
                    <a:pt x="5969" y="110401"/>
                  </a:lnTo>
                  <a:lnTo>
                    <a:pt x="6416" y="109904"/>
                  </a:lnTo>
                  <a:lnTo>
                    <a:pt x="8140" y="106792"/>
                  </a:lnTo>
                  <a:lnTo>
                    <a:pt x="9220" y="105129"/>
                  </a:lnTo>
                  <a:lnTo>
                    <a:pt x="13260" y="98904"/>
                  </a:lnTo>
                  <a:lnTo>
                    <a:pt x="14770" y="96578"/>
                  </a:lnTo>
                  <a:lnTo>
                    <a:pt x="15893" y="94847"/>
                  </a:lnTo>
                  <a:lnTo>
                    <a:pt x="16270" y="94267"/>
                  </a:lnTo>
                  <a:lnTo>
                    <a:pt x="16409" y="94064"/>
                  </a:lnTo>
                  <a:lnTo>
                    <a:pt x="30814" y="72917"/>
                  </a:lnTo>
                  <a:lnTo>
                    <a:pt x="31693" y="71626"/>
                  </a:lnTo>
                  <a:lnTo>
                    <a:pt x="31922" y="71290"/>
                  </a:lnTo>
                  <a:lnTo>
                    <a:pt x="32087" y="71049"/>
                  </a:lnTo>
                  <a:lnTo>
                    <a:pt x="32439" y="70531"/>
                  </a:lnTo>
                  <a:lnTo>
                    <a:pt x="32634" y="70245"/>
                  </a:lnTo>
                  <a:lnTo>
                    <a:pt x="39469" y="60212"/>
                  </a:lnTo>
                  <a:lnTo>
                    <a:pt x="39821" y="59694"/>
                  </a:lnTo>
                  <a:lnTo>
                    <a:pt x="47835" y="48078"/>
                  </a:lnTo>
                  <a:lnTo>
                    <a:pt x="48266" y="47453"/>
                  </a:lnTo>
                  <a:lnTo>
                    <a:pt x="48984" y="46412"/>
                  </a:lnTo>
                  <a:lnTo>
                    <a:pt x="49510" y="45649"/>
                  </a:lnTo>
                  <a:lnTo>
                    <a:pt x="50896" y="43640"/>
                  </a:lnTo>
                  <a:lnTo>
                    <a:pt x="62270" y="27152"/>
                  </a:lnTo>
                  <a:lnTo>
                    <a:pt x="63715" y="25057"/>
                  </a:lnTo>
                  <a:lnTo>
                    <a:pt x="64651" y="23700"/>
                  </a:lnTo>
                  <a:lnTo>
                    <a:pt x="64875" y="23375"/>
                  </a:lnTo>
                  <a:lnTo>
                    <a:pt x="65411" y="22603"/>
                  </a:lnTo>
                  <a:lnTo>
                    <a:pt x="79658" y="2088"/>
                  </a:lnTo>
                  <a:lnTo>
                    <a:pt x="79961" y="1652"/>
                  </a:lnTo>
                  <a:lnTo>
                    <a:pt x="80396" y="1025"/>
                  </a:lnTo>
                  <a:lnTo>
                    <a:pt x="80597" y="731"/>
                  </a:lnTo>
                  <a:lnTo>
                    <a:pt x="80809" y="420"/>
                  </a:lnTo>
                  <a:lnTo>
                    <a:pt x="81237" y="0"/>
                  </a:lnTo>
                  <a:lnTo>
                    <a:pt x="92510" y="7833"/>
                  </a:lnTo>
                  <a:lnTo>
                    <a:pt x="92936" y="8131"/>
                  </a:lnTo>
                  <a:lnTo>
                    <a:pt x="99218" y="12530"/>
                  </a:lnTo>
                  <a:lnTo>
                    <a:pt x="100411" y="13365"/>
                  </a:lnTo>
                  <a:lnTo>
                    <a:pt x="100718" y="13580"/>
                  </a:lnTo>
                  <a:lnTo>
                    <a:pt x="108065" y="18725"/>
                  </a:lnTo>
                  <a:lnTo>
                    <a:pt x="108375" y="18942"/>
                  </a:lnTo>
                  <a:lnTo>
                    <a:pt x="116232" y="24444"/>
                  </a:lnTo>
                  <a:lnTo>
                    <a:pt x="116631" y="24722"/>
                  </a:lnTo>
                  <a:lnTo>
                    <a:pt x="131859" y="35351"/>
                  </a:lnTo>
                  <a:lnTo>
                    <a:pt x="139714" y="40834"/>
                  </a:lnTo>
                  <a:lnTo>
                    <a:pt x="147417" y="46211"/>
                  </a:lnTo>
                  <a:lnTo>
                    <a:pt x="147711" y="46423"/>
                  </a:lnTo>
                  <a:lnTo>
                    <a:pt x="148275" y="46829"/>
                  </a:lnTo>
                  <a:lnTo>
                    <a:pt x="148910" y="47287"/>
                  </a:lnTo>
                  <a:lnTo>
                    <a:pt x="150267" y="48266"/>
                  </a:lnTo>
                  <a:lnTo>
                    <a:pt x="150669" y="48542"/>
                  </a:lnTo>
                  <a:lnTo>
                    <a:pt x="154903" y="51445"/>
                  </a:lnTo>
                  <a:lnTo>
                    <a:pt x="155681" y="51978"/>
                  </a:lnTo>
                  <a:lnTo>
                    <a:pt x="155540" y="52188"/>
                  </a:lnTo>
                  <a:lnTo>
                    <a:pt x="146817" y="65107"/>
                  </a:lnTo>
                  <a:lnTo>
                    <a:pt x="144973" y="67838"/>
                  </a:lnTo>
                  <a:lnTo>
                    <a:pt x="144431" y="68641"/>
                  </a:lnTo>
                  <a:lnTo>
                    <a:pt x="139535" y="75893"/>
                  </a:lnTo>
                  <a:lnTo>
                    <a:pt x="136615" y="80218"/>
                  </a:lnTo>
                  <a:lnTo>
                    <a:pt x="135839" y="81368"/>
                  </a:lnTo>
                  <a:lnTo>
                    <a:pt x="135064" y="82531"/>
                  </a:lnTo>
                  <a:lnTo>
                    <a:pt x="134563" y="83283"/>
                  </a:lnTo>
                  <a:lnTo>
                    <a:pt x="133096" y="85484"/>
                  </a:lnTo>
                  <a:lnTo>
                    <a:pt x="131642" y="87667"/>
                  </a:lnTo>
                  <a:lnTo>
                    <a:pt x="128259" y="92745"/>
                  </a:lnTo>
                  <a:lnTo>
                    <a:pt x="126381" y="95564"/>
                  </a:lnTo>
                  <a:lnTo>
                    <a:pt x="125321" y="97155"/>
                  </a:lnTo>
                  <a:lnTo>
                    <a:pt x="124325" y="98650"/>
                  </a:lnTo>
                  <a:lnTo>
                    <a:pt x="124010" y="99108"/>
                  </a:lnTo>
                  <a:lnTo>
                    <a:pt x="123658" y="99620"/>
                  </a:lnTo>
                  <a:lnTo>
                    <a:pt x="121075" y="103379"/>
                  </a:lnTo>
                  <a:lnTo>
                    <a:pt x="119266" y="106012"/>
                  </a:lnTo>
                  <a:lnTo>
                    <a:pt x="112324" y="116113"/>
                  </a:lnTo>
                  <a:lnTo>
                    <a:pt x="111031" y="117994"/>
                  </a:lnTo>
                  <a:lnTo>
                    <a:pt x="110643" y="118721"/>
                  </a:lnTo>
                  <a:lnTo>
                    <a:pt x="108286" y="123135"/>
                  </a:lnTo>
                  <a:lnTo>
                    <a:pt x="107843" y="123787"/>
                  </a:lnTo>
                  <a:lnTo>
                    <a:pt x="107324" y="124550"/>
                  </a:lnTo>
                  <a:lnTo>
                    <a:pt x="103943" y="129524"/>
                  </a:lnTo>
                  <a:lnTo>
                    <a:pt x="103502" y="130237"/>
                  </a:lnTo>
                  <a:lnTo>
                    <a:pt x="103447" y="130448"/>
                  </a:lnTo>
                  <a:lnTo>
                    <a:pt x="103378" y="130712"/>
                  </a:lnTo>
                  <a:lnTo>
                    <a:pt x="103314" y="130957"/>
                  </a:lnTo>
                  <a:lnTo>
                    <a:pt x="103202" y="131388"/>
                  </a:lnTo>
                  <a:lnTo>
                    <a:pt x="102629" y="131860"/>
                  </a:lnTo>
                  <a:lnTo>
                    <a:pt x="102024" y="132359"/>
                  </a:lnTo>
                  <a:lnTo>
                    <a:pt x="100657" y="133708"/>
                  </a:lnTo>
                  <a:lnTo>
                    <a:pt x="99183" y="135895"/>
                  </a:lnTo>
                  <a:lnTo>
                    <a:pt x="99576" y="136297"/>
                  </a:lnTo>
                  <a:lnTo>
                    <a:pt x="100071" y="136803"/>
                  </a:lnTo>
                  <a:lnTo>
                    <a:pt x="100520" y="137261"/>
                  </a:lnTo>
                  <a:lnTo>
                    <a:pt x="101924" y="138697"/>
                  </a:lnTo>
                  <a:lnTo>
                    <a:pt x="102731" y="139522"/>
                  </a:lnTo>
                  <a:lnTo>
                    <a:pt x="102888" y="139709"/>
                  </a:lnTo>
                  <a:lnTo>
                    <a:pt x="103335" y="140243"/>
                  </a:lnTo>
                  <a:lnTo>
                    <a:pt x="104056" y="141103"/>
                  </a:lnTo>
                  <a:lnTo>
                    <a:pt x="104167" y="141235"/>
                  </a:lnTo>
                  <a:lnTo>
                    <a:pt x="104309" y="141404"/>
                  </a:lnTo>
                  <a:lnTo>
                    <a:pt x="99988" y="145248"/>
                  </a:lnTo>
                  <a:lnTo>
                    <a:pt x="97059" y="147693"/>
                  </a:lnTo>
                  <a:lnTo>
                    <a:pt x="96377" y="148263"/>
                  </a:lnTo>
                  <a:lnTo>
                    <a:pt x="96693" y="148601"/>
                  </a:lnTo>
                  <a:lnTo>
                    <a:pt x="97809" y="149621"/>
                  </a:lnTo>
                  <a:lnTo>
                    <a:pt x="98726" y="149870"/>
                  </a:lnTo>
                  <a:lnTo>
                    <a:pt x="98973" y="149936"/>
                  </a:lnTo>
                  <a:lnTo>
                    <a:pt x="99116" y="149975"/>
                  </a:lnTo>
                  <a:lnTo>
                    <a:pt x="100509" y="151049"/>
                  </a:lnTo>
                  <a:lnTo>
                    <a:pt x="100776" y="153127"/>
                  </a:lnTo>
                  <a:lnTo>
                    <a:pt x="101688" y="154686"/>
                  </a:lnTo>
                  <a:lnTo>
                    <a:pt x="102252" y="155718"/>
                  </a:lnTo>
                  <a:lnTo>
                    <a:pt x="103681" y="157324"/>
                  </a:lnTo>
                  <a:lnTo>
                    <a:pt x="104554" y="158249"/>
                  </a:lnTo>
                  <a:lnTo>
                    <a:pt x="105833" y="160196"/>
                  </a:lnTo>
                  <a:lnTo>
                    <a:pt x="106025" y="160396"/>
                  </a:lnTo>
                  <a:lnTo>
                    <a:pt x="106271" y="160583"/>
                  </a:lnTo>
                  <a:lnTo>
                    <a:pt x="107442" y="161648"/>
                  </a:lnTo>
                  <a:lnTo>
                    <a:pt x="107645" y="161833"/>
                  </a:lnTo>
                  <a:lnTo>
                    <a:pt x="108662" y="162758"/>
                  </a:lnTo>
                  <a:lnTo>
                    <a:pt x="109920" y="163902"/>
                  </a:lnTo>
                  <a:lnTo>
                    <a:pt x="111069" y="164767"/>
                  </a:lnTo>
                  <a:lnTo>
                    <a:pt x="111813" y="165328"/>
                  </a:lnTo>
                  <a:lnTo>
                    <a:pt x="112086" y="165533"/>
                  </a:lnTo>
                  <a:lnTo>
                    <a:pt x="113319" y="166373"/>
                  </a:lnTo>
                  <a:lnTo>
                    <a:pt x="113903" y="166962"/>
                  </a:lnTo>
                  <a:lnTo>
                    <a:pt x="114547" y="167986"/>
                  </a:lnTo>
                  <a:lnTo>
                    <a:pt x="116591" y="172903"/>
                  </a:lnTo>
                  <a:lnTo>
                    <a:pt x="117653" y="174452"/>
                  </a:lnTo>
                  <a:lnTo>
                    <a:pt x="118206" y="175258"/>
                  </a:lnTo>
                  <a:lnTo>
                    <a:pt x="120567" y="177495"/>
                  </a:lnTo>
                  <a:lnTo>
                    <a:pt x="120827" y="177741"/>
                  </a:lnTo>
                  <a:lnTo>
                    <a:pt x="120977" y="177883"/>
                  </a:lnTo>
                  <a:lnTo>
                    <a:pt x="123485" y="180291"/>
                  </a:lnTo>
                  <a:lnTo>
                    <a:pt x="125361" y="182368"/>
                  </a:lnTo>
                  <a:lnTo>
                    <a:pt x="126050" y="184711"/>
                  </a:lnTo>
                  <a:lnTo>
                    <a:pt x="126258" y="185418"/>
                  </a:lnTo>
                  <a:lnTo>
                    <a:pt x="126156" y="186632"/>
                  </a:lnTo>
                  <a:lnTo>
                    <a:pt x="125840" y="190389"/>
                  </a:lnTo>
                  <a:lnTo>
                    <a:pt x="125969" y="190975"/>
                  </a:lnTo>
                  <a:lnTo>
                    <a:pt x="126258" y="192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87433" y="3594114"/>
              <a:ext cx="134457" cy="132860"/>
            </a:xfrm>
            <a:custGeom>
              <a:avLst/>
              <a:pathLst>
                <a:path w="134457" h="132860">
                  <a:moveTo>
                    <a:pt x="74228" y="63423"/>
                  </a:moveTo>
                  <a:lnTo>
                    <a:pt x="79159" y="65749"/>
                  </a:lnTo>
                  <a:lnTo>
                    <a:pt x="81028" y="63108"/>
                  </a:lnTo>
                  <a:lnTo>
                    <a:pt x="81240" y="62810"/>
                  </a:lnTo>
                  <a:lnTo>
                    <a:pt x="83396" y="63138"/>
                  </a:lnTo>
                  <a:lnTo>
                    <a:pt x="85052" y="63197"/>
                  </a:lnTo>
                  <a:lnTo>
                    <a:pt x="85243" y="63204"/>
                  </a:lnTo>
                  <a:lnTo>
                    <a:pt x="88449" y="63265"/>
                  </a:lnTo>
                  <a:lnTo>
                    <a:pt x="88587" y="63235"/>
                  </a:lnTo>
                  <a:lnTo>
                    <a:pt x="90417" y="62847"/>
                  </a:lnTo>
                  <a:lnTo>
                    <a:pt x="90745" y="62778"/>
                  </a:lnTo>
                  <a:lnTo>
                    <a:pt x="92444" y="62418"/>
                  </a:lnTo>
                  <a:lnTo>
                    <a:pt x="93317" y="62233"/>
                  </a:lnTo>
                  <a:lnTo>
                    <a:pt x="98244" y="59745"/>
                  </a:lnTo>
                  <a:lnTo>
                    <a:pt x="101098" y="59008"/>
                  </a:lnTo>
                  <a:lnTo>
                    <a:pt x="101719" y="59286"/>
                  </a:lnTo>
                  <a:lnTo>
                    <a:pt x="103487" y="60079"/>
                  </a:lnTo>
                  <a:lnTo>
                    <a:pt x="107496" y="61878"/>
                  </a:lnTo>
                  <a:lnTo>
                    <a:pt x="108837" y="62479"/>
                  </a:lnTo>
                  <a:lnTo>
                    <a:pt x="109414" y="62699"/>
                  </a:lnTo>
                  <a:lnTo>
                    <a:pt x="110635" y="63163"/>
                  </a:lnTo>
                  <a:lnTo>
                    <a:pt x="112521" y="63879"/>
                  </a:lnTo>
                  <a:lnTo>
                    <a:pt x="112731" y="63959"/>
                  </a:lnTo>
                  <a:lnTo>
                    <a:pt x="113211" y="64141"/>
                  </a:lnTo>
                  <a:lnTo>
                    <a:pt x="113972" y="64430"/>
                  </a:lnTo>
                  <a:lnTo>
                    <a:pt x="114203" y="64518"/>
                  </a:lnTo>
                  <a:lnTo>
                    <a:pt x="117340" y="67054"/>
                  </a:lnTo>
                  <a:lnTo>
                    <a:pt x="117706" y="67350"/>
                  </a:lnTo>
                  <a:lnTo>
                    <a:pt x="119190" y="68596"/>
                  </a:lnTo>
                  <a:lnTo>
                    <a:pt x="123277" y="69019"/>
                  </a:lnTo>
                  <a:lnTo>
                    <a:pt x="123802" y="69073"/>
                  </a:lnTo>
                  <a:lnTo>
                    <a:pt x="126669" y="69370"/>
                  </a:lnTo>
                  <a:lnTo>
                    <a:pt x="127170" y="69422"/>
                  </a:lnTo>
                  <a:lnTo>
                    <a:pt x="129544" y="71461"/>
                  </a:lnTo>
                  <a:lnTo>
                    <a:pt x="129788" y="72039"/>
                  </a:lnTo>
                  <a:lnTo>
                    <a:pt x="130231" y="73087"/>
                  </a:lnTo>
                  <a:lnTo>
                    <a:pt x="131236" y="75470"/>
                  </a:lnTo>
                  <a:lnTo>
                    <a:pt x="132699" y="78936"/>
                  </a:lnTo>
                  <a:lnTo>
                    <a:pt x="132941" y="79511"/>
                  </a:lnTo>
                  <a:lnTo>
                    <a:pt x="133168" y="80049"/>
                  </a:lnTo>
                  <a:lnTo>
                    <a:pt x="133697" y="81301"/>
                  </a:lnTo>
                  <a:lnTo>
                    <a:pt x="133854" y="81675"/>
                  </a:lnTo>
                  <a:lnTo>
                    <a:pt x="134457" y="83102"/>
                  </a:lnTo>
                  <a:lnTo>
                    <a:pt x="126943" y="85237"/>
                  </a:lnTo>
                  <a:lnTo>
                    <a:pt x="125899" y="85533"/>
                  </a:lnTo>
                  <a:lnTo>
                    <a:pt x="126073" y="86082"/>
                  </a:lnTo>
                  <a:lnTo>
                    <a:pt x="127592" y="90865"/>
                  </a:lnTo>
                  <a:lnTo>
                    <a:pt x="127674" y="91122"/>
                  </a:lnTo>
                  <a:lnTo>
                    <a:pt x="128437" y="93535"/>
                  </a:lnTo>
                  <a:lnTo>
                    <a:pt x="129504" y="96910"/>
                  </a:lnTo>
                  <a:lnTo>
                    <a:pt x="130070" y="97579"/>
                  </a:lnTo>
                  <a:lnTo>
                    <a:pt x="130632" y="97909"/>
                  </a:lnTo>
                  <a:lnTo>
                    <a:pt x="131609" y="98482"/>
                  </a:lnTo>
                  <a:lnTo>
                    <a:pt x="132044" y="98668"/>
                  </a:lnTo>
                  <a:lnTo>
                    <a:pt x="133297" y="99205"/>
                  </a:lnTo>
                  <a:lnTo>
                    <a:pt x="133733" y="99391"/>
                  </a:lnTo>
                  <a:lnTo>
                    <a:pt x="132348" y="102424"/>
                  </a:lnTo>
                  <a:lnTo>
                    <a:pt x="132275" y="102584"/>
                  </a:lnTo>
                  <a:lnTo>
                    <a:pt x="132115" y="102529"/>
                  </a:lnTo>
                  <a:lnTo>
                    <a:pt x="131902" y="102456"/>
                  </a:lnTo>
                  <a:lnTo>
                    <a:pt x="130307" y="102057"/>
                  </a:lnTo>
                  <a:lnTo>
                    <a:pt x="130017" y="101984"/>
                  </a:lnTo>
                  <a:lnTo>
                    <a:pt x="128397" y="101580"/>
                  </a:lnTo>
                  <a:lnTo>
                    <a:pt x="127819" y="101358"/>
                  </a:lnTo>
                  <a:lnTo>
                    <a:pt x="126243" y="100753"/>
                  </a:lnTo>
                  <a:lnTo>
                    <a:pt x="125939" y="100501"/>
                  </a:lnTo>
                  <a:lnTo>
                    <a:pt x="125711" y="100313"/>
                  </a:lnTo>
                  <a:lnTo>
                    <a:pt x="123341" y="98356"/>
                  </a:lnTo>
                  <a:lnTo>
                    <a:pt x="123197" y="98237"/>
                  </a:lnTo>
                  <a:lnTo>
                    <a:pt x="123006" y="98079"/>
                  </a:lnTo>
                  <a:lnTo>
                    <a:pt x="122374" y="97557"/>
                  </a:lnTo>
                  <a:lnTo>
                    <a:pt x="121582" y="96903"/>
                  </a:lnTo>
                  <a:lnTo>
                    <a:pt x="121446" y="96791"/>
                  </a:lnTo>
                  <a:lnTo>
                    <a:pt x="120931" y="97427"/>
                  </a:lnTo>
                  <a:lnTo>
                    <a:pt x="117493" y="101673"/>
                  </a:lnTo>
                  <a:lnTo>
                    <a:pt x="117330" y="101875"/>
                  </a:lnTo>
                  <a:lnTo>
                    <a:pt x="116941" y="102355"/>
                  </a:lnTo>
                  <a:lnTo>
                    <a:pt x="116524" y="103019"/>
                  </a:lnTo>
                  <a:lnTo>
                    <a:pt x="115191" y="105141"/>
                  </a:lnTo>
                  <a:lnTo>
                    <a:pt x="114619" y="105663"/>
                  </a:lnTo>
                  <a:lnTo>
                    <a:pt x="113567" y="106626"/>
                  </a:lnTo>
                  <a:lnTo>
                    <a:pt x="113021" y="107896"/>
                  </a:lnTo>
                  <a:lnTo>
                    <a:pt x="112688" y="108604"/>
                  </a:lnTo>
                  <a:lnTo>
                    <a:pt x="112128" y="109796"/>
                  </a:lnTo>
                  <a:lnTo>
                    <a:pt x="111280" y="111230"/>
                  </a:lnTo>
                  <a:lnTo>
                    <a:pt x="110684" y="112238"/>
                  </a:lnTo>
                  <a:lnTo>
                    <a:pt x="110000" y="113397"/>
                  </a:lnTo>
                  <a:lnTo>
                    <a:pt x="109767" y="113790"/>
                  </a:lnTo>
                  <a:lnTo>
                    <a:pt x="108820" y="114666"/>
                  </a:lnTo>
                  <a:lnTo>
                    <a:pt x="107158" y="117918"/>
                  </a:lnTo>
                  <a:lnTo>
                    <a:pt x="106982" y="119127"/>
                  </a:lnTo>
                  <a:lnTo>
                    <a:pt x="106676" y="121262"/>
                  </a:lnTo>
                  <a:lnTo>
                    <a:pt x="107096" y="123843"/>
                  </a:lnTo>
                  <a:lnTo>
                    <a:pt x="107283" y="124997"/>
                  </a:lnTo>
                  <a:lnTo>
                    <a:pt x="107550" y="126640"/>
                  </a:lnTo>
                  <a:lnTo>
                    <a:pt x="107670" y="127334"/>
                  </a:lnTo>
                  <a:lnTo>
                    <a:pt x="107721" y="127630"/>
                  </a:lnTo>
                  <a:lnTo>
                    <a:pt x="107747" y="128251"/>
                  </a:lnTo>
                  <a:lnTo>
                    <a:pt x="107816" y="128702"/>
                  </a:lnTo>
                  <a:lnTo>
                    <a:pt x="107550" y="129494"/>
                  </a:lnTo>
                  <a:lnTo>
                    <a:pt x="107407" y="129769"/>
                  </a:lnTo>
                  <a:lnTo>
                    <a:pt x="107094" y="130368"/>
                  </a:lnTo>
                  <a:lnTo>
                    <a:pt x="106524" y="131154"/>
                  </a:lnTo>
                  <a:lnTo>
                    <a:pt x="105585" y="132860"/>
                  </a:lnTo>
                  <a:lnTo>
                    <a:pt x="103666" y="131639"/>
                  </a:lnTo>
                  <a:lnTo>
                    <a:pt x="103362" y="131446"/>
                  </a:lnTo>
                  <a:lnTo>
                    <a:pt x="103075" y="131265"/>
                  </a:lnTo>
                  <a:lnTo>
                    <a:pt x="101228" y="130100"/>
                  </a:lnTo>
                  <a:lnTo>
                    <a:pt x="100821" y="129843"/>
                  </a:lnTo>
                  <a:lnTo>
                    <a:pt x="96950" y="131955"/>
                  </a:lnTo>
                  <a:lnTo>
                    <a:pt x="96161" y="130860"/>
                  </a:lnTo>
                  <a:lnTo>
                    <a:pt x="93890" y="127706"/>
                  </a:lnTo>
                  <a:lnTo>
                    <a:pt x="91335" y="126973"/>
                  </a:lnTo>
                  <a:lnTo>
                    <a:pt x="87696" y="122976"/>
                  </a:lnTo>
                  <a:lnTo>
                    <a:pt x="86251" y="120948"/>
                  </a:lnTo>
                  <a:lnTo>
                    <a:pt x="85274" y="119577"/>
                  </a:lnTo>
                  <a:lnTo>
                    <a:pt x="84066" y="117388"/>
                  </a:lnTo>
                  <a:lnTo>
                    <a:pt x="83557" y="116472"/>
                  </a:lnTo>
                  <a:lnTo>
                    <a:pt x="83324" y="116217"/>
                  </a:lnTo>
                  <a:lnTo>
                    <a:pt x="83059" y="115927"/>
                  </a:lnTo>
                  <a:lnTo>
                    <a:pt x="80461" y="113083"/>
                  </a:lnTo>
                  <a:lnTo>
                    <a:pt x="76896" y="109179"/>
                  </a:lnTo>
                  <a:lnTo>
                    <a:pt x="76553" y="108785"/>
                  </a:lnTo>
                  <a:lnTo>
                    <a:pt x="76353" y="108506"/>
                  </a:lnTo>
                  <a:lnTo>
                    <a:pt x="75723" y="107628"/>
                  </a:lnTo>
                  <a:lnTo>
                    <a:pt x="74832" y="106388"/>
                  </a:lnTo>
                  <a:lnTo>
                    <a:pt x="74566" y="106017"/>
                  </a:lnTo>
                  <a:lnTo>
                    <a:pt x="74077" y="105335"/>
                  </a:lnTo>
                  <a:lnTo>
                    <a:pt x="73578" y="104640"/>
                  </a:lnTo>
                  <a:lnTo>
                    <a:pt x="73105" y="104096"/>
                  </a:lnTo>
                  <a:lnTo>
                    <a:pt x="72379" y="103261"/>
                  </a:lnTo>
                  <a:lnTo>
                    <a:pt x="71453" y="101950"/>
                  </a:lnTo>
                  <a:lnTo>
                    <a:pt x="70615" y="100155"/>
                  </a:lnTo>
                  <a:lnTo>
                    <a:pt x="70465" y="99292"/>
                  </a:lnTo>
                  <a:lnTo>
                    <a:pt x="70225" y="97906"/>
                  </a:lnTo>
                  <a:lnTo>
                    <a:pt x="69817" y="95552"/>
                  </a:lnTo>
                  <a:lnTo>
                    <a:pt x="70495" y="94279"/>
                  </a:lnTo>
                  <a:lnTo>
                    <a:pt x="70907" y="93507"/>
                  </a:lnTo>
                  <a:lnTo>
                    <a:pt x="69631" y="94438"/>
                  </a:lnTo>
                  <a:lnTo>
                    <a:pt x="68766" y="95069"/>
                  </a:lnTo>
                  <a:lnTo>
                    <a:pt x="67372" y="97039"/>
                  </a:lnTo>
                  <a:lnTo>
                    <a:pt x="66375" y="99369"/>
                  </a:lnTo>
                  <a:lnTo>
                    <a:pt x="66085" y="101168"/>
                  </a:lnTo>
                  <a:lnTo>
                    <a:pt x="65465" y="101638"/>
                  </a:lnTo>
                  <a:lnTo>
                    <a:pt x="64467" y="102394"/>
                  </a:lnTo>
                  <a:lnTo>
                    <a:pt x="63871" y="102846"/>
                  </a:lnTo>
                  <a:lnTo>
                    <a:pt x="61597" y="104672"/>
                  </a:lnTo>
                  <a:lnTo>
                    <a:pt x="60859" y="105265"/>
                  </a:lnTo>
                  <a:lnTo>
                    <a:pt x="58813" y="103363"/>
                  </a:lnTo>
                  <a:lnTo>
                    <a:pt x="58287" y="102873"/>
                  </a:lnTo>
                  <a:lnTo>
                    <a:pt x="55131" y="100030"/>
                  </a:lnTo>
                  <a:lnTo>
                    <a:pt x="54523" y="99482"/>
                  </a:lnTo>
                  <a:lnTo>
                    <a:pt x="54681" y="99287"/>
                  </a:lnTo>
                  <a:lnTo>
                    <a:pt x="54965" y="98968"/>
                  </a:lnTo>
                  <a:lnTo>
                    <a:pt x="55143" y="98768"/>
                  </a:lnTo>
                  <a:lnTo>
                    <a:pt x="59059" y="94371"/>
                  </a:lnTo>
                  <a:lnTo>
                    <a:pt x="58877" y="94237"/>
                  </a:lnTo>
                  <a:lnTo>
                    <a:pt x="55097" y="91458"/>
                  </a:lnTo>
                  <a:lnTo>
                    <a:pt x="53796" y="90501"/>
                  </a:lnTo>
                  <a:lnTo>
                    <a:pt x="50095" y="87779"/>
                  </a:lnTo>
                  <a:lnTo>
                    <a:pt x="48109" y="86319"/>
                  </a:lnTo>
                  <a:lnTo>
                    <a:pt x="47682" y="86005"/>
                  </a:lnTo>
                  <a:lnTo>
                    <a:pt x="47401" y="85796"/>
                  </a:lnTo>
                  <a:lnTo>
                    <a:pt x="46645" y="85204"/>
                  </a:lnTo>
                  <a:lnTo>
                    <a:pt x="45946" y="84657"/>
                  </a:lnTo>
                  <a:lnTo>
                    <a:pt x="45150" y="84034"/>
                  </a:lnTo>
                  <a:lnTo>
                    <a:pt x="44478" y="83508"/>
                  </a:lnTo>
                  <a:lnTo>
                    <a:pt x="43397" y="82663"/>
                  </a:lnTo>
                  <a:lnTo>
                    <a:pt x="43122" y="82447"/>
                  </a:lnTo>
                  <a:lnTo>
                    <a:pt x="45052" y="80029"/>
                  </a:lnTo>
                  <a:lnTo>
                    <a:pt x="48625" y="75553"/>
                  </a:lnTo>
                  <a:lnTo>
                    <a:pt x="48434" y="75417"/>
                  </a:lnTo>
                  <a:lnTo>
                    <a:pt x="43265" y="71745"/>
                  </a:lnTo>
                  <a:lnTo>
                    <a:pt x="41997" y="70845"/>
                  </a:lnTo>
                  <a:lnTo>
                    <a:pt x="41869" y="70754"/>
                  </a:lnTo>
                  <a:lnTo>
                    <a:pt x="40798" y="69993"/>
                  </a:lnTo>
                  <a:lnTo>
                    <a:pt x="40251" y="69605"/>
                  </a:lnTo>
                  <a:lnTo>
                    <a:pt x="35888" y="66505"/>
                  </a:lnTo>
                  <a:lnTo>
                    <a:pt x="34921" y="65818"/>
                  </a:lnTo>
                  <a:lnTo>
                    <a:pt x="32016" y="63755"/>
                  </a:lnTo>
                  <a:lnTo>
                    <a:pt x="29988" y="62314"/>
                  </a:lnTo>
                  <a:lnTo>
                    <a:pt x="23856" y="57958"/>
                  </a:lnTo>
                  <a:lnTo>
                    <a:pt x="23549" y="57740"/>
                  </a:lnTo>
                  <a:lnTo>
                    <a:pt x="21148" y="56035"/>
                  </a:lnTo>
                  <a:lnTo>
                    <a:pt x="17594" y="53510"/>
                  </a:lnTo>
                  <a:lnTo>
                    <a:pt x="7938" y="46651"/>
                  </a:lnTo>
                  <a:lnTo>
                    <a:pt x="7269" y="46176"/>
                  </a:lnTo>
                  <a:lnTo>
                    <a:pt x="5349" y="44890"/>
                  </a:lnTo>
                  <a:lnTo>
                    <a:pt x="218" y="41452"/>
                  </a:lnTo>
                  <a:lnTo>
                    <a:pt x="0" y="41306"/>
                  </a:lnTo>
                  <a:lnTo>
                    <a:pt x="420" y="40681"/>
                  </a:lnTo>
                  <a:lnTo>
                    <a:pt x="549" y="40488"/>
                  </a:lnTo>
                  <a:lnTo>
                    <a:pt x="1168" y="39567"/>
                  </a:lnTo>
                  <a:lnTo>
                    <a:pt x="2945" y="36922"/>
                  </a:lnTo>
                  <a:lnTo>
                    <a:pt x="4238" y="34997"/>
                  </a:lnTo>
                  <a:lnTo>
                    <a:pt x="7907" y="29536"/>
                  </a:lnTo>
                  <a:lnTo>
                    <a:pt x="11253" y="24557"/>
                  </a:lnTo>
                  <a:lnTo>
                    <a:pt x="11603" y="24036"/>
                  </a:lnTo>
                  <a:lnTo>
                    <a:pt x="12267" y="23182"/>
                  </a:lnTo>
                  <a:lnTo>
                    <a:pt x="13945" y="21023"/>
                  </a:lnTo>
                  <a:lnTo>
                    <a:pt x="15344" y="19225"/>
                  </a:lnTo>
                  <a:lnTo>
                    <a:pt x="16825" y="18049"/>
                  </a:lnTo>
                  <a:lnTo>
                    <a:pt x="17071" y="17854"/>
                  </a:lnTo>
                  <a:lnTo>
                    <a:pt x="19058" y="16276"/>
                  </a:lnTo>
                  <a:lnTo>
                    <a:pt x="22673" y="14237"/>
                  </a:lnTo>
                  <a:lnTo>
                    <a:pt x="25256" y="12781"/>
                  </a:lnTo>
                  <a:lnTo>
                    <a:pt x="27323" y="11930"/>
                  </a:lnTo>
                  <a:lnTo>
                    <a:pt x="30741" y="10524"/>
                  </a:lnTo>
                  <a:lnTo>
                    <a:pt x="37367" y="8776"/>
                  </a:lnTo>
                  <a:lnTo>
                    <a:pt x="42677" y="7203"/>
                  </a:lnTo>
                  <a:lnTo>
                    <a:pt x="44592" y="6636"/>
                  </a:lnTo>
                  <a:lnTo>
                    <a:pt x="49977" y="5036"/>
                  </a:lnTo>
                  <a:lnTo>
                    <a:pt x="55825" y="2880"/>
                  </a:lnTo>
                  <a:lnTo>
                    <a:pt x="58597" y="1858"/>
                  </a:lnTo>
                  <a:lnTo>
                    <a:pt x="58754" y="1792"/>
                  </a:lnTo>
                  <a:lnTo>
                    <a:pt x="61294" y="730"/>
                  </a:lnTo>
                  <a:lnTo>
                    <a:pt x="62559" y="201"/>
                  </a:lnTo>
                  <a:lnTo>
                    <a:pt x="63042" y="0"/>
                  </a:lnTo>
                  <a:lnTo>
                    <a:pt x="63500" y="370"/>
                  </a:lnTo>
                  <a:lnTo>
                    <a:pt x="65804" y="2232"/>
                  </a:lnTo>
                  <a:lnTo>
                    <a:pt x="66847" y="3076"/>
                  </a:lnTo>
                  <a:lnTo>
                    <a:pt x="71808" y="7086"/>
                  </a:lnTo>
                  <a:lnTo>
                    <a:pt x="72537" y="7675"/>
                  </a:lnTo>
                  <a:lnTo>
                    <a:pt x="72924" y="7988"/>
                  </a:lnTo>
                  <a:lnTo>
                    <a:pt x="73479" y="8437"/>
                  </a:lnTo>
                  <a:lnTo>
                    <a:pt x="73654" y="8578"/>
                  </a:lnTo>
                  <a:lnTo>
                    <a:pt x="74327" y="9191"/>
                  </a:lnTo>
                  <a:lnTo>
                    <a:pt x="75043" y="9843"/>
                  </a:lnTo>
                  <a:lnTo>
                    <a:pt x="76274" y="10962"/>
                  </a:lnTo>
                  <a:lnTo>
                    <a:pt x="79687" y="14068"/>
                  </a:lnTo>
                  <a:lnTo>
                    <a:pt x="79933" y="14277"/>
                  </a:lnTo>
                  <a:lnTo>
                    <a:pt x="81054" y="15228"/>
                  </a:lnTo>
                  <a:lnTo>
                    <a:pt x="81770" y="15836"/>
                  </a:lnTo>
                  <a:lnTo>
                    <a:pt x="82712" y="16636"/>
                  </a:lnTo>
                  <a:lnTo>
                    <a:pt x="84909" y="18501"/>
                  </a:lnTo>
                  <a:lnTo>
                    <a:pt x="85146" y="18702"/>
                  </a:lnTo>
                  <a:lnTo>
                    <a:pt x="85808" y="19263"/>
                  </a:lnTo>
                  <a:lnTo>
                    <a:pt x="87552" y="20744"/>
                  </a:lnTo>
                  <a:lnTo>
                    <a:pt x="88080" y="22026"/>
                  </a:lnTo>
                  <a:lnTo>
                    <a:pt x="88107" y="22220"/>
                  </a:lnTo>
                  <a:lnTo>
                    <a:pt x="88240" y="23146"/>
                  </a:lnTo>
                  <a:lnTo>
                    <a:pt x="88292" y="23509"/>
                  </a:lnTo>
                  <a:lnTo>
                    <a:pt x="88334" y="23684"/>
                  </a:lnTo>
                  <a:lnTo>
                    <a:pt x="88447" y="24154"/>
                  </a:lnTo>
                  <a:lnTo>
                    <a:pt x="88507" y="24402"/>
                  </a:lnTo>
                  <a:lnTo>
                    <a:pt x="88823" y="25715"/>
                  </a:lnTo>
                  <a:lnTo>
                    <a:pt x="88909" y="26072"/>
                  </a:lnTo>
                  <a:lnTo>
                    <a:pt x="88460" y="27912"/>
                  </a:lnTo>
                  <a:lnTo>
                    <a:pt x="88200" y="28972"/>
                  </a:lnTo>
                  <a:lnTo>
                    <a:pt x="87557" y="29914"/>
                  </a:lnTo>
                  <a:lnTo>
                    <a:pt x="87228" y="30395"/>
                  </a:lnTo>
                  <a:lnTo>
                    <a:pt x="85423" y="33034"/>
                  </a:lnTo>
                  <a:lnTo>
                    <a:pt x="82915" y="36703"/>
                  </a:lnTo>
                  <a:lnTo>
                    <a:pt x="79996" y="40972"/>
                  </a:lnTo>
                  <a:lnTo>
                    <a:pt x="74806" y="48700"/>
                  </a:lnTo>
                  <a:lnTo>
                    <a:pt x="70559" y="55022"/>
                  </a:lnTo>
                  <a:lnTo>
                    <a:pt x="66692" y="60596"/>
                  </a:lnTo>
                  <a:lnTo>
                    <a:pt x="69940" y="61452"/>
                  </a:lnTo>
                  <a:lnTo>
                    <a:pt x="70386" y="61610"/>
                  </a:lnTo>
                  <a:lnTo>
                    <a:pt x="71682" y="62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79357" y="3563044"/>
              <a:ext cx="199411" cy="164776"/>
            </a:xfrm>
            <a:custGeom>
              <a:avLst/>
              <a:pathLst>
                <a:path w="199411" h="164776">
                  <a:moveTo>
                    <a:pt x="111342" y="35731"/>
                  </a:moveTo>
                  <a:lnTo>
                    <a:pt x="112336" y="39367"/>
                  </a:lnTo>
                  <a:lnTo>
                    <a:pt x="117188" y="38018"/>
                  </a:lnTo>
                  <a:lnTo>
                    <a:pt x="117276" y="38302"/>
                  </a:lnTo>
                  <a:lnTo>
                    <a:pt x="119129" y="44256"/>
                  </a:lnTo>
                  <a:lnTo>
                    <a:pt x="119434" y="44492"/>
                  </a:lnTo>
                  <a:lnTo>
                    <a:pt x="120084" y="44996"/>
                  </a:lnTo>
                  <a:lnTo>
                    <a:pt x="124508" y="48428"/>
                  </a:lnTo>
                  <a:lnTo>
                    <a:pt x="125147" y="48924"/>
                  </a:lnTo>
                  <a:lnTo>
                    <a:pt x="124901" y="49119"/>
                  </a:lnTo>
                  <a:lnTo>
                    <a:pt x="123420" y="50295"/>
                  </a:lnTo>
                  <a:lnTo>
                    <a:pt x="122021" y="52094"/>
                  </a:lnTo>
                  <a:lnTo>
                    <a:pt x="120343" y="54252"/>
                  </a:lnTo>
                  <a:lnTo>
                    <a:pt x="119679" y="55106"/>
                  </a:lnTo>
                  <a:lnTo>
                    <a:pt x="119329" y="55627"/>
                  </a:lnTo>
                  <a:lnTo>
                    <a:pt x="115983" y="60607"/>
                  </a:lnTo>
                  <a:lnTo>
                    <a:pt x="112314" y="66068"/>
                  </a:lnTo>
                  <a:lnTo>
                    <a:pt x="111021" y="67993"/>
                  </a:lnTo>
                  <a:lnTo>
                    <a:pt x="109244" y="70637"/>
                  </a:lnTo>
                  <a:lnTo>
                    <a:pt x="108590" y="71611"/>
                  </a:lnTo>
                  <a:lnTo>
                    <a:pt x="108496" y="71751"/>
                  </a:lnTo>
                  <a:lnTo>
                    <a:pt x="108076" y="72376"/>
                  </a:lnTo>
                  <a:lnTo>
                    <a:pt x="108294" y="72523"/>
                  </a:lnTo>
                  <a:lnTo>
                    <a:pt x="113425" y="75960"/>
                  </a:lnTo>
                  <a:lnTo>
                    <a:pt x="115345" y="77246"/>
                  </a:lnTo>
                  <a:lnTo>
                    <a:pt x="116024" y="77728"/>
                  </a:lnTo>
                  <a:lnTo>
                    <a:pt x="125670" y="84580"/>
                  </a:lnTo>
                  <a:lnTo>
                    <a:pt x="129225" y="87105"/>
                  </a:lnTo>
                  <a:lnTo>
                    <a:pt x="131625" y="88810"/>
                  </a:lnTo>
                  <a:lnTo>
                    <a:pt x="131932" y="89029"/>
                  </a:lnTo>
                  <a:lnTo>
                    <a:pt x="138064" y="93385"/>
                  </a:lnTo>
                  <a:lnTo>
                    <a:pt x="140092" y="94825"/>
                  </a:lnTo>
                  <a:lnTo>
                    <a:pt x="142997" y="96889"/>
                  </a:lnTo>
                  <a:lnTo>
                    <a:pt x="143964" y="97575"/>
                  </a:lnTo>
                  <a:lnTo>
                    <a:pt x="148327" y="100675"/>
                  </a:lnTo>
                  <a:lnTo>
                    <a:pt x="148874" y="101063"/>
                  </a:lnTo>
                  <a:lnTo>
                    <a:pt x="149945" y="101824"/>
                  </a:lnTo>
                  <a:lnTo>
                    <a:pt x="150073" y="101915"/>
                  </a:lnTo>
                  <a:lnTo>
                    <a:pt x="151341" y="102816"/>
                  </a:lnTo>
                  <a:lnTo>
                    <a:pt x="156510" y="106488"/>
                  </a:lnTo>
                  <a:lnTo>
                    <a:pt x="156635" y="106707"/>
                  </a:lnTo>
                  <a:lnTo>
                    <a:pt x="153128" y="111099"/>
                  </a:lnTo>
                  <a:lnTo>
                    <a:pt x="151311" y="113606"/>
                  </a:lnTo>
                  <a:lnTo>
                    <a:pt x="151527" y="113775"/>
                  </a:lnTo>
                  <a:lnTo>
                    <a:pt x="152554" y="114578"/>
                  </a:lnTo>
                  <a:lnTo>
                    <a:pt x="153226" y="115105"/>
                  </a:lnTo>
                  <a:lnTo>
                    <a:pt x="154023" y="115728"/>
                  </a:lnTo>
                  <a:lnTo>
                    <a:pt x="154746" y="116294"/>
                  </a:lnTo>
                  <a:lnTo>
                    <a:pt x="155542" y="116916"/>
                  </a:lnTo>
                  <a:lnTo>
                    <a:pt x="155758" y="117075"/>
                  </a:lnTo>
                  <a:lnTo>
                    <a:pt x="156185" y="117389"/>
                  </a:lnTo>
                  <a:lnTo>
                    <a:pt x="158171" y="118849"/>
                  </a:lnTo>
                  <a:lnTo>
                    <a:pt x="161872" y="121571"/>
                  </a:lnTo>
                  <a:lnTo>
                    <a:pt x="163174" y="122528"/>
                  </a:lnTo>
                  <a:lnTo>
                    <a:pt x="166964" y="125315"/>
                  </a:lnTo>
                  <a:lnTo>
                    <a:pt x="167089" y="125493"/>
                  </a:lnTo>
                  <a:lnTo>
                    <a:pt x="163219" y="129839"/>
                  </a:lnTo>
                  <a:lnTo>
                    <a:pt x="163041" y="130038"/>
                  </a:lnTo>
                  <a:lnTo>
                    <a:pt x="162757" y="130357"/>
                  </a:lnTo>
                  <a:lnTo>
                    <a:pt x="162599" y="130552"/>
                  </a:lnTo>
                  <a:lnTo>
                    <a:pt x="163207" y="131100"/>
                  </a:lnTo>
                  <a:lnTo>
                    <a:pt x="166363" y="133943"/>
                  </a:lnTo>
                  <a:lnTo>
                    <a:pt x="166890" y="134433"/>
                  </a:lnTo>
                  <a:lnTo>
                    <a:pt x="168935" y="136335"/>
                  </a:lnTo>
                  <a:lnTo>
                    <a:pt x="169673" y="135743"/>
                  </a:lnTo>
                  <a:lnTo>
                    <a:pt x="171947" y="133916"/>
                  </a:lnTo>
                  <a:lnTo>
                    <a:pt x="172543" y="133464"/>
                  </a:lnTo>
                  <a:lnTo>
                    <a:pt x="173541" y="132708"/>
                  </a:lnTo>
                  <a:lnTo>
                    <a:pt x="174176" y="132212"/>
                  </a:lnTo>
                  <a:lnTo>
                    <a:pt x="174497" y="130332"/>
                  </a:lnTo>
                  <a:lnTo>
                    <a:pt x="175449" y="128109"/>
                  </a:lnTo>
                  <a:lnTo>
                    <a:pt x="176842" y="126139"/>
                  </a:lnTo>
                  <a:lnTo>
                    <a:pt x="177707" y="125508"/>
                  </a:lnTo>
                  <a:lnTo>
                    <a:pt x="178983" y="124577"/>
                  </a:lnTo>
                  <a:lnTo>
                    <a:pt x="178572" y="125349"/>
                  </a:lnTo>
                  <a:lnTo>
                    <a:pt x="177893" y="126623"/>
                  </a:lnTo>
                  <a:lnTo>
                    <a:pt x="178301" y="128976"/>
                  </a:lnTo>
                  <a:lnTo>
                    <a:pt x="178541" y="130362"/>
                  </a:lnTo>
                  <a:lnTo>
                    <a:pt x="178691" y="131225"/>
                  </a:lnTo>
                  <a:lnTo>
                    <a:pt x="179529" y="133020"/>
                  </a:lnTo>
                  <a:lnTo>
                    <a:pt x="180455" y="134331"/>
                  </a:lnTo>
                  <a:lnTo>
                    <a:pt x="181181" y="135166"/>
                  </a:lnTo>
                  <a:lnTo>
                    <a:pt x="181655" y="135711"/>
                  </a:lnTo>
                  <a:lnTo>
                    <a:pt x="182153" y="136405"/>
                  </a:lnTo>
                  <a:lnTo>
                    <a:pt x="182642" y="137087"/>
                  </a:lnTo>
                  <a:lnTo>
                    <a:pt x="182909" y="137458"/>
                  </a:lnTo>
                  <a:lnTo>
                    <a:pt x="183799" y="138699"/>
                  </a:lnTo>
                  <a:lnTo>
                    <a:pt x="184429" y="139576"/>
                  </a:lnTo>
                  <a:lnTo>
                    <a:pt x="184692" y="139944"/>
                  </a:lnTo>
                  <a:lnTo>
                    <a:pt x="184972" y="140250"/>
                  </a:lnTo>
                  <a:lnTo>
                    <a:pt x="188537" y="144153"/>
                  </a:lnTo>
                  <a:lnTo>
                    <a:pt x="191136" y="146998"/>
                  </a:lnTo>
                  <a:lnTo>
                    <a:pt x="191401" y="147288"/>
                  </a:lnTo>
                  <a:lnTo>
                    <a:pt x="191642" y="147552"/>
                  </a:lnTo>
                  <a:lnTo>
                    <a:pt x="192142" y="148458"/>
                  </a:lnTo>
                  <a:lnTo>
                    <a:pt x="193350" y="150647"/>
                  </a:lnTo>
                  <a:lnTo>
                    <a:pt x="194327" y="152018"/>
                  </a:lnTo>
                  <a:lnTo>
                    <a:pt x="195858" y="154139"/>
                  </a:lnTo>
                  <a:lnTo>
                    <a:pt x="199411" y="158043"/>
                  </a:lnTo>
                  <a:lnTo>
                    <a:pt x="196586" y="160837"/>
                  </a:lnTo>
                  <a:lnTo>
                    <a:pt x="195618" y="161795"/>
                  </a:lnTo>
                  <a:lnTo>
                    <a:pt x="194270" y="163101"/>
                  </a:lnTo>
                  <a:lnTo>
                    <a:pt x="191887" y="164776"/>
                  </a:lnTo>
                  <a:lnTo>
                    <a:pt x="189618" y="163453"/>
                  </a:lnTo>
                  <a:lnTo>
                    <a:pt x="188593" y="162998"/>
                  </a:lnTo>
                  <a:lnTo>
                    <a:pt x="187225" y="162940"/>
                  </a:lnTo>
                  <a:lnTo>
                    <a:pt x="185801" y="163784"/>
                  </a:lnTo>
                  <a:lnTo>
                    <a:pt x="184860" y="164746"/>
                  </a:lnTo>
                  <a:lnTo>
                    <a:pt x="183227" y="164716"/>
                  </a:lnTo>
                  <a:lnTo>
                    <a:pt x="180677" y="162362"/>
                  </a:lnTo>
                  <a:lnTo>
                    <a:pt x="179548" y="161066"/>
                  </a:lnTo>
                  <a:lnTo>
                    <a:pt x="179324" y="160809"/>
                  </a:lnTo>
                  <a:lnTo>
                    <a:pt x="178208" y="159377"/>
                  </a:lnTo>
                  <a:lnTo>
                    <a:pt x="177876" y="158731"/>
                  </a:lnTo>
                  <a:lnTo>
                    <a:pt x="178005" y="157499"/>
                  </a:lnTo>
                  <a:lnTo>
                    <a:pt x="177586" y="157494"/>
                  </a:lnTo>
                  <a:lnTo>
                    <a:pt x="176375" y="157479"/>
                  </a:lnTo>
                  <a:lnTo>
                    <a:pt x="175516" y="157376"/>
                  </a:lnTo>
                  <a:lnTo>
                    <a:pt x="173884" y="157179"/>
                  </a:lnTo>
                  <a:lnTo>
                    <a:pt x="171452" y="156885"/>
                  </a:lnTo>
                  <a:lnTo>
                    <a:pt x="170704" y="156795"/>
                  </a:lnTo>
                  <a:lnTo>
                    <a:pt x="169009" y="156693"/>
                  </a:lnTo>
                  <a:lnTo>
                    <a:pt x="168469" y="156533"/>
                  </a:lnTo>
                  <a:lnTo>
                    <a:pt x="165853" y="155759"/>
                  </a:lnTo>
                  <a:lnTo>
                    <a:pt x="163694" y="155370"/>
                  </a:lnTo>
                  <a:lnTo>
                    <a:pt x="160578" y="154678"/>
                  </a:lnTo>
                  <a:lnTo>
                    <a:pt x="159588" y="154458"/>
                  </a:lnTo>
                  <a:lnTo>
                    <a:pt x="156619" y="154118"/>
                  </a:lnTo>
                  <a:lnTo>
                    <a:pt x="155535" y="154168"/>
                  </a:lnTo>
                  <a:lnTo>
                    <a:pt x="153480" y="154264"/>
                  </a:lnTo>
                  <a:lnTo>
                    <a:pt x="148543" y="154494"/>
                  </a:lnTo>
                  <a:lnTo>
                    <a:pt x="146890" y="154028"/>
                  </a:lnTo>
                  <a:lnTo>
                    <a:pt x="146854" y="152836"/>
                  </a:lnTo>
                  <a:lnTo>
                    <a:pt x="146455" y="150855"/>
                  </a:lnTo>
                  <a:lnTo>
                    <a:pt x="143528" y="145359"/>
                  </a:lnTo>
                  <a:lnTo>
                    <a:pt x="142548" y="145286"/>
                  </a:lnTo>
                  <a:lnTo>
                    <a:pt x="140595" y="145140"/>
                  </a:lnTo>
                  <a:lnTo>
                    <a:pt x="139366" y="145049"/>
                  </a:lnTo>
                  <a:lnTo>
                    <a:pt x="137319" y="144540"/>
                  </a:lnTo>
                  <a:lnTo>
                    <a:pt x="133722" y="143151"/>
                  </a:lnTo>
                  <a:lnTo>
                    <a:pt x="133590" y="142300"/>
                  </a:lnTo>
                  <a:lnTo>
                    <a:pt x="133124" y="140068"/>
                  </a:lnTo>
                  <a:lnTo>
                    <a:pt x="132747" y="138866"/>
                  </a:lnTo>
                  <a:lnTo>
                    <a:pt x="132611" y="138433"/>
                  </a:lnTo>
                  <a:lnTo>
                    <a:pt x="134019" y="136331"/>
                  </a:lnTo>
                  <a:lnTo>
                    <a:pt x="132102" y="132533"/>
                  </a:lnTo>
                  <a:lnTo>
                    <a:pt x="132003" y="132336"/>
                  </a:lnTo>
                  <a:lnTo>
                    <a:pt x="131141" y="130628"/>
                  </a:lnTo>
                  <a:lnTo>
                    <a:pt x="128123" y="131254"/>
                  </a:lnTo>
                  <a:lnTo>
                    <a:pt x="127778" y="131326"/>
                  </a:lnTo>
                  <a:lnTo>
                    <a:pt x="127923" y="132467"/>
                  </a:lnTo>
                  <a:lnTo>
                    <a:pt x="127978" y="132899"/>
                  </a:lnTo>
                  <a:lnTo>
                    <a:pt x="125682" y="133307"/>
                  </a:lnTo>
                  <a:lnTo>
                    <a:pt x="125633" y="133079"/>
                  </a:lnTo>
                  <a:lnTo>
                    <a:pt x="125430" y="132130"/>
                  </a:lnTo>
                  <a:lnTo>
                    <a:pt x="124837" y="129362"/>
                  </a:lnTo>
                  <a:lnTo>
                    <a:pt x="123685" y="123986"/>
                  </a:lnTo>
                  <a:lnTo>
                    <a:pt x="122867" y="124072"/>
                  </a:lnTo>
                  <a:lnTo>
                    <a:pt x="122369" y="124125"/>
                  </a:lnTo>
                  <a:lnTo>
                    <a:pt x="117264" y="124808"/>
                  </a:lnTo>
                  <a:lnTo>
                    <a:pt x="114378" y="125195"/>
                  </a:lnTo>
                  <a:lnTo>
                    <a:pt x="114193" y="125220"/>
                  </a:lnTo>
                  <a:lnTo>
                    <a:pt x="112298" y="125473"/>
                  </a:lnTo>
                  <a:lnTo>
                    <a:pt x="111824" y="126171"/>
                  </a:lnTo>
                  <a:lnTo>
                    <a:pt x="111452" y="126719"/>
                  </a:lnTo>
                  <a:lnTo>
                    <a:pt x="111039" y="127328"/>
                  </a:lnTo>
                  <a:lnTo>
                    <a:pt x="110479" y="128153"/>
                  </a:lnTo>
                  <a:lnTo>
                    <a:pt x="99947" y="120946"/>
                  </a:lnTo>
                  <a:lnTo>
                    <a:pt x="97322" y="119150"/>
                  </a:lnTo>
                  <a:lnTo>
                    <a:pt x="90431" y="114435"/>
                  </a:lnTo>
                  <a:lnTo>
                    <a:pt x="83300" y="109556"/>
                  </a:lnTo>
                  <a:lnTo>
                    <a:pt x="75339" y="104108"/>
                  </a:lnTo>
                  <a:lnTo>
                    <a:pt x="69336" y="100001"/>
                  </a:lnTo>
                  <a:lnTo>
                    <a:pt x="65723" y="97528"/>
                  </a:lnTo>
                  <a:lnTo>
                    <a:pt x="62741" y="95488"/>
                  </a:lnTo>
                  <a:lnTo>
                    <a:pt x="51123" y="87538"/>
                  </a:lnTo>
                  <a:lnTo>
                    <a:pt x="47200" y="84854"/>
                  </a:lnTo>
                  <a:lnTo>
                    <a:pt x="46648" y="84476"/>
                  </a:lnTo>
                  <a:lnTo>
                    <a:pt x="30916" y="73711"/>
                  </a:lnTo>
                  <a:lnTo>
                    <a:pt x="29746" y="72911"/>
                  </a:lnTo>
                  <a:lnTo>
                    <a:pt x="28840" y="72291"/>
                  </a:lnTo>
                  <a:lnTo>
                    <a:pt x="10709" y="59885"/>
                  </a:lnTo>
                  <a:lnTo>
                    <a:pt x="313" y="52771"/>
                  </a:lnTo>
                  <a:lnTo>
                    <a:pt x="0" y="52557"/>
                  </a:lnTo>
                  <a:lnTo>
                    <a:pt x="343" y="52016"/>
                  </a:lnTo>
                  <a:lnTo>
                    <a:pt x="483" y="51794"/>
                  </a:lnTo>
                  <a:lnTo>
                    <a:pt x="863" y="51230"/>
                  </a:lnTo>
                  <a:lnTo>
                    <a:pt x="1141" y="50819"/>
                  </a:lnTo>
                  <a:lnTo>
                    <a:pt x="3196" y="47772"/>
                  </a:lnTo>
                  <a:lnTo>
                    <a:pt x="4426" y="45948"/>
                  </a:lnTo>
                  <a:lnTo>
                    <a:pt x="4715" y="45520"/>
                  </a:lnTo>
                  <a:lnTo>
                    <a:pt x="4829" y="45350"/>
                  </a:lnTo>
                  <a:lnTo>
                    <a:pt x="5073" y="44990"/>
                  </a:lnTo>
                  <a:lnTo>
                    <a:pt x="5335" y="44601"/>
                  </a:lnTo>
                  <a:lnTo>
                    <a:pt x="5430" y="44460"/>
                  </a:lnTo>
                  <a:lnTo>
                    <a:pt x="6352" y="43093"/>
                  </a:lnTo>
                  <a:lnTo>
                    <a:pt x="7547" y="41321"/>
                  </a:lnTo>
                  <a:lnTo>
                    <a:pt x="13096" y="34753"/>
                  </a:lnTo>
                  <a:lnTo>
                    <a:pt x="13600" y="34163"/>
                  </a:lnTo>
                  <a:lnTo>
                    <a:pt x="15241" y="32384"/>
                  </a:lnTo>
                  <a:lnTo>
                    <a:pt x="16626" y="30883"/>
                  </a:lnTo>
                  <a:lnTo>
                    <a:pt x="18993" y="28316"/>
                  </a:lnTo>
                  <a:lnTo>
                    <a:pt x="22451" y="25121"/>
                  </a:lnTo>
                  <a:lnTo>
                    <a:pt x="23977" y="24334"/>
                  </a:lnTo>
                  <a:lnTo>
                    <a:pt x="27387" y="22575"/>
                  </a:lnTo>
                  <a:lnTo>
                    <a:pt x="31187" y="20902"/>
                  </a:lnTo>
                  <a:lnTo>
                    <a:pt x="35105" y="19177"/>
                  </a:lnTo>
                  <a:lnTo>
                    <a:pt x="38707" y="17815"/>
                  </a:lnTo>
                  <a:lnTo>
                    <a:pt x="39439" y="17539"/>
                  </a:lnTo>
                  <a:lnTo>
                    <a:pt x="40639" y="17173"/>
                  </a:lnTo>
                  <a:lnTo>
                    <a:pt x="42823" y="16507"/>
                  </a:lnTo>
                  <a:lnTo>
                    <a:pt x="52823" y="13831"/>
                  </a:lnTo>
                  <a:lnTo>
                    <a:pt x="53662" y="13606"/>
                  </a:lnTo>
                  <a:lnTo>
                    <a:pt x="54247" y="13450"/>
                  </a:lnTo>
                  <a:lnTo>
                    <a:pt x="56835" y="12757"/>
                  </a:lnTo>
                  <a:lnTo>
                    <a:pt x="69258" y="9156"/>
                  </a:lnTo>
                  <a:lnTo>
                    <a:pt x="70872" y="8689"/>
                  </a:lnTo>
                  <a:lnTo>
                    <a:pt x="71944" y="8378"/>
                  </a:lnTo>
                  <a:lnTo>
                    <a:pt x="72863" y="8112"/>
                  </a:lnTo>
                  <a:lnTo>
                    <a:pt x="73209" y="8011"/>
                  </a:lnTo>
                  <a:lnTo>
                    <a:pt x="74679" y="7599"/>
                  </a:lnTo>
                  <a:lnTo>
                    <a:pt x="97490" y="1208"/>
                  </a:lnTo>
                  <a:lnTo>
                    <a:pt x="101564" y="66"/>
                  </a:lnTo>
                  <a:lnTo>
                    <a:pt x="101801" y="0"/>
                  </a:lnTo>
                  <a:lnTo>
                    <a:pt x="104672" y="10720"/>
                  </a:lnTo>
                  <a:lnTo>
                    <a:pt x="104861" y="11424"/>
                  </a:lnTo>
                  <a:lnTo>
                    <a:pt x="104895" y="11552"/>
                  </a:lnTo>
                  <a:lnTo>
                    <a:pt x="105202" y="12698"/>
                  </a:lnTo>
                  <a:lnTo>
                    <a:pt x="106573" y="17818"/>
                  </a:lnTo>
                  <a:lnTo>
                    <a:pt x="106726" y="18389"/>
                  </a:lnTo>
                  <a:lnTo>
                    <a:pt x="108442" y="24797"/>
                  </a:lnTo>
                  <a:lnTo>
                    <a:pt x="108572" y="25282"/>
                  </a:lnTo>
                  <a:lnTo>
                    <a:pt x="108683" y="25695"/>
                  </a:lnTo>
                  <a:lnTo>
                    <a:pt x="110347" y="31910"/>
                  </a:lnTo>
                  <a:lnTo>
                    <a:pt x="110510" y="32520"/>
                  </a:lnTo>
                  <a:lnTo>
                    <a:pt x="110587" y="3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916893" y="3717764"/>
              <a:ext cx="203621" cy="154988"/>
            </a:xfrm>
            <a:custGeom>
              <a:avLst/>
              <a:pathLst>
                <a:path w="203621" h="154988">
                  <a:moveTo>
                    <a:pt x="199893" y="79917"/>
                  </a:moveTo>
                  <a:lnTo>
                    <a:pt x="199834" y="84101"/>
                  </a:lnTo>
                  <a:lnTo>
                    <a:pt x="200689" y="88179"/>
                  </a:lnTo>
                  <a:lnTo>
                    <a:pt x="201829" y="91237"/>
                  </a:lnTo>
                  <a:lnTo>
                    <a:pt x="202541" y="94150"/>
                  </a:lnTo>
                  <a:lnTo>
                    <a:pt x="202481" y="101934"/>
                  </a:lnTo>
                  <a:lnTo>
                    <a:pt x="201626" y="104750"/>
                  </a:lnTo>
                  <a:lnTo>
                    <a:pt x="200458" y="108661"/>
                  </a:lnTo>
                  <a:lnTo>
                    <a:pt x="201068" y="109021"/>
                  </a:lnTo>
                  <a:lnTo>
                    <a:pt x="203621" y="110527"/>
                  </a:lnTo>
                  <a:lnTo>
                    <a:pt x="203296" y="111357"/>
                  </a:lnTo>
                  <a:lnTo>
                    <a:pt x="200390" y="118756"/>
                  </a:lnTo>
                  <a:lnTo>
                    <a:pt x="196603" y="117656"/>
                  </a:lnTo>
                  <a:lnTo>
                    <a:pt x="196200" y="118595"/>
                  </a:lnTo>
                  <a:lnTo>
                    <a:pt x="195290" y="120544"/>
                  </a:lnTo>
                  <a:lnTo>
                    <a:pt x="194915" y="121347"/>
                  </a:lnTo>
                  <a:lnTo>
                    <a:pt x="198623" y="123241"/>
                  </a:lnTo>
                  <a:lnTo>
                    <a:pt x="198110" y="124290"/>
                  </a:lnTo>
                  <a:lnTo>
                    <a:pt x="194259" y="122752"/>
                  </a:lnTo>
                  <a:lnTo>
                    <a:pt x="193208" y="125003"/>
                  </a:lnTo>
                  <a:lnTo>
                    <a:pt x="192817" y="126171"/>
                  </a:lnTo>
                  <a:lnTo>
                    <a:pt x="193690" y="131171"/>
                  </a:lnTo>
                  <a:lnTo>
                    <a:pt x="197198" y="132912"/>
                  </a:lnTo>
                  <a:lnTo>
                    <a:pt x="196685" y="134718"/>
                  </a:lnTo>
                  <a:lnTo>
                    <a:pt x="190412" y="133347"/>
                  </a:lnTo>
                  <a:lnTo>
                    <a:pt x="189646" y="135635"/>
                  </a:lnTo>
                  <a:lnTo>
                    <a:pt x="186746" y="138752"/>
                  </a:lnTo>
                  <a:lnTo>
                    <a:pt x="189121" y="146034"/>
                  </a:lnTo>
                  <a:lnTo>
                    <a:pt x="182696" y="146274"/>
                  </a:lnTo>
                  <a:lnTo>
                    <a:pt x="184273" y="154988"/>
                  </a:lnTo>
                  <a:lnTo>
                    <a:pt x="174104" y="154913"/>
                  </a:lnTo>
                  <a:lnTo>
                    <a:pt x="171775" y="147522"/>
                  </a:lnTo>
                  <a:lnTo>
                    <a:pt x="170378" y="144358"/>
                  </a:lnTo>
                  <a:lnTo>
                    <a:pt x="158893" y="142989"/>
                  </a:lnTo>
                  <a:lnTo>
                    <a:pt x="146165" y="143765"/>
                  </a:lnTo>
                  <a:lnTo>
                    <a:pt x="134006" y="145707"/>
                  </a:lnTo>
                  <a:lnTo>
                    <a:pt x="128876" y="148426"/>
                  </a:lnTo>
                  <a:lnTo>
                    <a:pt x="124127" y="150950"/>
                  </a:lnTo>
                  <a:lnTo>
                    <a:pt x="124127" y="145125"/>
                  </a:lnTo>
                  <a:lnTo>
                    <a:pt x="115388" y="137163"/>
                  </a:lnTo>
                  <a:lnTo>
                    <a:pt x="110123" y="133344"/>
                  </a:lnTo>
                  <a:lnTo>
                    <a:pt x="98566" y="126658"/>
                  </a:lnTo>
                  <a:lnTo>
                    <a:pt x="98594" y="126498"/>
                  </a:lnTo>
                  <a:lnTo>
                    <a:pt x="99626" y="120704"/>
                  </a:lnTo>
                  <a:lnTo>
                    <a:pt x="99695" y="120320"/>
                  </a:lnTo>
                  <a:lnTo>
                    <a:pt x="98952" y="113042"/>
                  </a:lnTo>
                  <a:lnTo>
                    <a:pt x="98919" y="112721"/>
                  </a:lnTo>
                  <a:lnTo>
                    <a:pt x="99728" y="110725"/>
                  </a:lnTo>
                  <a:lnTo>
                    <a:pt x="104767" y="101237"/>
                  </a:lnTo>
                  <a:lnTo>
                    <a:pt x="104901" y="100984"/>
                  </a:lnTo>
                  <a:lnTo>
                    <a:pt x="104490" y="100673"/>
                  </a:lnTo>
                  <a:lnTo>
                    <a:pt x="100293" y="97739"/>
                  </a:lnTo>
                  <a:lnTo>
                    <a:pt x="97012" y="95351"/>
                  </a:lnTo>
                  <a:lnTo>
                    <a:pt x="96069" y="94664"/>
                  </a:lnTo>
                  <a:lnTo>
                    <a:pt x="94602" y="94142"/>
                  </a:lnTo>
                  <a:lnTo>
                    <a:pt x="90892" y="92820"/>
                  </a:lnTo>
                  <a:lnTo>
                    <a:pt x="89592" y="92543"/>
                  </a:lnTo>
                  <a:lnTo>
                    <a:pt x="85192" y="92279"/>
                  </a:lnTo>
                  <a:lnTo>
                    <a:pt x="84838" y="88864"/>
                  </a:lnTo>
                  <a:lnTo>
                    <a:pt x="84730" y="87821"/>
                  </a:lnTo>
                  <a:lnTo>
                    <a:pt x="83932" y="87442"/>
                  </a:lnTo>
                  <a:lnTo>
                    <a:pt x="82878" y="87209"/>
                  </a:lnTo>
                  <a:lnTo>
                    <a:pt x="81738" y="86889"/>
                  </a:lnTo>
                  <a:lnTo>
                    <a:pt x="80865" y="86498"/>
                  </a:lnTo>
                  <a:lnTo>
                    <a:pt x="80366" y="86207"/>
                  </a:lnTo>
                  <a:lnTo>
                    <a:pt x="75693" y="82858"/>
                  </a:lnTo>
                  <a:lnTo>
                    <a:pt x="74995" y="82402"/>
                  </a:lnTo>
                  <a:lnTo>
                    <a:pt x="74231" y="81903"/>
                  </a:lnTo>
                  <a:lnTo>
                    <a:pt x="70670" y="79492"/>
                  </a:lnTo>
                  <a:lnTo>
                    <a:pt x="67327" y="77184"/>
                  </a:lnTo>
                  <a:lnTo>
                    <a:pt x="63947" y="74869"/>
                  </a:lnTo>
                  <a:lnTo>
                    <a:pt x="62315" y="73755"/>
                  </a:lnTo>
                  <a:lnTo>
                    <a:pt x="58766" y="71319"/>
                  </a:lnTo>
                  <a:lnTo>
                    <a:pt x="57915" y="70721"/>
                  </a:lnTo>
                  <a:lnTo>
                    <a:pt x="52700" y="67054"/>
                  </a:lnTo>
                  <a:lnTo>
                    <a:pt x="54627" y="64253"/>
                  </a:lnTo>
                  <a:lnTo>
                    <a:pt x="56626" y="61348"/>
                  </a:lnTo>
                  <a:lnTo>
                    <a:pt x="56357" y="61164"/>
                  </a:lnTo>
                  <a:lnTo>
                    <a:pt x="56207" y="61064"/>
                  </a:lnTo>
                  <a:lnTo>
                    <a:pt x="53705" y="59369"/>
                  </a:lnTo>
                  <a:lnTo>
                    <a:pt x="53116" y="58970"/>
                  </a:lnTo>
                  <a:lnTo>
                    <a:pt x="51800" y="58079"/>
                  </a:lnTo>
                  <a:lnTo>
                    <a:pt x="29133" y="42658"/>
                  </a:lnTo>
                  <a:lnTo>
                    <a:pt x="29127" y="42340"/>
                  </a:lnTo>
                  <a:lnTo>
                    <a:pt x="28961" y="42608"/>
                  </a:lnTo>
                  <a:lnTo>
                    <a:pt x="27851" y="41857"/>
                  </a:lnTo>
                  <a:lnTo>
                    <a:pt x="18584" y="35424"/>
                  </a:lnTo>
                  <a:lnTo>
                    <a:pt x="18174" y="35140"/>
                  </a:lnTo>
                  <a:lnTo>
                    <a:pt x="14471" y="32570"/>
                  </a:lnTo>
                  <a:lnTo>
                    <a:pt x="12622" y="31286"/>
                  </a:lnTo>
                  <a:lnTo>
                    <a:pt x="4218" y="25453"/>
                  </a:lnTo>
                  <a:lnTo>
                    <a:pt x="449" y="22837"/>
                  </a:lnTo>
                  <a:lnTo>
                    <a:pt x="0" y="22525"/>
                  </a:lnTo>
                  <a:lnTo>
                    <a:pt x="460" y="21839"/>
                  </a:lnTo>
                  <a:lnTo>
                    <a:pt x="627" y="21590"/>
                  </a:lnTo>
                  <a:lnTo>
                    <a:pt x="3759" y="16924"/>
                  </a:lnTo>
                  <a:lnTo>
                    <a:pt x="3893" y="16725"/>
                  </a:lnTo>
                  <a:lnTo>
                    <a:pt x="7844" y="10841"/>
                  </a:lnTo>
                  <a:lnTo>
                    <a:pt x="11497" y="5399"/>
                  </a:lnTo>
                  <a:lnTo>
                    <a:pt x="12000" y="4649"/>
                  </a:lnTo>
                  <a:lnTo>
                    <a:pt x="12873" y="3486"/>
                  </a:lnTo>
                  <a:lnTo>
                    <a:pt x="15169" y="5069"/>
                  </a:lnTo>
                  <a:lnTo>
                    <a:pt x="27029" y="13249"/>
                  </a:lnTo>
                  <a:lnTo>
                    <a:pt x="29187" y="14737"/>
                  </a:lnTo>
                  <a:lnTo>
                    <a:pt x="37826" y="20694"/>
                  </a:lnTo>
                  <a:lnTo>
                    <a:pt x="40153" y="22299"/>
                  </a:lnTo>
                  <a:lnTo>
                    <a:pt x="40966" y="22860"/>
                  </a:lnTo>
                  <a:lnTo>
                    <a:pt x="43432" y="19236"/>
                  </a:lnTo>
                  <a:lnTo>
                    <a:pt x="45874" y="15649"/>
                  </a:lnTo>
                  <a:lnTo>
                    <a:pt x="49864" y="9787"/>
                  </a:lnTo>
                  <a:lnTo>
                    <a:pt x="53817" y="3979"/>
                  </a:lnTo>
                  <a:lnTo>
                    <a:pt x="56636" y="0"/>
                  </a:lnTo>
                  <a:lnTo>
                    <a:pt x="57542" y="657"/>
                  </a:lnTo>
                  <a:lnTo>
                    <a:pt x="61620" y="3620"/>
                  </a:lnTo>
                  <a:lnTo>
                    <a:pt x="62238" y="4069"/>
                  </a:lnTo>
                  <a:lnTo>
                    <a:pt x="62780" y="9103"/>
                  </a:lnTo>
                  <a:lnTo>
                    <a:pt x="63647" y="15102"/>
                  </a:lnTo>
                  <a:lnTo>
                    <a:pt x="64138" y="18501"/>
                  </a:lnTo>
                  <a:lnTo>
                    <a:pt x="64277" y="19465"/>
                  </a:lnTo>
                  <a:lnTo>
                    <a:pt x="67804" y="21900"/>
                  </a:lnTo>
                  <a:lnTo>
                    <a:pt x="73404" y="25768"/>
                  </a:lnTo>
                  <a:lnTo>
                    <a:pt x="78782" y="29482"/>
                  </a:lnTo>
                  <a:lnTo>
                    <a:pt x="83450" y="32706"/>
                  </a:lnTo>
                  <a:lnTo>
                    <a:pt x="83850" y="32968"/>
                  </a:lnTo>
                  <a:lnTo>
                    <a:pt x="84190" y="33190"/>
                  </a:lnTo>
                  <a:lnTo>
                    <a:pt x="84485" y="33383"/>
                  </a:lnTo>
                  <a:lnTo>
                    <a:pt x="89190" y="36462"/>
                  </a:lnTo>
                  <a:lnTo>
                    <a:pt x="89893" y="36904"/>
                  </a:lnTo>
                  <a:lnTo>
                    <a:pt x="90832" y="37492"/>
                  </a:lnTo>
                  <a:lnTo>
                    <a:pt x="94253" y="39637"/>
                  </a:lnTo>
                  <a:lnTo>
                    <a:pt x="94851" y="40035"/>
                  </a:lnTo>
                  <a:lnTo>
                    <a:pt x="95351" y="40397"/>
                  </a:lnTo>
                  <a:lnTo>
                    <a:pt x="95553" y="40544"/>
                  </a:lnTo>
                  <a:lnTo>
                    <a:pt x="96617" y="41316"/>
                  </a:lnTo>
                  <a:lnTo>
                    <a:pt x="97006" y="41599"/>
                  </a:lnTo>
                  <a:lnTo>
                    <a:pt x="98969" y="44736"/>
                  </a:lnTo>
                  <a:lnTo>
                    <a:pt x="99647" y="46066"/>
                  </a:lnTo>
                  <a:lnTo>
                    <a:pt x="99981" y="45763"/>
                  </a:lnTo>
                  <a:lnTo>
                    <a:pt x="100767" y="45050"/>
                  </a:lnTo>
                  <a:lnTo>
                    <a:pt x="104605" y="41511"/>
                  </a:lnTo>
                  <a:lnTo>
                    <a:pt x="105112" y="41581"/>
                  </a:lnTo>
                  <a:lnTo>
                    <a:pt x="107989" y="41975"/>
                  </a:lnTo>
                  <a:lnTo>
                    <a:pt x="109731" y="42213"/>
                  </a:lnTo>
                  <a:lnTo>
                    <a:pt x="112731" y="42624"/>
                  </a:lnTo>
                  <a:lnTo>
                    <a:pt x="113005" y="46010"/>
                  </a:lnTo>
                  <a:lnTo>
                    <a:pt x="113328" y="49993"/>
                  </a:lnTo>
                  <a:lnTo>
                    <a:pt x="112874" y="50790"/>
                  </a:lnTo>
                  <a:lnTo>
                    <a:pt x="112995" y="51091"/>
                  </a:lnTo>
                  <a:lnTo>
                    <a:pt x="113439" y="52196"/>
                  </a:lnTo>
                  <a:lnTo>
                    <a:pt x="114132" y="53936"/>
                  </a:lnTo>
                  <a:lnTo>
                    <a:pt x="115572" y="58041"/>
                  </a:lnTo>
                  <a:lnTo>
                    <a:pt x="115799" y="57897"/>
                  </a:lnTo>
                  <a:lnTo>
                    <a:pt x="116318" y="57536"/>
                  </a:lnTo>
                  <a:lnTo>
                    <a:pt x="116621" y="57325"/>
                  </a:lnTo>
                  <a:lnTo>
                    <a:pt x="117199" y="56923"/>
                  </a:lnTo>
                  <a:lnTo>
                    <a:pt x="119000" y="56711"/>
                  </a:lnTo>
                  <a:lnTo>
                    <a:pt x="123516" y="56179"/>
                  </a:lnTo>
                  <a:lnTo>
                    <a:pt x="125227" y="55565"/>
                  </a:lnTo>
                  <a:lnTo>
                    <a:pt x="127084" y="54897"/>
                  </a:lnTo>
                  <a:lnTo>
                    <a:pt x="129270" y="54074"/>
                  </a:lnTo>
                  <a:lnTo>
                    <a:pt x="133173" y="55184"/>
                  </a:lnTo>
                  <a:lnTo>
                    <a:pt x="133000" y="56717"/>
                  </a:lnTo>
                  <a:lnTo>
                    <a:pt x="132843" y="58255"/>
                  </a:lnTo>
                  <a:lnTo>
                    <a:pt x="132794" y="60853"/>
                  </a:lnTo>
                  <a:lnTo>
                    <a:pt x="136448" y="61136"/>
                  </a:lnTo>
                  <a:lnTo>
                    <a:pt x="139937" y="61601"/>
                  </a:lnTo>
                  <a:lnTo>
                    <a:pt x="139933" y="62389"/>
                  </a:lnTo>
                  <a:lnTo>
                    <a:pt x="141634" y="62352"/>
                  </a:lnTo>
                  <a:lnTo>
                    <a:pt x="142449" y="62334"/>
                  </a:lnTo>
                  <a:lnTo>
                    <a:pt x="148245" y="62208"/>
                  </a:lnTo>
                  <a:lnTo>
                    <a:pt x="148390" y="62205"/>
                  </a:lnTo>
                  <a:lnTo>
                    <a:pt x="149642" y="62166"/>
                  </a:lnTo>
                  <a:lnTo>
                    <a:pt x="151108" y="62120"/>
                  </a:lnTo>
                  <a:lnTo>
                    <a:pt x="152015" y="62105"/>
                  </a:lnTo>
                  <a:lnTo>
                    <a:pt x="154900" y="62014"/>
                  </a:lnTo>
                  <a:lnTo>
                    <a:pt x="158656" y="61897"/>
                  </a:lnTo>
                  <a:lnTo>
                    <a:pt x="160205" y="61848"/>
                  </a:lnTo>
                  <a:lnTo>
                    <a:pt x="162039" y="61791"/>
                  </a:lnTo>
                  <a:lnTo>
                    <a:pt x="161302" y="60806"/>
                  </a:lnTo>
                  <a:lnTo>
                    <a:pt x="160662" y="59639"/>
                  </a:lnTo>
                  <a:lnTo>
                    <a:pt x="160299" y="58672"/>
                  </a:lnTo>
                  <a:lnTo>
                    <a:pt x="159934" y="57689"/>
                  </a:lnTo>
                  <a:lnTo>
                    <a:pt x="159564" y="55258"/>
                  </a:lnTo>
                  <a:lnTo>
                    <a:pt x="161017" y="54310"/>
                  </a:lnTo>
                  <a:lnTo>
                    <a:pt x="161505" y="53507"/>
                  </a:lnTo>
                  <a:lnTo>
                    <a:pt x="162186" y="52388"/>
                  </a:lnTo>
                  <a:lnTo>
                    <a:pt x="162449" y="50237"/>
                  </a:lnTo>
                  <a:lnTo>
                    <a:pt x="162671" y="49439"/>
                  </a:lnTo>
                  <a:lnTo>
                    <a:pt x="162862" y="48752"/>
                  </a:lnTo>
                  <a:lnTo>
                    <a:pt x="165238" y="46596"/>
                  </a:lnTo>
                  <a:lnTo>
                    <a:pt x="167678" y="44924"/>
                  </a:lnTo>
                  <a:lnTo>
                    <a:pt x="168581" y="44305"/>
                  </a:lnTo>
                  <a:lnTo>
                    <a:pt x="173832" y="41603"/>
                  </a:lnTo>
                  <a:lnTo>
                    <a:pt x="174039" y="41916"/>
                  </a:lnTo>
                  <a:lnTo>
                    <a:pt x="177354" y="49272"/>
                  </a:lnTo>
                  <a:lnTo>
                    <a:pt x="176343" y="49926"/>
                  </a:lnTo>
                  <a:lnTo>
                    <a:pt x="175488" y="50848"/>
                  </a:lnTo>
                  <a:lnTo>
                    <a:pt x="175488" y="52062"/>
                  </a:lnTo>
                  <a:lnTo>
                    <a:pt x="175963" y="53955"/>
                  </a:lnTo>
                  <a:lnTo>
                    <a:pt x="176945" y="56327"/>
                  </a:lnTo>
                  <a:lnTo>
                    <a:pt x="177625" y="58664"/>
                  </a:lnTo>
                  <a:lnTo>
                    <a:pt x="177958" y="60121"/>
                  </a:lnTo>
                  <a:lnTo>
                    <a:pt x="179003" y="61237"/>
                  </a:lnTo>
                  <a:lnTo>
                    <a:pt x="180285" y="62014"/>
                  </a:lnTo>
                  <a:lnTo>
                    <a:pt x="182168" y="63407"/>
                  </a:lnTo>
                  <a:lnTo>
                    <a:pt x="182660" y="64732"/>
                  </a:lnTo>
                  <a:lnTo>
                    <a:pt x="182707" y="67354"/>
                  </a:lnTo>
                  <a:lnTo>
                    <a:pt x="182802" y="68665"/>
                  </a:lnTo>
                  <a:lnTo>
                    <a:pt x="183087" y="69781"/>
                  </a:lnTo>
                  <a:lnTo>
                    <a:pt x="184275" y="70170"/>
                  </a:lnTo>
                  <a:lnTo>
                    <a:pt x="185849" y="70170"/>
                  </a:lnTo>
                  <a:lnTo>
                    <a:pt x="186982" y="70170"/>
                  </a:lnTo>
                  <a:lnTo>
                    <a:pt x="189499" y="70364"/>
                  </a:lnTo>
                  <a:lnTo>
                    <a:pt x="195151" y="72937"/>
                  </a:lnTo>
                  <a:lnTo>
                    <a:pt x="196386" y="74199"/>
                  </a:lnTo>
                  <a:lnTo>
                    <a:pt x="199188" y="7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846969" y="3615669"/>
              <a:ext cx="142867" cy="124955"/>
            </a:xfrm>
            <a:custGeom>
              <a:avLst/>
              <a:pathLst>
                <a:path w="142867" h="124955">
                  <a:moveTo>
                    <a:pt x="113356" y="121332"/>
                  </a:moveTo>
                  <a:lnTo>
                    <a:pt x="110890" y="124955"/>
                  </a:lnTo>
                  <a:lnTo>
                    <a:pt x="110077" y="124394"/>
                  </a:lnTo>
                  <a:lnTo>
                    <a:pt x="107750" y="122790"/>
                  </a:lnTo>
                  <a:lnTo>
                    <a:pt x="99112" y="116832"/>
                  </a:lnTo>
                  <a:lnTo>
                    <a:pt x="96954" y="115344"/>
                  </a:lnTo>
                  <a:lnTo>
                    <a:pt x="85093" y="107165"/>
                  </a:lnTo>
                  <a:lnTo>
                    <a:pt x="82735" y="105538"/>
                  </a:lnTo>
                  <a:lnTo>
                    <a:pt x="82582" y="105430"/>
                  </a:lnTo>
                  <a:lnTo>
                    <a:pt x="82181" y="105146"/>
                  </a:lnTo>
                  <a:lnTo>
                    <a:pt x="79978" y="103588"/>
                  </a:lnTo>
                  <a:lnTo>
                    <a:pt x="76280" y="100971"/>
                  </a:lnTo>
                  <a:lnTo>
                    <a:pt x="66032" y="93721"/>
                  </a:lnTo>
                  <a:lnTo>
                    <a:pt x="65828" y="93577"/>
                  </a:lnTo>
                  <a:lnTo>
                    <a:pt x="65595" y="93412"/>
                  </a:lnTo>
                  <a:lnTo>
                    <a:pt x="65236" y="93168"/>
                  </a:lnTo>
                  <a:lnTo>
                    <a:pt x="62946" y="91611"/>
                  </a:lnTo>
                  <a:lnTo>
                    <a:pt x="62698" y="91441"/>
                  </a:lnTo>
                  <a:lnTo>
                    <a:pt x="62353" y="91207"/>
                  </a:lnTo>
                  <a:lnTo>
                    <a:pt x="62093" y="91030"/>
                  </a:lnTo>
                  <a:lnTo>
                    <a:pt x="61779" y="90816"/>
                  </a:lnTo>
                  <a:lnTo>
                    <a:pt x="56297" y="87088"/>
                  </a:lnTo>
                  <a:lnTo>
                    <a:pt x="46809" y="80635"/>
                  </a:lnTo>
                  <a:lnTo>
                    <a:pt x="46047" y="80117"/>
                  </a:lnTo>
                  <a:lnTo>
                    <a:pt x="30975" y="69865"/>
                  </a:lnTo>
                  <a:lnTo>
                    <a:pt x="30530" y="69563"/>
                  </a:lnTo>
                  <a:lnTo>
                    <a:pt x="30353" y="69442"/>
                  </a:lnTo>
                  <a:lnTo>
                    <a:pt x="28350" y="68080"/>
                  </a:lnTo>
                  <a:lnTo>
                    <a:pt x="28022" y="67856"/>
                  </a:lnTo>
                  <a:lnTo>
                    <a:pt x="27826" y="67723"/>
                  </a:lnTo>
                  <a:lnTo>
                    <a:pt x="23877" y="65037"/>
                  </a:lnTo>
                  <a:lnTo>
                    <a:pt x="12671" y="57415"/>
                  </a:lnTo>
                  <a:lnTo>
                    <a:pt x="12293" y="57159"/>
                  </a:lnTo>
                  <a:lnTo>
                    <a:pt x="6168" y="52992"/>
                  </a:lnTo>
                  <a:lnTo>
                    <a:pt x="4271" y="51702"/>
                  </a:lnTo>
                  <a:lnTo>
                    <a:pt x="0" y="48729"/>
                  </a:lnTo>
                  <a:lnTo>
                    <a:pt x="1120" y="47040"/>
                  </a:lnTo>
                  <a:lnTo>
                    <a:pt x="3752" y="43075"/>
                  </a:lnTo>
                  <a:lnTo>
                    <a:pt x="12650" y="29669"/>
                  </a:lnTo>
                  <a:lnTo>
                    <a:pt x="17202" y="22811"/>
                  </a:lnTo>
                  <a:lnTo>
                    <a:pt x="19124" y="19915"/>
                  </a:lnTo>
                  <a:lnTo>
                    <a:pt x="20531" y="17795"/>
                  </a:lnTo>
                  <a:lnTo>
                    <a:pt x="24570" y="11711"/>
                  </a:lnTo>
                  <a:lnTo>
                    <a:pt x="31881" y="695"/>
                  </a:lnTo>
                  <a:lnTo>
                    <a:pt x="32487" y="0"/>
                  </a:lnTo>
                  <a:lnTo>
                    <a:pt x="32701" y="146"/>
                  </a:lnTo>
                  <a:lnTo>
                    <a:pt x="43097" y="7260"/>
                  </a:lnTo>
                  <a:lnTo>
                    <a:pt x="61229" y="19666"/>
                  </a:lnTo>
                  <a:lnTo>
                    <a:pt x="62134" y="20286"/>
                  </a:lnTo>
                  <a:lnTo>
                    <a:pt x="63304" y="21086"/>
                  </a:lnTo>
                  <a:lnTo>
                    <a:pt x="79036" y="31851"/>
                  </a:lnTo>
                  <a:lnTo>
                    <a:pt x="79589" y="32229"/>
                  </a:lnTo>
                  <a:lnTo>
                    <a:pt x="83511" y="34913"/>
                  </a:lnTo>
                  <a:lnTo>
                    <a:pt x="95130" y="42863"/>
                  </a:lnTo>
                  <a:lnTo>
                    <a:pt x="98112" y="44904"/>
                  </a:lnTo>
                  <a:lnTo>
                    <a:pt x="101724" y="47376"/>
                  </a:lnTo>
                  <a:lnTo>
                    <a:pt x="107727" y="51483"/>
                  </a:lnTo>
                  <a:lnTo>
                    <a:pt x="115689" y="56931"/>
                  </a:lnTo>
                  <a:lnTo>
                    <a:pt x="122820" y="61810"/>
                  </a:lnTo>
                  <a:lnTo>
                    <a:pt x="129710" y="66525"/>
                  </a:lnTo>
                  <a:lnTo>
                    <a:pt x="132336" y="68321"/>
                  </a:lnTo>
                  <a:lnTo>
                    <a:pt x="142867" y="75528"/>
                  </a:lnTo>
                  <a:lnTo>
                    <a:pt x="142113" y="76416"/>
                  </a:lnTo>
                  <a:lnTo>
                    <a:pt x="141797" y="76788"/>
                  </a:lnTo>
                  <a:lnTo>
                    <a:pt x="138542" y="80624"/>
                  </a:lnTo>
                  <a:lnTo>
                    <a:pt x="138210" y="81150"/>
                  </a:lnTo>
                  <a:lnTo>
                    <a:pt x="138072" y="81369"/>
                  </a:lnTo>
                  <a:lnTo>
                    <a:pt x="136884" y="83251"/>
                  </a:lnTo>
                  <a:lnTo>
                    <a:pt x="136005" y="84644"/>
                  </a:lnTo>
                  <a:lnTo>
                    <a:pt x="134330" y="87797"/>
                  </a:lnTo>
                  <a:lnTo>
                    <a:pt x="133669" y="89042"/>
                  </a:lnTo>
                  <a:lnTo>
                    <a:pt x="132503" y="91362"/>
                  </a:lnTo>
                  <a:lnTo>
                    <a:pt x="132086" y="92192"/>
                  </a:lnTo>
                  <a:lnTo>
                    <a:pt x="131545" y="93386"/>
                  </a:lnTo>
                  <a:lnTo>
                    <a:pt x="131369" y="93847"/>
                  </a:lnTo>
                  <a:lnTo>
                    <a:pt x="130915" y="95038"/>
                  </a:lnTo>
                  <a:lnTo>
                    <a:pt x="130234" y="96823"/>
                  </a:lnTo>
                  <a:lnTo>
                    <a:pt x="127733" y="100388"/>
                  </a:lnTo>
                  <a:lnTo>
                    <a:pt x="126543" y="102082"/>
                  </a:lnTo>
                  <a:lnTo>
                    <a:pt x="123726" y="106096"/>
                  </a:lnTo>
                  <a:lnTo>
                    <a:pt x="119788" y="111883"/>
                  </a:lnTo>
                  <a:lnTo>
                    <a:pt x="115798" y="117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717354" y="3609440"/>
              <a:ext cx="129584" cy="139376"/>
            </a:xfrm>
            <a:custGeom>
              <a:avLst/>
              <a:pathLst>
                <a:path w="129584" h="139376">
                  <a:moveTo>
                    <a:pt x="72596" y="138672"/>
                  </a:moveTo>
                  <a:lnTo>
                    <a:pt x="72115" y="139376"/>
                  </a:lnTo>
                  <a:lnTo>
                    <a:pt x="65363" y="134776"/>
                  </a:lnTo>
                  <a:lnTo>
                    <a:pt x="64141" y="133943"/>
                  </a:lnTo>
                  <a:lnTo>
                    <a:pt x="59689" y="130885"/>
                  </a:lnTo>
                  <a:lnTo>
                    <a:pt x="58452" y="130036"/>
                  </a:lnTo>
                  <a:lnTo>
                    <a:pt x="38102" y="116159"/>
                  </a:lnTo>
                  <a:lnTo>
                    <a:pt x="38286" y="115879"/>
                  </a:lnTo>
                  <a:lnTo>
                    <a:pt x="38548" y="115481"/>
                  </a:lnTo>
                  <a:lnTo>
                    <a:pt x="42735" y="109122"/>
                  </a:lnTo>
                  <a:lnTo>
                    <a:pt x="42059" y="108663"/>
                  </a:lnTo>
                  <a:lnTo>
                    <a:pt x="41025" y="107961"/>
                  </a:lnTo>
                  <a:lnTo>
                    <a:pt x="40733" y="107763"/>
                  </a:lnTo>
                  <a:lnTo>
                    <a:pt x="40541" y="107632"/>
                  </a:lnTo>
                  <a:lnTo>
                    <a:pt x="39275" y="106764"/>
                  </a:lnTo>
                  <a:lnTo>
                    <a:pt x="30957" y="101062"/>
                  </a:lnTo>
                  <a:lnTo>
                    <a:pt x="19752" y="93380"/>
                  </a:lnTo>
                  <a:lnTo>
                    <a:pt x="19416" y="93150"/>
                  </a:lnTo>
                  <a:lnTo>
                    <a:pt x="0" y="79839"/>
                  </a:lnTo>
                  <a:lnTo>
                    <a:pt x="8242" y="66986"/>
                  </a:lnTo>
                  <a:lnTo>
                    <a:pt x="9702" y="64710"/>
                  </a:lnTo>
                  <a:lnTo>
                    <a:pt x="11179" y="62408"/>
                  </a:lnTo>
                  <a:lnTo>
                    <a:pt x="11307" y="62229"/>
                  </a:lnTo>
                  <a:lnTo>
                    <a:pt x="11633" y="61775"/>
                  </a:lnTo>
                  <a:lnTo>
                    <a:pt x="11955" y="61325"/>
                  </a:lnTo>
                  <a:lnTo>
                    <a:pt x="15259" y="56721"/>
                  </a:lnTo>
                  <a:lnTo>
                    <a:pt x="15757" y="56080"/>
                  </a:lnTo>
                  <a:lnTo>
                    <a:pt x="15859" y="55881"/>
                  </a:lnTo>
                  <a:lnTo>
                    <a:pt x="15928" y="55745"/>
                  </a:lnTo>
                  <a:lnTo>
                    <a:pt x="16783" y="54624"/>
                  </a:lnTo>
                  <a:lnTo>
                    <a:pt x="17644" y="53804"/>
                  </a:lnTo>
                  <a:lnTo>
                    <a:pt x="18010" y="53294"/>
                  </a:lnTo>
                  <a:lnTo>
                    <a:pt x="18361" y="52807"/>
                  </a:lnTo>
                  <a:lnTo>
                    <a:pt x="18658" y="52625"/>
                  </a:lnTo>
                  <a:lnTo>
                    <a:pt x="21193" y="51487"/>
                  </a:lnTo>
                  <a:lnTo>
                    <a:pt x="21966" y="50753"/>
                  </a:lnTo>
                  <a:lnTo>
                    <a:pt x="22591" y="50165"/>
                  </a:lnTo>
                  <a:lnTo>
                    <a:pt x="22931" y="49891"/>
                  </a:lnTo>
                  <a:lnTo>
                    <a:pt x="23395" y="49313"/>
                  </a:lnTo>
                  <a:lnTo>
                    <a:pt x="23691" y="48944"/>
                  </a:lnTo>
                  <a:lnTo>
                    <a:pt x="24479" y="47811"/>
                  </a:lnTo>
                  <a:lnTo>
                    <a:pt x="25467" y="46390"/>
                  </a:lnTo>
                  <a:lnTo>
                    <a:pt x="25615" y="46177"/>
                  </a:lnTo>
                  <a:lnTo>
                    <a:pt x="27239" y="43369"/>
                  </a:lnTo>
                  <a:lnTo>
                    <a:pt x="29044" y="40670"/>
                  </a:lnTo>
                  <a:lnTo>
                    <a:pt x="29247" y="40341"/>
                  </a:lnTo>
                  <a:lnTo>
                    <a:pt x="29995" y="39132"/>
                  </a:lnTo>
                  <a:lnTo>
                    <a:pt x="30811" y="37815"/>
                  </a:lnTo>
                  <a:lnTo>
                    <a:pt x="31153" y="37326"/>
                  </a:lnTo>
                  <a:lnTo>
                    <a:pt x="33089" y="34559"/>
                  </a:lnTo>
                  <a:lnTo>
                    <a:pt x="26973" y="30170"/>
                  </a:lnTo>
                  <a:lnTo>
                    <a:pt x="31298" y="24302"/>
                  </a:lnTo>
                  <a:lnTo>
                    <a:pt x="31894" y="24199"/>
                  </a:lnTo>
                  <a:lnTo>
                    <a:pt x="32177" y="24151"/>
                  </a:lnTo>
                  <a:lnTo>
                    <a:pt x="35691" y="19022"/>
                  </a:lnTo>
                  <a:lnTo>
                    <a:pt x="35838" y="18808"/>
                  </a:lnTo>
                  <a:lnTo>
                    <a:pt x="36122" y="18393"/>
                  </a:lnTo>
                  <a:lnTo>
                    <a:pt x="39788" y="13045"/>
                  </a:lnTo>
                  <a:lnTo>
                    <a:pt x="43783" y="7215"/>
                  </a:lnTo>
                  <a:lnTo>
                    <a:pt x="47118" y="2350"/>
                  </a:lnTo>
                  <a:lnTo>
                    <a:pt x="48728" y="0"/>
                  </a:lnTo>
                  <a:lnTo>
                    <a:pt x="50158" y="974"/>
                  </a:lnTo>
                  <a:lnTo>
                    <a:pt x="54591" y="3996"/>
                  </a:lnTo>
                  <a:lnTo>
                    <a:pt x="56573" y="5347"/>
                  </a:lnTo>
                  <a:lnTo>
                    <a:pt x="60148" y="7784"/>
                  </a:lnTo>
                  <a:lnTo>
                    <a:pt x="65844" y="11667"/>
                  </a:lnTo>
                  <a:lnTo>
                    <a:pt x="71576" y="15574"/>
                  </a:lnTo>
                  <a:lnTo>
                    <a:pt x="71853" y="15762"/>
                  </a:lnTo>
                  <a:lnTo>
                    <a:pt x="92882" y="30097"/>
                  </a:lnTo>
                  <a:lnTo>
                    <a:pt x="93054" y="30215"/>
                  </a:lnTo>
                  <a:lnTo>
                    <a:pt x="94337" y="31089"/>
                  </a:lnTo>
                  <a:lnTo>
                    <a:pt x="95157" y="31648"/>
                  </a:lnTo>
                  <a:lnTo>
                    <a:pt x="96025" y="32240"/>
                  </a:lnTo>
                  <a:lnTo>
                    <a:pt x="116664" y="46308"/>
                  </a:lnTo>
                  <a:lnTo>
                    <a:pt x="117159" y="46646"/>
                  </a:lnTo>
                  <a:lnTo>
                    <a:pt x="124473" y="51566"/>
                  </a:lnTo>
                  <a:lnTo>
                    <a:pt x="129584" y="55004"/>
                  </a:lnTo>
                  <a:lnTo>
                    <a:pt x="129444" y="55210"/>
                  </a:lnTo>
                  <a:lnTo>
                    <a:pt x="128376" y="56779"/>
                  </a:lnTo>
                  <a:lnTo>
                    <a:pt x="127587" y="57938"/>
                  </a:lnTo>
                  <a:lnTo>
                    <a:pt x="114965" y="76486"/>
                  </a:lnTo>
                  <a:lnTo>
                    <a:pt x="114434" y="77266"/>
                  </a:lnTo>
                  <a:lnTo>
                    <a:pt x="112832" y="79620"/>
                  </a:lnTo>
                  <a:lnTo>
                    <a:pt x="112574" y="79999"/>
                  </a:lnTo>
                  <a:lnTo>
                    <a:pt x="112409" y="80243"/>
                  </a:lnTo>
                  <a:lnTo>
                    <a:pt x="107759" y="87074"/>
                  </a:lnTo>
                  <a:lnTo>
                    <a:pt x="103448" y="93410"/>
                  </a:lnTo>
                  <a:lnTo>
                    <a:pt x="100541" y="97682"/>
                  </a:lnTo>
                  <a:lnTo>
                    <a:pt x="100174" y="98221"/>
                  </a:lnTo>
                  <a:lnTo>
                    <a:pt x="87349" y="117068"/>
                  </a:lnTo>
                  <a:lnTo>
                    <a:pt x="87245" y="117220"/>
                  </a:lnTo>
                  <a:lnTo>
                    <a:pt x="86266" y="118658"/>
                  </a:lnTo>
                  <a:lnTo>
                    <a:pt x="85979" y="119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640875" y="3562943"/>
              <a:ext cx="125181" cy="131883"/>
            </a:xfrm>
            <a:custGeom>
              <a:avLst/>
              <a:pathLst>
                <a:path w="125181" h="131883">
                  <a:moveTo>
                    <a:pt x="84721" y="113483"/>
                  </a:moveTo>
                  <a:lnTo>
                    <a:pt x="76478" y="126336"/>
                  </a:lnTo>
                  <a:lnTo>
                    <a:pt x="76215" y="126199"/>
                  </a:lnTo>
                  <a:lnTo>
                    <a:pt x="75314" y="125730"/>
                  </a:lnTo>
                  <a:lnTo>
                    <a:pt x="75032" y="125547"/>
                  </a:lnTo>
                  <a:lnTo>
                    <a:pt x="74099" y="124941"/>
                  </a:lnTo>
                  <a:lnTo>
                    <a:pt x="73272" y="124304"/>
                  </a:lnTo>
                  <a:lnTo>
                    <a:pt x="72655" y="125300"/>
                  </a:lnTo>
                  <a:lnTo>
                    <a:pt x="69986" y="129612"/>
                  </a:lnTo>
                  <a:lnTo>
                    <a:pt x="68581" y="131883"/>
                  </a:lnTo>
                  <a:lnTo>
                    <a:pt x="67788" y="131415"/>
                  </a:lnTo>
                  <a:lnTo>
                    <a:pt x="67402" y="131187"/>
                  </a:lnTo>
                  <a:lnTo>
                    <a:pt x="67272" y="131098"/>
                  </a:lnTo>
                  <a:lnTo>
                    <a:pt x="65794" y="130090"/>
                  </a:lnTo>
                  <a:lnTo>
                    <a:pt x="58075" y="124826"/>
                  </a:lnTo>
                  <a:lnTo>
                    <a:pt x="54100" y="122115"/>
                  </a:lnTo>
                  <a:lnTo>
                    <a:pt x="52740" y="121188"/>
                  </a:lnTo>
                  <a:lnTo>
                    <a:pt x="52597" y="121090"/>
                  </a:lnTo>
                  <a:lnTo>
                    <a:pt x="46797" y="117134"/>
                  </a:lnTo>
                  <a:lnTo>
                    <a:pt x="46629" y="117019"/>
                  </a:lnTo>
                  <a:lnTo>
                    <a:pt x="45984" y="116579"/>
                  </a:lnTo>
                  <a:lnTo>
                    <a:pt x="45270" y="116087"/>
                  </a:lnTo>
                  <a:lnTo>
                    <a:pt x="41792" y="113691"/>
                  </a:lnTo>
                  <a:lnTo>
                    <a:pt x="41490" y="113483"/>
                  </a:lnTo>
                  <a:lnTo>
                    <a:pt x="32756" y="107464"/>
                  </a:lnTo>
                  <a:lnTo>
                    <a:pt x="31964" y="106919"/>
                  </a:lnTo>
                  <a:lnTo>
                    <a:pt x="31732" y="106759"/>
                  </a:lnTo>
                  <a:lnTo>
                    <a:pt x="25942" y="102769"/>
                  </a:lnTo>
                  <a:lnTo>
                    <a:pt x="25368" y="102374"/>
                  </a:lnTo>
                  <a:lnTo>
                    <a:pt x="24855" y="102068"/>
                  </a:lnTo>
                  <a:lnTo>
                    <a:pt x="24408" y="101801"/>
                  </a:lnTo>
                  <a:lnTo>
                    <a:pt x="24104" y="101620"/>
                  </a:lnTo>
                  <a:lnTo>
                    <a:pt x="23424" y="101214"/>
                  </a:lnTo>
                  <a:lnTo>
                    <a:pt x="21090" y="99630"/>
                  </a:lnTo>
                  <a:lnTo>
                    <a:pt x="20403" y="99164"/>
                  </a:lnTo>
                  <a:lnTo>
                    <a:pt x="19543" y="98579"/>
                  </a:lnTo>
                  <a:lnTo>
                    <a:pt x="17346" y="97088"/>
                  </a:lnTo>
                  <a:lnTo>
                    <a:pt x="11293" y="92979"/>
                  </a:lnTo>
                  <a:lnTo>
                    <a:pt x="11077" y="92833"/>
                  </a:lnTo>
                  <a:lnTo>
                    <a:pt x="5984" y="89375"/>
                  </a:lnTo>
                  <a:lnTo>
                    <a:pt x="1651" y="86434"/>
                  </a:lnTo>
                  <a:lnTo>
                    <a:pt x="1434" y="86286"/>
                  </a:lnTo>
                  <a:lnTo>
                    <a:pt x="0" y="85106"/>
                  </a:lnTo>
                  <a:lnTo>
                    <a:pt x="652" y="84148"/>
                  </a:lnTo>
                  <a:lnTo>
                    <a:pt x="2035" y="82117"/>
                  </a:lnTo>
                  <a:lnTo>
                    <a:pt x="2234" y="81826"/>
                  </a:lnTo>
                  <a:lnTo>
                    <a:pt x="3658" y="79735"/>
                  </a:lnTo>
                  <a:lnTo>
                    <a:pt x="5065" y="77670"/>
                  </a:lnTo>
                  <a:lnTo>
                    <a:pt x="5625" y="76874"/>
                  </a:lnTo>
                  <a:lnTo>
                    <a:pt x="7366" y="74398"/>
                  </a:lnTo>
                  <a:lnTo>
                    <a:pt x="7924" y="73606"/>
                  </a:lnTo>
                  <a:lnTo>
                    <a:pt x="9219" y="71765"/>
                  </a:lnTo>
                  <a:lnTo>
                    <a:pt x="10625" y="69766"/>
                  </a:lnTo>
                  <a:lnTo>
                    <a:pt x="13320" y="65934"/>
                  </a:lnTo>
                  <a:lnTo>
                    <a:pt x="13771" y="65242"/>
                  </a:lnTo>
                  <a:lnTo>
                    <a:pt x="15506" y="62577"/>
                  </a:lnTo>
                  <a:lnTo>
                    <a:pt x="16865" y="60490"/>
                  </a:lnTo>
                  <a:lnTo>
                    <a:pt x="17056" y="60198"/>
                  </a:lnTo>
                  <a:lnTo>
                    <a:pt x="17666" y="59285"/>
                  </a:lnTo>
                  <a:lnTo>
                    <a:pt x="17981" y="58814"/>
                  </a:lnTo>
                  <a:lnTo>
                    <a:pt x="18090" y="58650"/>
                  </a:lnTo>
                  <a:lnTo>
                    <a:pt x="21182" y="54025"/>
                  </a:lnTo>
                  <a:lnTo>
                    <a:pt x="24957" y="48379"/>
                  </a:lnTo>
                  <a:lnTo>
                    <a:pt x="27701" y="44421"/>
                  </a:lnTo>
                  <a:lnTo>
                    <a:pt x="27988" y="44006"/>
                  </a:lnTo>
                  <a:lnTo>
                    <a:pt x="28408" y="43401"/>
                  </a:lnTo>
                  <a:lnTo>
                    <a:pt x="28752" y="42904"/>
                  </a:lnTo>
                  <a:lnTo>
                    <a:pt x="28975" y="42583"/>
                  </a:lnTo>
                  <a:lnTo>
                    <a:pt x="29100" y="42392"/>
                  </a:lnTo>
                  <a:lnTo>
                    <a:pt x="29994" y="41027"/>
                  </a:lnTo>
                  <a:lnTo>
                    <a:pt x="30505" y="40248"/>
                  </a:lnTo>
                  <a:lnTo>
                    <a:pt x="31366" y="38935"/>
                  </a:lnTo>
                  <a:lnTo>
                    <a:pt x="32442" y="37294"/>
                  </a:lnTo>
                  <a:lnTo>
                    <a:pt x="32850" y="36670"/>
                  </a:lnTo>
                  <a:lnTo>
                    <a:pt x="33328" y="35970"/>
                  </a:lnTo>
                  <a:lnTo>
                    <a:pt x="34360" y="34455"/>
                  </a:lnTo>
                  <a:lnTo>
                    <a:pt x="35452" y="32853"/>
                  </a:lnTo>
                  <a:lnTo>
                    <a:pt x="36451" y="31386"/>
                  </a:lnTo>
                  <a:lnTo>
                    <a:pt x="36960" y="30639"/>
                  </a:lnTo>
                  <a:lnTo>
                    <a:pt x="43446" y="20496"/>
                  </a:lnTo>
                  <a:lnTo>
                    <a:pt x="43927" y="19743"/>
                  </a:lnTo>
                  <a:lnTo>
                    <a:pt x="44677" y="18571"/>
                  </a:lnTo>
                  <a:lnTo>
                    <a:pt x="45548" y="17208"/>
                  </a:lnTo>
                  <a:lnTo>
                    <a:pt x="45900" y="16657"/>
                  </a:lnTo>
                  <a:lnTo>
                    <a:pt x="46123" y="16309"/>
                  </a:lnTo>
                  <a:lnTo>
                    <a:pt x="46323" y="16023"/>
                  </a:lnTo>
                  <a:lnTo>
                    <a:pt x="46502" y="15766"/>
                  </a:lnTo>
                  <a:lnTo>
                    <a:pt x="48402" y="13046"/>
                  </a:lnTo>
                  <a:lnTo>
                    <a:pt x="49855" y="10967"/>
                  </a:lnTo>
                  <a:lnTo>
                    <a:pt x="51276" y="8933"/>
                  </a:lnTo>
                  <a:lnTo>
                    <a:pt x="52122" y="7721"/>
                  </a:lnTo>
                  <a:lnTo>
                    <a:pt x="53412" y="5875"/>
                  </a:lnTo>
                  <a:lnTo>
                    <a:pt x="55482" y="2911"/>
                  </a:lnTo>
                  <a:lnTo>
                    <a:pt x="55977" y="2203"/>
                  </a:lnTo>
                  <a:lnTo>
                    <a:pt x="57322" y="278"/>
                  </a:lnTo>
                  <a:lnTo>
                    <a:pt x="57516" y="0"/>
                  </a:lnTo>
                  <a:lnTo>
                    <a:pt x="59947" y="1626"/>
                  </a:lnTo>
                  <a:lnTo>
                    <a:pt x="60238" y="1821"/>
                  </a:lnTo>
                  <a:lnTo>
                    <a:pt x="63697" y="4134"/>
                  </a:lnTo>
                  <a:lnTo>
                    <a:pt x="66204" y="5812"/>
                  </a:lnTo>
                  <a:lnTo>
                    <a:pt x="68656" y="7452"/>
                  </a:lnTo>
                  <a:lnTo>
                    <a:pt x="77988" y="13695"/>
                  </a:lnTo>
                  <a:lnTo>
                    <a:pt x="78162" y="13812"/>
                  </a:lnTo>
                  <a:lnTo>
                    <a:pt x="78876" y="14289"/>
                  </a:lnTo>
                  <a:lnTo>
                    <a:pt x="79025" y="14389"/>
                  </a:lnTo>
                  <a:lnTo>
                    <a:pt x="79211" y="14517"/>
                  </a:lnTo>
                  <a:lnTo>
                    <a:pt x="79785" y="14913"/>
                  </a:lnTo>
                  <a:lnTo>
                    <a:pt x="80570" y="15453"/>
                  </a:lnTo>
                  <a:lnTo>
                    <a:pt x="81691" y="16225"/>
                  </a:lnTo>
                  <a:lnTo>
                    <a:pt x="82303" y="16647"/>
                  </a:lnTo>
                  <a:lnTo>
                    <a:pt x="83333" y="17356"/>
                  </a:lnTo>
                  <a:lnTo>
                    <a:pt x="95563" y="25779"/>
                  </a:lnTo>
                  <a:lnTo>
                    <a:pt x="97988" y="27449"/>
                  </a:lnTo>
                  <a:lnTo>
                    <a:pt x="103439" y="31203"/>
                  </a:lnTo>
                  <a:lnTo>
                    <a:pt x="104068" y="31636"/>
                  </a:lnTo>
                  <a:lnTo>
                    <a:pt x="104354" y="31837"/>
                  </a:lnTo>
                  <a:lnTo>
                    <a:pt x="104754" y="32120"/>
                  </a:lnTo>
                  <a:lnTo>
                    <a:pt x="106060" y="33041"/>
                  </a:lnTo>
                  <a:lnTo>
                    <a:pt x="110112" y="35901"/>
                  </a:lnTo>
                  <a:lnTo>
                    <a:pt x="111585" y="36940"/>
                  </a:lnTo>
                  <a:lnTo>
                    <a:pt x="116626" y="40498"/>
                  </a:lnTo>
                  <a:lnTo>
                    <a:pt x="118100" y="41538"/>
                  </a:lnTo>
                  <a:lnTo>
                    <a:pt x="120039" y="42906"/>
                  </a:lnTo>
                  <a:lnTo>
                    <a:pt x="121890" y="44212"/>
                  </a:lnTo>
                  <a:lnTo>
                    <a:pt x="124510" y="46061"/>
                  </a:lnTo>
                  <a:lnTo>
                    <a:pt x="124937" y="46363"/>
                  </a:lnTo>
                  <a:lnTo>
                    <a:pt x="125181" y="46535"/>
                  </a:lnTo>
                  <a:lnTo>
                    <a:pt x="123597" y="48846"/>
                  </a:lnTo>
                  <a:lnTo>
                    <a:pt x="120262" y="53712"/>
                  </a:lnTo>
                  <a:lnTo>
                    <a:pt x="116267" y="59542"/>
                  </a:lnTo>
                  <a:lnTo>
                    <a:pt x="112601" y="64890"/>
                  </a:lnTo>
                  <a:lnTo>
                    <a:pt x="112317" y="65305"/>
                  </a:lnTo>
                  <a:lnTo>
                    <a:pt x="112170" y="65519"/>
                  </a:lnTo>
                  <a:lnTo>
                    <a:pt x="108655" y="70647"/>
                  </a:lnTo>
                  <a:lnTo>
                    <a:pt x="108373" y="70696"/>
                  </a:lnTo>
                  <a:lnTo>
                    <a:pt x="107693" y="70912"/>
                  </a:lnTo>
                  <a:lnTo>
                    <a:pt x="103395" y="76743"/>
                  </a:lnTo>
                  <a:lnTo>
                    <a:pt x="109567" y="81056"/>
                  </a:lnTo>
                  <a:lnTo>
                    <a:pt x="107632" y="83823"/>
                  </a:lnTo>
                  <a:lnTo>
                    <a:pt x="107289" y="84312"/>
                  </a:lnTo>
                  <a:lnTo>
                    <a:pt x="106474" y="85629"/>
                  </a:lnTo>
                  <a:lnTo>
                    <a:pt x="105726" y="86838"/>
                  </a:lnTo>
                  <a:lnTo>
                    <a:pt x="105523" y="87166"/>
                  </a:lnTo>
                  <a:lnTo>
                    <a:pt x="103677" y="89936"/>
                  </a:lnTo>
                  <a:lnTo>
                    <a:pt x="102093" y="92674"/>
                  </a:lnTo>
                  <a:lnTo>
                    <a:pt x="101946" y="92887"/>
                  </a:lnTo>
                  <a:lnTo>
                    <a:pt x="100958" y="94308"/>
                  </a:lnTo>
                  <a:lnTo>
                    <a:pt x="100170" y="95441"/>
                  </a:lnTo>
                  <a:lnTo>
                    <a:pt x="99874" y="95810"/>
                  </a:lnTo>
                  <a:lnTo>
                    <a:pt x="99410" y="96388"/>
                  </a:lnTo>
                  <a:lnTo>
                    <a:pt x="99026" y="96697"/>
                  </a:lnTo>
                  <a:lnTo>
                    <a:pt x="98353" y="97337"/>
                  </a:lnTo>
                  <a:lnTo>
                    <a:pt x="97672" y="97984"/>
                  </a:lnTo>
                  <a:lnTo>
                    <a:pt x="95131" y="99125"/>
                  </a:lnTo>
                  <a:lnTo>
                    <a:pt x="94840" y="99304"/>
                  </a:lnTo>
                  <a:lnTo>
                    <a:pt x="94489" y="99791"/>
                  </a:lnTo>
                  <a:lnTo>
                    <a:pt x="94123" y="100300"/>
                  </a:lnTo>
                  <a:lnTo>
                    <a:pt x="93262" y="101121"/>
                  </a:lnTo>
                  <a:lnTo>
                    <a:pt x="92407" y="102242"/>
                  </a:lnTo>
                  <a:lnTo>
                    <a:pt x="92338" y="102378"/>
                  </a:lnTo>
                  <a:lnTo>
                    <a:pt x="92236" y="102577"/>
                  </a:lnTo>
                  <a:lnTo>
                    <a:pt x="91737" y="103218"/>
                  </a:lnTo>
                  <a:lnTo>
                    <a:pt x="88434" y="107822"/>
                  </a:lnTo>
                  <a:lnTo>
                    <a:pt x="88112" y="108272"/>
                  </a:lnTo>
                  <a:lnTo>
                    <a:pt x="87785" y="108726"/>
                  </a:lnTo>
                  <a:lnTo>
                    <a:pt x="87658" y="108904"/>
                  </a:lnTo>
                  <a:lnTo>
                    <a:pt x="86181" y="11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539206" y="3450635"/>
              <a:ext cx="168587" cy="148978"/>
            </a:xfrm>
            <a:custGeom>
              <a:avLst/>
              <a:pathLst>
                <a:path w="168587" h="148978">
                  <a:moveTo>
                    <a:pt x="72990" y="20218"/>
                  </a:moveTo>
                  <a:lnTo>
                    <a:pt x="79877" y="20655"/>
                  </a:lnTo>
                  <a:lnTo>
                    <a:pt x="81709" y="19155"/>
                  </a:lnTo>
                  <a:lnTo>
                    <a:pt x="86723" y="19359"/>
                  </a:lnTo>
                  <a:lnTo>
                    <a:pt x="100520" y="20832"/>
                  </a:lnTo>
                  <a:lnTo>
                    <a:pt x="99346" y="25970"/>
                  </a:lnTo>
                  <a:lnTo>
                    <a:pt x="102810" y="26746"/>
                  </a:lnTo>
                  <a:lnTo>
                    <a:pt x="103454" y="26925"/>
                  </a:lnTo>
                  <a:lnTo>
                    <a:pt x="109713" y="28666"/>
                  </a:lnTo>
                  <a:lnTo>
                    <a:pt x="110135" y="28784"/>
                  </a:lnTo>
                  <a:lnTo>
                    <a:pt x="115045" y="30949"/>
                  </a:lnTo>
                  <a:lnTo>
                    <a:pt x="115072" y="33446"/>
                  </a:lnTo>
                  <a:lnTo>
                    <a:pt x="121701" y="34050"/>
                  </a:lnTo>
                  <a:lnTo>
                    <a:pt x="121983" y="34564"/>
                  </a:lnTo>
                  <a:lnTo>
                    <a:pt x="122126" y="35778"/>
                  </a:lnTo>
                  <a:lnTo>
                    <a:pt x="123550" y="38303"/>
                  </a:lnTo>
                  <a:lnTo>
                    <a:pt x="125746" y="40829"/>
                  </a:lnTo>
                  <a:lnTo>
                    <a:pt x="125984" y="41471"/>
                  </a:lnTo>
                  <a:lnTo>
                    <a:pt x="126078" y="41726"/>
                  </a:lnTo>
                  <a:lnTo>
                    <a:pt x="127765" y="46293"/>
                  </a:lnTo>
                  <a:lnTo>
                    <a:pt x="130095" y="48110"/>
                  </a:lnTo>
                  <a:lnTo>
                    <a:pt x="131952" y="49965"/>
                  </a:lnTo>
                  <a:lnTo>
                    <a:pt x="133464" y="50954"/>
                  </a:lnTo>
                  <a:lnTo>
                    <a:pt x="134047" y="52110"/>
                  </a:lnTo>
                  <a:lnTo>
                    <a:pt x="135466" y="54924"/>
                  </a:lnTo>
                  <a:lnTo>
                    <a:pt x="135518" y="56914"/>
                  </a:lnTo>
                  <a:lnTo>
                    <a:pt x="135533" y="57495"/>
                  </a:lnTo>
                  <a:lnTo>
                    <a:pt x="135110" y="59110"/>
                  </a:lnTo>
                  <a:lnTo>
                    <a:pt x="134719" y="60607"/>
                  </a:lnTo>
                  <a:lnTo>
                    <a:pt x="134623" y="60973"/>
                  </a:lnTo>
                  <a:lnTo>
                    <a:pt x="136175" y="62417"/>
                  </a:lnTo>
                  <a:lnTo>
                    <a:pt x="136708" y="62913"/>
                  </a:lnTo>
                  <a:lnTo>
                    <a:pt x="137095" y="63273"/>
                  </a:lnTo>
                  <a:lnTo>
                    <a:pt x="137530" y="63678"/>
                  </a:lnTo>
                  <a:lnTo>
                    <a:pt x="138001" y="64116"/>
                  </a:lnTo>
                  <a:lnTo>
                    <a:pt x="138312" y="64405"/>
                  </a:lnTo>
                  <a:lnTo>
                    <a:pt x="138469" y="64551"/>
                  </a:lnTo>
                  <a:lnTo>
                    <a:pt x="138939" y="65670"/>
                  </a:lnTo>
                  <a:lnTo>
                    <a:pt x="139161" y="66196"/>
                  </a:lnTo>
                  <a:lnTo>
                    <a:pt x="139217" y="66329"/>
                  </a:lnTo>
                  <a:lnTo>
                    <a:pt x="139828" y="67779"/>
                  </a:lnTo>
                  <a:lnTo>
                    <a:pt x="140207" y="68679"/>
                  </a:lnTo>
                  <a:lnTo>
                    <a:pt x="140569" y="69559"/>
                  </a:lnTo>
                  <a:lnTo>
                    <a:pt x="140955" y="70698"/>
                  </a:lnTo>
                  <a:lnTo>
                    <a:pt x="141046" y="70967"/>
                  </a:lnTo>
                  <a:lnTo>
                    <a:pt x="141412" y="72050"/>
                  </a:lnTo>
                  <a:lnTo>
                    <a:pt x="141545" y="72443"/>
                  </a:lnTo>
                  <a:lnTo>
                    <a:pt x="141705" y="72913"/>
                  </a:lnTo>
                  <a:lnTo>
                    <a:pt x="141865" y="73387"/>
                  </a:lnTo>
                  <a:lnTo>
                    <a:pt x="142129" y="74167"/>
                  </a:lnTo>
                  <a:lnTo>
                    <a:pt x="150874" y="73735"/>
                  </a:lnTo>
                  <a:lnTo>
                    <a:pt x="150926" y="74560"/>
                  </a:lnTo>
                  <a:lnTo>
                    <a:pt x="154426" y="74695"/>
                  </a:lnTo>
                  <a:lnTo>
                    <a:pt x="153726" y="68448"/>
                  </a:lnTo>
                  <a:lnTo>
                    <a:pt x="153684" y="68076"/>
                  </a:lnTo>
                  <a:lnTo>
                    <a:pt x="153607" y="67500"/>
                  </a:lnTo>
                  <a:lnTo>
                    <a:pt x="153542" y="67013"/>
                  </a:lnTo>
                  <a:lnTo>
                    <a:pt x="153326" y="65400"/>
                  </a:lnTo>
                  <a:lnTo>
                    <a:pt x="160890" y="65792"/>
                  </a:lnTo>
                  <a:lnTo>
                    <a:pt x="160878" y="65958"/>
                  </a:lnTo>
                  <a:lnTo>
                    <a:pt x="160825" y="66723"/>
                  </a:lnTo>
                  <a:lnTo>
                    <a:pt x="160805" y="67013"/>
                  </a:lnTo>
                  <a:lnTo>
                    <a:pt x="160633" y="69521"/>
                  </a:lnTo>
                  <a:lnTo>
                    <a:pt x="160598" y="70020"/>
                  </a:lnTo>
                  <a:lnTo>
                    <a:pt x="160570" y="70429"/>
                  </a:lnTo>
                  <a:lnTo>
                    <a:pt x="160511" y="71280"/>
                  </a:lnTo>
                  <a:lnTo>
                    <a:pt x="160486" y="71645"/>
                  </a:lnTo>
                  <a:lnTo>
                    <a:pt x="160476" y="71797"/>
                  </a:lnTo>
                  <a:lnTo>
                    <a:pt x="160430" y="72460"/>
                  </a:lnTo>
                  <a:lnTo>
                    <a:pt x="160318" y="74082"/>
                  </a:lnTo>
                  <a:lnTo>
                    <a:pt x="160250" y="75066"/>
                  </a:lnTo>
                  <a:lnTo>
                    <a:pt x="160235" y="75286"/>
                  </a:lnTo>
                  <a:lnTo>
                    <a:pt x="160202" y="75774"/>
                  </a:lnTo>
                  <a:lnTo>
                    <a:pt x="168587" y="76336"/>
                  </a:lnTo>
                  <a:lnTo>
                    <a:pt x="168442" y="79041"/>
                  </a:lnTo>
                  <a:lnTo>
                    <a:pt x="168331" y="81131"/>
                  </a:lnTo>
                  <a:lnTo>
                    <a:pt x="168291" y="81870"/>
                  </a:lnTo>
                  <a:lnTo>
                    <a:pt x="168270" y="82263"/>
                  </a:lnTo>
                  <a:lnTo>
                    <a:pt x="168259" y="82469"/>
                  </a:lnTo>
                  <a:lnTo>
                    <a:pt x="168156" y="84393"/>
                  </a:lnTo>
                  <a:lnTo>
                    <a:pt x="168147" y="84566"/>
                  </a:lnTo>
                  <a:lnTo>
                    <a:pt x="168018" y="86979"/>
                  </a:lnTo>
                  <a:lnTo>
                    <a:pt x="167986" y="87476"/>
                  </a:lnTo>
                  <a:lnTo>
                    <a:pt x="167975" y="87653"/>
                  </a:lnTo>
                  <a:lnTo>
                    <a:pt x="167945" y="88119"/>
                  </a:lnTo>
                  <a:lnTo>
                    <a:pt x="167934" y="88294"/>
                  </a:lnTo>
                  <a:lnTo>
                    <a:pt x="167881" y="89123"/>
                  </a:lnTo>
                  <a:lnTo>
                    <a:pt x="167836" y="89819"/>
                  </a:lnTo>
                  <a:lnTo>
                    <a:pt x="167813" y="90174"/>
                  </a:lnTo>
                  <a:lnTo>
                    <a:pt x="167293" y="98185"/>
                  </a:lnTo>
                  <a:lnTo>
                    <a:pt x="167232" y="98526"/>
                  </a:lnTo>
                  <a:lnTo>
                    <a:pt x="167162" y="98919"/>
                  </a:lnTo>
                  <a:lnTo>
                    <a:pt x="167100" y="99267"/>
                  </a:lnTo>
                  <a:lnTo>
                    <a:pt x="166943" y="100146"/>
                  </a:lnTo>
                  <a:lnTo>
                    <a:pt x="166866" y="100327"/>
                  </a:lnTo>
                  <a:lnTo>
                    <a:pt x="166446" y="101330"/>
                  </a:lnTo>
                  <a:lnTo>
                    <a:pt x="166328" y="101613"/>
                  </a:lnTo>
                  <a:lnTo>
                    <a:pt x="166163" y="102005"/>
                  </a:lnTo>
                  <a:lnTo>
                    <a:pt x="166082" y="102198"/>
                  </a:lnTo>
                  <a:lnTo>
                    <a:pt x="165898" y="102638"/>
                  </a:lnTo>
                  <a:lnTo>
                    <a:pt x="165588" y="103084"/>
                  </a:lnTo>
                  <a:lnTo>
                    <a:pt x="164997" y="103932"/>
                  </a:lnTo>
                  <a:lnTo>
                    <a:pt x="164796" y="104221"/>
                  </a:lnTo>
                  <a:lnTo>
                    <a:pt x="159800" y="111423"/>
                  </a:lnTo>
                  <a:lnTo>
                    <a:pt x="159185" y="112308"/>
                  </a:lnTo>
                  <a:lnTo>
                    <a:pt x="158991" y="112587"/>
                  </a:lnTo>
                  <a:lnTo>
                    <a:pt x="157646" y="114512"/>
                  </a:lnTo>
                  <a:lnTo>
                    <a:pt x="157152" y="115220"/>
                  </a:lnTo>
                  <a:lnTo>
                    <a:pt x="155081" y="118184"/>
                  </a:lnTo>
                  <a:lnTo>
                    <a:pt x="153791" y="120030"/>
                  </a:lnTo>
                  <a:lnTo>
                    <a:pt x="152945" y="121242"/>
                  </a:lnTo>
                  <a:lnTo>
                    <a:pt x="151524" y="123276"/>
                  </a:lnTo>
                  <a:lnTo>
                    <a:pt x="150072" y="125355"/>
                  </a:lnTo>
                  <a:lnTo>
                    <a:pt x="148172" y="128075"/>
                  </a:lnTo>
                  <a:lnTo>
                    <a:pt x="147992" y="128331"/>
                  </a:lnTo>
                  <a:lnTo>
                    <a:pt x="147792" y="128618"/>
                  </a:lnTo>
                  <a:lnTo>
                    <a:pt x="147569" y="128966"/>
                  </a:lnTo>
                  <a:lnTo>
                    <a:pt x="147217" y="129517"/>
                  </a:lnTo>
                  <a:lnTo>
                    <a:pt x="146346" y="130880"/>
                  </a:lnTo>
                  <a:lnTo>
                    <a:pt x="145572" y="132091"/>
                  </a:lnTo>
                  <a:lnTo>
                    <a:pt x="145115" y="132805"/>
                  </a:lnTo>
                  <a:lnTo>
                    <a:pt x="138630" y="142948"/>
                  </a:lnTo>
                  <a:lnTo>
                    <a:pt x="138121" y="143695"/>
                  </a:lnTo>
                  <a:lnTo>
                    <a:pt x="137121" y="145162"/>
                  </a:lnTo>
                  <a:lnTo>
                    <a:pt x="136029" y="146764"/>
                  </a:lnTo>
                  <a:lnTo>
                    <a:pt x="134997" y="148278"/>
                  </a:lnTo>
                  <a:lnTo>
                    <a:pt x="134520" y="148978"/>
                  </a:lnTo>
                  <a:lnTo>
                    <a:pt x="133972" y="148586"/>
                  </a:lnTo>
                  <a:lnTo>
                    <a:pt x="133659" y="148362"/>
                  </a:lnTo>
                  <a:lnTo>
                    <a:pt x="129387" y="145301"/>
                  </a:lnTo>
                  <a:lnTo>
                    <a:pt x="127313" y="143815"/>
                  </a:lnTo>
                  <a:lnTo>
                    <a:pt x="126855" y="143486"/>
                  </a:lnTo>
                  <a:lnTo>
                    <a:pt x="124248" y="141812"/>
                  </a:lnTo>
                  <a:lnTo>
                    <a:pt x="122446" y="140654"/>
                  </a:lnTo>
                  <a:lnTo>
                    <a:pt x="121674" y="140158"/>
                  </a:lnTo>
                  <a:lnTo>
                    <a:pt x="120637" y="141812"/>
                  </a:lnTo>
                  <a:lnTo>
                    <a:pt x="120133" y="142615"/>
                  </a:lnTo>
                  <a:lnTo>
                    <a:pt x="118690" y="144917"/>
                  </a:lnTo>
                  <a:lnTo>
                    <a:pt x="118385" y="145403"/>
                  </a:lnTo>
                  <a:lnTo>
                    <a:pt x="117790" y="146351"/>
                  </a:lnTo>
                  <a:lnTo>
                    <a:pt x="113340" y="143358"/>
                  </a:lnTo>
                  <a:lnTo>
                    <a:pt x="109855" y="141014"/>
                  </a:lnTo>
                  <a:lnTo>
                    <a:pt x="107783" y="139621"/>
                  </a:lnTo>
                  <a:lnTo>
                    <a:pt x="106059" y="138462"/>
                  </a:lnTo>
                  <a:lnTo>
                    <a:pt x="101794" y="135083"/>
                  </a:lnTo>
                  <a:lnTo>
                    <a:pt x="100293" y="134041"/>
                  </a:lnTo>
                  <a:lnTo>
                    <a:pt x="99912" y="133776"/>
                  </a:lnTo>
                  <a:lnTo>
                    <a:pt x="97025" y="131772"/>
                  </a:lnTo>
                  <a:lnTo>
                    <a:pt x="94689" y="129830"/>
                  </a:lnTo>
                  <a:lnTo>
                    <a:pt x="93698" y="129724"/>
                  </a:lnTo>
                  <a:lnTo>
                    <a:pt x="93106" y="129552"/>
                  </a:lnTo>
                  <a:lnTo>
                    <a:pt x="92172" y="129282"/>
                  </a:lnTo>
                  <a:lnTo>
                    <a:pt x="89614" y="132450"/>
                  </a:lnTo>
                  <a:lnTo>
                    <a:pt x="88214" y="134184"/>
                  </a:lnTo>
                  <a:lnTo>
                    <a:pt x="87677" y="134849"/>
                  </a:lnTo>
                  <a:lnTo>
                    <a:pt x="87528" y="135036"/>
                  </a:lnTo>
                  <a:lnTo>
                    <a:pt x="87204" y="135382"/>
                  </a:lnTo>
                  <a:lnTo>
                    <a:pt x="86578" y="136049"/>
                  </a:lnTo>
                  <a:lnTo>
                    <a:pt x="85780" y="136049"/>
                  </a:lnTo>
                  <a:lnTo>
                    <a:pt x="85645" y="136010"/>
                  </a:lnTo>
                  <a:lnTo>
                    <a:pt x="85201" y="135881"/>
                  </a:lnTo>
                  <a:lnTo>
                    <a:pt x="84961" y="135811"/>
                  </a:lnTo>
                  <a:lnTo>
                    <a:pt x="84375" y="135641"/>
                  </a:lnTo>
                  <a:lnTo>
                    <a:pt x="80029" y="132680"/>
                  </a:lnTo>
                  <a:lnTo>
                    <a:pt x="74514" y="128883"/>
                  </a:lnTo>
                  <a:lnTo>
                    <a:pt x="74907" y="127963"/>
                  </a:lnTo>
                  <a:lnTo>
                    <a:pt x="75362" y="126896"/>
                  </a:lnTo>
                  <a:lnTo>
                    <a:pt x="75362" y="126219"/>
                  </a:lnTo>
                  <a:lnTo>
                    <a:pt x="75347" y="124727"/>
                  </a:lnTo>
                  <a:lnTo>
                    <a:pt x="74868" y="122521"/>
                  </a:lnTo>
                  <a:lnTo>
                    <a:pt x="73344" y="121075"/>
                  </a:lnTo>
                  <a:lnTo>
                    <a:pt x="73083" y="120843"/>
                  </a:lnTo>
                  <a:lnTo>
                    <a:pt x="72902" y="120682"/>
                  </a:lnTo>
                  <a:lnTo>
                    <a:pt x="71221" y="119182"/>
                  </a:lnTo>
                  <a:lnTo>
                    <a:pt x="71098" y="118584"/>
                  </a:lnTo>
                  <a:lnTo>
                    <a:pt x="70929" y="118469"/>
                  </a:lnTo>
                  <a:lnTo>
                    <a:pt x="70063" y="117875"/>
                  </a:lnTo>
                  <a:lnTo>
                    <a:pt x="69688" y="117619"/>
                  </a:lnTo>
                  <a:lnTo>
                    <a:pt x="66892" y="115706"/>
                  </a:lnTo>
                  <a:lnTo>
                    <a:pt x="65489" y="114745"/>
                  </a:lnTo>
                  <a:lnTo>
                    <a:pt x="63906" y="113662"/>
                  </a:lnTo>
                  <a:lnTo>
                    <a:pt x="62442" y="115706"/>
                  </a:lnTo>
                  <a:lnTo>
                    <a:pt x="61361" y="117216"/>
                  </a:lnTo>
                  <a:lnTo>
                    <a:pt x="60730" y="116729"/>
                  </a:lnTo>
                  <a:lnTo>
                    <a:pt x="59403" y="115706"/>
                  </a:lnTo>
                  <a:lnTo>
                    <a:pt x="58678" y="115147"/>
                  </a:lnTo>
                  <a:lnTo>
                    <a:pt x="60583" y="111879"/>
                  </a:lnTo>
                  <a:lnTo>
                    <a:pt x="55180" y="109001"/>
                  </a:lnTo>
                  <a:lnTo>
                    <a:pt x="56415" y="106634"/>
                  </a:lnTo>
                  <a:lnTo>
                    <a:pt x="55441" y="105906"/>
                  </a:lnTo>
                  <a:lnTo>
                    <a:pt x="55792" y="105182"/>
                  </a:lnTo>
                  <a:lnTo>
                    <a:pt x="56313" y="104108"/>
                  </a:lnTo>
                  <a:lnTo>
                    <a:pt x="56587" y="103541"/>
                  </a:lnTo>
                  <a:lnTo>
                    <a:pt x="56688" y="103333"/>
                  </a:lnTo>
                  <a:lnTo>
                    <a:pt x="56420" y="103140"/>
                  </a:lnTo>
                  <a:lnTo>
                    <a:pt x="55524" y="102496"/>
                  </a:lnTo>
                  <a:lnTo>
                    <a:pt x="56213" y="101367"/>
                  </a:lnTo>
                  <a:lnTo>
                    <a:pt x="55524" y="100882"/>
                  </a:lnTo>
                  <a:lnTo>
                    <a:pt x="56652" y="99389"/>
                  </a:lnTo>
                  <a:lnTo>
                    <a:pt x="56201" y="99085"/>
                  </a:lnTo>
                  <a:lnTo>
                    <a:pt x="55643" y="99680"/>
                  </a:lnTo>
                  <a:lnTo>
                    <a:pt x="53470" y="97908"/>
                  </a:lnTo>
                  <a:lnTo>
                    <a:pt x="52829" y="98818"/>
                  </a:lnTo>
                  <a:lnTo>
                    <a:pt x="51043" y="98516"/>
                  </a:lnTo>
                  <a:lnTo>
                    <a:pt x="50893" y="98491"/>
                  </a:lnTo>
                  <a:lnTo>
                    <a:pt x="50666" y="96915"/>
                  </a:lnTo>
                  <a:lnTo>
                    <a:pt x="50607" y="96506"/>
                  </a:lnTo>
                  <a:lnTo>
                    <a:pt x="50362" y="96584"/>
                  </a:lnTo>
                  <a:lnTo>
                    <a:pt x="49897" y="96731"/>
                  </a:lnTo>
                  <a:lnTo>
                    <a:pt x="49423" y="95562"/>
                  </a:lnTo>
                  <a:lnTo>
                    <a:pt x="49245" y="94995"/>
                  </a:lnTo>
                  <a:lnTo>
                    <a:pt x="50307" y="92345"/>
                  </a:lnTo>
                  <a:lnTo>
                    <a:pt x="51420" y="89570"/>
                  </a:lnTo>
                  <a:lnTo>
                    <a:pt x="43840" y="90574"/>
                  </a:lnTo>
                  <a:lnTo>
                    <a:pt x="43324" y="83255"/>
                  </a:lnTo>
                  <a:lnTo>
                    <a:pt x="40735" y="83462"/>
                  </a:lnTo>
                  <a:lnTo>
                    <a:pt x="40667" y="82782"/>
                  </a:lnTo>
                  <a:lnTo>
                    <a:pt x="40626" y="82377"/>
                  </a:lnTo>
                  <a:lnTo>
                    <a:pt x="40608" y="81974"/>
                  </a:lnTo>
                  <a:lnTo>
                    <a:pt x="40567" y="81037"/>
                  </a:lnTo>
                  <a:lnTo>
                    <a:pt x="40558" y="80825"/>
                  </a:lnTo>
                  <a:lnTo>
                    <a:pt x="40455" y="78503"/>
                  </a:lnTo>
                  <a:lnTo>
                    <a:pt x="40419" y="77677"/>
                  </a:lnTo>
                  <a:lnTo>
                    <a:pt x="40354" y="77128"/>
                  </a:lnTo>
                  <a:lnTo>
                    <a:pt x="40317" y="76812"/>
                  </a:lnTo>
                  <a:lnTo>
                    <a:pt x="40299" y="76661"/>
                  </a:lnTo>
                  <a:lnTo>
                    <a:pt x="40138" y="75299"/>
                  </a:lnTo>
                  <a:lnTo>
                    <a:pt x="40117" y="75126"/>
                  </a:lnTo>
                  <a:lnTo>
                    <a:pt x="40055" y="74693"/>
                  </a:lnTo>
                  <a:lnTo>
                    <a:pt x="39999" y="74298"/>
                  </a:lnTo>
                  <a:lnTo>
                    <a:pt x="39838" y="73173"/>
                  </a:lnTo>
                  <a:lnTo>
                    <a:pt x="39505" y="70844"/>
                  </a:lnTo>
                  <a:lnTo>
                    <a:pt x="39252" y="69076"/>
                  </a:lnTo>
                  <a:lnTo>
                    <a:pt x="37766" y="68650"/>
                  </a:lnTo>
                  <a:lnTo>
                    <a:pt x="35927" y="68121"/>
                  </a:lnTo>
                  <a:lnTo>
                    <a:pt x="35554" y="68014"/>
                  </a:lnTo>
                  <a:lnTo>
                    <a:pt x="35809" y="67012"/>
                  </a:lnTo>
                  <a:lnTo>
                    <a:pt x="35992" y="66296"/>
                  </a:lnTo>
                  <a:lnTo>
                    <a:pt x="36684" y="63921"/>
                  </a:lnTo>
                  <a:lnTo>
                    <a:pt x="37797" y="64101"/>
                  </a:lnTo>
                  <a:lnTo>
                    <a:pt x="41217" y="64656"/>
                  </a:lnTo>
                  <a:lnTo>
                    <a:pt x="41643" y="64756"/>
                  </a:lnTo>
                  <a:lnTo>
                    <a:pt x="44124" y="65336"/>
                  </a:lnTo>
                  <a:lnTo>
                    <a:pt x="47555" y="65923"/>
                  </a:lnTo>
                  <a:lnTo>
                    <a:pt x="48074" y="66012"/>
                  </a:lnTo>
                  <a:lnTo>
                    <a:pt x="48851" y="66088"/>
                  </a:lnTo>
                  <a:lnTo>
                    <a:pt x="49835" y="66184"/>
                  </a:lnTo>
                  <a:lnTo>
                    <a:pt x="50210" y="66220"/>
                  </a:lnTo>
                  <a:lnTo>
                    <a:pt x="50623" y="66261"/>
                  </a:lnTo>
                  <a:lnTo>
                    <a:pt x="52726" y="66954"/>
                  </a:lnTo>
                  <a:lnTo>
                    <a:pt x="52928" y="67021"/>
                  </a:lnTo>
                  <a:lnTo>
                    <a:pt x="54007" y="67377"/>
                  </a:lnTo>
                  <a:lnTo>
                    <a:pt x="54213" y="67445"/>
                  </a:lnTo>
                  <a:lnTo>
                    <a:pt x="54771" y="67629"/>
                  </a:lnTo>
                  <a:lnTo>
                    <a:pt x="57897" y="68761"/>
                  </a:lnTo>
                  <a:lnTo>
                    <a:pt x="58894" y="69121"/>
                  </a:lnTo>
                  <a:lnTo>
                    <a:pt x="59179" y="69225"/>
                  </a:lnTo>
                  <a:lnTo>
                    <a:pt x="59480" y="69333"/>
                  </a:lnTo>
                  <a:lnTo>
                    <a:pt x="59767" y="69475"/>
                  </a:lnTo>
                  <a:lnTo>
                    <a:pt x="60074" y="69626"/>
                  </a:lnTo>
                  <a:lnTo>
                    <a:pt x="61281" y="70219"/>
                  </a:lnTo>
                  <a:lnTo>
                    <a:pt x="61514" y="70334"/>
                  </a:lnTo>
                  <a:lnTo>
                    <a:pt x="64031" y="71086"/>
                  </a:lnTo>
                  <a:lnTo>
                    <a:pt x="65085" y="71402"/>
                  </a:lnTo>
                  <a:lnTo>
                    <a:pt x="65791" y="71613"/>
                  </a:lnTo>
                  <a:lnTo>
                    <a:pt x="66871" y="71936"/>
                  </a:lnTo>
                  <a:lnTo>
                    <a:pt x="67016" y="71955"/>
                  </a:lnTo>
                  <a:lnTo>
                    <a:pt x="68709" y="72175"/>
                  </a:lnTo>
                  <a:lnTo>
                    <a:pt x="68856" y="72194"/>
                  </a:lnTo>
                  <a:lnTo>
                    <a:pt x="69032" y="72217"/>
                  </a:lnTo>
                  <a:lnTo>
                    <a:pt x="69778" y="72314"/>
                  </a:lnTo>
                  <a:lnTo>
                    <a:pt x="71253" y="72454"/>
                  </a:lnTo>
                  <a:lnTo>
                    <a:pt x="71633" y="72490"/>
                  </a:lnTo>
                  <a:lnTo>
                    <a:pt x="76218" y="72924"/>
                  </a:lnTo>
                  <a:lnTo>
                    <a:pt x="77287" y="71498"/>
                  </a:lnTo>
                  <a:lnTo>
                    <a:pt x="77549" y="70879"/>
                  </a:lnTo>
                  <a:lnTo>
                    <a:pt x="77715" y="70486"/>
                  </a:lnTo>
                  <a:lnTo>
                    <a:pt x="79635" y="67025"/>
                  </a:lnTo>
                  <a:lnTo>
                    <a:pt x="80232" y="65947"/>
                  </a:lnTo>
                  <a:lnTo>
                    <a:pt x="82632" y="64801"/>
                  </a:lnTo>
                  <a:lnTo>
                    <a:pt x="84835" y="66548"/>
                  </a:lnTo>
                  <a:lnTo>
                    <a:pt x="85238" y="65946"/>
                  </a:lnTo>
                  <a:lnTo>
                    <a:pt x="86929" y="63440"/>
                  </a:lnTo>
                  <a:lnTo>
                    <a:pt x="88845" y="61619"/>
                  </a:lnTo>
                  <a:lnTo>
                    <a:pt x="89702" y="60804"/>
                  </a:lnTo>
                  <a:lnTo>
                    <a:pt x="92208" y="58422"/>
                  </a:lnTo>
                  <a:lnTo>
                    <a:pt x="92015" y="58253"/>
                  </a:lnTo>
                  <a:lnTo>
                    <a:pt x="91161" y="57430"/>
                  </a:lnTo>
                  <a:lnTo>
                    <a:pt x="90666" y="56952"/>
                  </a:lnTo>
                  <a:lnTo>
                    <a:pt x="89586" y="56544"/>
                  </a:lnTo>
                  <a:lnTo>
                    <a:pt x="88845" y="56264"/>
                  </a:lnTo>
                  <a:lnTo>
                    <a:pt x="88208" y="56023"/>
                  </a:lnTo>
                  <a:lnTo>
                    <a:pt x="87944" y="55923"/>
                  </a:lnTo>
                  <a:lnTo>
                    <a:pt x="85812" y="55233"/>
                  </a:lnTo>
                  <a:lnTo>
                    <a:pt x="83424" y="54461"/>
                  </a:lnTo>
                  <a:lnTo>
                    <a:pt x="82335" y="54108"/>
                  </a:lnTo>
                  <a:lnTo>
                    <a:pt x="78677" y="53022"/>
                  </a:lnTo>
                  <a:lnTo>
                    <a:pt x="78225" y="52844"/>
                  </a:lnTo>
                  <a:lnTo>
                    <a:pt x="76244" y="52063"/>
                  </a:lnTo>
                  <a:lnTo>
                    <a:pt x="75257" y="51675"/>
                  </a:lnTo>
                  <a:lnTo>
                    <a:pt x="74774" y="52606"/>
                  </a:lnTo>
                  <a:lnTo>
                    <a:pt x="73029" y="51966"/>
                  </a:lnTo>
                  <a:lnTo>
                    <a:pt x="69451" y="50654"/>
                  </a:lnTo>
                  <a:lnTo>
                    <a:pt x="68306" y="50234"/>
                  </a:lnTo>
                  <a:lnTo>
                    <a:pt x="64821" y="48956"/>
                  </a:lnTo>
                  <a:lnTo>
                    <a:pt x="63647" y="48525"/>
                  </a:lnTo>
                  <a:lnTo>
                    <a:pt x="61023" y="47563"/>
                  </a:lnTo>
                  <a:lnTo>
                    <a:pt x="60216" y="48600"/>
                  </a:lnTo>
                  <a:lnTo>
                    <a:pt x="59169" y="48195"/>
                  </a:lnTo>
                  <a:lnTo>
                    <a:pt x="58660" y="47999"/>
                  </a:lnTo>
                  <a:lnTo>
                    <a:pt x="57558" y="47586"/>
                  </a:lnTo>
                  <a:lnTo>
                    <a:pt x="56449" y="47171"/>
                  </a:lnTo>
                  <a:lnTo>
                    <a:pt x="56167" y="47065"/>
                  </a:lnTo>
                  <a:lnTo>
                    <a:pt x="55676" y="47052"/>
                  </a:lnTo>
                  <a:lnTo>
                    <a:pt x="54334" y="47037"/>
                  </a:lnTo>
                  <a:lnTo>
                    <a:pt x="53259" y="47497"/>
                  </a:lnTo>
                  <a:lnTo>
                    <a:pt x="52716" y="47729"/>
                  </a:lnTo>
                  <a:lnTo>
                    <a:pt x="51636" y="48237"/>
                  </a:lnTo>
                  <a:lnTo>
                    <a:pt x="51284" y="48403"/>
                  </a:lnTo>
                  <a:lnTo>
                    <a:pt x="49734" y="49132"/>
                  </a:lnTo>
                  <a:lnTo>
                    <a:pt x="48386" y="50076"/>
                  </a:lnTo>
                  <a:lnTo>
                    <a:pt x="47972" y="50365"/>
                  </a:lnTo>
                  <a:lnTo>
                    <a:pt x="47708" y="50550"/>
                  </a:lnTo>
                  <a:lnTo>
                    <a:pt x="47307" y="50125"/>
                  </a:lnTo>
                  <a:lnTo>
                    <a:pt x="47020" y="49821"/>
                  </a:lnTo>
                  <a:lnTo>
                    <a:pt x="47318" y="47756"/>
                  </a:lnTo>
                  <a:lnTo>
                    <a:pt x="47611" y="45720"/>
                  </a:lnTo>
                  <a:lnTo>
                    <a:pt x="45884" y="45393"/>
                  </a:lnTo>
                  <a:lnTo>
                    <a:pt x="45002" y="45226"/>
                  </a:lnTo>
                  <a:lnTo>
                    <a:pt x="43628" y="44966"/>
                  </a:lnTo>
                  <a:lnTo>
                    <a:pt x="43441" y="44930"/>
                  </a:lnTo>
                  <a:lnTo>
                    <a:pt x="39769" y="44235"/>
                  </a:lnTo>
                  <a:lnTo>
                    <a:pt x="39330" y="44152"/>
                  </a:lnTo>
                  <a:lnTo>
                    <a:pt x="38494" y="43993"/>
                  </a:lnTo>
                  <a:lnTo>
                    <a:pt x="33090" y="42970"/>
                  </a:lnTo>
                  <a:lnTo>
                    <a:pt x="32801" y="42915"/>
                  </a:lnTo>
                  <a:lnTo>
                    <a:pt x="32266" y="42814"/>
                  </a:lnTo>
                  <a:lnTo>
                    <a:pt x="31897" y="42744"/>
                  </a:lnTo>
                  <a:lnTo>
                    <a:pt x="26271" y="41678"/>
                  </a:lnTo>
                  <a:lnTo>
                    <a:pt x="22804" y="41021"/>
                  </a:lnTo>
                  <a:lnTo>
                    <a:pt x="22658" y="40994"/>
                  </a:lnTo>
                  <a:lnTo>
                    <a:pt x="22439" y="40952"/>
                  </a:lnTo>
                  <a:lnTo>
                    <a:pt x="20263" y="40540"/>
                  </a:lnTo>
                  <a:lnTo>
                    <a:pt x="17755" y="40065"/>
                  </a:lnTo>
                  <a:lnTo>
                    <a:pt x="15716" y="39679"/>
                  </a:lnTo>
                  <a:lnTo>
                    <a:pt x="14984" y="39540"/>
                  </a:lnTo>
                  <a:lnTo>
                    <a:pt x="14570" y="38808"/>
                  </a:lnTo>
                  <a:lnTo>
                    <a:pt x="14420" y="38795"/>
                  </a:lnTo>
                  <a:lnTo>
                    <a:pt x="14035" y="38760"/>
                  </a:lnTo>
                  <a:lnTo>
                    <a:pt x="7641" y="38188"/>
                  </a:lnTo>
                  <a:lnTo>
                    <a:pt x="7308" y="38137"/>
                  </a:lnTo>
                  <a:lnTo>
                    <a:pt x="5894" y="37924"/>
                  </a:lnTo>
                  <a:lnTo>
                    <a:pt x="4445" y="37705"/>
                  </a:lnTo>
                  <a:lnTo>
                    <a:pt x="3768" y="36911"/>
                  </a:lnTo>
                  <a:lnTo>
                    <a:pt x="3167" y="36207"/>
                  </a:lnTo>
                  <a:lnTo>
                    <a:pt x="2507" y="35433"/>
                  </a:lnTo>
                  <a:lnTo>
                    <a:pt x="2251" y="34662"/>
                  </a:lnTo>
                  <a:lnTo>
                    <a:pt x="2177" y="34441"/>
                  </a:lnTo>
                  <a:lnTo>
                    <a:pt x="2013" y="33946"/>
                  </a:lnTo>
                  <a:lnTo>
                    <a:pt x="997" y="30889"/>
                  </a:lnTo>
                  <a:lnTo>
                    <a:pt x="511" y="28900"/>
                  </a:lnTo>
                  <a:lnTo>
                    <a:pt x="75" y="27120"/>
                  </a:lnTo>
                  <a:lnTo>
                    <a:pt x="0" y="26811"/>
                  </a:lnTo>
                  <a:lnTo>
                    <a:pt x="589" y="25659"/>
                  </a:lnTo>
                  <a:lnTo>
                    <a:pt x="10085" y="26055"/>
                  </a:lnTo>
                  <a:lnTo>
                    <a:pt x="9344" y="21336"/>
                  </a:lnTo>
                  <a:lnTo>
                    <a:pt x="6380" y="14113"/>
                  </a:lnTo>
                  <a:lnTo>
                    <a:pt x="3733" y="10618"/>
                  </a:lnTo>
                  <a:lnTo>
                    <a:pt x="6829" y="6674"/>
                  </a:lnTo>
                  <a:lnTo>
                    <a:pt x="19518" y="0"/>
                  </a:lnTo>
                  <a:lnTo>
                    <a:pt x="48530" y="3130"/>
                  </a:lnTo>
                  <a:lnTo>
                    <a:pt x="48573" y="3709"/>
                  </a:lnTo>
                  <a:lnTo>
                    <a:pt x="49005" y="9490"/>
                  </a:lnTo>
                  <a:lnTo>
                    <a:pt x="65533" y="16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261838" y="4088561"/>
              <a:ext cx="142815" cy="161989"/>
            </a:xfrm>
            <a:custGeom>
              <a:avLst/>
              <a:pathLst>
                <a:path w="142815" h="161989">
                  <a:moveTo>
                    <a:pt x="98911" y="145496"/>
                  </a:moveTo>
                  <a:lnTo>
                    <a:pt x="97686" y="147572"/>
                  </a:lnTo>
                  <a:lnTo>
                    <a:pt x="96982" y="148677"/>
                  </a:lnTo>
                  <a:lnTo>
                    <a:pt x="96081" y="150091"/>
                  </a:lnTo>
                  <a:lnTo>
                    <a:pt x="95864" y="150431"/>
                  </a:lnTo>
                  <a:lnTo>
                    <a:pt x="95752" y="150607"/>
                  </a:lnTo>
                  <a:lnTo>
                    <a:pt x="95596" y="150853"/>
                  </a:lnTo>
                  <a:lnTo>
                    <a:pt x="95246" y="151432"/>
                  </a:lnTo>
                  <a:lnTo>
                    <a:pt x="94823" y="152133"/>
                  </a:lnTo>
                  <a:lnTo>
                    <a:pt x="94257" y="153069"/>
                  </a:lnTo>
                  <a:lnTo>
                    <a:pt x="93819" y="153796"/>
                  </a:lnTo>
                  <a:lnTo>
                    <a:pt x="93321" y="154620"/>
                  </a:lnTo>
                  <a:lnTo>
                    <a:pt x="93151" y="154902"/>
                  </a:lnTo>
                  <a:lnTo>
                    <a:pt x="91358" y="157872"/>
                  </a:lnTo>
                  <a:lnTo>
                    <a:pt x="91225" y="158093"/>
                  </a:lnTo>
                  <a:lnTo>
                    <a:pt x="89522" y="160914"/>
                  </a:lnTo>
                  <a:lnTo>
                    <a:pt x="89330" y="161232"/>
                  </a:lnTo>
                  <a:lnTo>
                    <a:pt x="88873" y="161989"/>
                  </a:lnTo>
                  <a:lnTo>
                    <a:pt x="87898" y="161320"/>
                  </a:lnTo>
                  <a:lnTo>
                    <a:pt x="80953" y="156559"/>
                  </a:lnTo>
                  <a:lnTo>
                    <a:pt x="68883" y="148741"/>
                  </a:lnTo>
                  <a:lnTo>
                    <a:pt x="68642" y="148583"/>
                  </a:lnTo>
                  <a:lnTo>
                    <a:pt x="63929" y="145512"/>
                  </a:lnTo>
                  <a:lnTo>
                    <a:pt x="62306" y="144449"/>
                  </a:lnTo>
                  <a:lnTo>
                    <a:pt x="61601" y="143987"/>
                  </a:lnTo>
                  <a:lnTo>
                    <a:pt x="61445" y="143884"/>
                  </a:lnTo>
                  <a:lnTo>
                    <a:pt x="60820" y="143462"/>
                  </a:lnTo>
                  <a:lnTo>
                    <a:pt x="59157" y="142338"/>
                  </a:lnTo>
                  <a:lnTo>
                    <a:pt x="58249" y="141725"/>
                  </a:lnTo>
                  <a:lnTo>
                    <a:pt x="56003" y="140208"/>
                  </a:lnTo>
                  <a:lnTo>
                    <a:pt x="52824" y="137498"/>
                  </a:lnTo>
                  <a:lnTo>
                    <a:pt x="51134" y="136057"/>
                  </a:lnTo>
                  <a:lnTo>
                    <a:pt x="50010" y="135099"/>
                  </a:lnTo>
                  <a:lnTo>
                    <a:pt x="49339" y="134527"/>
                  </a:lnTo>
                  <a:lnTo>
                    <a:pt x="48967" y="134210"/>
                  </a:lnTo>
                  <a:lnTo>
                    <a:pt x="47570" y="133019"/>
                  </a:lnTo>
                  <a:lnTo>
                    <a:pt x="45549" y="131295"/>
                  </a:lnTo>
                  <a:lnTo>
                    <a:pt x="43868" y="129863"/>
                  </a:lnTo>
                  <a:lnTo>
                    <a:pt x="43425" y="129485"/>
                  </a:lnTo>
                  <a:lnTo>
                    <a:pt x="41679" y="127996"/>
                  </a:lnTo>
                  <a:lnTo>
                    <a:pt x="41192" y="127581"/>
                  </a:lnTo>
                  <a:lnTo>
                    <a:pt x="36917" y="123938"/>
                  </a:lnTo>
                  <a:lnTo>
                    <a:pt x="34571" y="121937"/>
                  </a:lnTo>
                  <a:lnTo>
                    <a:pt x="32710" y="120326"/>
                  </a:lnTo>
                  <a:lnTo>
                    <a:pt x="33190" y="119612"/>
                  </a:lnTo>
                  <a:lnTo>
                    <a:pt x="35885" y="115613"/>
                  </a:lnTo>
                  <a:lnTo>
                    <a:pt x="36784" y="114280"/>
                  </a:lnTo>
                  <a:lnTo>
                    <a:pt x="36244" y="113890"/>
                  </a:lnTo>
                  <a:lnTo>
                    <a:pt x="35566" y="113401"/>
                  </a:lnTo>
                  <a:lnTo>
                    <a:pt x="34894" y="112916"/>
                  </a:lnTo>
                  <a:lnTo>
                    <a:pt x="34083" y="112330"/>
                  </a:lnTo>
                  <a:lnTo>
                    <a:pt x="32982" y="111536"/>
                  </a:lnTo>
                  <a:lnTo>
                    <a:pt x="32201" y="110972"/>
                  </a:lnTo>
                  <a:lnTo>
                    <a:pt x="29371" y="108930"/>
                  </a:lnTo>
                  <a:lnTo>
                    <a:pt x="28892" y="108584"/>
                  </a:lnTo>
                  <a:lnTo>
                    <a:pt x="27755" y="107951"/>
                  </a:lnTo>
                  <a:lnTo>
                    <a:pt x="25856" y="106893"/>
                  </a:lnTo>
                  <a:lnTo>
                    <a:pt x="25272" y="106567"/>
                  </a:lnTo>
                  <a:lnTo>
                    <a:pt x="24592" y="106189"/>
                  </a:lnTo>
                  <a:lnTo>
                    <a:pt x="23269" y="105452"/>
                  </a:lnTo>
                  <a:lnTo>
                    <a:pt x="22065" y="104682"/>
                  </a:lnTo>
                  <a:lnTo>
                    <a:pt x="21655" y="104419"/>
                  </a:lnTo>
                  <a:lnTo>
                    <a:pt x="20825" y="103889"/>
                  </a:lnTo>
                  <a:lnTo>
                    <a:pt x="18498" y="102401"/>
                  </a:lnTo>
                  <a:lnTo>
                    <a:pt x="17811" y="101961"/>
                  </a:lnTo>
                  <a:lnTo>
                    <a:pt x="17137" y="101530"/>
                  </a:lnTo>
                  <a:lnTo>
                    <a:pt x="16072" y="100849"/>
                  </a:lnTo>
                  <a:lnTo>
                    <a:pt x="14280" y="99703"/>
                  </a:lnTo>
                  <a:lnTo>
                    <a:pt x="14123" y="99603"/>
                  </a:lnTo>
                  <a:lnTo>
                    <a:pt x="10894" y="97539"/>
                  </a:lnTo>
                  <a:lnTo>
                    <a:pt x="5342" y="93988"/>
                  </a:lnTo>
                  <a:lnTo>
                    <a:pt x="3351" y="92715"/>
                  </a:lnTo>
                  <a:lnTo>
                    <a:pt x="2296" y="92040"/>
                  </a:lnTo>
                  <a:lnTo>
                    <a:pt x="1227" y="91356"/>
                  </a:lnTo>
                  <a:lnTo>
                    <a:pt x="0" y="90571"/>
                  </a:lnTo>
                  <a:lnTo>
                    <a:pt x="357" y="89962"/>
                  </a:lnTo>
                  <a:lnTo>
                    <a:pt x="1709" y="87655"/>
                  </a:lnTo>
                  <a:lnTo>
                    <a:pt x="1879" y="87365"/>
                  </a:lnTo>
                  <a:lnTo>
                    <a:pt x="2911" y="85604"/>
                  </a:lnTo>
                  <a:lnTo>
                    <a:pt x="5860" y="80932"/>
                  </a:lnTo>
                  <a:lnTo>
                    <a:pt x="6124" y="80515"/>
                  </a:lnTo>
                  <a:lnTo>
                    <a:pt x="9992" y="74387"/>
                  </a:lnTo>
                  <a:lnTo>
                    <a:pt x="13139" y="69402"/>
                  </a:lnTo>
                  <a:lnTo>
                    <a:pt x="13602" y="68669"/>
                  </a:lnTo>
                  <a:lnTo>
                    <a:pt x="19835" y="58797"/>
                  </a:lnTo>
                  <a:lnTo>
                    <a:pt x="19973" y="58569"/>
                  </a:lnTo>
                  <a:lnTo>
                    <a:pt x="21600" y="55892"/>
                  </a:lnTo>
                  <a:lnTo>
                    <a:pt x="21945" y="55324"/>
                  </a:lnTo>
                  <a:lnTo>
                    <a:pt x="23297" y="53505"/>
                  </a:lnTo>
                  <a:lnTo>
                    <a:pt x="23695" y="52970"/>
                  </a:lnTo>
                  <a:lnTo>
                    <a:pt x="23997" y="52563"/>
                  </a:lnTo>
                  <a:lnTo>
                    <a:pt x="24361" y="52009"/>
                  </a:lnTo>
                  <a:lnTo>
                    <a:pt x="24968" y="51083"/>
                  </a:lnTo>
                  <a:lnTo>
                    <a:pt x="25313" y="50558"/>
                  </a:lnTo>
                  <a:lnTo>
                    <a:pt x="25907" y="49652"/>
                  </a:lnTo>
                  <a:lnTo>
                    <a:pt x="28051" y="46385"/>
                  </a:lnTo>
                  <a:lnTo>
                    <a:pt x="29160" y="44489"/>
                  </a:lnTo>
                  <a:lnTo>
                    <a:pt x="29447" y="43999"/>
                  </a:lnTo>
                  <a:lnTo>
                    <a:pt x="33043" y="38034"/>
                  </a:lnTo>
                  <a:lnTo>
                    <a:pt x="34683" y="35314"/>
                  </a:lnTo>
                  <a:lnTo>
                    <a:pt x="34834" y="35068"/>
                  </a:lnTo>
                  <a:lnTo>
                    <a:pt x="35018" y="34768"/>
                  </a:lnTo>
                  <a:lnTo>
                    <a:pt x="39668" y="27195"/>
                  </a:lnTo>
                  <a:lnTo>
                    <a:pt x="40794" y="25361"/>
                  </a:lnTo>
                  <a:lnTo>
                    <a:pt x="42879" y="21964"/>
                  </a:lnTo>
                  <a:lnTo>
                    <a:pt x="43687" y="20649"/>
                  </a:lnTo>
                  <a:lnTo>
                    <a:pt x="44342" y="19583"/>
                  </a:lnTo>
                  <a:lnTo>
                    <a:pt x="44823" y="18799"/>
                  </a:lnTo>
                  <a:lnTo>
                    <a:pt x="45625" y="17492"/>
                  </a:lnTo>
                  <a:lnTo>
                    <a:pt x="48382" y="13003"/>
                  </a:lnTo>
                  <a:lnTo>
                    <a:pt x="49314" y="11484"/>
                  </a:lnTo>
                  <a:lnTo>
                    <a:pt x="49497" y="11167"/>
                  </a:lnTo>
                  <a:lnTo>
                    <a:pt x="50024" y="10255"/>
                  </a:lnTo>
                  <a:lnTo>
                    <a:pt x="50348" y="9693"/>
                  </a:lnTo>
                  <a:lnTo>
                    <a:pt x="52501" y="6110"/>
                  </a:lnTo>
                  <a:lnTo>
                    <a:pt x="53024" y="5239"/>
                  </a:lnTo>
                  <a:lnTo>
                    <a:pt x="53893" y="3793"/>
                  </a:lnTo>
                  <a:lnTo>
                    <a:pt x="54218" y="3252"/>
                  </a:lnTo>
                  <a:lnTo>
                    <a:pt x="56172" y="0"/>
                  </a:lnTo>
                  <a:lnTo>
                    <a:pt x="56391" y="140"/>
                  </a:lnTo>
                  <a:lnTo>
                    <a:pt x="56844" y="430"/>
                  </a:lnTo>
                  <a:lnTo>
                    <a:pt x="58597" y="1555"/>
                  </a:lnTo>
                  <a:lnTo>
                    <a:pt x="59263" y="1969"/>
                  </a:lnTo>
                  <a:lnTo>
                    <a:pt x="60245" y="2580"/>
                  </a:lnTo>
                  <a:lnTo>
                    <a:pt x="62751" y="4138"/>
                  </a:lnTo>
                  <a:lnTo>
                    <a:pt x="64299" y="5101"/>
                  </a:lnTo>
                  <a:lnTo>
                    <a:pt x="64717" y="5406"/>
                  </a:lnTo>
                  <a:lnTo>
                    <a:pt x="65196" y="5756"/>
                  </a:lnTo>
                  <a:lnTo>
                    <a:pt x="65527" y="5998"/>
                  </a:lnTo>
                  <a:lnTo>
                    <a:pt x="66069" y="6394"/>
                  </a:lnTo>
                  <a:lnTo>
                    <a:pt x="67804" y="7429"/>
                  </a:lnTo>
                  <a:lnTo>
                    <a:pt x="70166" y="8945"/>
                  </a:lnTo>
                  <a:lnTo>
                    <a:pt x="69981" y="9285"/>
                  </a:lnTo>
                  <a:lnTo>
                    <a:pt x="69609" y="9965"/>
                  </a:lnTo>
                  <a:lnTo>
                    <a:pt x="71122" y="10838"/>
                  </a:lnTo>
                  <a:lnTo>
                    <a:pt x="72140" y="11427"/>
                  </a:lnTo>
                  <a:lnTo>
                    <a:pt x="74438" y="12753"/>
                  </a:lnTo>
                  <a:lnTo>
                    <a:pt x="74707" y="12909"/>
                  </a:lnTo>
                  <a:lnTo>
                    <a:pt x="75967" y="13636"/>
                  </a:lnTo>
                  <a:lnTo>
                    <a:pt x="76994" y="14229"/>
                  </a:lnTo>
                  <a:lnTo>
                    <a:pt x="77552" y="14551"/>
                  </a:lnTo>
                  <a:lnTo>
                    <a:pt x="79166" y="15586"/>
                  </a:lnTo>
                  <a:lnTo>
                    <a:pt x="80423" y="16392"/>
                  </a:lnTo>
                  <a:lnTo>
                    <a:pt x="80676" y="16554"/>
                  </a:lnTo>
                  <a:lnTo>
                    <a:pt x="83838" y="18581"/>
                  </a:lnTo>
                  <a:lnTo>
                    <a:pt x="84485" y="18996"/>
                  </a:lnTo>
                  <a:lnTo>
                    <a:pt x="86773" y="20462"/>
                  </a:lnTo>
                  <a:lnTo>
                    <a:pt x="87531" y="21013"/>
                  </a:lnTo>
                  <a:lnTo>
                    <a:pt x="85858" y="23749"/>
                  </a:lnTo>
                  <a:lnTo>
                    <a:pt x="85082" y="25019"/>
                  </a:lnTo>
                  <a:lnTo>
                    <a:pt x="85719" y="25419"/>
                  </a:lnTo>
                  <a:lnTo>
                    <a:pt x="86695" y="26031"/>
                  </a:lnTo>
                  <a:lnTo>
                    <a:pt x="92462" y="29652"/>
                  </a:lnTo>
                  <a:lnTo>
                    <a:pt x="92710" y="29807"/>
                  </a:lnTo>
                  <a:lnTo>
                    <a:pt x="92586" y="29987"/>
                  </a:lnTo>
                  <a:lnTo>
                    <a:pt x="89804" y="34047"/>
                  </a:lnTo>
                  <a:lnTo>
                    <a:pt x="88365" y="36425"/>
                  </a:lnTo>
                  <a:lnTo>
                    <a:pt x="88060" y="36930"/>
                  </a:lnTo>
                  <a:lnTo>
                    <a:pt x="84584" y="42677"/>
                  </a:lnTo>
                  <a:lnTo>
                    <a:pt x="84067" y="43532"/>
                  </a:lnTo>
                  <a:lnTo>
                    <a:pt x="83958" y="43667"/>
                  </a:lnTo>
                  <a:lnTo>
                    <a:pt x="83432" y="44316"/>
                  </a:lnTo>
                  <a:lnTo>
                    <a:pt x="84043" y="44664"/>
                  </a:lnTo>
                  <a:lnTo>
                    <a:pt x="84708" y="45042"/>
                  </a:lnTo>
                  <a:lnTo>
                    <a:pt x="85412" y="45442"/>
                  </a:lnTo>
                  <a:lnTo>
                    <a:pt x="100348" y="55000"/>
                  </a:lnTo>
                  <a:lnTo>
                    <a:pt x="102503" y="56379"/>
                  </a:lnTo>
                  <a:lnTo>
                    <a:pt x="106064" y="58658"/>
                  </a:lnTo>
                  <a:lnTo>
                    <a:pt x="109067" y="60579"/>
                  </a:lnTo>
                  <a:lnTo>
                    <a:pt x="118118" y="66371"/>
                  </a:lnTo>
                  <a:lnTo>
                    <a:pt x="118361" y="66527"/>
                  </a:lnTo>
                  <a:lnTo>
                    <a:pt x="127211" y="72190"/>
                  </a:lnTo>
                  <a:lnTo>
                    <a:pt x="130449" y="74263"/>
                  </a:lnTo>
                  <a:lnTo>
                    <a:pt x="130646" y="74389"/>
                  </a:lnTo>
                  <a:lnTo>
                    <a:pt x="131879" y="75159"/>
                  </a:lnTo>
                  <a:lnTo>
                    <a:pt x="132226" y="75376"/>
                  </a:lnTo>
                  <a:lnTo>
                    <a:pt x="136060" y="77771"/>
                  </a:lnTo>
                  <a:lnTo>
                    <a:pt x="136491" y="78041"/>
                  </a:lnTo>
                  <a:lnTo>
                    <a:pt x="138846" y="79512"/>
                  </a:lnTo>
                  <a:lnTo>
                    <a:pt x="139202" y="79735"/>
                  </a:lnTo>
                  <a:lnTo>
                    <a:pt x="140957" y="80060"/>
                  </a:lnTo>
                  <a:lnTo>
                    <a:pt x="141669" y="80192"/>
                  </a:lnTo>
                  <a:lnTo>
                    <a:pt x="142815" y="80420"/>
                  </a:lnTo>
                  <a:lnTo>
                    <a:pt x="140916" y="82559"/>
                  </a:lnTo>
                  <a:lnTo>
                    <a:pt x="140779" y="82713"/>
                  </a:lnTo>
                  <a:lnTo>
                    <a:pt x="139845" y="83766"/>
                  </a:lnTo>
                  <a:lnTo>
                    <a:pt x="138649" y="85112"/>
                  </a:lnTo>
                  <a:lnTo>
                    <a:pt x="138061" y="85922"/>
                  </a:lnTo>
                  <a:lnTo>
                    <a:pt x="136913" y="87500"/>
                  </a:lnTo>
                  <a:lnTo>
                    <a:pt x="136192" y="88491"/>
                  </a:lnTo>
                  <a:lnTo>
                    <a:pt x="132884" y="93040"/>
                  </a:lnTo>
                  <a:lnTo>
                    <a:pt x="132391" y="93741"/>
                  </a:lnTo>
                  <a:lnTo>
                    <a:pt x="129341" y="98079"/>
                  </a:lnTo>
                  <a:lnTo>
                    <a:pt x="128234" y="99654"/>
                  </a:lnTo>
                  <a:lnTo>
                    <a:pt x="127297" y="100987"/>
                  </a:lnTo>
                  <a:lnTo>
                    <a:pt x="124744" y="104618"/>
                  </a:lnTo>
                  <a:lnTo>
                    <a:pt x="124417" y="105084"/>
                  </a:lnTo>
                  <a:lnTo>
                    <a:pt x="121762" y="108860"/>
                  </a:lnTo>
                  <a:lnTo>
                    <a:pt x="121376" y="109460"/>
                  </a:lnTo>
                  <a:lnTo>
                    <a:pt x="119487" y="112391"/>
                  </a:lnTo>
                  <a:lnTo>
                    <a:pt x="117605" y="115311"/>
                  </a:lnTo>
                  <a:lnTo>
                    <a:pt x="116141" y="117582"/>
                  </a:lnTo>
                  <a:lnTo>
                    <a:pt x="115592" y="118434"/>
                  </a:lnTo>
                  <a:lnTo>
                    <a:pt x="113618" y="121496"/>
                  </a:lnTo>
                  <a:lnTo>
                    <a:pt x="112542" y="123166"/>
                  </a:lnTo>
                  <a:lnTo>
                    <a:pt x="112406" y="123377"/>
                  </a:lnTo>
                  <a:lnTo>
                    <a:pt x="110808" y="125857"/>
                  </a:lnTo>
                  <a:lnTo>
                    <a:pt x="109880" y="127296"/>
                  </a:lnTo>
                  <a:lnTo>
                    <a:pt x="108769" y="129021"/>
                  </a:lnTo>
                  <a:lnTo>
                    <a:pt x="108471" y="129483"/>
                  </a:lnTo>
                  <a:lnTo>
                    <a:pt x="108284" y="129773"/>
                  </a:lnTo>
                  <a:lnTo>
                    <a:pt x="107844" y="130455"/>
                  </a:lnTo>
                  <a:lnTo>
                    <a:pt x="107098" y="131613"/>
                  </a:lnTo>
                  <a:lnTo>
                    <a:pt x="105617" y="134124"/>
                  </a:lnTo>
                  <a:lnTo>
                    <a:pt x="102445" y="139502"/>
                  </a:lnTo>
                  <a:lnTo>
                    <a:pt x="99452" y="14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557743" y="4120817"/>
              <a:ext cx="178039" cy="265856"/>
            </a:xfrm>
            <a:custGeom>
              <a:avLst/>
              <a:pathLst>
                <a:path w="178039" h="265856">
                  <a:moveTo>
                    <a:pt x="147286" y="103855"/>
                  </a:moveTo>
                  <a:lnTo>
                    <a:pt x="146964" y="104323"/>
                  </a:lnTo>
                  <a:lnTo>
                    <a:pt x="145292" y="106761"/>
                  </a:lnTo>
                  <a:lnTo>
                    <a:pt x="144788" y="107487"/>
                  </a:lnTo>
                  <a:lnTo>
                    <a:pt x="144275" y="108226"/>
                  </a:lnTo>
                  <a:lnTo>
                    <a:pt x="144092" y="108484"/>
                  </a:lnTo>
                  <a:lnTo>
                    <a:pt x="141587" y="112023"/>
                  </a:lnTo>
                  <a:lnTo>
                    <a:pt x="140574" y="113513"/>
                  </a:lnTo>
                  <a:lnTo>
                    <a:pt x="140151" y="114136"/>
                  </a:lnTo>
                  <a:lnTo>
                    <a:pt x="138781" y="116153"/>
                  </a:lnTo>
                  <a:lnTo>
                    <a:pt x="136230" y="119587"/>
                  </a:lnTo>
                  <a:lnTo>
                    <a:pt x="135955" y="119955"/>
                  </a:lnTo>
                  <a:lnTo>
                    <a:pt x="131348" y="125700"/>
                  </a:lnTo>
                  <a:lnTo>
                    <a:pt x="131787" y="126063"/>
                  </a:lnTo>
                  <a:lnTo>
                    <a:pt x="132001" y="126240"/>
                  </a:lnTo>
                  <a:lnTo>
                    <a:pt x="137970" y="130219"/>
                  </a:lnTo>
                  <a:lnTo>
                    <a:pt x="139869" y="131485"/>
                  </a:lnTo>
                  <a:lnTo>
                    <a:pt x="140159" y="131657"/>
                  </a:lnTo>
                  <a:lnTo>
                    <a:pt x="140444" y="131825"/>
                  </a:lnTo>
                  <a:lnTo>
                    <a:pt x="142424" y="132994"/>
                  </a:lnTo>
                  <a:lnTo>
                    <a:pt x="143581" y="133677"/>
                  </a:lnTo>
                  <a:lnTo>
                    <a:pt x="144600" y="134279"/>
                  </a:lnTo>
                  <a:lnTo>
                    <a:pt x="145017" y="134495"/>
                  </a:lnTo>
                  <a:lnTo>
                    <a:pt x="146030" y="135021"/>
                  </a:lnTo>
                  <a:lnTo>
                    <a:pt x="147552" y="135565"/>
                  </a:lnTo>
                  <a:lnTo>
                    <a:pt x="147807" y="135657"/>
                  </a:lnTo>
                  <a:lnTo>
                    <a:pt x="149059" y="136104"/>
                  </a:lnTo>
                  <a:lnTo>
                    <a:pt x="149321" y="136198"/>
                  </a:lnTo>
                  <a:lnTo>
                    <a:pt x="151662" y="136456"/>
                  </a:lnTo>
                  <a:lnTo>
                    <a:pt x="151911" y="136469"/>
                  </a:lnTo>
                  <a:lnTo>
                    <a:pt x="153408" y="136546"/>
                  </a:lnTo>
                  <a:lnTo>
                    <a:pt x="153852" y="136569"/>
                  </a:lnTo>
                  <a:lnTo>
                    <a:pt x="154533" y="136606"/>
                  </a:lnTo>
                  <a:lnTo>
                    <a:pt x="154348" y="139056"/>
                  </a:lnTo>
                  <a:lnTo>
                    <a:pt x="153903" y="144943"/>
                  </a:lnTo>
                  <a:lnTo>
                    <a:pt x="153653" y="148246"/>
                  </a:lnTo>
                  <a:lnTo>
                    <a:pt x="153268" y="156416"/>
                  </a:lnTo>
                  <a:lnTo>
                    <a:pt x="152467" y="163867"/>
                  </a:lnTo>
                  <a:lnTo>
                    <a:pt x="152271" y="165695"/>
                  </a:lnTo>
                  <a:lnTo>
                    <a:pt x="152248" y="166334"/>
                  </a:lnTo>
                  <a:lnTo>
                    <a:pt x="152227" y="166943"/>
                  </a:lnTo>
                  <a:lnTo>
                    <a:pt x="152203" y="167601"/>
                  </a:lnTo>
                  <a:lnTo>
                    <a:pt x="152153" y="169021"/>
                  </a:lnTo>
                  <a:lnTo>
                    <a:pt x="152122" y="169900"/>
                  </a:lnTo>
                  <a:lnTo>
                    <a:pt x="152101" y="170498"/>
                  </a:lnTo>
                  <a:lnTo>
                    <a:pt x="152048" y="171994"/>
                  </a:lnTo>
                  <a:lnTo>
                    <a:pt x="152016" y="172898"/>
                  </a:lnTo>
                  <a:lnTo>
                    <a:pt x="151980" y="173429"/>
                  </a:lnTo>
                  <a:lnTo>
                    <a:pt x="151829" y="175615"/>
                  </a:lnTo>
                  <a:lnTo>
                    <a:pt x="151532" y="176551"/>
                  </a:lnTo>
                  <a:lnTo>
                    <a:pt x="150503" y="176425"/>
                  </a:lnTo>
                  <a:lnTo>
                    <a:pt x="149431" y="176294"/>
                  </a:lnTo>
                  <a:lnTo>
                    <a:pt x="148394" y="176170"/>
                  </a:lnTo>
                  <a:lnTo>
                    <a:pt x="143274" y="175560"/>
                  </a:lnTo>
                  <a:lnTo>
                    <a:pt x="142657" y="175487"/>
                  </a:lnTo>
                  <a:lnTo>
                    <a:pt x="141868" y="175495"/>
                  </a:lnTo>
                  <a:lnTo>
                    <a:pt x="140602" y="175507"/>
                  </a:lnTo>
                  <a:lnTo>
                    <a:pt x="135342" y="174693"/>
                  </a:lnTo>
                  <a:lnTo>
                    <a:pt x="132955" y="173717"/>
                  </a:lnTo>
                  <a:lnTo>
                    <a:pt x="130920" y="172886"/>
                  </a:lnTo>
                  <a:lnTo>
                    <a:pt x="128663" y="171372"/>
                  </a:lnTo>
                  <a:lnTo>
                    <a:pt x="127624" y="170675"/>
                  </a:lnTo>
                  <a:lnTo>
                    <a:pt x="123723" y="168058"/>
                  </a:lnTo>
                  <a:lnTo>
                    <a:pt x="122771" y="167441"/>
                  </a:lnTo>
                  <a:lnTo>
                    <a:pt x="122555" y="167300"/>
                  </a:lnTo>
                  <a:lnTo>
                    <a:pt x="121963" y="166917"/>
                  </a:lnTo>
                  <a:lnTo>
                    <a:pt x="121667" y="166725"/>
                  </a:lnTo>
                  <a:lnTo>
                    <a:pt x="120927" y="166245"/>
                  </a:lnTo>
                  <a:lnTo>
                    <a:pt x="120052" y="165677"/>
                  </a:lnTo>
                  <a:lnTo>
                    <a:pt x="119893" y="165575"/>
                  </a:lnTo>
                  <a:lnTo>
                    <a:pt x="119628" y="166126"/>
                  </a:lnTo>
                  <a:lnTo>
                    <a:pt x="117490" y="170570"/>
                  </a:lnTo>
                  <a:lnTo>
                    <a:pt x="112141" y="180874"/>
                  </a:lnTo>
                  <a:lnTo>
                    <a:pt x="109836" y="185315"/>
                  </a:lnTo>
                  <a:lnTo>
                    <a:pt x="109022" y="186882"/>
                  </a:lnTo>
                  <a:lnTo>
                    <a:pt x="108843" y="187227"/>
                  </a:lnTo>
                  <a:lnTo>
                    <a:pt x="108477" y="187932"/>
                  </a:lnTo>
                  <a:lnTo>
                    <a:pt x="107823" y="189245"/>
                  </a:lnTo>
                  <a:lnTo>
                    <a:pt x="107639" y="189614"/>
                  </a:lnTo>
                  <a:lnTo>
                    <a:pt x="107498" y="189899"/>
                  </a:lnTo>
                  <a:lnTo>
                    <a:pt x="107354" y="190186"/>
                  </a:lnTo>
                  <a:lnTo>
                    <a:pt x="107278" y="190322"/>
                  </a:lnTo>
                  <a:lnTo>
                    <a:pt x="106954" y="190953"/>
                  </a:lnTo>
                  <a:lnTo>
                    <a:pt x="101107" y="190466"/>
                  </a:lnTo>
                  <a:lnTo>
                    <a:pt x="100959" y="190454"/>
                  </a:lnTo>
                  <a:lnTo>
                    <a:pt x="100703" y="190486"/>
                  </a:lnTo>
                  <a:lnTo>
                    <a:pt x="100010" y="198545"/>
                  </a:lnTo>
                  <a:lnTo>
                    <a:pt x="99871" y="200152"/>
                  </a:lnTo>
                  <a:lnTo>
                    <a:pt x="99780" y="201219"/>
                  </a:lnTo>
                  <a:lnTo>
                    <a:pt x="99638" y="202860"/>
                  </a:lnTo>
                  <a:lnTo>
                    <a:pt x="99515" y="204288"/>
                  </a:lnTo>
                  <a:lnTo>
                    <a:pt x="99138" y="208670"/>
                  </a:lnTo>
                  <a:lnTo>
                    <a:pt x="99091" y="209221"/>
                  </a:lnTo>
                  <a:lnTo>
                    <a:pt x="98329" y="218075"/>
                  </a:lnTo>
                  <a:lnTo>
                    <a:pt x="97818" y="224012"/>
                  </a:lnTo>
                  <a:lnTo>
                    <a:pt x="97786" y="224386"/>
                  </a:lnTo>
                  <a:lnTo>
                    <a:pt x="97402" y="228847"/>
                  </a:lnTo>
                  <a:lnTo>
                    <a:pt x="97308" y="229939"/>
                  </a:lnTo>
                  <a:lnTo>
                    <a:pt x="96859" y="235146"/>
                  </a:lnTo>
                  <a:lnTo>
                    <a:pt x="96839" y="235381"/>
                  </a:lnTo>
                  <a:lnTo>
                    <a:pt x="96798" y="235858"/>
                  </a:lnTo>
                  <a:lnTo>
                    <a:pt x="96750" y="236421"/>
                  </a:lnTo>
                  <a:lnTo>
                    <a:pt x="96682" y="237212"/>
                  </a:lnTo>
                  <a:lnTo>
                    <a:pt x="96595" y="238224"/>
                  </a:lnTo>
                  <a:lnTo>
                    <a:pt x="96485" y="239500"/>
                  </a:lnTo>
                  <a:lnTo>
                    <a:pt x="96421" y="240239"/>
                  </a:lnTo>
                  <a:lnTo>
                    <a:pt x="95943" y="245788"/>
                  </a:lnTo>
                  <a:lnTo>
                    <a:pt x="95907" y="246216"/>
                  </a:lnTo>
                  <a:lnTo>
                    <a:pt x="95840" y="246988"/>
                  </a:lnTo>
                  <a:lnTo>
                    <a:pt x="94977" y="257018"/>
                  </a:lnTo>
                  <a:lnTo>
                    <a:pt x="94893" y="257997"/>
                  </a:lnTo>
                  <a:lnTo>
                    <a:pt x="94512" y="262420"/>
                  </a:lnTo>
                  <a:lnTo>
                    <a:pt x="94380" y="263958"/>
                  </a:lnTo>
                  <a:lnTo>
                    <a:pt x="94314" y="264721"/>
                  </a:lnTo>
                  <a:lnTo>
                    <a:pt x="94291" y="264983"/>
                  </a:lnTo>
                  <a:lnTo>
                    <a:pt x="94287" y="265602"/>
                  </a:lnTo>
                  <a:lnTo>
                    <a:pt x="94257" y="265856"/>
                  </a:lnTo>
                  <a:lnTo>
                    <a:pt x="93930" y="265837"/>
                  </a:lnTo>
                  <a:lnTo>
                    <a:pt x="93086" y="265790"/>
                  </a:lnTo>
                  <a:lnTo>
                    <a:pt x="92707" y="265752"/>
                  </a:lnTo>
                  <a:lnTo>
                    <a:pt x="92331" y="265715"/>
                  </a:lnTo>
                  <a:lnTo>
                    <a:pt x="91866" y="265669"/>
                  </a:lnTo>
                  <a:lnTo>
                    <a:pt x="90758" y="265559"/>
                  </a:lnTo>
                  <a:lnTo>
                    <a:pt x="89431" y="265427"/>
                  </a:lnTo>
                  <a:lnTo>
                    <a:pt x="86856" y="264736"/>
                  </a:lnTo>
                  <a:lnTo>
                    <a:pt x="85591" y="264397"/>
                  </a:lnTo>
                  <a:lnTo>
                    <a:pt x="83797" y="263916"/>
                  </a:lnTo>
                  <a:lnTo>
                    <a:pt x="78491" y="261721"/>
                  </a:lnTo>
                  <a:lnTo>
                    <a:pt x="76546" y="260476"/>
                  </a:lnTo>
                  <a:lnTo>
                    <a:pt x="75254" y="259649"/>
                  </a:lnTo>
                  <a:lnTo>
                    <a:pt x="72556" y="257557"/>
                  </a:lnTo>
                  <a:lnTo>
                    <a:pt x="70842" y="256228"/>
                  </a:lnTo>
                  <a:lnTo>
                    <a:pt x="69988" y="255566"/>
                  </a:lnTo>
                  <a:lnTo>
                    <a:pt x="69303" y="254797"/>
                  </a:lnTo>
                  <a:lnTo>
                    <a:pt x="69119" y="254591"/>
                  </a:lnTo>
                  <a:lnTo>
                    <a:pt x="67055" y="252275"/>
                  </a:lnTo>
                  <a:lnTo>
                    <a:pt x="65884" y="250961"/>
                  </a:lnTo>
                  <a:lnTo>
                    <a:pt x="65740" y="250733"/>
                  </a:lnTo>
                  <a:lnTo>
                    <a:pt x="65499" y="250350"/>
                  </a:lnTo>
                  <a:lnTo>
                    <a:pt x="64481" y="248735"/>
                  </a:lnTo>
                  <a:lnTo>
                    <a:pt x="63700" y="247496"/>
                  </a:lnTo>
                  <a:lnTo>
                    <a:pt x="61478" y="242967"/>
                  </a:lnTo>
                  <a:lnTo>
                    <a:pt x="60983" y="241958"/>
                  </a:lnTo>
                  <a:lnTo>
                    <a:pt x="60363" y="240537"/>
                  </a:lnTo>
                  <a:lnTo>
                    <a:pt x="59056" y="237541"/>
                  </a:lnTo>
                  <a:lnTo>
                    <a:pt x="54942" y="227641"/>
                  </a:lnTo>
                  <a:lnTo>
                    <a:pt x="54672" y="226992"/>
                  </a:lnTo>
                  <a:lnTo>
                    <a:pt x="49153" y="213711"/>
                  </a:lnTo>
                  <a:lnTo>
                    <a:pt x="48939" y="213197"/>
                  </a:lnTo>
                  <a:lnTo>
                    <a:pt x="48343" y="212220"/>
                  </a:lnTo>
                  <a:lnTo>
                    <a:pt x="47939" y="211161"/>
                  </a:lnTo>
                  <a:lnTo>
                    <a:pt x="47832" y="210882"/>
                  </a:lnTo>
                  <a:lnTo>
                    <a:pt x="47067" y="208880"/>
                  </a:lnTo>
                  <a:lnTo>
                    <a:pt x="46590" y="207632"/>
                  </a:lnTo>
                  <a:lnTo>
                    <a:pt x="45694" y="205293"/>
                  </a:lnTo>
                  <a:lnTo>
                    <a:pt x="45328" y="204449"/>
                  </a:lnTo>
                  <a:lnTo>
                    <a:pt x="45254" y="204280"/>
                  </a:lnTo>
                  <a:lnTo>
                    <a:pt x="45071" y="203858"/>
                  </a:lnTo>
                  <a:lnTo>
                    <a:pt x="43193" y="199539"/>
                  </a:lnTo>
                  <a:lnTo>
                    <a:pt x="40872" y="194198"/>
                  </a:lnTo>
                  <a:lnTo>
                    <a:pt x="40271" y="192763"/>
                  </a:lnTo>
                  <a:lnTo>
                    <a:pt x="39525" y="190979"/>
                  </a:lnTo>
                  <a:lnTo>
                    <a:pt x="34847" y="179805"/>
                  </a:lnTo>
                  <a:lnTo>
                    <a:pt x="33257" y="176069"/>
                  </a:lnTo>
                  <a:lnTo>
                    <a:pt x="32663" y="174673"/>
                  </a:lnTo>
                  <a:lnTo>
                    <a:pt x="31230" y="171307"/>
                  </a:lnTo>
                  <a:lnTo>
                    <a:pt x="31017" y="170908"/>
                  </a:lnTo>
                  <a:lnTo>
                    <a:pt x="30496" y="169935"/>
                  </a:lnTo>
                  <a:lnTo>
                    <a:pt x="29612" y="168284"/>
                  </a:lnTo>
                  <a:lnTo>
                    <a:pt x="29147" y="167415"/>
                  </a:lnTo>
                  <a:lnTo>
                    <a:pt x="28997" y="167141"/>
                  </a:lnTo>
                  <a:lnTo>
                    <a:pt x="28786" y="166754"/>
                  </a:lnTo>
                  <a:lnTo>
                    <a:pt x="28615" y="166442"/>
                  </a:lnTo>
                  <a:lnTo>
                    <a:pt x="26324" y="162251"/>
                  </a:lnTo>
                  <a:lnTo>
                    <a:pt x="25879" y="161435"/>
                  </a:lnTo>
                  <a:lnTo>
                    <a:pt x="23632" y="157784"/>
                  </a:lnTo>
                  <a:lnTo>
                    <a:pt x="23396" y="157400"/>
                  </a:lnTo>
                  <a:lnTo>
                    <a:pt x="22630" y="156157"/>
                  </a:lnTo>
                  <a:lnTo>
                    <a:pt x="17555" y="149560"/>
                  </a:lnTo>
                  <a:lnTo>
                    <a:pt x="14521" y="145616"/>
                  </a:lnTo>
                  <a:lnTo>
                    <a:pt x="13832" y="144720"/>
                  </a:lnTo>
                  <a:lnTo>
                    <a:pt x="10988" y="141023"/>
                  </a:lnTo>
                  <a:lnTo>
                    <a:pt x="9111" y="138583"/>
                  </a:lnTo>
                  <a:lnTo>
                    <a:pt x="8657" y="138053"/>
                  </a:lnTo>
                  <a:lnTo>
                    <a:pt x="7092" y="136226"/>
                  </a:lnTo>
                  <a:lnTo>
                    <a:pt x="6204" y="135188"/>
                  </a:lnTo>
                  <a:lnTo>
                    <a:pt x="4780" y="133525"/>
                  </a:lnTo>
                  <a:lnTo>
                    <a:pt x="3103" y="131700"/>
                  </a:lnTo>
                  <a:lnTo>
                    <a:pt x="1790" y="130270"/>
                  </a:lnTo>
                  <a:lnTo>
                    <a:pt x="1087" y="129505"/>
                  </a:lnTo>
                  <a:lnTo>
                    <a:pt x="785" y="129211"/>
                  </a:lnTo>
                  <a:lnTo>
                    <a:pt x="336" y="128774"/>
                  </a:lnTo>
                  <a:lnTo>
                    <a:pt x="0" y="128445"/>
                  </a:lnTo>
                  <a:lnTo>
                    <a:pt x="546" y="127874"/>
                  </a:lnTo>
                  <a:lnTo>
                    <a:pt x="3379" y="124910"/>
                  </a:lnTo>
                  <a:lnTo>
                    <a:pt x="3852" y="124280"/>
                  </a:lnTo>
                  <a:lnTo>
                    <a:pt x="8490" y="118916"/>
                  </a:lnTo>
                  <a:lnTo>
                    <a:pt x="11648" y="115264"/>
                  </a:lnTo>
                  <a:lnTo>
                    <a:pt x="13401" y="113031"/>
                  </a:lnTo>
                  <a:lnTo>
                    <a:pt x="13911" y="113502"/>
                  </a:lnTo>
                  <a:lnTo>
                    <a:pt x="14086" y="113663"/>
                  </a:lnTo>
                  <a:lnTo>
                    <a:pt x="14683" y="114214"/>
                  </a:lnTo>
                  <a:lnTo>
                    <a:pt x="15567" y="115029"/>
                  </a:lnTo>
                  <a:lnTo>
                    <a:pt x="21453" y="120458"/>
                  </a:lnTo>
                  <a:lnTo>
                    <a:pt x="27805" y="127376"/>
                  </a:lnTo>
                  <a:lnTo>
                    <a:pt x="31902" y="132110"/>
                  </a:lnTo>
                  <a:lnTo>
                    <a:pt x="35582" y="137511"/>
                  </a:lnTo>
                  <a:lnTo>
                    <a:pt x="38332" y="142038"/>
                  </a:lnTo>
                  <a:lnTo>
                    <a:pt x="42573" y="139169"/>
                  </a:lnTo>
                  <a:lnTo>
                    <a:pt x="52268" y="132612"/>
                  </a:lnTo>
                  <a:lnTo>
                    <a:pt x="55346" y="130618"/>
                  </a:lnTo>
                  <a:lnTo>
                    <a:pt x="57213" y="129494"/>
                  </a:lnTo>
                  <a:lnTo>
                    <a:pt x="58828" y="128522"/>
                  </a:lnTo>
                  <a:lnTo>
                    <a:pt x="64616" y="125504"/>
                  </a:lnTo>
                  <a:lnTo>
                    <a:pt x="65945" y="124846"/>
                  </a:lnTo>
                  <a:lnTo>
                    <a:pt x="66867" y="124390"/>
                  </a:lnTo>
                  <a:lnTo>
                    <a:pt x="68004" y="123943"/>
                  </a:lnTo>
                  <a:lnTo>
                    <a:pt x="87327" y="116346"/>
                  </a:lnTo>
                  <a:lnTo>
                    <a:pt x="87805" y="116158"/>
                  </a:lnTo>
                  <a:lnTo>
                    <a:pt x="87711" y="115879"/>
                  </a:lnTo>
                  <a:lnTo>
                    <a:pt x="86960" y="113633"/>
                  </a:lnTo>
                  <a:lnTo>
                    <a:pt x="85051" y="109574"/>
                  </a:lnTo>
                  <a:lnTo>
                    <a:pt x="83617" y="106526"/>
                  </a:lnTo>
                  <a:lnTo>
                    <a:pt x="84074" y="106327"/>
                  </a:lnTo>
                  <a:lnTo>
                    <a:pt x="90135" y="103809"/>
                  </a:lnTo>
                  <a:lnTo>
                    <a:pt x="100082" y="99676"/>
                  </a:lnTo>
                  <a:lnTo>
                    <a:pt x="101983" y="98609"/>
                  </a:lnTo>
                  <a:lnTo>
                    <a:pt x="102729" y="98190"/>
                  </a:lnTo>
                  <a:lnTo>
                    <a:pt x="103232" y="97908"/>
                  </a:lnTo>
                  <a:lnTo>
                    <a:pt x="104491" y="97177"/>
                  </a:lnTo>
                  <a:lnTo>
                    <a:pt x="105582" y="96019"/>
                  </a:lnTo>
                  <a:lnTo>
                    <a:pt x="106032" y="95541"/>
                  </a:lnTo>
                  <a:lnTo>
                    <a:pt x="109643" y="90564"/>
                  </a:lnTo>
                  <a:lnTo>
                    <a:pt x="109933" y="90165"/>
                  </a:lnTo>
                  <a:lnTo>
                    <a:pt x="110447" y="89456"/>
                  </a:lnTo>
                  <a:lnTo>
                    <a:pt x="113481" y="85275"/>
                  </a:lnTo>
                  <a:lnTo>
                    <a:pt x="118369" y="78539"/>
                  </a:lnTo>
                  <a:lnTo>
                    <a:pt x="121928" y="73634"/>
                  </a:lnTo>
                  <a:lnTo>
                    <a:pt x="122337" y="73071"/>
                  </a:lnTo>
                  <a:lnTo>
                    <a:pt x="127275" y="66266"/>
                  </a:lnTo>
                  <a:lnTo>
                    <a:pt x="128781" y="64190"/>
                  </a:lnTo>
                  <a:lnTo>
                    <a:pt x="119988" y="57742"/>
                  </a:lnTo>
                  <a:lnTo>
                    <a:pt x="115750" y="54633"/>
                  </a:lnTo>
                  <a:lnTo>
                    <a:pt x="111777" y="51720"/>
                  </a:lnTo>
                  <a:lnTo>
                    <a:pt x="110828" y="51023"/>
                  </a:lnTo>
                  <a:lnTo>
                    <a:pt x="105471" y="47095"/>
                  </a:lnTo>
                  <a:lnTo>
                    <a:pt x="105153" y="46861"/>
                  </a:lnTo>
                  <a:lnTo>
                    <a:pt x="103421" y="45591"/>
                  </a:lnTo>
                  <a:lnTo>
                    <a:pt x="94084" y="38743"/>
                  </a:lnTo>
                  <a:lnTo>
                    <a:pt x="93846" y="38569"/>
                  </a:lnTo>
                  <a:lnTo>
                    <a:pt x="87918" y="34221"/>
                  </a:lnTo>
                  <a:lnTo>
                    <a:pt x="80597" y="28852"/>
                  </a:lnTo>
                  <a:lnTo>
                    <a:pt x="78782" y="27594"/>
                  </a:lnTo>
                  <a:lnTo>
                    <a:pt x="76046" y="25698"/>
                  </a:lnTo>
                  <a:lnTo>
                    <a:pt x="78000" y="23003"/>
                  </a:lnTo>
                  <a:lnTo>
                    <a:pt x="80170" y="20009"/>
                  </a:lnTo>
                  <a:lnTo>
                    <a:pt x="94679" y="0"/>
                  </a:lnTo>
                  <a:lnTo>
                    <a:pt x="97083" y="1747"/>
                  </a:lnTo>
                  <a:lnTo>
                    <a:pt x="97701" y="2196"/>
                  </a:lnTo>
                  <a:lnTo>
                    <a:pt x="98068" y="2463"/>
                  </a:lnTo>
                  <a:lnTo>
                    <a:pt x="106207" y="8377"/>
                  </a:lnTo>
                  <a:lnTo>
                    <a:pt x="106465" y="8565"/>
                  </a:lnTo>
                  <a:lnTo>
                    <a:pt x="106688" y="8727"/>
                  </a:lnTo>
                  <a:lnTo>
                    <a:pt x="112754" y="13136"/>
                  </a:lnTo>
                  <a:lnTo>
                    <a:pt x="113061" y="13358"/>
                  </a:lnTo>
                  <a:lnTo>
                    <a:pt x="121706" y="19641"/>
                  </a:lnTo>
                  <a:lnTo>
                    <a:pt x="121869" y="19759"/>
                  </a:lnTo>
                  <a:lnTo>
                    <a:pt x="130232" y="25837"/>
                  </a:lnTo>
                  <a:lnTo>
                    <a:pt x="138492" y="31838"/>
                  </a:lnTo>
                  <a:lnTo>
                    <a:pt x="147663" y="38298"/>
                  </a:lnTo>
                  <a:lnTo>
                    <a:pt x="147946" y="38498"/>
                  </a:lnTo>
                  <a:lnTo>
                    <a:pt x="147431" y="39188"/>
                  </a:lnTo>
                  <a:lnTo>
                    <a:pt x="150153" y="41300"/>
                  </a:lnTo>
                  <a:lnTo>
                    <a:pt x="157076" y="47096"/>
                  </a:lnTo>
                  <a:lnTo>
                    <a:pt x="157297" y="47281"/>
                  </a:lnTo>
                  <a:lnTo>
                    <a:pt x="166802" y="55105"/>
                  </a:lnTo>
                  <a:lnTo>
                    <a:pt x="168999" y="56913"/>
                  </a:lnTo>
                  <a:lnTo>
                    <a:pt x="171586" y="59129"/>
                  </a:lnTo>
                  <a:lnTo>
                    <a:pt x="177639" y="64316"/>
                  </a:lnTo>
                  <a:lnTo>
                    <a:pt x="178039" y="64658"/>
                  </a:lnTo>
                  <a:lnTo>
                    <a:pt x="177558" y="65213"/>
                  </a:lnTo>
                  <a:lnTo>
                    <a:pt x="176941" y="65924"/>
                  </a:lnTo>
                  <a:lnTo>
                    <a:pt x="174514" y="68721"/>
                  </a:lnTo>
                  <a:lnTo>
                    <a:pt x="173751" y="69601"/>
                  </a:lnTo>
                  <a:lnTo>
                    <a:pt x="172567" y="70965"/>
                  </a:lnTo>
                  <a:lnTo>
                    <a:pt x="171392" y="72383"/>
                  </a:lnTo>
                  <a:lnTo>
                    <a:pt x="170299" y="73702"/>
                  </a:lnTo>
                  <a:lnTo>
                    <a:pt x="170062" y="73988"/>
                  </a:lnTo>
                  <a:lnTo>
                    <a:pt x="167708" y="76710"/>
                  </a:lnTo>
                  <a:lnTo>
                    <a:pt x="166213" y="78441"/>
                  </a:lnTo>
                  <a:lnTo>
                    <a:pt x="163231" y="82022"/>
                  </a:lnTo>
                  <a:lnTo>
                    <a:pt x="158960" y="87153"/>
                  </a:lnTo>
                  <a:lnTo>
                    <a:pt x="158485" y="87735"/>
                  </a:lnTo>
                  <a:lnTo>
                    <a:pt x="156805" y="89796"/>
                  </a:lnTo>
                  <a:lnTo>
                    <a:pt x="156700" y="89924"/>
                  </a:lnTo>
                  <a:lnTo>
                    <a:pt x="156207" y="90529"/>
                  </a:lnTo>
                  <a:lnTo>
                    <a:pt x="152834" y="94970"/>
                  </a:lnTo>
                  <a:lnTo>
                    <a:pt x="152378" y="95668"/>
                  </a:lnTo>
                  <a:lnTo>
                    <a:pt x="151644" y="96792"/>
                  </a:lnTo>
                  <a:lnTo>
                    <a:pt x="151407" y="97155"/>
                  </a:lnTo>
                  <a:lnTo>
                    <a:pt x="151038" y="97798"/>
                  </a:lnTo>
                  <a:lnTo>
                    <a:pt x="150817" y="98184"/>
                  </a:lnTo>
                  <a:lnTo>
                    <a:pt x="150662" y="98455"/>
                  </a:lnTo>
                  <a:lnTo>
                    <a:pt x="150337" y="99022"/>
                  </a:lnTo>
                  <a:lnTo>
                    <a:pt x="149744" y="100058"/>
                  </a:lnTo>
                  <a:lnTo>
                    <a:pt x="149618" y="100278"/>
                  </a:lnTo>
                  <a:lnTo>
                    <a:pt x="147638" y="10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49905" y="4088728"/>
              <a:ext cx="156702" cy="139733"/>
            </a:xfrm>
            <a:custGeom>
              <a:avLst/>
              <a:pathLst>
                <a:path w="156702" h="139733">
                  <a:moveTo>
                    <a:pt x="131768" y="58630"/>
                  </a:moveTo>
                  <a:lnTo>
                    <a:pt x="125536" y="68502"/>
                  </a:lnTo>
                  <a:lnTo>
                    <a:pt x="125073" y="69235"/>
                  </a:lnTo>
                  <a:lnTo>
                    <a:pt x="121926" y="74220"/>
                  </a:lnTo>
                  <a:lnTo>
                    <a:pt x="118057" y="80348"/>
                  </a:lnTo>
                  <a:lnTo>
                    <a:pt x="117794" y="80765"/>
                  </a:lnTo>
                  <a:lnTo>
                    <a:pt x="114844" y="85437"/>
                  </a:lnTo>
                  <a:lnTo>
                    <a:pt x="113812" y="87198"/>
                  </a:lnTo>
                  <a:lnTo>
                    <a:pt x="113635" y="87501"/>
                  </a:lnTo>
                  <a:lnTo>
                    <a:pt x="112290" y="89795"/>
                  </a:lnTo>
                  <a:lnTo>
                    <a:pt x="111933" y="90404"/>
                  </a:lnTo>
                  <a:lnTo>
                    <a:pt x="110808" y="92263"/>
                  </a:lnTo>
                  <a:lnTo>
                    <a:pt x="107212" y="98208"/>
                  </a:lnTo>
                  <a:lnTo>
                    <a:pt x="102406" y="95384"/>
                  </a:lnTo>
                  <a:lnTo>
                    <a:pt x="99683" y="93788"/>
                  </a:lnTo>
                  <a:lnTo>
                    <a:pt x="99395" y="93619"/>
                  </a:lnTo>
                  <a:lnTo>
                    <a:pt x="95664" y="92958"/>
                  </a:lnTo>
                  <a:lnTo>
                    <a:pt x="91379" y="92717"/>
                  </a:lnTo>
                  <a:lnTo>
                    <a:pt x="89293" y="92600"/>
                  </a:lnTo>
                  <a:lnTo>
                    <a:pt x="89755" y="95734"/>
                  </a:lnTo>
                  <a:lnTo>
                    <a:pt x="89492" y="96204"/>
                  </a:lnTo>
                  <a:lnTo>
                    <a:pt x="88475" y="97736"/>
                  </a:lnTo>
                  <a:lnTo>
                    <a:pt x="87539" y="99145"/>
                  </a:lnTo>
                  <a:lnTo>
                    <a:pt x="86947" y="100035"/>
                  </a:lnTo>
                  <a:lnTo>
                    <a:pt x="84421" y="103990"/>
                  </a:lnTo>
                  <a:lnTo>
                    <a:pt x="84013" y="104309"/>
                  </a:lnTo>
                  <a:lnTo>
                    <a:pt x="82516" y="105484"/>
                  </a:lnTo>
                  <a:lnTo>
                    <a:pt x="82362" y="105605"/>
                  </a:lnTo>
                  <a:lnTo>
                    <a:pt x="80271" y="107246"/>
                  </a:lnTo>
                  <a:lnTo>
                    <a:pt x="79927" y="107513"/>
                  </a:lnTo>
                  <a:lnTo>
                    <a:pt x="78495" y="108601"/>
                  </a:lnTo>
                  <a:lnTo>
                    <a:pt x="78067" y="108926"/>
                  </a:lnTo>
                  <a:lnTo>
                    <a:pt x="77773" y="109149"/>
                  </a:lnTo>
                  <a:lnTo>
                    <a:pt x="76182" y="107388"/>
                  </a:lnTo>
                  <a:lnTo>
                    <a:pt x="75964" y="107147"/>
                  </a:lnTo>
                  <a:lnTo>
                    <a:pt x="74627" y="109637"/>
                  </a:lnTo>
                  <a:lnTo>
                    <a:pt x="72768" y="113380"/>
                  </a:lnTo>
                  <a:lnTo>
                    <a:pt x="74054" y="114017"/>
                  </a:lnTo>
                  <a:lnTo>
                    <a:pt x="75276" y="114622"/>
                  </a:lnTo>
                  <a:lnTo>
                    <a:pt x="74327" y="114806"/>
                  </a:lnTo>
                  <a:lnTo>
                    <a:pt x="75025" y="116822"/>
                  </a:lnTo>
                  <a:lnTo>
                    <a:pt x="75039" y="122563"/>
                  </a:lnTo>
                  <a:lnTo>
                    <a:pt x="74971" y="123383"/>
                  </a:lnTo>
                  <a:lnTo>
                    <a:pt x="79568" y="123603"/>
                  </a:lnTo>
                  <a:lnTo>
                    <a:pt x="79661" y="126291"/>
                  </a:lnTo>
                  <a:lnTo>
                    <a:pt x="78793" y="127143"/>
                  </a:lnTo>
                  <a:lnTo>
                    <a:pt x="78192" y="126362"/>
                  </a:lnTo>
                  <a:lnTo>
                    <a:pt x="76777" y="128904"/>
                  </a:lnTo>
                  <a:lnTo>
                    <a:pt x="76691" y="129124"/>
                  </a:lnTo>
                  <a:lnTo>
                    <a:pt x="76270" y="130190"/>
                  </a:lnTo>
                  <a:lnTo>
                    <a:pt x="75582" y="131936"/>
                  </a:lnTo>
                  <a:lnTo>
                    <a:pt x="75042" y="133304"/>
                  </a:lnTo>
                  <a:lnTo>
                    <a:pt x="70520" y="139733"/>
                  </a:lnTo>
                  <a:lnTo>
                    <a:pt x="70387" y="139639"/>
                  </a:lnTo>
                  <a:lnTo>
                    <a:pt x="68696" y="138350"/>
                  </a:lnTo>
                  <a:lnTo>
                    <a:pt x="67128" y="137155"/>
                  </a:lnTo>
                  <a:lnTo>
                    <a:pt x="65382" y="135824"/>
                  </a:lnTo>
                  <a:lnTo>
                    <a:pt x="64908" y="135495"/>
                  </a:lnTo>
                  <a:lnTo>
                    <a:pt x="64275" y="135198"/>
                  </a:lnTo>
                  <a:lnTo>
                    <a:pt x="62052" y="134154"/>
                  </a:lnTo>
                  <a:lnTo>
                    <a:pt x="61733" y="134151"/>
                  </a:lnTo>
                  <a:lnTo>
                    <a:pt x="59440" y="134129"/>
                  </a:lnTo>
                  <a:lnTo>
                    <a:pt x="56519" y="133959"/>
                  </a:lnTo>
                  <a:lnTo>
                    <a:pt x="55317" y="133586"/>
                  </a:lnTo>
                  <a:lnTo>
                    <a:pt x="55081" y="133049"/>
                  </a:lnTo>
                  <a:lnTo>
                    <a:pt x="54842" y="132798"/>
                  </a:lnTo>
                  <a:lnTo>
                    <a:pt x="53478" y="131366"/>
                  </a:lnTo>
                  <a:lnTo>
                    <a:pt x="52364" y="130196"/>
                  </a:lnTo>
                  <a:lnTo>
                    <a:pt x="49199" y="126872"/>
                  </a:lnTo>
                  <a:lnTo>
                    <a:pt x="47446" y="125031"/>
                  </a:lnTo>
                  <a:lnTo>
                    <a:pt x="46285" y="123810"/>
                  </a:lnTo>
                  <a:lnTo>
                    <a:pt x="45620" y="123301"/>
                  </a:lnTo>
                  <a:lnTo>
                    <a:pt x="44836" y="122985"/>
                  </a:lnTo>
                  <a:lnTo>
                    <a:pt x="43198" y="122427"/>
                  </a:lnTo>
                  <a:lnTo>
                    <a:pt x="38082" y="120860"/>
                  </a:lnTo>
                  <a:lnTo>
                    <a:pt x="37638" y="123103"/>
                  </a:lnTo>
                  <a:lnTo>
                    <a:pt x="31349" y="121926"/>
                  </a:lnTo>
                  <a:lnTo>
                    <a:pt x="25545" y="119594"/>
                  </a:lnTo>
                  <a:lnTo>
                    <a:pt x="21902" y="117659"/>
                  </a:lnTo>
                  <a:lnTo>
                    <a:pt x="17318" y="114965"/>
                  </a:lnTo>
                  <a:lnTo>
                    <a:pt x="14991" y="112901"/>
                  </a:lnTo>
                  <a:lnTo>
                    <a:pt x="13851" y="112367"/>
                  </a:lnTo>
                  <a:lnTo>
                    <a:pt x="11310" y="111615"/>
                  </a:lnTo>
                  <a:lnTo>
                    <a:pt x="9482" y="111299"/>
                  </a:lnTo>
                  <a:lnTo>
                    <a:pt x="6414" y="111509"/>
                  </a:lnTo>
                  <a:lnTo>
                    <a:pt x="4747" y="112974"/>
                  </a:lnTo>
                  <a:lnTo>
                    <a:pt x="2908" y="113157"/>
                  </a:lnTo>
                  <a:lnTo>
                    <a:pt x="2426" y="113205"/>
                  </a:lnTo>
                  <a:lnTo>
                    <a:pt x="832" y="113252"/>
                  </a:lnTo>
                  <a:lnTo>
                    <a:pt x="0" y="113277"/>
                  </a:lnTo>
                  <a:lnTo>
                    <a:pt x="0" y="111685"/>
                  </a:lnTo>
                  <a:lnTo>
                    <a:pt x="683" y="110015"/>
                  </a:lnTo>
                  <a:lnTo>
                    <a:pt x="7946" y="109743"/>
                  </a:lnTo>
                  <a:lnTo>
                    <a:pt x="8554" y="107413"/>
                  </a:lnTo>
                  <a:lnTo>
                    <a:pt x="14026" y="107724"/>
                  </a:lnTo>
                  <a:lnTo>
                    <a:pt x="22993" y="111841"/>
                  </a:lnTo>
                  <a:lnTo>
                    <a:pt x="32264" y="113550"/>
                  </a:lnTo>
                  <a:lnTo>
                    <a:pt x="32872" y="108734"/>
                  </a:lnTo>
                  <a:lnTo>
                    <a:pt x="28540" y="105860"/>
                  </a:lnTo>
                  <a:lnTo>
                    <a:pt x="27628" y="106636"/>
                  </a:lnTo>
                  <a:lnTo>
                    <a:pt x="19193" y="105704"/>
                  </a:lnTo>
                  <a:lnTo>
                    <a:pt x="12354" y="103063"/>
                  </a:lnTo>
                  <a:lnTo>
                    <a:pt x="18281" y="91956"/>
                  </a:lnTo>
                  <a:lnTo>
                    <a:pt x="15318" y="87062"/>
                  </a:lnTo>
                  <a:lnTo>
                    <a:pt x="16154" y="83800"/>
                  </a:lnTo>
                  <a:lnTo>
                    <a:pt x="12780" y="81789"/>
                  </a:lnTo>
                  <a:lnTo>
                    <a:pt x="13014" y="81204"/>
                  </a:lnTo>
                  <a:lnTo>
                    <a:pt x="17170" y="74815"/>
                  </a:lnTo>
                  <a:lnTo>
                    <a:pt x="24289" y="78523"/>
                  </a:lnTo>
                  <a:lnTo>
                    <a:pt x="26971" y="79921"/>
                  </a:lnTo>
                  <a:lnTo>
                    <a:pt x="28238" y="80136"/>
                  </a:lnTo>
                  <a:lnTo>
                    <a:pt x="32881" y="79381"/>
                  </a:lnTo>
                  <a:lnTo>
                    <a:pt x="32885" y="78725"/>
                  </a:lnTo>
                  <a:lnTo>
                    <a:pt x="34773" y="78303"/>
                  </a:lnTo>
                  <a:lnTo>
                    <a:pt x="35545" y="78131"/>
                  </a:lnTo>
                  <a:lnTo>
                    <a:pt x="36562" y="77870"/>
                  </a:lnTo>
                  <a:lnTo>
                    <a:pt x="36806" y="77808"/>
                  </a:lnTo>
                  <a:lnTo>
                    <a:pt x="37860" y="77538"/>
                  </a:lnTo>
                  <a:lnTo>
                    <a:pt x="38098" y="77477"/>
                  </a:lnTo>
                  <a:lnTo>
                    <a:pt x="41879" y="76509"/>
                  </a:lnTo>
                  <a:lnTo>
                    <a:pt x="41897" y="76674"/>
                  </a:lnTo>
                  <a:lnTo>
                    <a:pt x="43150" y="77870"/>
                  </a:lnTo>
                  <a:lnTo>
                    <a:pt x="43804" y="78495"/>
                  </a:lnTo>
                  <a:lnTo>
                    <a:pt x="44058" y="78737"/>
                  </a:lnTo>
                  <a:lnTo>
                    <a:pt x="44993" y="79221"/>
                  </a:lnTo>
                  <a:lnTo>
                    <a:pt x="48276" y="80910"/>
                  </a:lnTo>
                  <a:lnTo>
                    <a:pt x="50620" y="78214"/>
                  </a:lnTo>
                  <a:lnTo>
                    <a:pt x="55386" y="77900"/>
                  </a:lnTo>
                  <a:lnTo>
                    <a:pt x="59757" y="77723"/>
                  </a:lnTo>
                  <a:lnTo>
                    <a:pt x="59871" y="79333"/>
                  </a:lnTo>
                  <a:lnTo>
                    <a:pt x="71840" y="72748"/>
                  </a:lnTo>
                  <a:lnTo>
                    <a:pt x="72061" y="72627"/>
                  </a:lnTo>
                  <a:lnTo>
                    <a:pt x="77201" y="69799"/>
                  </a:lnTo>
                  <a:lnTo>
                    <a:pt x="78241" y="69228"/>
                  </a:lnTo>
                  <a:lnTo>
                    <a:pt x="79136" y="68241"/>
                  </a:lnTo>
                  <a:lnTo>
                    <a:pt x="78977" y="68147"/>
                  </a:lnTo>
                  <a:lnTo>
                    <a:pt x="78324" y="67761"/>
                  </a:lnTo>
                  <a:lnTo>
                    <a:pt x="78653" y="67246"/>
                  </a:lnTo>
                  <a:lnTo>
                    <a:pt x="82262" y="61770"/>
                  </a:lnTo>
                  <a:lnTo>
                    <a:pt x="83728" y="62678"/>
                  </a:lnTo>
                  <a:lnTo>
                    <a:pt x="86328" y="64290"/>
                  </a:lnTo>
                  <a:lnTo>
                    <a:pt x="86594" y="63871"/>
                  </a:lnTo>
                  <a:lnTo>
                    <a:pt x="88301" y="61186"/>
                  </a:lnTo>
                  <a:lnTo>
                    <a:pt x="91031" y="56890"/>
                  </a:lnTo>
                  <a:lnTo>
                    <a:pt x="94172" y="51947"/>
                  </a:lnTo>
                  <a:lnTo>
                    <a:pt x="94546" y="51358"/>
                  </a:lnTo>
                  <a:lnTo>
                    <a:pt x="95652" y="49617"/>
                  </a:lnTo>
                  <a:lnTo>
                    <a:pt x="95988" y="49088"/>
                  </a:lnTo>
                  <a:lnTo>
                    <a:pt x="96301" y="48596"/>
                  </a:lnTo>
                  <a:lnTo>
                    <a:pt x="98187" y="45629"/>
                  </a:lnTo>
                  <a:lnTo>
                    <a:pt x="98693" y="44831"/>
                  </a:lnTo>
                  <a:lnTo>
                    <a:pt x="99072" y="44236"/>
                  </a:lnTo>
                  <a:lnTo>
                    <a:pt x="101620" y="40226"/>
                  </a:lnTo>
                  <a:lnTo>
                    <a:pt x="101969" y="39676"/>
                  </a:lnTo>
                  <a:lnTo>
                    <a:pt x="102143" y="39404"/>
                  </a:lnTo>
                  <a:lnTo>
                    <a:pt x="102277" y="39192"/>
                  </a:lnTo>
                  <a:lnTo>
                    <a:pt x="102434" y="38945"/>
                  </a:lnTo>
                  <a:lnTo>
                    <a:pt x="105825" y="33609"/>
                  </a:lnTo>
                  <a:lnTo>
                    <a:pt x="106109" y="33163"/>
                  </a:lnTo>
                  <a:lnTo>
                    <a:pt x="106371" y="32750"/>
                  </a:lnTo>
                  <a:lnTo>
                    <a:pt x="108507" y="29363"/>
                  </a:lnTo>
                  <a:lnTo>
                    <a:pt x="108588" y="29234"/>
                  </a:lnTo>
                  <a:lnTo>
                    <a:pt x="111355" y="24848"/>
                  </a:lnTo>
                  <a:lnTo>
                    <a:pt x="112343" y="23282"/>
                  </a:lnTo>
                  <a:lnTo>
                    <a:pt x="112436" y="23134"/>
                  </a:lnTo>
                  <a:lnTo>
                    <a:pt x="112705" y="22708"/>
                  </a:lnTo>
                  <a:lnTo>
                    <a:pt x="114017" y="20628"/>
                  </a:lnTo>
                  <a:lnTo>
                    <a:pt x="114306" y="20169"/>
                  </a:lnTo>
                  <a:lnTo>
                    <a:pt x="114893" y="19239"/>
                  </a:lnTo>
                  <a:lnTo>
                    <a:pt x="115960" y="17547"/>
                  </a:lnTo>
                  <a:lnTo>
                    <a:pt x="116257" y="17077"/>
                  </a:lnTo>
                  <a:lnTo>
                    <a:pt x="116929" y="16011"/>
                  </a:lnTo>
                  <a:lnTo>
                    <a:pt x="125018" y="3185"/>
                  </a:lnTo>
                  <a:lnTo>
                    <a:pt x="127028" y="0"/>
                  </a:lnTo>
                  <a:lnTo>
                    <a:pt x="128351" y="908"/>
                  </a:lnTo>
                  <a:lnTo>
                    <a:pt x="130422" y="2201"/>
                  </a:lnTo>
                  <a:lnTo>
                    <a:pt x="135433" y="5327"/>
                  </a:lnTo>
                  <a:lnTo>
                    <a:pt x="137010" y="6311"/>
                  </a:lnTo>
                  <a:lnTo>
                    <a:pt x="141415" y="9060"/>
                  </a:lnTo>
                  <a:lnTo>
                    <a:pt x="142771" y="9906"/>
                  </a:lnTo>
                  <a:lnTo>
                    <a:pt x="148391" y="13413"/>
                  </a:lnTo>
                  <a:lnTo>
                    <a:pt x="149500" y="14105"/>
                  </a:lnTo>
                  <a:lnTo>
                    <a:pt x="156205" y="18289"/>
                  </a:lnTo>
                  <a:lnTo>
                    <a:pt x="156702" y="18720"/>
                  </a:lnTo>
                  <a:lnTo>
                    <a:pt x="156275" y="19416"/>
                  </a:lnTo>
                  <a:lnTo>
                    <a:pt x="155620" y="20482"/>
                  </a:lnTo>
                  <a:lnTo>
                    <a:pt x="154813" y="21797"/>
                  </a:lnTo>
                  <a:lnTo>
                    <a:pt x="152727" y="25194"/>
                  </a:lnTo>
                  <a:lnTo>
                    <a:pt x="151601" y="27028"/>
                  </a:lnTo>
                  <a:lnTo>
                    <a:pt x="146937" y="34624"/>
                  </a:lnTo>
                  <a:lnTo>
                    <a:pt x="146767" y="34901"/>
                  </a:lnTo>
                  <a:lnTo>
                    <a:pt x="146616" y="35147"/>
                  </a:lnTo>
                  <a:lnTo>
                    <a:pt x="144976" y="37867"/>
                  </a:lnTo>
                  <a:lnTo>
                    <a:pt x="141380" y="43832"/>
                  </a:lnTo>
                  <a:lnTo>
                    <a:pt x="141093" y="44322"/>
                  </a:lnTo>
                  <a:lnTo>
                    <a:pt x="139984" y="46218"/>
                  </a:lnTo>
                  <a:lnTo>
                    <a:pt x="137841" y="49485"/>
                  </a:lnTo>
                  <a:lnTo>
                    <a:pt x="137246" y="50391"/>
                  </a:lnTo>
                  <a:lnTo>
                    <a:pt x="136902" y="50916"/>
                  </a:lnTo>
                  <a:lnTo>
                    <a:pt x="136294" y="51842"/>
                  </a:lnTo>
                  <a:lnTo>
                    <a:pt x="135931" y="52396"/>
                  </a:lnTo>
                  <a:lnTo>
                    <a:pt x="135628" y="52803"/>
                  </a:lnTo>
                  <a:lnTo>
                    <a:pt x="135230" y="53338"/>
                  </a:lnTo>
                  <a:lnTo>
                    <a:pt x="133879" y="55157"/>
                  </a:lnTo>
                  <a:lnTo>
                    <a:pt x="133533" y="55725"/>
                  </a:lnTo>
                  <a:lnTo>
                    <a:pt x="131906" y="58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963361" y="3998275"/>
              <a:ext cx="292588" cy="171369"/>
            </a:xfrm>
            <a:custGeom>
              <a:avLst/>
              <a:pathLst>
                <a:path w="292588" h="171369">
                  <a:moveTo>
                    <a:pt x="38328" y="0"/>
                  </a:moveTo>
                  <a:lnTo>
                    <a:pt x="41273" y="2573"/>
                  </a:lnTo>
                  <a:lnTo>
                    <a:pt x="40228" y="8495"/>
                  </a:lnTo>
                  <a:lnTo>
                    <a:pt x="48710" y="24967"/>
                  </a:lnTo>
                  <a:lnTo>
                    <a:pt x="51774" y="27225"/>
                  </a:lnTo>
                  <a:lnTo>
                    <a:pt x="53555" y="33560"/>
                  </a:lnTo>
                  <a:lnTo>
                    <a:pt x="52344" y="35890"/>
                  </a:lnTo>
                  <a:lnTo>
                    <a:pt x="54625" y="40389"/>
                  </a:lnTo>
                  <a:lnTo>
                    <a:pt x="83710" y="50907"/>
                  </a:lnTo>
                  <a:lnTo>
                    <a:pt x="95869" y="51528"/>
                  </a:lnTo>
                  <a:lnTo>
                    <a:pt x="108787" y="54946"/>
                  </a:lnTo>
                  <a:lnTo>
                    <a:pt x="110763" y="51839"/>
                  </a:lnTo>
                  <a:lnTo>
                    <a:pt x="106052" y="42829"/>
                  </a:lnTo>
                  <a:lnTo>
                    <a:pt x="108906" y="25950"/>
                  </a:lnTo>
                  <a:lnTo>
                    <a:pt x="111446" y="24254"/>
                  </a:lnTo>
                  <a:lnTo>
                    <a:pt x="114277" y="25317"/>
                  </a:lnTo>
                  <a:lnTo>
                    <a:pt x="116690" y="31177"/>
                  </a:lnTo>
                  <a:lnTo>
                    <a:pt x="116082" y="40965"/>
                  </a:lnTo>
                  <a:lnTo>
                    <a:pt x="123530" y="49043"/>
                  </a:lnTo>
                  <a:lnTo>
                    <a:pt x="133257" y="48887"/>
                  </a:lnTo>
                  <a:lnTo>
                    <a:pt x="141616" y="54014"/>
                  </a:lnTo>
                  <a:lnTo>
                    <a:pt x="164717" y="46557"/>
                  </a:lnTo>
                  <a:lnTo>
                    <a:pt x="169915" y="35322"/>
                  </a:lnTo>
                  <a:lnTo>
                    <a:pt x="179360" y="38756"/>
                  </a:lnTo>
                  <a:lnTo>
                    <a:pt x="174596" y="47800"/>
                  </a:lnTo>
                  <a:lnTo>
                    <a:pt x="180524" y="48732"/>
                  </a:lnTo>
                  <a:lnTo>
                    <a:pt x="181588" y="43450"/>
                  </a:lnTo>
                  <a:lnTo>
                    <a:pt x="192531" y="38324"/>
                  </a:lnTo>
                  <a:lnTo>
                    <a:pt x="195114" y="39877"/>
                  </a:lnTo>
                  <a:lnTo>
                    <a:pt x="198526" y="35138"/>
                  </a:lnTo>
                  <a:lnTo>
                    <a:pt x="200908" y="35415"/>
                  </a:lnTo>
                  <a:lnTo>
                    <a:pt x="203608" y="35881"/>
                  </a:lnTo>
                  <a:lnTo>
                    <a:pt x="202865" y="38634"/>
                  </a:lnTo>
                  <a:lnTo>
                    <a:pt x="205905" y="41120"/>
                  </a:lnTo>
                  <a:lnTo>
                    <a:pt x="209705" y="40343"/>
                  </a:lnTo>
                  <a:lnTo>
                    <a:pt x="210674" y="40107"/>
                  </a:lnTo>
                  <a:lnTo>
                    <a:pt x="212972" y="43603"/>
                  </a:lnTo>
                  <a:lnTo>
                    <a:pt x="212592" y="44848"/>
                  </a:lnTo>
                  <a:lnTo>
                    <a:pt x="210769" y="47800"/>
                  </a:lnTo>
                  <a:lnTo>
                    <a:pt x="213504" y="61626"/>
                  </a:lnTo>
                  <a:lnTo>
                    <a:pt x="216240" y="63956"/>
                  </a:lnTo>
                  <a:lnTo>
                    <a:pt x="223687" y="54791"/>
                  </a:lnTo>
                  <a:lnTo>
                    <a:pt x="226423" y="47645"/>
                  </a:lnTo>
                  <a:lnTo>
                    <a:pt x="236492" y="50538"/>
                  </a:lnTo>
                  <a:lnTo>
                    <a:pt x="231749" y="58397"/>
                  </a:lnTo>
                  <a:lnTo>
                    <a:pt x="222278" y="69366"/>
                  </a:lnTo>
                  <a:lnTo>
                    <a:pt x="219520" y="75208"/>
                  </a:lnTo>
                  <a:lnTo>
                    <a:pt x="218439" y="76385"/>
                  </a:lnTo>
                  <a:lnTo>
                    <a:pt x="217822" y="78291"/>
                  </a:lnTo>
                  <a:lnTo>
                    <a:pt x="216951" y="79812"/>
                  </a:lnTo>
                  <a:lnTo>
                    <a:pt x="216688" y="80272"/>
                  </a:lnTo>
                  <a:lnTo>
                    <a:pt x="219518" y="80213"/>
                  </a:lnTo>
                  <a:lnTo>
                    <a:pt x="220939" y="79815"/>
                  </a:lnTo>
                  <a:lnTo>
                    <a:pt x="221168" y="79751"/>
                  </a:lnTo>
                  <a:lnTo>
                    <a:pt x="221681" y="79607"/>
                  </a:lnTo>
                  <a:lnTo>
                    <a:pt x="223830" y="79917"/>
                  </a:lnTo>
                  <a:lnTo>
                    <a:pt x="226634" y="79034"/>
                  </a:lnTo>
                  <a:lnTo>
                    <a:pt x="226826" y="79022"/>
                  </a:lnTo>
                  <a:lnTo>
                    <a:pt x="227306" y="78991"/>
                  </a:lnTo>
                  <a:lnTo>
                    <a:pt x="229413" y="78859"/>
                  </a:lnTo>
                  <a:lnTo>
                    <a:pt x="231393" y="78771"/>
                  </a:lnTo>
                  <a:lnTo>
                    <a:pt x="231851" y="78556"/>
                  </a:lnTo>
                  <a:lnTo>
                    <a:pt x="233255" y="77895"/>
                  </a:lnTo>
                  <a:lnTo>
                    <a:pt x="233765" y="77655"/>
                  </a:lnTo>
                  <a:lnTo>
                    <a:pt x="236323" y="76990"/>
                  </a:lnTo>
                  <a:lnTo>
                    <a:pt x="236513" y="76941"/>
                  </a:lnTo>
                  <a:lnTo>
                    <a:pt x="238652" y="76937"/>
                  </a:lnTo>
                  <a:lnTo>
                    <a:pt x="239157" y="76936"/>
                  </a:lnTo>
                  <a:lnTo>
                    <a:pt x="240005" y="77103"/>
                  </a:lnTo>
                  <a:lnTo>
                    <a:pt x="241580" y="77569"/>
                  </a:lnTo>
                  <a:lnTo>
                    <a:pt x="241896" y="77866"/>
                  </a:lnTo>
                  <a:lnTo>
                    <a:pt x="243052" y="72302"/>
                  </a:lnTo>
                  <a:lnTo>
                    <a:pt x="244477" y="71800"/>
                  </a:lnTo>
                  <a:lnTo>
                    <a:pt x="245523" y="70885"/>
                  </a:lnTo>
                  <a:lnTo>
                    <a:pt x="246752" y="71509"/>
                  </a:lnTo>
                  <a:lnTo>
                    <a:pt x="247490" y="71893"/>
                  </a:lnTo>
                  <a:lnTo>
                    <a:pt x="248199" y="72310"/>
                  </a:lnTo>
                  <a:lnTo>
                    <a:pt x="248481" y="72496"/>
                  </a:lnTo>
                  <a:lnTo>
                    <a:pt x="248445" y="72633"/>
                  </a:lnTo>
                  <a:lnTo>
                    <a:pt x="247814" y="73432"/>
                  </a:lnTo>
                  <a:lnTo>
                    <a:pt x="246927" y="74557"/>
                  </a:lnTo>
                  <a:lnTo>
                    <a:pt x="247287" y="77345"/>
                  </a:lnTo>
                  <a:lnTo>
                    <a:pt x="247378" y="78045"/>
                  </a:lnTo>
                  <a:lnTo>
                    <a:pt x="247436" y="78203"/>
                  </a:lnTo>
                  <a:lnTo>
                    <a:pt x="249096" y="77773"/>
                  </a:lnTo>
                  <a:lnTo>
                    <a:pt x="249337" y="77790"/>
                  </a:lnTo>
                  <a:lnTo>
                    <a:pt x="249540" y="77805"/>
                  </a:lnTo>
                  <a:lnTo>
                    <a:pt x="251594" y="78386"/>
                  </a:lnTo>
                  <a:lnTo>
                    <a:pt x="252166" y="78705"/>
                  </a:lnTo>
                  <a:lnTo>
                    <a:pt x="252876" y="79100"/>
                  </a:lnTo>
                  <a:lnTo>
                    <a:pt x="253517" y="80250"/>
                  </a:lnTo>
                  <a:lnTo>
                    <a:pt x="251498" y="84297"/>
                  </a:lnTo>
                  <a:lnTo>
                    <a:pt x="250816" y="85807"/>
                  </a:lnTo>
                  <a:lnTo>
                    <a:pt x="250624" y="86280"/>
                  </a:lnTo>
                  <a:lnTo>
                    <a:pt x="249298" y="89533"/>
                  </a:lnTo>
                  <a:lnTo>
                    <a:pt x="249095" y="90029"/>
                  </a:lnTo>
                  <a:lnTo>
                    <a:pt x="246676" y="89579"/>
                  </a:lnTo>
                  <a:lnTo>
                    <a:pt x="245014" y="89474"/>
                  </a:lnTo>
                  <a:lnTo>
                    <a:pt x="244368" y="89433"/>
                  </a:lnTo>
                  <a:lnTo>
                    <a:pt x="244168" y="89447"/>
                  </a:lnTo>
                  <a:lnTo>
                    <a:pt x="243897" y="93815"/>
                  </a:lnTo>
                  <a:lnTo>
                    <a:pt x="243884" y="94036"/>
                  </a:lnTo>
                  <a:lnTo>
                    <a:pt x="246878" y="94497"/>
                  </a:lnTo>
                  <a:lnTo>
                    <a:pt x="247114" y="94534"/>
                  </a:lnTo>
                  <a:lnTo>
                    <a:pt x="247301" y="94645"/>
                  </a:lnTo>
                  <a:lnTo>
                    <a:pt x="248030" y="94937"/>
                  </a:lnTo>
                  <a:lnTo>
                    <a:pt x="248364" y="95144"/>
                  </a:lnTo>
                  <a:lnTo>
                    <a:pt x="248678" y="95339"/>
                  </a:lnTo>
                  <a:lnTo>
                    <a:pt x="250596" y="96528"/>
                  </a:lnTo>
                  <a:lnTo>
                    <a:pt x="254384" y="98878"/>
                  </a:lnTo>
                  <a:lnTo>
                    <a:pt x="254834" y="99157"/>
                  </a:lnTo>
                  <a:lnTo>
                    <a:pt x="260631" y="102753"/>
                  </a:lnTo>
                  <a:lnTo>
                    <a:pt x="260934" y="102942"/>
                  </a:lnTo>
                  <a:lnTo>
                    <a:pt x="263749" y="104706"/>
                  </a:lnTo>
                  <a:lnTo>
                    <a:pt x="267162" y="106844"/>
                  </a:lnTo>
                  <a:lnTo>
                    <a:pt x="267590" y="107112"/>
                  </a:lnTo>
                  <a:lnTo>
                    <a:pt x="269615" y="108381"/>
                  </a:lnTo>
                  <a:lnTo>
                    <a:pt x="270938" y="109210"/>
                  </a:lnTo>
                  <a:lnTo>
                    <a:pt x="272995" y="110578"/>
                  </a:lnTo>
                  <a:lnTo>
                    <a:pt x="275884" y="112500"/>
                  </a:lnTo>
                  <a:lnTo>
                    <a:pt x="276262" y="112751"/>
                  </a:lnTo>
                  <a:lnTo>
                    <a:pt x="277943" y="113870"/>
                  </a:lnTo>
                  <a:lnTo>
                    <a:pt x="278901" y="114576"/>
                  </a:lnTo>
                  <a:lnTo>
                    <a:pt x="279887" y="115301"/>
                  </a:lnTo>
                  <a:lnTo>
                    <a:pt x="282466" y="117201"/>
                  </a:lnTo>
                  <a:lnTo>
                    <a:pt x="282648" y="117335"/>
                  </a:lnTo>
                  <a:lnTo>
                    <a:pt x="285913" y="119741"/>
                  </a:lnTo>
                  <a:lnTo>
                    <a:pt x="286041" y="119816"/>
                  </a:lnTo>
                  <a:lnTo>
                    <a:pt x="292192" y="123482"/>
                  </a:lnTo>
                  <a:lnTo>
                    <a:pt x="292588" y="123718"/>
                  </a:lnTo>
                  <a:lnTo>
                    <a:pt x="292369" y="124062"/>
                  </a:lnTo>
                  <a:lnTo>
                    <a:pt x="288970" y="129411"/>
                  </a:lnTo>
                  <a:lnTo>
                    <a:pt x="288821" y="129645"/>
                  </a:lnTo>
                  <a:lnTo>
                    <a:pt x="288687" y="129857"/>
                  </a:lnTo>
                  <a:lnTo>
                    <a:pt x="288513" y="130130"/>
                  </a:lnTo>
                  <a:lnTo>
                    <a:pt x="288164" y="130680"/>
                  </a:lnTo>
                  <a:lnTo>
                    <a:pt x="285616" y="134689"/>
                  </a:lnTo>
                  <a:lnTo>
                    <a:pt x="285238" y="135285"/>
                  </a:lnTo>
                  <a:lnTo>
                    <a:pt x="284731" y="136082"/>
                  </a:lnTo>
                  <a:lnTo>
                    <a:pt x="282845" y="139050"/>
                  </a:lnTo>
                  <a:lnTo>
                    <a:pt x="282532" y="139541"/>
                  </a:lnTo>
                  <a:lnTo>
                    <a:pt x="282197" y="140070"/>
                  </a:lnTo>
                  <a:lnTo>
                    <a:pt x="281090" y="141811"/>
                  </a:lnTo>
                  <a:lnTo>
                    <a:pt x="280716" y="142400"/>
                  </a:lnTo>
                  <a:lnTo>
                    <a:pt x="277575" y="147343"/>
                  </a:lnTo>
                  <a:lnTo>
                    <a:pt x="274845" y="151639"/>
                  </a:lnTo>
                  <a:lnTo>
                    <a:pt x="273138" y="154324"/>
                  </a:lnTo>
                  <a:lnTo>
                    <a:pt x="272872" y="154743"/>
                  </a:lnTo>
                  <a:lnTo>
                    <a:pt x="270172" y="153070"/>
                  </a:lnTo>
                  <a:lnTo>
                    <a:pt x="268729" y="152176"/>
                  </a:lnTo>
                  <a:lnTo>
                    <a:pt x="265197" y="157700"/>
                  </a:lnTo>
                  <a:lnTo>
                    <a:pt x="264868" y="158214"/>
                  </a:lnTo>
                  <a:lnTo>
                    <a:pt x="265521" y="158601"/>
                  </a:lnTo>
                  <a:lnTo>
                    <a:pt x="265680" y="158695"/>
                  </a:lnTo>
                  <a:lnTo>
                    <a:pt x="264785" y="159681"/>
                  </a:lnTo>
                  <a:lnTo>
                    <a:pt x="263745" y="160252"/>
                  </a:lnTo>
                  <a:lnTo>
                    <a:pt x="258605" y="163080"/>
                  </a:lnTo>
                  <a:lnTo>
                    <a:pt x="258384" y="163202"/>
                  </a:lnTo>
                  <a:lnTo>
                    <a:pt x="246415" y="169786"/>
                  </a:lnTo>
                  <a:lnTo>
                    <a:pt x="246301" y="168176"/>
                  </a:lnTo>
                  <a:lnTo>
                    <a:pt x="241930" y="168353"/>
                  </a:lnTo>
                  <a:lnTo>
                    <a:pt x="237164" y="168667"/>
                  </a:lnTo>
                  <a:lnTo>
                    <a:pt x="234815" y="171369"/>
                  </a:lnTo>
                  <a:lnTo>
                    <a:pt x="231537" y="169674"/>
                  </a:lnTo>
                  <a:lnTo>
                    <a:pt x="230602" y="169191"/>
                  </a:lnTo>
                  <a:lnTo>
                    <a:pt x="230348" y="168948"/>
                  </a:lnTo>
                  <a:lnTo>
                    <a:pt x="229694" y="168323"/>
                  </a:lnTo>
                  <a:lnTo>
                    <a:pt x="228441" y="167127"/>
                  </a:lnTo>
                  <a:lnTo>
                    <a:pt x="228423" y="166962"/>
                  </a:lnTo>
                  <a:lnTo>
                    <a:pt x="224642" y="167930"/>
                  </a:lnTo>
                  <a:lnTo>
                    <a:pt x="224405" y="167991"/>
                  </a:lnTo>
                  <a:lnTo>
                    <a:pt x="223350" y="168261"/>
                  </a:lnTo>
                  <a:lnTo>
                    <a:pt x="223106" y="168323"/>
                  </a:lnTo>
                  <a:lnTo>
                    <a:pt x="222089" y="168584"/>
                  </a:lnTo>
                  <a:lnTo>
                    <a:pt x="221317" y="168756"/>
                  </a:lnTo>
                  <a:lnTo>
                    <a:pt x="219306" y="169206"/>
                  </a:lnTo>
                  <a:lnTo>
                    <a:pt x="219425" y="169834"/>
                  </a:lnTo>
                  <a:lnTo>
                    <a:pt x="214782" y="170589"/>
                  </a:lnTo>
                  <a:lnTo>
                    <a:pt x="213516" y="170374"/>
                  </a:lnTo>
                  <a:lnTo>
                    <a:pt x="210833" y="168976"/>
                  </a:lnTo>
                  <a:lnTo>
                    <a:pt x="203169" y="148778"/>
                  </a:lnTo>
                  <a:lnTo>
                    <a:pt x="206665" y="142874"/>
                  </a:lnTo>
                  <a:lnTo>
                    <a:pt x="203017" y="136971"/>
                  </a:lnTo>
                  <a:lnTo>
                    <a:pt x="196026" y="143496"/>
                  </a:lnTo>
                  <a:lnTo>
                    <a:pt x="193594" y="150020"/>
                  </a:lnTo>
                  <a:lnTo>
                    <a:pt x="187819" y="150487"/>
                  </a:lnTo>
                  <a:lnTo>
                    <a:pt x="184828" y="151594"/>
                  </a:lnTo>
                  <a:lnTo>
                    <a:pt x="180327" y="148336"/>
                  </a:lnTo>
                  <a:lnTo>
                    <a:pt x="178852" y="139146"/>
                  </a:lnTo>
                  <a:lnTo>
                    <a:pt x="186603" y="129514"/>
                  </a:lnTo>
                  <a:lnTo>
                    <a:pt x="181892" y="125630"/>
                  </a:lnTo>
                  <a:lnTo>
                    <a:pt x="183563" y="123145"/>
                  </a:lnTo>
                  <a:lnTo>
                    <a:pt x="168517" y="119106"/>
                  </a:lnTo>
                  <a:lnTo>
                    <a:pt x="161526" y="110406"/>
                  </a:lnTo>
                  <a:lnTo>
                    <a:pt x="169733" y="105124"/>
                  </a:lnTo>
                  <a:lnTo>
                    <a:pt x="164109" y="99687"/>
                  </a:lnTo>
                  <a:lnTo>
                    <a:pt x="159398" y="103260"/>
                  </a:lnTo>
                  <a:lnTo>
                    <a:pt x="151495" y="99376"/>
                  </a:lnTo>
                  <a:lnTo>
                    <a:pt x="146935" y="109163"/>
                  </a:lnTo>
                  <a:lnTo>
                    <a:pt x="141008" y="109785"/>
                  </a:lnTo>
                  <a:lnTo>
                    <a:pt x="141008" y="100930"/>
                  </a:lnTo>
                  <a:lnTo>
                    <a:pt x="136904" y="102328"/>
                  </a:lnTo>
                  <a:lnTo>
                    <a:pt x="130065" y="104192"/>
                  </a:lnTo>
                  <a:lnTo>
                    <a:pt x="127174" y="110103"/>
                  </a:lnTo>
                  <a:lnTo>
                    <a:pt x="118774" y="104061"/>
                  </a:lnTo>
                  <a:lnTo>
                    <a:pt x="117678" y="102642"/>
                  </a:lnTo>
                  <a:lnTo>
                    <a:pt x="120490" y="97201"/>
                  </a:lnTo>
                  <a:lnTo>
                    <a:pt x="118362" y="93318"/>
                  </a:lnTo>
                  <a:lnTo>
                    <a:pt x="124594" y="88502"/>
                  </a:lnTo>
                  <a:lnTo>
                    <a:pt x="113803" y="82443"/>
                  </a:lnTo>
                  <a:lnTo>
                    <a:pt x="120034" y="73277"/>
                  </a:lnTo>
                  <a:lnTo>
                    <a:pt x="118818" y="70015"/>
                  </a:lnTo>
                  <a:lnTo>
                    <a:pt x="112435" y="70015"/>
                  </a:lnTo>
                  <a:lnTo>
                    <a:pt x="104988" y="69704"/>
                  </a:lnTo>
                  <a:lnTo>
                    <a:pt x="97996" y="66442"/>
                  </a:lnTo>
                  <a:lnTo>
                    <a:pt x="92467" y="70007"/>
                  </a:lnTo>
                  <a:lnTo>
                    <a:pt x="91322" y="68524"/>
                  </a:lnTo>
                  <a:lnTo>
                    <a:pt x="53212" y="59985"/>
                  </a:lnTo>
                  <a:lnTo>
                    <a:pt x="50743" y="57295"/>
                  </a:lnTo>
                  <a:lnTo>
                    <a:pt x="49375" y="55401"/>
                  </a:lnTo>
                  <a:lnTo>
                    <a:pt x="48378" y="51877"/>
                  </a:lnTo>
                  <a:lnTo>
                    <a:pt x="47067" y="51411"/>
                  </a:lnTo>
                  <a:lnTo>
                    <a:pt x="46896" y="50479"/>
                  </a:lnTo>
                  <a:lnTo>
                    <a:pt x="47153" y="47187"/>
                  </a:lnTo>
                  <a:lnTo>
                    <a:pt x="40883" y="45672"/>
                  </a:lnTo>
                  <a:lnTo>
                    <a:pt x="34756" y="44828"/>
                  </a:lnTo>
                  <a:lnTo>
                    <a:pt x="29028" y="45585"/>
                  </a:lnTo>
                  <a:lnTo>
                    <a:pt x="23984" y="47071"/>
                  </a:lnTo>
                  <a:lnTo>
                    <a:pt x="23358" y="47944"/>
                  </a:lnTo>
                  <a:lnTo>
                    <a:pt x="23728" y="49954"/>
                  </a:lnTo>
                  <a:lnTo>
                    <a:pt x="23529" y="50595"/>
                  </a:lnTo>
                  <a:lnTo>
                    <a:pt x="23130" y="50857"/>
                  </a:lnTo>
                  <a:lnTo>
                    <a:pt x="21591" y="51673"/>
                  </a:lnTo>
                  <a:lnTo>
                    <a:pt x="20907" y="52547"/>
                  </a:lnTo>
                  <a:lnTo>
                    <a:pt x="20565" y="53770"/>
                  </a:lnTo>
                  <a:lnTo>
                    <a:pt x="19852" y="54566"/>
                  </a:lnTo>
                  <a:lnTo>
                    <a:pt x="18048" y="55149"/>
                  </a:lnTo>
                  <a:lnTo>
                    <a:pt x="17288" y="58013"/>
                  </a:lnTo>
                  <a:lnTo>
                    <a:pt x="13916" y="58256"/>
                  </a:lnTo>
                  <a:lnTo>
                    <a:pt x="11398" y="57479"/>
                  </a:lnTo>
                  <a:lnTo>
                    <a:pt x="9499" y="56071"/>
                  </a:lnTo>
                  <a:lnTo>
                    <a:pt x="7361" y="56508"/>
                  </a:lnTo>
                  <a:lnTo>
                    <a:pt x="5936" y="57770"/>
                  </a:lnTo>
                  <a:lnTo>
                    <a:pt x="4084" y="61169"/>
                  </a:lnTo>
                  <a:lnTo>
                    <a:pt x="854" y="60974"/>
                  </a:lnTo>
                  <a:lnTo>
                    <a:pt x="1424" y="56168"/>
                  </a:lnTo>
                  <a:lnTo>
                    <a:pt x="0" y="53741"/>
                  </a:lnTo>
                  <a:lnTo>
                    <a:pt x="379" y="50294"/>
                  </a:lnTo>
                  <a:lnTo>
                    <a:pt x="2327" y="46410"/>
                  </a:lnTo>
                  <a:lnTo>
                    <a:pt x="5746" y="44080"/>
                  </a:lnTo>
                  <a:lnTo>
                    <a:pt x="10876" y="42866"/>
                  </a:lnTo>
                  <a:lnTo>
                    <a:pt x="16148" y="41556"/>
                  </a:lnTo>
                  <a:lnTo>
                    <a:pt x="20375" y="37284"/>
                  </a:lnTo>
                  <a:lnTo>
                    <a:pt x="26739" y="35439"/>
                  </a:lnTo>
                  <a:lnTo>
                    <a:pt x="31394" y="38497"/>
                  </a:lnTo>
                  <a:lnTo>
                    <a:pt x="34243" y="38934"/>
                  </a:lnTo>
                  <a:lnTo>
                    <a:pt x="39278" y="40585"/>
                  </a:lnTo>
                  <a:lnTo>
                    <a:pt x="47969" y="42527"/>
                  </a:lnTo>
                  <a:lnTo>
                    <a:pt x="49361" y="42052"/>
                  </a:lnTo>
                  <a:lnTo>
                    <a:pt x="45595" y="36216"/>
                  </a:lnTo>
                  <a:lnTo>
                    <a:pt x="42888" y="36944"/>
                  </a:lnTo>
                  <a:lnTo>
                    <a:pt x="41178" y="36458"/>
                  </a:lnTo>
                  <a:lnTo>
                    <a:pt x="38328" y="31118"/>
                  </a:lnTo>
                  <a:lnTo>
                    <a:pt x="34528" y="21846"/>
                  </a:lnTo>
                  <a:lnTo>
                    <a:pt x="28687" y="12622"/>
                  </a:lnTo>
                  <a:lnTo>
                    <a:pt x="23367" y="3446"/>
                  </a:lnTo>
                  <a:lnTo>
                    <a:pt x="25599" y="1602"/>
                  </a:lnTo>
                  <a:lnTo>
                    <a:pt x="29541" y="1310"/>
                  </a:lnTo>
                  <a:lnTo>
                    <a:pt x="31109" y="631"/>
                  </a:lnTo>
                  <a:lnTo>
                    <a:pt x="32819" y="582"/>
                  </a:lnTo>
                  <a:lnTo>
                    <a:pt x="35051" y="1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275071" y="4509252"/>
              <a:ext cx="246091" cy="134220"/>
            </a:xfrm>
            <a:custGeom>
              <a:avLst/>
              <a:pathLst>
                <a:path w="246091" h="134220">
                  <a:moveTo>
                    <a:pt x="178872" y="30497"/>
                  </a:moveTo>
                  <a:lnTo>
                    <a:pt x="179307" y="29420"/>
                  </a:lnTo>
                  <a:lnTo>
                    <a:pt x="179662" y="29533"/>
                  </a:lnTo>
                  <a:lnTo>
                    <a:pt x="181276" y="30043"/>
                  </a:lnTo>
                  <a:lnTo>
                    <a:pt x="181535" y="30125"/>
                  </a:lnTo>
                  <a:lnTo>
                    <a:pt x="182843" y="30538"/>
                  </a:lnTo>
                  <a:lnTo>
                    <a:pt x="184544" y="31076"/>
                  </a:lnTo>
                  <a:lnTo>
                    <a:pt x="185899" y="31505"/>
                  </a:lnTo>
                  <a:lnTo>
                    <a:pt x="188155" y="31699"/>
                  </a:lnTo>
                  <a:lnTo>
                    <a:pt x="189912" y="31359"/>
                  </a:lnTo>
                  <a:lnTo>
                    <a:pt x="191337" y="30728"/>
                  </a:lnTo>
                  <a:lnTo>
                    <a:pt x="192474" y="30050"/>
                  </a:lnTo>
                  <a:lnTo>
                    <a:pt x="194018" y="29130"/>
                  </a:lnTo>
                  <a:lnTo>
                    <a:pt x="194745" y="28696"/>
                  </a:lnTo>
                  <a:lnTo>
                    <a:pt x="197036" y="27330"/>
                  </a:lnTo>
                  <a:lnTo>
                    <a:pt x="197200" y="27283"/>
                  </a:lnTo>
                  <a:lnTo>
                    <a:pt x="197634" y="27158"/>
                  </a:lnTo>
                  <a:lnTo>
                    <a:pt x="198230" y="26986"/>
                  </a:lnTo>
                  <a:lnTo>
                    <a:pt x="198697" y="26851"/>
                  </a:lnTo>
                  <a:lnTo>
                    <a:pt x="198889" y="26796"/>
                  </a:lnTo>
                  <a:lnTo>
                    <a:pt x="199490" y="26796"/>
                  </a:lnTo>
                  <a:lnTo>
                    <a:pt x="199794" y="26796"/>
                  </a:lnTo>
                  <a:lnTo>
                    <a:pt x="200583" y="26840"/>
                  </a:lnTo>
                  <a:lnTo>
                    <a:pt x="200717" y="26897"/>
                  </a:lnTo>
                  <a:lnTo>
                    <a:pt x="201387" y="27182"/>
                  </a:lnTo>
                  <a:lnTo>
                    <a:pt x="202190" y="27524"/>
                  </a:lnTo>
                  <a:lnTo>
                    <a:pt x="204561" y="28673"/>
                  </a:lnTo>
                  <a:lnTo>
                    <a:pt x="206015" y="29436"/>
                  </a:lnTo>
                  <a:lnTo>
                    <a:pt x="206236" y="29551"/>
                  </a:lnTo>
                  <a:lnTo>
                    <a:pt x="214179" y="33705"/>
                  </a:lnTo>
                  <a:lnTo>
                    <a:pt x="216553" y="33675"/>
                  </a:lnTo>
                  <a:lnTo>
                    <a:pt x="220483" y="33626"/>
                  </a:lnTo>
                  <a:lnTo>
                    <a:pt x="222407" y="33602"/>
                  </a:lnTo>
                  <a:lnTo>
                    <a:pt x="224942" y="32322"/>
                  </a:lnTo>
                  <a:lnTo>
                    <a:pt x="229409" y="30191"/>
                  </a:lnTo>
                  <a:lnTo>
                    <a:pt x="228515" y="33239"/>
                  </a:lnTo>
                  <a:lnTo>
                    <a:pt x="228377" y="35354"/>
                  </a:lnTo>
                  <a:lnTo>
                    <a:pt x="228914" y="38366"/>
                  </a:lnTo>
                  <a:lnTo>
                    <a:pt x="229558" y="41983"/>
                  </a:lnTo>
                  <a:lnTo>
                    <a:pt x="229754" y="43082"/>
                  </a:lnTo>
                  <a:lnTo>
                    <a:pt x="230066" y="44831"/>
                  </a:lnTo>
                  <a:lnTo>
                    <a:pt x="230307" y="46184"/>
                  </a:lnTo>
                  <a:lnTo>
                    <a:pt x="236556" y="57088"/>
                  </a:lnTo>
                  <a:lnTo>
                    <a:pt x="236696" y="57331"/>
                  </a:lnTo>
                  <a:lnTo>
                    <a:pt x="236830" y="57566"/>
                  </a:lnTo>
                  <a:lnTo>
                    <a:pt x="237424" y="58602"/>
                  </a:lnTo>
                  <a:lnTo>
                    <a:pt x="246091" y="73941"/>
                  </a:lnTo>
                  <a:lnTo>
                    <a:pt x="245590" y="74207"/>
                  </a:lnTo>
                  <a:lnTo>
                    <a:pt x="244750" y="74652"/>
                  </a:lnTo>
                  <a:lnTo>
                    <a:pt x="237019" y="78745"/>
                  </a:lnTo>
                  <a:lnTo>
                    <a:pt x="235897" y="79339"/>
                  </a:lnTo>
                  <a:lnTo>
                    <a:pt x="228205" y="84265"/>
                  </a:lnTo>
                  <a:lnTo>
                    <a:pt x="221709" y="89685"/>
                  </a:lnTo>
                  <a:lnTo>
                    <a:pt x="218883" y="88534"/>
                  </a:lnTo>
                  <a:lnTo>
                    <a:pt x="202015" y="81663"/>
                  </a:lnTo>
                  <a:lnTo>
                    <a:pt x="201700" y="81535"/>
                  </a:lnTo>
                  <a:lnTo>
                    <a:pt x="199512" y="87324"/>
                  </a:lnTo>
                  <a:lnTo>
                    <a:pt x="198634" y="89646"/>
                  </a:lnTo>
                  <a:lnTo>
                    <a:pt x="198462" y="90101"/>
                  </a:lnTo>
                  <a:lnTo>
                    <a:pt x="198382" y="90313"/>
                  </a:lnTo>
                  <a:lnTo>
                    <a:pt x="198293" y="90547"/>
                  </a:lnTo>
                  <a:lnTo>
                    <a:pt x="197423" y="92850"/>
                  </a:lnTo>
                  <a:lnTo>
                    <a:pt x="195229" y="98653"/>
                  </a:lnTo>
                  <a:lnTo>
                    <a:pt x="195136" y="98900"/>
                  </a:lnTo>
                  <a:lnTo>
                    <a:pt x="194991" y="99283"/>
                  </a:lnTo>
                  <a:lnTo>
                    <a:pt x="194940" y="99419"/>
                  </a:lnTo>
                  <a:lnTo>
                    <a:pt x="191939" y="107355"/>
                  </a:lnTo>
                  <a:lnTo>
                    <a:pt x="191682" y="108036"/>
                  </a:lnTo>
                  <a:lnTo>
                    <a:pt x="191435" y="108690"/>
                  </a:lnTo>
                  <a:lnTo>
                    <a:pt x="189567" y="113631"/>
                  </a:lnTo>
                  <a:lnTo>
                    <a:pt x="188189" y="117276"/>
                  </a:lnTo>
                  <a:lnTo>
                    <a:pt x="179521" y="113629"/>
                  </a:lnTo>
                  <a:lnTo>
                    <a:pt x="179263" y="114330"/>
                  </a:lnTo>
                  <a:lnTo>
                    <a:pt x="176764" y="121126"/>
                  </a:lnTo>
                  <a:lnTo>
                    <a:pt x="176399" y="122120"/>
                  </a:lnTo>
                  <a:lnTo>
                    <a:pt x="176196" y="122670"/>
                  </a:lnTo>
                  <a:lnTo>
                    <a:pt x="175368" y="124924"/>
                  </a:lnTo>
                  <a:lnTo>
                    <a:pt x="172443" y="132877"/>
                  </a:lnTo>
                  <a:lnTo>
                    <a:pt x="171833" y="134220"/>
                  </a:lnTo>
                  <a:lnTo>
                    <a:pt x="166850" y="132190"/>
                  </a:lnTo>
                  <a:lnTo>
                    <a:pt x="163128" y="130675"/>
                  </a:lnTo>
                  <a:lnTo>
                    <a:pt x="162015" y="130222"/>
                  </a:lnTo>
                  <a:lnTo>
                    <a:pt x="157649" y="128444"/>
                  </a:lnTo>
                  <a:lnTo>
                    <a:pt x="157003" y="128180"/>
                  </a:lnTo>
                  <a:lnTo>
                    <a:pt x="150903" y="125696"/>
                  </a:lnTo>
                  <a:lnTo>
                    <a:pt x="149972" y="125317"/>
                  </a:lnTo>
                  <a:lnTo>
                    <a:pt x="147678" y="124383"/>
                  </a:lnTo>
                  <a:lnTo>
                    <a:pt x="144439" y="123064"/>
                  </a:lnTo>
                  <a:lnTo>
                    <a:pt x="143908" y="122848"/>
                  </a:lnTo>
                  <a:lnTo>
                    <a:pt x="143197" y="122558"/>
                  </a:lnTo>
                  <a:lnTo>
                    <a:pt x="142986" y="122472"/>
                  </a:lnTo>
                  <a:lnTo>
                    <a:pt x="124969" y="115082"/>
                  </a:lnTo>
                  <a:lnTo>
                    <a:pt x="116530" y="111620"/>
                  </a:lnTo>
                  <a:lnTo>
                    <a:pt x="114476" y="110778"/>
                  </a:lnTo>
                  <a:lnTo>
                    <a:pt x="113672" y="110448"/>
                  </a:lnTo>
                  <a:lnTo>
                    <a:pt x="113176" y="110245"/>
                  </a:lnTo>
                  <a:lnTo>
                    <a:pt x="110904" y="109313"/>
                  </a:lnTo>
                  <a:lnTo>
                    <a:pt x="104723" y="106777"/>
                  </a:lnTo>
                  <a:lnTo>
                    <a:pt x="102452" y="105846"/>
                  </a:lnTo>
                  <a:lnTo>
                    <a:pt x="99715" y="104835"/>
                  </a:lnTo>
                  <a:lnTo>
                    <a:pt x="96929" y="103807"/>
                  </a:lnTo>
                  <a:lnTo>
                    <a:pt x="94118" y="103092"/>
                  </a:lnTo>
                  <a:lnTo>
                    <a:pt x="91320" y="102380"/>
                  </a:lnTo>
                  <a:lnTo>
                    <a:pt x="89517" y="102221"/>
                  </a:lnTo>
                  <a:lnTo>
                    <a:pt x="85876" y="101900"/>
                  </a:lnTo>
                  <a:lnTo>
                    <a:pt x="79246" y="101960"/>
                  </a:lnTo>
                  <a:lnTo>
                    <a:pt x="74409" y="102004"/>
                  </a:lnTo>
                  <a:lnTo>
                    <a:pt x="66050" y="102081"/>
                  </a:lnTo>
                  <a:lnTo>
                    <a:pt x="64845" y="102092"/>
                  </a:lnTo>
                  <a:lnTo>
                    <a:pt x="64207" y="102157"/>
                  </a:lnTo>
                  <a:lnTo>
                    <a:pt x="60540" y="102534"/>
                  </a:lnTo>
                  <a:lnTo>
                    <a:pt x="60159" y="102573"/>
                  </a:lnTo>
                  <a:lnTo>
                    <a:pt x="56150" y="102984"/>
                  </a:lnTo>
                  <a:lnTo>
                    <a:pt x="54837" y="103119"/>
                  </a:lnTo>
                  <a:lnTo>
                    <a:pt x="53946" y="103317"/>
                  </a:lnTo>
                  <a:lnTo>
                    <a:pt x="51901" y="103773"/>
                  </a:lnTo>
                  <a:lnTo>
                    <a:pt x="49825" y="104235"/>
                  </a:lnTo>
                  <a:lnTo>
                    <a:pt x="47384" y="104779"/>
                  </a:lnTo>
                  <a:lnTo>
                    <a:pt x="46273" y="105027"/>
                  </a:lnTo>
                  <a:lnTo>
                    <a:pt x="45900" y="105110"/>
                  </a:lnTo>
                  <a:lnTo>
                    <a:pt x="45477" y="105204"/>
                  </a:lnTo>
                  <a:lnTo>
                    <a:pt x="45160" y="105275"/>
                  </a:lnTo>
                  <a:lnTo>
                    <a:pt x="44176" y="105486"/>
                  </a:lnTo>
                  <a:lnTo>
                    <a:pt x="43775" y="105572"/>
                  </a:lnTo>
                  <a:lnTo>
                    <a:pt x="43225" y="105691"/>
                  </a:lnTo>
                  <a:lnTo>
                    <a:pt x="39466" y="106498"/>
                  </a:lnTo>
                  <a:lnTo>
                    <a:pt x="38973" y="106604"/>
                  </a:lnTo>
                  <a:lnTo>
                    <a:pt x="37171" y="106979"/>
                  </a:lnTo>
                  <a:lnTo>
                    <a:pt x="36657" y="107022"/>
                  </a:lnTo>
                  <a:lnTo>
                    <a:pt x="36080" y="107070"/>
                  </a:lnTo>
                  <a:lnTo>
                    <a:pt x="30750" y="107516"/>
                  </a:lnTo>
                  <a:lnTo>
                    <a:pt x="29432" y="107626"/>
                  </a:lnTo>
                  <a:lnTo>
                    <a:pt x="21839" y="107210"/>
                  </a:lnTo>
                  <a:lnTo>
                    <a:pt x="21453" y="107189"/>
                  </a:lnTo>
                  <a:lnTo>
                    <a:pt x="13921" y="106105"/>
                  </a:lnTo>
                  <a:lnTo>
                    <a:pt x="13591" y="106034"/>
                  </a:lnTo>
                  <a:lnTo>
                    <a:pt x="13026" y="105910"/>
                  </a:lnTo>
                  <a:lnTo>
                    <a:pt x="12589" y="105769"/>
                  </a:lnTo>
                  <a:lnTo>
                    <a:pt x="5237" y="103390"/>
                  </a:lnTo>
                  <a:lnTo>
                    <a:pt x="3678" y="102886"/>
                  </a:lnTo>
                  <a:lnTo>
                    <a:pt x="3242" y="102745"/>
                  </a:lnTo>
                  <a:lnTo>
                    <a:pt x="0" y="101695"/>
                  </a:lnTo>
                  <a:lnTo>
                    <a:pt x="735" y="99906"/>
                  </a:lnTo>
                  <a:lnTo>
                    <a:pt x="1528" y="97980"/>
                  </a:lnTo>
                  <a:lnTo>
                    <a:pt x="3095" y="94922"/>
                  </a:lnTo>
                  <a:lnTo>
                    <a:pt x="3703" y="93998"/>
                  </a:lnTo>
                  <a:lnTo>
                    <a:pt x="5093" y="91888"/>
                  </a:lnTo>
                  <a:lnTo>
                    <a:pt x="6205" y="89856"/>
                  </a:lnTo>
                  <a:lnTo>
                    <a:pt x="6356" y="89580"/>
                  </a:lnTo>
                  <a:lnTo>
                    <a:pt x="6653" y="89038"/>
                  </a:lnTo>
                  <a:lnTo>
                    <a:pt x="7471" y="87544"/>
                  </a:lnTo>
                  <a:lnTo>
                    <a:pt x="12415" y="80039"/>
                  </a:lnTo>
                  <a:lnTo>
                    <a:pt x="18263" y="74461"/>
                  </a:lnTo>
                  <a:lnTo>
                    <a:pt x="18638" y="74102"/>
                  </a:lnTo>
                  <a:lnTo>
                    <a:pt x="21881" y="71009"/>
                  </a:lnTo>
                  <a:lnTo>
                    <a:pt x="22470" y="70447"/>
                  </a:lnTo>
                  <a:lnTo>
                    <a:pt x="22905" y="70034"/>
                  </a:lnTo>
                  <a:lnTo>
                    <a:pt x="29227" y="64429"/>
                  </a:lnTo>
                  <a:lnTo>
                    <a:pt x="29721" y="63990"/>
                  </a:lnTo>
                  <a:lnTo>
                    <a:pt x="30549" y="63256"/>
                  </a:lnTo>
                  <a:lnTo>
                    <a:pt x="38125" y="56540"/>
                  </a:lnTo>
                  <a:lnTo>
                    <a:pt x="38570" y="56145"/>
                  </a:lnTo>
                  <a:lnTo>
                    <a:pt x="39339" y="55463"/>
                  </a:lnTo>
                  <a:lnTo>
                    <a:pt x="43053" y="52171"/>
                  </a:lnTo>
                  <a:lnTo>
                    <a:pt x="44719" y="50693"/>
                  </a:lnTo>
                  <a:lnTo>
                    <a:pt x="52366" y="43913"/>
                  </a:lnTo>
                  <a:lnTo>
                    <a:pt x="53199" y="43175"/>
                  </a:lnTo>
                  <a:lnTo>
                    <a:pt x="57342" y="39502"/>
                  </a:lnTo>
                  <a:lnTo>
                    <a:pt x="62040" y="34534"/>
                  </a:lnTo>
                  <a:lnTo>
                    <a:pt x="63859" y="32364"/>
                  </a:lnTo>
                  <a:lnTo>
                    <a:pt x="64620" y="31457"/>
                  </a:lnTo>
                  <a:lnTo>
                    <a:pt x="65120" y="30861"/>
                  </a:lnTo>
                  <a:lnTo>
                    <a:pt x="66671" y="29012"/>
                  </a:lnTo>
                  <a:lnTo>
                    <a:pt x="70194" y="23819"/>
                  </a:lnTo>
                  <a:lnTo>
                    <a:pt x="71776" y="21487"/>
                  </a:lnTo>
                  <a:lnTo>
                    <a:pt x="74598" y="16130"/>
                  </a:lnTo>
                  <a:lnTo>
                    <a:pt x="75788" y="13187"/>
                  </a:lnTo>
                  <a:lnTo>
                    <a:pt x="76056" y="12525"/>
                  </a:lnTo>
                  <a:lnTo>
                    <a:pt x="78284" y="5018"/>
                  </a:lnTo>
                  <a:lnTo>
                    <a:pt x="79883" y="0"/>
                  </a:lnTo>
                  <a:lnTo>
                    <a:pt x="82220" y="593"/>
                  </a:lnTo>
                  <a:lnTo>
                    <a:pt x="83251" y="855"/>
                  </a:lnTo>
                  <a:lnTo>
                    <a:pt x="89711" y="2495"/>
                  </a:lnTo>
                  <a:lnTo>
                    <a:pt x="92766" y="3271"/>
                  </a:lnTo>
                  <a:lnTo>
                    <a:pt x="93868" y="3550"/>
                  </a:lnTo>
                  <a:lnTo>
                    <a:pt x="96517" y="4223"/>
                  </a:lnTo>
                  <a:lnTo>
                    <a:pt x="98823" y="4859"/>
                  </a:lnTo>
                  <a:lnTo>
                    <a:pt x="99220" y="4968"/>
                  </a:lnTo>
                  <a:lnTo>
                    <a:pt x="100793" y="5402"/>
                  </a:lnTo>
                  <a:lnTo>
                    <a:pt x="101181" y="5508"/>
                  </a:lnTo>
                  <a:lnTo>
                    <a:pt x="101690" y="5649"/>
                  </a:lnTo>
                  <a:lnTo>
                    <a:pt x="102662" y="5889"/>
                  </a:lnTo>
                  <a:lnTo>
                    <a:pt x="106366" y="6806"/>
                  </a:lnTo>
                  <a:lnTo>
                    <a:pt x="118380" y="9779"/>
                  </a:lnTo>
                  <a:lnTo>
                    <a:pt x="128872" y="12376"/>
                  </a:lnTo>
                  <a:lnTo>
                    <a:pt x="139416" y="14992"/>
                  </a:lnTo>
                  <a:lnTo>
                    <a:pt x="140165" y="15257"/>
                  </a:lnTo>
                  <a:lnTo>
                    <a:pt x="140726" y="15455"/>
                  </a:lnTo>
                  <a:lnTo>
                    <a:pt x="141153" y="15606"/>
                  </a:lnTo>
                  <a:lnTo>
                    <a:pt x="143598" y="16470"/>
                  </a:lnTo>
                  <a:lnTo>
                    <a:pt x="144261" y="16705"/>
                  </a:lnTo>
                  <a:lnTo>
                    <a:pt x="144993" y="16963"/>
                  </a:lnTo>
                  <a:lnTo>
                    <a:pt x="147385" y="17809"/>
                  </a:lnTo>
                  <a:lnTo>
                    <a:pt x="148135" y="18074"/>
                  </a:lnTo>
                  <a:lnTo>
                    <a:pt x="150125" y="18777"/>
                  </a:lnTo>
                  <a:lnTo>
                    <a:pt x="150753" y="18999"/>
                  </a:lnTo>
                  <a:lnTo>
                    <a:pt x="151527" y="19316"/>
                  </a:lnTo>
                  <a:lnTo>
                    <a:pt x="151736" y="19401"/>
                  </a:lnTo>
                  <a:lnTo>
                    <a:pt x="153212" y="20005"/>
                  </a:lnTo>
                  <a:lnTo>
                    <a:pt x="156445" y="21327"/>
                  </a:lnTo>
                  <a:lnTo>
                    <a:pt x="160567" y="23012"/>
                  </a:lnTo>
                  <a:lnTo>
                    <a:pt x="170901" y="27237"/>
                  </a:lnTo>
                  <a:lnTo>
                    <a:pt x="173096" y="28135"/>
                  </a:lnTo>
                  <a:lnTo>
                    <a:pt x="174264" y="28613"/>
                  </a:lnTo>
                  <a:lnTo>
                    <a:pt x="174626" y="28761"/>
                  </a:lnTo>
                  <a:lnTo>
                    <a:pt x="176514" y="29533"/>
                  </a:lnTo>
                  <a:lnTo>
                    <a:pt x="177289" y="29849"/>
                  </a:lnTo>
                  <a:lnTo>
                    <a:pt x="177748" y="30037"/>
                  </a:lnTo>
                  <a:lnTo>
                    <a:pt x="177963" y="30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80049" y="4021954"/>
              <a:ext cx="135640" cy="100040"/>
            </a:xfrm>
            <a:custGeom>
              <a:avLst/>
              <a:pathLst>
                <a:path w="135640" h="100040">
                  <a:moveTo>
                    <a:pt x="92704" y="44540"/>
                  </a:moveTo>
                  <a:lnTo>
                    <a:pt x="93969" y="43991"/>
                  </a:lnTo>
                  <a:lnTo>
                    <a:pt x="97182" y="42596"/>
                  </a:lnTo>
                  <a:lnTo>
                    <a:pt x="99717" y="41619"/>
                  </a:lnTo>
                  <a:lnTo>
                    <a:pt x="100553" y="43689"/>
                  </a:lnTo>
                  <a:lnTo>
                    <a:pt x="102970" y="49668"/>
                  </a:lnTo>
                  <a:lnTo>
                    <a:pt x="103075" y="49928"/>
                  </a:lnTo>
                  <a:lnTo>
                    <a:pt x="103155" y="50128"/>
                  </a:lnTo>
                  <a:lnTo>
                    <a:pt x="104409" y="50866"/>
                  </a:lnTo>
                  <a:lnTo>
                    <a:pt x="104930" y="51347"/>
                  </a:lnTo>
                  <a:lnTo>
                    <a:pt x="106043" y="52375"/>
                  </a:lnTo>
                  <a:lnTo>
                    <a:pt x="106216" y="52536"/>
                  </a:lnTo>
                  <a:lnTo>
                    <a:pt x="109645" y="54317"/>
                  </a:lnTo>
                  <a:lnTo>
                    <a:pt x="109953" y="54509"/>
                  </a:lnTo>
                  <a:lnTo>
                    <a:pt x="111015" y="55169"/>
                  </a:lnTo>
                  <a:lnTo>
                    <a:pt x="112628" y="56171"/>
                  </a:lnTo>
                  <a:lnTo>
                    <a:pt x="113575" y="56759"/>
                  </a:lnTo>
                  <a:lnTo>
                    <a:pt x="114141" y="57111"/>
                  </a:lnTo>
                  <a:lnTo>
                    <a:pt x="114757" y="57494"/>
                  </a:lnTo>
                  <a:lnTo>
                    <a:pt x="117565" y="59238"/>
                  </a:lnTo>
                  <a:lnTo>
                    <a:pt x="117863" y="59424"/>
                  </a:lnTo>
                  <a:lnTo>
                    <a:pt x="118392" y="59752"/>
                  </a:lnTo>
                  <a:lnTo>
                    <a:pt x="124358" y="63459"/>
                  </a:lnTo>
                  <a:lnTo>
                    <a:pt x="126861" y="65015"/>
                  </a:lnTo>
                  <a:lnTo>
                    <a:pt x="127273" y="65271"/>
                  </a:lnTo>
                  <a:lnTo>
                    <a:pt x="127709" y="65541"/>
                  </a:lnTo>
                  <a:lnTo>
                    <a:pt x="129068" y="66386"/>
                  </a:lnTo>
                  <a:lnTo>
                    <a:pt x="131132" y="67668"/>
                  </a:lnTo>
                  <a:lnTo>
                    <a:pt x="131678" y="68008"/>
                  </a:lnTo>
                  <a:lnTo>
                    <a:pt x="132334" y="68415"/>
                  </a:lnTo>
                  <a:lnTo>
                    <a:pt x="132964" y="68807"/>
                  </a:lnTo>
                  <a:lnTo>
                    <a:pt x="134100" y="69512"/>
                  </a:lnTo>
                  <a:lnTo>
                    <a:pt x="134235" y="69596"/>
                  </a:lnTo>
                  <a:lnTo>
                    <a:pt x="134599" y="69823"/>
                  </a:lnTo>
                  <a:lnTo>
                    <a:pt x="134866" y="69989"/>
                  </a:lnTo>
                  <a:lnTo>
                    <a:pt x="135449" y="70351"/>
                  </a:lnTo>
                  <a:lnTo>
                    <a:pt x="135640" y="70470"/>
                  </a:lnTo>
                  <a:lnTo>
                    <a:pt x="134813" y="71846"/>
                  </a:lnTo>
                  <a:lnTo>
                    <a:pt x="134289" y="72718"/>
                  </a:lnTo>
                  <a:lnTo>
                    <a:pt x="132137" y="76300"/>
                  </a:lnTo>
                  <a:lnTo>
                    <a:pt x="131812" y="76863"/>
                  </a:lnTo>
                  <a:lnTo>
                    <a:pt x="131286" y="77775"/>
                  </a:lnTo>
                  <a:lnTo>
                    <a:pt x="131103" y="78091"/>
                  </a:lnTo>
                  <a:lnTo>
                    <a:pt x="130170" y="79611"/>
                  </a:lnTo>
                  <a:lnTo>
                    <a:pt x="127414" y="84100"/>
                  </a:lnTo>
                  <a:lnTo>
                    <a:pt x="126611" y="85407"/>
                  </a:lnTo>
                  <a:lnTo>
                    <a:pt x="126060" y="85063"/>
                  </a:lnTo>
                  <a:lnTo>
                    <a:pt x="119356" y="80880"/>
                  </a:lnTo>
                  <a:lnTo>
                    <a:pt x="118246" y="80187"/>
                  </a:lnTo>
                  <a:lnTo>
                    <a:pt x="112627" y="76681"/>
                  </a:lnTo>
                  <a:lnTo>
                    <a:pt x="111270" y="75834"/>
                  </a:lnTo>
                  <a:lnTo>
                    <a:pt x="106865" y="73086"/>
                  </a:lnTo>
                  <a:lnTo>
                    <a:pt x="105288" y="72102"/>
                  </a:lnTo>
                  <a:lnTo>
                    <a:pt x="100278" y="68975"/>
                  </a:lnTo>
                  <a:lnTo>
                    <a:pt x="98207" y="67683"/>
                  </a:lnTo>
                  <a:lnTo>
                    <a:pt x="96883" y="66774"/>
                  </a:lnTo>
                  <a:lnTo>
                    <a:pt x="94874" y="69960"/>
                  </a:lnTo>
                  <a:lnTo>
                    <a:pt x="86784" y="82786"/>
                  </a:lnTo>
                  <a:lnTo>
                    <a:pt x="86112" y="83852"/>
                  </a:lnTo>
                  <a:lnTo>
                    <a:pt x="85815" y="84322"/>
                  </a:lnTo>
                  <a:lnTo>
                    <a:pt x="84748" y="86013"/>
                  </a:lnTo>
                  <a:lnTo>
                    <a:pt x="84162" y="86943"/>
                  </a:lnTo>
                  <a:lnTo>
                    <a:pt x="83872" y="87402"/>
                  </a:lnTo>
                  <a:lnTo>
                    <a:pt x="82560" y="89482"/>
                  </a:lnTo>
                  <a:lnTo>
                    <a:pt x="82291" y="89909"/>
                  </a:lnTo>
                  <a:lnTo>
                    <a:pt x="82198" y="90057"/>
                  </a:lnTo>
                  <a:lnTo>
                    <a:pt x="81210" y="91623"/>
                  </a:lnTo>
                  <a:lnTo>
                    <a:pt x="78444" y="96009"/>
                  </a:lnTo>
                  <a:lnTo>
                    <a:pt x="78363" y="96138"/>
                  </a:lnTo>
                  <a:lnTo>
                    <a:pt x="76226" y="99525"/>
                  </a:lnTo>
                  <a:lnTo>
                    <a:pt x="75899" y="100040"/>
                  </a:lnTo>
                  <a:lnTo>
                    <a:pt x="75503" y="99804"/>
                  </a:lnTo>
                  <a:lnTo>
                    <a:pt x="69352" y="96138"/>
                  </a:lnTo>
                  <a:lnTo>
                    <a:pt x="69225" y="96062"/>
                  </a:lnTo>
                  <a:lnTo>
                    <a:pt x="65959" y="93657"/>
                  </a:lnTo>
                  <a:lnTo>
                    <a:pt x="65777" y="93523"/>
                  </a:lnTo>
                  <a:lnTo>
                    <a:pt x="63198" y="91623"/>
                  </a:lnTo>
                  <a:lnTo>
                    <a:pt x="62213" y="90897"/>
                  </a:lnTo>
                  <a:lnTo>
                    <a:pt x="61254" y="90191"/>
                  </a:lnTo>
                  <a:lnTo>
                    <a:pt x="59573" y="89073"/>
                  </a:lnTo>
                  <a:lnTo>
                    <a:pt x="59196" y="88822"/>
                  </a:lnTo>
                  <a:lnTo>
                    <a:pt x="56306" y="86900"/>
                  </a:lnTo>
                  <a:lnTo>
                    <a:pt x="54249" y="85531"/>
                  </a:lnTo>
                  <a:lnTo>
                    <a:pt x="52926" y="84702"/>
                  </a:lnTo>
                  <a:lnTo>
                    <a:pt x="50901" y="83434"/>
                  </a:lnTo>
                  <a:lnTo>
                    <a:pt x="50473" y="83165"/>
                  </a:lnTo>
                  <a:lnTo>
                    <a:pt x="47061" y="81028"/>
                  </a:lnTo>
                  <a:lnTo>
                    <a:pt x="44245" y="79264"/>
                  </a:lnTo>
                  <a:lnTo>
                    <a:pt x="43942" y="79074"/>
                  </a:lnTo>
                  <a:lnTo>
                    <a:pt x="38145" y="75478"/>
                  </a:lnTo>
                  <a:lnTo>
                    <a:pt x="37695" y="75199"/>
                  </a:lnTo>
                  <a:lnTo>
                    <a:pt x="33907" y="72850"/>
                  </a:lnTo>
                  <a:lnTo>
                    <a:pt x="31990" y="71660"/>
                  </a:lnTo>
                  <a:lnTo>
                    <a:pt x="31675" y="71465"/>
                  </a:lnTo>
                  <a:lnTo>
                    <a:pt x="31341" y="71258"/>
                  </a:lnTo>
                  <a:lnTo>
                    <a:pt x="30613" y="70966"/>
                  </a:lnTo>
                  <a:lnTo>
                    <a:pt x="30425" y="70855"/>
                  </a:lnTo>
                  <a:lnTo>
                    <a:pt x="30189" y="70819"/>
                  </a:lnTo>
                  <a:lnTo>
                    <a:pt x="27195" y="70357"/>
                  </a:lnTo>
                  <a:lnTo>
                    <a:pt x="27209" y="70137"/>
                  </a:lnTo>
                  <a:lnTo>
                    <a:pt x="27480" y="65755"/>
                  </a:lnTo>
                  <a:lnTo>
                    <a:pt x="27679" y="65755"/>
                  </a:lnTo>
                  <a:lnTo>
                    <a:pt x="28325" y="65796"/>
                  </a:lnTo>
                  <a:lnTo>
                    <a:pt x="29988" y="65900"/>
                  </a:lnTo>
                  <a:lnTo>
                    <a:pt x="32407" y="66350"/>
                  </a:lnTo>
                  <a:lnTo>
                    <a:pt x="32609" y="65854"/>
                  </a:lnTo>
                  <a:lnTo>
                    <a:pt x="33935" y="62601"/>
                  </a:lnTo>
                  <a:lnTo>
                    <a:pt x="34178" y="62004"/>
                  </a:lnTo>
                  <a:lnTo>
                    <a:pt x="34810" y="60618"/>
                  </a:lnTo>
                  <a:lnTo>
                    <a:pt x="36835" y="56560"/>
                  </a:lnTo>
                  <a:lnTo>
                    <a:pt x="36187" y="55421"/>
                  </a:lnTo>
                  <a:lnTo>
                    <a:pt x="35478" y="55026"/>
                  </a:lnTo>
                  <a:lnTo>
                    <a:pt x="34905" y="54708"/>
                  </a:lnTo>
                  <a:lnTo>
                    <a:pt x="32851" y="54126"/>
                  </a:lnTo>
                  <a:lnTo>
                    <a:pt x="32648" y="54112"/>
                  </a:lnTo>
                  <a:lnTo>
                    <a:pt x="32407" y="54095"/>
                  </a:lnTo>
                  <a:lnTo>
                    <a:pt x="30708" y="54512"/>
                  </a:lnTo>
                  <a:lnTo>
                    <a:pt x="30689" y="54366"/>
                  </a:lnTo>
                  <a:lnTo>
                    <a:pt x="30599" y="53667"/>
                  </a:lnTo>
                  <a:lnTo>
                    <a:pt x="30238" y="50878"/>
                  </a:lnTo>
                  <a:lnTo>
                    <a:pt x="31126" y="49753"/>
                  </a:lnTo>
                  <a:lnTo>
                    <a:pt x="31756" y="48954"/>
                  </a:lnTo>
                  <a:lnTo>
                    <a:pt x="31793" y="48818"/>
                  </a:lnTo>
                  <a:lnTo>
                    <a:pt x="31510" y="48631"/>
                  </a:lnTo>
                  <a:lnTo>
                    <a:pt x="30801" y="48215"/>
                  </a:lnTo>
                  <a:lnTo>
                    <a:pt x="30063" y="47830"/>
                  </a:lnTo>
                  <a:lnTo>
                    <a:pt x="28835" y="47207"/>
                  </a:lnTo>
                  <a:lnTo>
                    <a:pt x="27789" y="48121"/>
                  </a:lnTo>
                  <a:lnTo>
                    <a:pt x="26364" y="48623"/>
                  </a:lnTo>
                  <a:lnTo>
                    <a:pt x="25207" y="54188"/>
                  </a:lnTo>
                  <a:lnTo>
                    <a:pt x="24891" y="53891"/>
                  </a:lnTo>
                  <a:lnTo>
                    <a:pt x="23316" y="53425"/>
                  </a:lnTo>
                  <a:lnTo>
                    <a:pt x="22469" y="53257"/>
                  </a:lnTo>
                  <a:lnTo>
                    <a:pt x="21860" y="53258"/>
                  </a:lnTo>
                  <a:lnTo>
                    <a:pt x="19814" y="53265"/>
                  </a:lnTo>
                  <a:lnTo>
                    <a:pt x="19634" y="53312"/>
                  </a:lnTo>
                  <a:lnTo>
                    <a:pt x="17076" y="53977"/>
                  </a:lnTo>
                  <a:lnTo>
                    <a:pt x="16567" y="54216"/>
                  </a:lnTo>
                  <a:lnTo>
                    <a:pt x="15162" y="54878"/>
                  </a:lnTo>
                  <a:lnTo>
                    <a:pt x="14705" y="55093"/>
                  </a:lnTo>
                  <a:lnTo>
                    <a:pt x="12724" y="55180"/>
                  </a:lnTo>
                  <a:lnTo>
                    <a:pt x="10617" y="55313"/>
                  </a:lnTo>
                  <a:lnTo>
                    <a:pt x="10137" y="55343"/>
                  </a:lnTo>
                  <a:lnTo>
                    <a:pt x="9946" y="55355"/>
                  </a:lnTo>
                  <a:lnTo>
                    <a:pt x="7142" y="56238"/>
                  </a:lnTo>
                  <a:lnTo>
                    <a:pt x="4992" y="55929"/>
                  </a:lnTo>
                  <a:lnTo>
                    <a:pt x="4479" y="56072"/>
                  </a:lnTo>
                  <a:lnTo>
                    <a:pt x="4250" y="56136"/>
                  </a:lnTo>
                  <a:lnTo>
                    <a:pt x="2829" y="56534"/>
                  </a:lnTo>
                  <a:lnTo>
                    <a:pt x="0" y="56594"/>
                  </a:lnTo>
                  <a:lnTo>
                    <a:pt x="263" y="56134"/>
                  </a:lnTo>
                  <a:lnTo>
                    <a:pt x="1133" y="54612"/>
                  </a:lnTo>
                  <a:lnTo>
                    <a:pt x="1751" y="52706"/>
                  </a:lnTo>
                  <a:lnTo>
                    <a:pt x="2831" y="51529"/>
                  </a:lnTo>
                  <a:lnTo>
                    <a:pt x="5589" y="45688"/>
                  </a:lnTo>
                  <a:lnTo>
                    <a:pt x="15060" y="34719"/>
                  </a:lnTo>
                  <a:lnTo>
                    <a:pt x="19804" y="26859"/>
                  </a:lnTo>
                  <a:lnTo>
                    <a:pt x="21627" y="18196"/>
                  </a:lnTo>
                  <a:lnTo>
                    <a:pt x="36018" y="10477"/>
                  </a:lnTo>
                  <a:lnTo>
                    <a:pt x="52546" y="573"/>
                  </a:lnTo>
                  <a:lnTo>
                    <a:pt x="59478" y="0"/>
                  </a:lnTo>
                  <a:lnTo>
                    <a:pt x="66617" y="4051"/>
                  </a:lnTo>
                  <a:lnTo>
                    <a:pt x="66851" y="4738"/>
                  </a:lnTo>
                  <a:lnTo>
                    <a:pt x="66946" y="5018"/>
                  </a:lnTo>
                  <a:lnTo>
                    <a:pt x="67098" y="5492"/>
                  </a:lnTo>
                  <a:lnTo>
                    <a:pt x="67465" y="6639"/>
                  </a:lnTo>
                  <a:lnTo>
                    <a:pt x="67800" y="7683"/>
                  </a:lnTo>
                  <a:lnTo>
                    <a:pt x="67965" y="8306"/>
                  </a:lnTo>
                  <a:lnTo>
                    <a:pt x="68631" y="10818"/>
                  </a:lnTo>
                  <a:lnTo>
                    <a:pt x="69318" y="12074"/>
                  </a:lnTo>
                  <a:lnTo>
                    <a:pt x="69430" y="12279"/>
                  </a:lnTo>
                  <a:lnTo>
                    <a:pt x="69816" y="12985"/>
                  </a:lnTo>
                  <a:lnTo>
                    <a:pt x="71659" y="15131"/>
                  </a:lnTo>
                  <a:lnTo>
                    <a:pt x="73080" y="16987"/>
                  </a:lnTo>
                  <a:lnTo>
                    <a:pt x="73871" y="17961"/>
                  </a:lnTo>
                  <a:lnTo>
                    <a:pt x="74269" y="18451"/>
                  </a:lnTo>
                  <a:lnTo>
                    <a:pt x="74611" y="18872"/>
                  </a:lnTo>
                  <a:lnTo>
                    <a:pt x="76027" y="20617"/>
                  </a:lnTo>
                  <a:lnTo>
                    <a:pt x="77930" y="23196"/>
                  </a:lnTo>
                  <a:lnTo>
                    <a:pt x="78683" y="24162"/>
                  </a:lnTo>
                  <a:lnTo>
                    <a:pt x="78949" y="24507"/>
                  </a:lnTo>
                  <a:lnTo>
                    <a:pt x="79112" y="24717"/>
                  </a:lnTo>
                  <a:lnTo>
                    <a:pt x="79891" y="25954"/>
                  </a:lnTo>
                  <a:lnTo>
                    <a:pt x="80258" y="26537"/>
                  </a:lnTo>
                  <a:lnTo>
                    <a:pt x="80824" y="27436"/>
                  </a:lnTo>
                  <a:lnTo>
                    <a:pt x="81341" y="28256"/>
                  </a:lnTo>
                  <a:lnTo>
                    <a:pt x="81607" y="28678"/>
                  </a:lnTo>
                  <a:lnTo>
                    <a:pt x="82318" y="29608"/>
                  </a:lnTo>
                  <a:lnTo>
                    <a:pt x="82713" y="31833"/>
                  </a:lnTo>
                  <a:lnTo>
                    <a:pt x="85380" y="35360"/>
                  </a:lnTo>
                  <a:lnTo>
                    <a:pt x="85573" y="35534"/>
                  </a:lnTo>
                  <a:lnTo>
                    <a:pt x="85772" y="35715"/>
                  </a:lnTo>
                  <a:lnTo>
                    <a:pt x="86038" y="36051"/>
                  </a:lnTo>
                  <a:lnTo>
                    <a:pt x="87048" y="37352"/>
                  </a:lnTo>
                  <a:lnTo>
                    <a:pt x="88210" y="38848"/>
                  </a:lnTo>
                  <a:lnTo>
                    <a:pt x="88612" y="39357"/>
                  </a:lnTo>
                  <a:lnTo>
                    <a:pt x="90066" y="41198"/>
                  </a:lnTo>
                  <a:lnTo>
                    <a:pt x="90566" y="41832"/>
                  </a:lnTo>
                  <a:lnTo>
                    <a:pt x="92105" y="43782"/>
                  </a:lnTo>
                  <a:lnTo>
                    <a:pt x="92428" y="44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953263" y="4529793"/>
              <a:ext cx="231967" cy="108230"/>
            </a:xfrm>
            <a:custGeom>
              <a:avLst/>
              <a:pathLst>
                <a:path w="231967" h="108230">
                  <a:moveTo>
                    <a:pt x="64480" y="0"/>
                  </a:moveTo>
                  <a:lnTo>
                    <a:pt x="66876" y="3037"/>
                  </a:lnTo>
                  <a:lnTo>
                    <a:pt x="68875" y="1785"/>
                  </a:lnTo>
                  <a:lnTo>
                    <a:pt x="71629" y="6251"/>
                  </a:lnTo>
                  <a:lnTo>
                    <a:pt x="74642" y="4919"/>
                  </a:lnTo>
                  <a:lnTo>
                    <a:pt x="78662" y="10780"/>
                  </a:lnTo>
                  <a:lnTo>
                    <a:pt x="80157" y="15173"/>
                  </a:lnTo>
                  <a:lnTo>
                    <a:pt x="80029" y="17733"/>
                  </a:lnTo>
                  <a:lnTo>
                    <a:pt x="80013" y="18060"/>
                  </a:lnTo>
                  <a:lnTo>
                    <a:pt x="79933" y="22309"/>
                  </a:lnTo>
                  <a:lnTo>
                    <a:pt x="76180" y="22888"/>
                  </a:lnTo>
                  <a:lnTo>
                    <a:pt x="74584" y="23645"/>
                  </a:lnTo>
                  <a:lnTo>
                    <a:pt x="73142" y="25080"/>
                  </a:lnTo>
                  <a:lnTo>
                    <a:pt x="72437" y="25781"/>
                  </a:lnTo>
                  <a:lnTo>
                    <a:pt x="72246" y="26028"/>
                  </a:lnTo>
                  <a:lnTo>
                    <a:pt x="71430" y="27082"/>
                  </a:lnTo>
                  <a:lnTo>
                    <a:pt x="70323" y="28806"/>
                  </a:lnTo>
                  <a:lnTo>
                    <a:pt x="68581" y="31518"/>
                  </a:lnTo>
                  <a:lnTo>
                    <a:pt x="68891" y="34302"/>
                  </a:lnTo>
                  <a:lnTo>
                    <a:pt x="69183" y="34503"/>
                  </a:lnTo>
                  <a:lnTo>
                    <a:pt x="69343" y="34613"/>
                  </a:lnTo>
                  <a:lnTo>
                    <a:pt x="70487" y="34559"/>
                  </a:lnTo>
                  <a:lnTo>
                    <a:pt x="74920" y="34351"/>
                  </a:lnTo>
                  <a:lnTo>
                    <a:pt x="74188" y="28323"/>
                  </a:lnTo>
                  <a:lnTo>
                    <a:pt x="74411" y="28312"/>
                  </a:lnTo>
                  <a:lnTo>
                    <a:pt x="79082" y="28091"/>
                  </a:lnTo>
                  <a:lnTo>
                    <a:pt x="80664" y="28016"/>
                  </a:lnTo>
                  <a:lnTo>
                    <a:pt x="82648" y="27922"/>
                  </a:lnTo>
                  <a:lnTo>
                    <a:pt x="87723" y="27682"/>
                  </a:lnTo>
                  <a:lnTo>
                    <a:pt x="90130" y="27568"/>
                  </a:lnTo>
                  <a:lnTo>
                    <a:pt x="93942" y="27387"/>
                  </a:lnTo>
                  <a:lnTo>
                    <a:pt x="94352" y="27368"/>
                  </a:lnTo>
                  <a:lnTo>
                    <a:pt x="95986" y="27291"/>
                  </a:lnTo>
                  <a:lnTo>
                    <a:pt x="97551" y="26914"/>
                  </a:lnTo>
                  <a:lnTo>
                    <a:pt x="105530" y="24991"/>
                  </a:lnTo>
                  <a:lnTo>
                    <a:pt x="108750" y="23830"/>
                  </a:lnTo>
                  <a:lnTo>
                    <a:pt x="110058" y="23358"/>
                  </a:lnTo>
                  <a:lnTo>
                    <a:pt x="112796" y="22370"/>
                  </a:lnTo>
                  <a:lnTo>
                    <a:pt x="116291" y="21609"/>
                  </a:lnTo>
                  <a:lnTo>
                    <a:pt x="116940" y="21578"/>
                  </a:lnTo>
                  <a:lnTo>
                    <a:pt x="118610" y="21500"/>
                  </a:lnTo>
                  <a:lnTo>
                    <a:pt x="121425" y="21367"/>
                  </a:lnTo>
                  <a:lnTo>
                    <a:pt x="124774" y="21209"/>
                  </a:lnTo>
                  <a:lnTo>
                    <a:pt x="125529" y="21174"/>
                  </a:lnTo>
                  <a:lnTo>
                    <a:pt x="133465" y="20800"/>
                  </a:lnTo>
                  <a:lnTo>
                    <a:pt x="136876" y="20640"/>
                  </a:lnTo>
                  <a:lnTo>
                    <a:pt x="144454" y="20283"/>
                  </a:lnTo>
                  <a:lnTo>
                    <a:pt x="145290" y="23010"/>
                  </a:lnTo>
                  <a:lnTo>
                    <a:pt x="145716" y="23047"/>
                  </a:lnTo>
                  <a:lnTo>
                    <a:pt x="146124" y="23083"/>
                  </a:lnTo>
                  <a:lnTo>
                    <a:pt x="148146" y="23260"/>
                  </a:lnTo>
                  <a:lnTo>
                    <a:pt x="148938" y="23330"/>
                  </a:lnTo>
                  <a:lnTo>
                    <a:pt x="152083" y="23547"/>
                  </a:lnTo>
                  <a:lnTo>
                    <a:pt x="167184" y="24592"/>
                  </a:lnTo>
                  <a:lnTo>
                    <a:pt x="167684" y="24626"/>
                  </a:lnTo>
                  <a:lnTo>
                    <a:pt x="168663" y="24694"/>
                  </a:lnTo>
                  <a:lnTo>
                    <a:pt x="168968" y="24717"/>
                  </a:lnTo>
                  <a:lnTo>
                    <a:pt x="178618" y="25461"/>
                  </a:lnTo>
                  <a:lnTo>
                    <a:pt x="190836" y="26403"/>
                  </a:lnTo>
                  <a:lnTo>
                    <a:pt x="191127" y="26425"/>
                  </a:lnTo>
                  <a:lnTo>
                    <a:pt x="191643" y="20834"/>
                  </a:lnTo>
                  <a:lnTo>
                    <a:pt x="193187" y="16587"/>
                  </a:lnTo>
                  <a:lnTo>
                    <a:pt x="193554" y="16082"/>
                  </a:lnTo>
                  <a:lnTo>
                    <a:pt x="194909" y="14220"/>
                  </a:lnTo>
                  <a:lnTo>
                    <a:pt x="196631" y="12762"/>
                  </a:lnTo>
                  <a:lnTo>
                    <a:pt x="199191" y="10609"/>
                  </a:lnTo>
                  <a:lnTo>
                    <a:pt x="200104" y="20293"/>
                  </a:lnTo>
                  <a:lnTo>
                    <a:pt x="200274" y="22097"/>
                  </a:lnTo>
                  <a:lnTo>
                    <a:pt x="200997" y="29747"/>
                  </a:lnTo>
                  <a:lnTo>
                    <a:pt x="210546" y="28786"/>
                  </a:lnTo>
                  <a:lnTo>
                    <a:pt x="211043" y="28736"/>
                  </a:lnTo>
                  <a:lnTo>
                    <a:pt x="220678" y="27767"/>
                  </a:lnTo>
                  <a:lnTo>
                    <a:pt x="222981" y="27535"/>
                  </a:lnTo>
                  <a:lnTo>
                    <a:pt x="224042" y="27429"/>
                  </a:lnTo>
                  <a:lnTo>
                    <a:pt x="226516" y="48633"/>
                  </a:lnTo>
                  <a:lnTo>
                    <a:pt x="227291" y="55281"/>
                  </a:lnTo>
                  <a:lnTo>
                    <a:pt x="228487" y="65531"/>
                  </a:lnTo>
                  <a:lnTo>
                    <a:pt x="228733" y="67637"/>
                  </a:lnTo>
                  <a:lnTo>
                    <a:pt x="229214" y="71451"/>
                  </a:lnTo>
                  <a:lnTo>
                    <a:pt x="229909" y="76968"/>
                  </a:lnTo>
                  <a:lnTo>
                    <a:pt x="230486" y="81547"/>
                  </a:lnTo>
                  <a:lnTo>
                    <a:pt x="231096" y="86388"/>
                  </a:lnTo>
                  <a:lnTo>
                    <a:pt x="231343" y="88052"/>
                  </a:lnTo>
                  <a:lnTo>
                    <a:pt x="231919" y="91930"/>
                  </a:lnTo>
                  <a:lnTo>
                    <a:pt x="231967" y="92505"/>
                  </a:lnTo>
                  <a:lnTo>
                    <a:pt x="230857" y="92697"/>
                  </a:lnTo>
                  <a:lnTo>
                    <a:pt x="230263" y="92799"/>
                  </a:lnTo>
                  <a:lnTo>
                    <a:pt x="229171" y="92988"/>
                  </a:lnTo>
                  <a:lnTo>
                    <a:pt x="228817" y="93049"/>
                  </a:lnTo>
                  <a:lnTo>
                    <a:pt x="228152" y="93164"/>
                  </a:lnTo>
                  <a:lnTo>
                    <a:pt x="218850" y="94771"/>
                  </a:lnTo>
                  <a:lnTo>
                    <a:pt x="218036" y="94912"/>
                  </a:lnTo>
                  <a:lnTo>
                    <a:pt x="209262" y="96660"/>
                  </a:lnTo>
                  <a:lnTo>
                    <a:pt x="208538" y="96804"/>
                  </a:lnTo>
                  <a:lnTo>
                    <a:pt x="207305" y="97050"/>
                  </a:lnTo>
                  <a:lnTo>
                    <a:pt x="206827" y="97145"/>
                  </a:lnTo>
                  <a:lnTo>
                    <a:pt x="200643" y="101107"/>
                  </a:lnTo>
                  <a:lnTo>
                    <a:pt x="200361" y="101367"/>
                  </a:lnTo>
                  <a:lnTo>
                    <a:pt x="199617" y="102049"/>
                  </a:lnTo>
                  <a:lnTo>
                    <a:pt x="195372" y="105945"/>
                  </a:lnTo>
                  <a:lnTo>
                    <a:pt x="194599" y="106653"/>
                  </a:lnTo>
                  <a:lnTo>
                    <a:pt x="193249" y="107893"/>
                  </a:lnTo>
                  <a:lnTo>
                    <a:pt x="192881" y="108230"/>
                  </a:lnTo>
                  <a:lnTo>
                    <a:pt x="192421" y="108066"/>
                  </a:lnTo>
                  <a:lnTo>
                    <a:pt x="191837" y="107858"/>
                  </a:lnTo>
                  <a:lnTo>
                    <a:pt x="191493" y="107735"/>
                  </a:lnTo>
                  <a:lnTo>
                    <a:pt x="190935" y="107536"/>
                  </a:lnTo>
                  <a:lnTo>
                    <a:pt x="190197" y="107413"/>
                  </a:lnTo>
                  <a:lnTo>
                    <a:pt x="183655" y="106327"/>
                  </a:lnTo>
                  <a:lnTo>
                    <a:pt x="182435" y="106124"/>
                  </a:lnTo>
                  <a:lnTo>
                    <a:pt x="182544" y="105084"/>
                  </a:lnTo>
                  <a:lnTo>
                    <a:pt x="177852" y="104526"/>
                  </a:lnTo>
                  <a:lnTo>
                    <a:pt x="175535" y="104250"/>
                  </a:lnTo>
                  <a:lnTo>
                    <a:pt x="175133" y="104417"/>
                  </a:lnTo>
                  <a:lnTo>
                    <a:pt x="174961" y="104488"/>
                  </a:lnTo>
                  <a:lnTo>
                    <a:pt x="174782" y="104562"/>
                  </a:lnTo>
                  <a:lnTo>
                    <a:pt x="174493" y="104682"/>
                  </a:lnTo>
                  <a:lnTo>
                    <a:pt x="174276" y="104661"/>
                  </a:lnTo>
                  <a:lnTo>
                    <a:pt x="168475" y="104107"/>
                  </a:lnTo>
                  <a:lnTo>
                    <a:pt x="167207" y="104356"/>
                  </a:lnTo>
                  <a:lnTo>
                    <a:pt x="166958" y="104405"/>
                  </a:lnTo>
                  <a:lnTo>
                    <a:pt x="165938" y="104605"/>
                  </a:lnTo>
                  <a:lnTo>
                    <a:pt x="164484" y="104890"/>
                  </a:lnTo>
                  <a:lnTo>
                    <a:pt x="164065" y="104973"/>
                  </a:lnTo>
                  <a:lnTo>
                    <a:pt x="163803" y="104546"/>
                  </a:lnTo>
                  <a:lnTo>
                    <a:pt x="163433" y="103944"/>
                  </a:lnTo>
                  <a:lnTo>
                    <a:pt x="163071" y="103356"/>
                  </a:lnTo>
                  <a:lnTo>
                    <a:pt x="162775" y="102876"/>
                  </a:lnTo>
                  <a:lnTo>
                    <a:pt x="162686" y="102732"/>
                  </a:lnTo>
                  <a:lnTo>
                    <a:pt x="162147" y="102785"/>
                  </a:lnTo>
                  <a:lnTo>
                    <a:pt x="161677" y="102832"/>
                  </a:lnTo>
                  <a:lnTo>
                    <a:pt x="160805" y="102918"/>
                  </a:lnTo>
                  <a:lnTo>
                    <a:pt x="160336" y="102965"/>
                  </a:lnTo>
                  <a:lnTo>
                    <a:pt x="160062" y="102992"/>
                  </a:lnTo>
                  <a:lnTo>
                    <a:pt x="159433" y="103161"/>
                  </a:lnTo>
                  <a:lnTo>
                    <a:pt x="157664" y="103635"/>
                  </a:lnTo>
                  <a:lnTo>
                    <a:pt x="156699" y="103679"/>
                  </a:lnTo>
                  <a:lnTo>
                    <a:pt x="155404" y="103873"/>
                  </a:lnTo>
                  <a:lnTo>
                    <a:pt x="153980" y="104086"/>
                  </a:lnTo>
                  <a:lnTo>
                    <a:pt x="153157" y="104175"/>
                  </a:lnTo>
                  <a:lnTo>
                    <a:pt x="150581" y="104453"/>
                  </a:lnTo>
                  <a:lnTo>
                    <a:pt x="150654" y="102508"/>
                  </a:lnTo>
                  <a:lnTo>
                    <a:pt x="149338" y="102575"/>
                  </a:lnTo>
                  <a:lnTo>
                    <a:pt x="147464" y="102670"/>
                  </a:lnTo>
                  <a:lnTo>
                    <a:pt x="145645" y="102763"/>
                  </a:lnTo>
                  <a:lnTo>
                    <a:pt x="141328" y="102983"/>
                  </a:lnTo>
                  <a:lnTo>
                    <a:pt x="140967" y="103001"/>
                  </a:lnTo>
                  <a:lnTo>
                    <a:pt x="136567" y="103225"/>
                  </a:lnTo>
                  <a:lnTo>
                    <a:pt x="132021" y="103173"/>
                  </a:lnTo>
                  <a:lnTo>
                    <a:pt x="129498" y="103850"/>
                  </a:lnTo>
                  <a:lnTo>
                    <a:pt x="129201" y="103930"/>
                  </a:lnTo>
                  <a:lnTo>
                    <a:pt x="127292" y="103440"/>
                  </a:lnTo>
                  <a:lnTo>
                    <a:pt x="126418" y="102999"/>
                  </a:lnTo>
                  <a:lnTo>
                    <a:pt x="125779" y="102677"/>
                  </a:lnTo>
                  <a:lnTo>
                    <a:pt x="125364" y="102503"/>
                  </a:lnTo>
                  <a:lnTo>
                    <a:pt x="124207" y="102017"/>
                  </a:lnTo>
                  <a:lnTo>
                    <a:pt x="121917" y="101057"/>
                  </a:lnTo>
                  <a:lnTo>
                    <a:pt x="121487" y="101058"/>
                  </a:lnTo>
                  <a:lnTo>
                    <a:pt x="117649" y="101064"/>
                  </a:lnTo>
                  <a:lnTo>
                    <a:pt x="116643" y="101042"/>
                  </a:lnTo>
                  <a:lnTo>
                    <a:pt x="116150" y="101031"/>
                  </a:lnTo>
                  <a:lnTo>
                    <a:pt x="112348" y="100742"/>
                  </a:lnTo>
                  <a:lnTo>
                    <a:pt x="112107" y="100739"/>
                  </a:lnTo>
                  <a:lnTo>
                    <a:pt x="106779" y="100673"/>
                  </a:lnTo>
                  <a:lnTo>
                    <a:pt x="104659" y="100771"/>
                  </a:lnTo>
                  <a:lnTo>
                    <a:pt x="103046" y="100422"/>
                  </a:lnTo>
                  <a:lnTo>
                    <a:pt x="103045" y="96074"/>
                  </a:lnTo>
                  <a:lnTo>
                    <a:pt x="98029" y="92754"/>
                  </a:lnTo>
                  <a:lnTo>
                    <a:pt x="97801" y="85297"/>
                  </a:lnTo>
                  <a:lnTo>
                    <a:pt x="95638" y="85199"/>
                  </a:lnTo>
                  <a:lnTo>
                    <a:pt x="77226" y="84365"/>
                  </a:lnTo>
                  <a:lnTo>
                    <a:pt x="76656" y="73063"/>
                  </a:lnTo>
                  <a:lnTo>
                    <a:pt x="81672" y="72189"/>
                  </a:lnTo>
                  <a:lnTo>
                    <a:pt x="81330" y="69917"/>
                  </a:lnTo>
                  <a:lnTo>
                    <a:pt x="74223" y="70563"/>
                  </a:lnTo>
                  <a:lnTo>
                    <a:pt x="73636" y="70616"/>
                  </a:lnTo>
                  <a:lnTo>
                    <a:pt x="57676" y="67549"/>
                  </a:lnTo>
                  <a:lnTo>
                    <a:pt x="49608" y="63120"/>
                  </a:lnTo>
                  <a:lnTo>
                    <a:pt x="53926" y="54332"/>
                  </a:lnTo>
                  <a:lnTo>
                    <a:pt x="51123" y="53314"/>
                  </a:lnTo>
                  <a:lnTo>
                    <a:pt x="44455" y="51275"/>
                  </a:lnTo>
                  <a:lnTo>
                    <a:pt x="39097" y="51974"/>
                  </a:lnTo>
                  <a:lnTo>
                    <a:pt x="32657" y="49411"/>
                  </a:lnTo>
                  <a:lnTo>
                    <a:pt x="29978" y="44226"/>
                  </a:lnTo>
                  <a:lnTo>
                    <a:pt x="30092" y="39449"/>
                  </a:lnTo>
                  <a:lnTo>
                    <a:pt x="36932" y="37294"/>
                  </a:lnTo>
                  <a:lnTo>
                    <a:pt x="38015" y="33332"/>
                  </a:lnTo>
                  <a:lnTo>
                    <a:pt x="37787" y="32458"/>
                  </a:lnTo>
                  <a:lnTo>
                    <a:pt x="21372" y="38400"/>
                  </a:lnTo>
                  <a:lnTo>
                    <a:pt x="19491" y="37585"/>
                  </a:lnTo>
                  <a:lnTo>
                    <a:pt x="13108" y="45974"/>
                  </a:lnTo>
                  <a:lnTo>
                    <a:pt x="5813" y="41313"/>
                  </a:lnTo>
                  <a:lnTo>
                    <a:pt x="7751" y="32109"/>
                  </a:lnTo>
                  <a:lnTo>
                    <a:pt x="14248" y="25875"/>
                  </a:lnTo>
                  <a:lnTo>
                    <a:pt x="23146" y="23783"/>
                  </a:lnTo>
                  <a:lnTo>
                    <a:pt x="22804" y="22929"/>
                  </a:lnTo>
                  <a:lnTo>
                    <a:pt x="16345" y="20443"/>
                  </a:lnTo>
                  <a:lnTo>
                    <a:pt x="15632" y="20042"/>
                  </a:lnTo>
                  <a:lnTo>
                    <a:pt x="1052" y="11790"/>
                  </a:lnTo>
                  <a:lnTo>
                    <a:pt x="0" y="11195"/>
                  </a:lnTo>
                  <a:lnTo>
                    <a:pt x="4787" y="3913"/>
                  </a:lnTo>
                  <a:lnTo>
                    <a:pt x="11271" y="7471"/>
                  </a:lnTo>
                  <a:lnTo>
                    <a:pt x="21415" y="13037"/>
                  </a:lnTo>
                  <a:lnTo>
                    <a:pt x="25593" y="15330"/>
                  </a:lnTo>
                  <a:lnTo>
                    <a:pt x="23853" y="7346"/>
                  </a:lnTo>
                  <a:lnTo>
                    <a:pt x="28317" y="6472"/>
                  </a:lnTo>
                  <a:lnTo>
                    <a:pt x="30785" y="16456"/>
                  </a:lnTo>
                  <a:lnTo>
                    <a:pt x="34196" y="17195"/>
                  </a:lnTo>
                  <a:lnTo>
                    <a:pt x="35765" y="16935"/>
                  </a:lnTo>
                  <a:lnTo>
                    <a:pt x="35500" y="11277"/>
                  </a:lnTo>
                  <a:lnTo>
                    <a:pt x="35450" y="10204"/>
                  </a:lnTo>
                  <a:lnTo>
                    <a:pt x="43600" y="10146"/>
                  </a:lnTo>
                  <a:lnTo>
                    <a:pt x="50268" y="10496"/>
                  </a:lnTo>
                  <a:lnTo>
                    <a:pt x="50553" y="10903"/>
                  </a:lnTo>
                  <a:lnTo>
                    <a:pt x="53745" y="11020"/>
                  </a:lnTo>
                  <a:lnTo>
                    <a:pt x="54030" y="13117"/>
                  </a:lnTo>
                  <a:lnTo>
                    <a:pt x="57147" y="13140"/>
                  </a:lnTo>
                  <a:lnTo>
                    <a:pt x="57204" y="6644"/>
                  </a:lnTo>
                  <a:lnTo>
                    <a:pt x="61638" y="3306"/>
                  </a:lnTo>
                  <a:lnTo>
                    <a:pt x="60984" y="2246"/>
                  </a:lnTo>
                  <a:lnTo>
                    <a:pt x="61210" y="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432721" y="4509624"/>
              <a:ext cx="253326" cy="223618"/>
            </a:xfrm>
            <a:custGeom>
              <a:avLst/>
              <a:pathLst>
                <a:path w="253326" h="223618">
                  <a:moveTo>
                    <a:pt x="179787" y="59508"/>
                  </a:moveTo>
                  <a:lnTo>
                    <a:pt x="180312" y="59496"/>
                  </a:lnTo>
                  <a:lnTo>
                    <a:pt x="180888" y="59483"/>
                  </a:lnTo>
                  <a:lnTo>
                    <a:pt x="181619" y="59466"/>
                  </a:lnTo>
                  <a:lnTo>
                    <a:pt x="182302" y="59450"/>
                  </a:lnTo>
                  <a:lnTo>
                    <a:pt x="183243" y="59429"/>
                  </a:lnTo>
                  <a:lnTo>
                    <a:pt x="183704" y="59418"/>
                  </a:lnTo>
                  <a:lnTo>
                    <a:pt x="184832" y="59392"/>
                  </a:lnTo>
                  <a:lnTo>
                    <a:pt x="186081" y="59364"/>
                  </a:lnTo>
                  <a:lnTo>
                    <a:pt x="186456" y="59355"/>
                  </a:lnTo>
                  <a:lnTo>
                    <a:pt x="187414" y="59333"/>
                  </a:lnTo>
                  <a:lnTo>
                    <a:pt x="188834" y="59301"/>
                  </a:lnTo>
                  <a:lnTo>
                    <a:pt x="189054" y="59296"/>
                  </a:lnTo>
                  <a:lnTo>
                    <a:pt x="189301" y="59290"/>
                  </a:lnTo>
                  <a:lnTo>
                    <a:pt x="190404" y="59265"/>
                  </a:lnTo>
                  <a:lnTo>
                    <a:pt x="191111" y="59249"/>
                  </a:lnTo>
                  <a:lnTo>
                    <a:pt x="191504" y="59240"/>
                  </a:lnTo>
                  <a:lnTo>
                    <a:pt x="192949" y="59207"/>
                  </a:lnTo>
                  <a:lnTo>
                    <a:pt x="193189" y="59201"/>
                  </a:lnTo>
                  <a:lnTo>
                    <a:pt x="194157" y="59179"/>
                  </a:lnTo>
                  <a:lnTo>
                    <a:pt x="195186" y="59156"/>
                  </a:lnTo>
                  <a:lnTo>
                    <a:pt x="196075" y="59135"/>
                  </a:lnTo>
                  <a:lnTo>
                    <a:pt x="197245" y="59109"/>
                  </a:lnTo>
                  <a:lnTo>
                    <a:pt x="197854" y="58530"/>
                  </a:lnTo>
                  <a:lnTo>
                    <a:pt x="197926" y="54521"/>
                  </a:lnTo>
                  <a:lnTo>
                    <a:pt x="203276" y="54427"/>
                  </a:lnTo>
                  <a:lnTo>
                    <a:pt x="208346" y="57787"/>
                  </a:lnTo>
                  <a:lnTo>
                    <a:pt x="208346" y="61748"/>
                  </a:lnTo>
                  <a:lnTo>
                    <a:pt x="203635" y="64311"/>
                  </a:lnTo>
                  <a:lnTo>
                    <a:pt x="204300" y="72409"/>
                  </a:lnTo>
                  <a:lnTo>
                    <a:pt x="204395" y="73555"/>
                  </a:lnTo>
                  <a:lnTo>
                    <a:pt x="200215" y="74254"/>
                  </a:lnTo>
                  <a:lnTo>
                    <a:pt x="193954" y="74952"/>
                  </a:lnTo>
                  <a:lnTo>
                    <a:pt x="180001" y="76506"/>
                  </a:lnTo>
                  <a:lnTo>
                    <a:pt x="168982" y="77438"/>
                  </a:lnTo>
                  <a:lnTo>
                    <a:pt x="167766" y="81245"/>
                  </a:lnTo>
                  <a:lnTo>
                    <a:pt x="183421" y="96236"/>
                  </a:lnTo>
                  <a:lnTo>
                    <a:pt x="187367" y="97238"/>
                  </a:lnTo>
                  <a:lnTo>
                    <a:pt x="192502" y="98543"/>
                  </a:lnTo>
                  <a:lnTo>
                    <a:pt x="203866" y="101430"/>
                  </a:lnTo>
                  <a:lnTo>
                    <a:pt x="207662" y="99654"/>
                  </a:lnTo>
                  <a:lnTo>
                    <a:pt x="209463" y="99957"/>
                  </a:lnTo>
                  <a:lnTo>
                    <a:pt x="211292" y="100266"/>
                  </a:lnTo>
                  <a:lnTo>
                    <a:pt x="217620" y="107876"/>
                  </a:lnTo>
                  <a:lnTo>
                    <a:pt x="253326" y="116432"/>
                  </a:lnTo>
                  <a:lnTo>
                    <a:pt x="252183" y="123728"/>
                  </a:lnTo>
                  <a:lnTo>
                    <a:pt x="251427" y="129131"/>
                  </a:lnTo>
                  <a:lnTo>
                    <a:pt x="209822" y="122723"/>
                  </a:lnTo>
                  <a:lnTo>
                    <a:pt x="205056" y="123122"/>
                  </a:lnTo>
                  <a:lnTo>
                    <a:pt x="206592" y="129325"/>
                  </a:lnTo>
                  <a:lnTo>
                    <a:pt x="224070" y="131267"/>
                  </a:lnTo>
                  <a:lnTo>
                    <a:pt x="234519" y="144666"/>
                  </a:lnTo>
                  <a:lnTo>
                    <a:pt x="245846" y="144148"/>
                  </a:lnTo>
                  <a:lnTo>
                    <a:pt x="247127" y="161461"/>
                  </a:lnTo>
                  <a:lnTo>
                    <a:pt x="237406" y="162558"/>
                  </a:lnTo>
                  <a:lnTo>
                    <a:pt x="231716" y="166608"/>
                  </a:lnTo>
                  <a:lnTo>
                    <a:pt x="224938" y="169425"/>
                  </a:lnTo>
                  <a:lnTo>
                    <a:pt x="217838" y="173335"/>
                  </a:lnTo>
                  <a:lnTo>
                    <a:pt x="215821" y="173317"/>
                  </a:lnTo>
                  <a:lnTo>
                    <a:pt x="212860" y="173290"/>
                  </a:lnTo>
                  <a:lnTo>
                    <a:pt x="211550" y="176561"/>
                  </a:lnTo>
                  <a:lnTo>
                    <a:pt x="209888" y="180202"/>
                  </a:lnTo>
                  <a:lnTo>
                    <a:pt x="199892" y="188325"/>
                  </a:lnTo>
                  <a:lnTo>
                    <a:pt x="198034" y="193609"/>
                  </a:lnTo>
                  <a:lnTo>
                    <a:pt x="208104" y="196729"/>
                  </a:lnTo>
                  <a:lnTo>
                    <a:pt x="216915" y="199460"/>
                  </a:lnTo>
                  <a:lnTo>
                    <a:pt x="223563" y="202858"/>
                  </a:lnTo>
                  <a:lnTo>
                    <a:pt x="223710" y="223618"/>
                  </a:lnTo>
                  <a:lnTo>
                    <a:pt x="215653" y="219746"/>
                  </a:lnTo>
                  <a:lnTo>
                    <a:pt x="210239" y="215668"/>
                  </a:lnTo>
                  <a:lnTo>
                    <a:pt x="204635" y="208580"/>
                  </a:lnTo>
                  <a:lnTo>
                    <a:pt x="200835" y="205959"/>
                  </a:lnTo>
                  <a:lnTo>
                    <a:pt x="194756" y="202561"/>
                  </a:lnTo>
                  <a:lnTo>
                    <a:pt x="188296" y="196638"/>
                  </a:lnTo>
                  <a:lnTo>
                    <a:pt x="183357" y="192074"/>
                  </a:lnTo>
                  <a:lnTo>
                    <a:pt x="178037" y="188676"/>
                  </a:lnTo>
                  <a:lnTo>
                    <a:pt x="175882" y="189869"/>
                  </a:lnTo>
                  <a:lnTo>
                    <a:pt x="173675" y="191090"/>
                  </a:lnTo>
                  <a:lnTo>
                    <a:pt x="173158" y="191036"/>
                  </a:lnTo>
                  <a:lnTo>
                    <a:pt x="169699" y="190673"/>
                  </a:lnTo>
                  <a:lnTo>
                    <a:pt x="168660" y="190551"/>
                  </a:lnTo>
                  <a:lnTo>
                    <a:pt x="168222" y="189236"/>
                  </a:lnTo>
                  <a:lnTo>
                    <a:pt x="168070" y="188780"/>
                  </a:lnTo>
                  <a:lnTo>
                    <a:pt x="167946" y="188334"/>
                  </a:lnTo>
                  <a:lnTo>
                    <a:pt x="166184" y="182011"/>
                  </a:lnTo>
                  <a:lnTo>
                    <a:pt x="163976" y="175870"/>
                  </a:lnTo>
                  <a:lnTo>
                    <a:pt x="163703" y="175122"/>
                  </a:lnTo>
                  <a:lnTo>
                    <a:pt x="161530" y="169163"/>
                  </a:lnTo>
                  <a:lnTo>
                    <a:pt x="161153" y="168021"/>
                  </a:lnTo>
                  <a:lnTo>
                    <a:pt x="160307" y="165459"/>
                  </a:lnTo>
                  <a:lnTo>
                    <a:pt x="158512" y="166765"/>
                  </a:lnTo>
                  <a:lnTo>
                    <a:pt x="153796" y="170196"/>
                  </a:lnTo>
                  <a:lnTo>
                    <a:pt x="153246" y="172031"/>
                  </a:lnTo>
                  <a:lnTo>
                    <a:pt x="152675" y="173938"/>
                  </a:lnTo>
                  <a:lnTo>
                    <a:pt x="152504" y="174507"/>
                  </a:lnTo>
                  <a:lnTo>
                    <a:pt x="149046" y="178236"/>
                  </a:lnTo>
                  <a:lnTo>
                    <a:pt x="148776" y="178269"/>
                  </a:lnTo>
                  <a:lnTo>
                    <a:pt x="140244" y="179332"/>
                  </a:lnTo>
                  <a:lnTo>
                    <a:pt x="139904" y="179374"/>
                  </a:lnTo>
                  <a:lnTo>
                    <a:pt x="138714" y="179522"/>
                  </a:lnTo>
                  <a:lnTo>
                    <a:pt x="135576" y="182752"/>
                  </a:lnTo>
                  <a:lnTo>
                    <a:pt x="132333" y="184667"/>
                  </a:lnTo>
                  <a:lnTo>
                    <a:pt x="129107" y="186572"/>
                  </a:lnTo>
                  <a:lnTo>
                    <a:pt x="127767" y="187228"/>
                  </a:lnTo>
                  <a:lnTo>
                    <a:pt x="126954" y="187626"/>
                  </a:lnTo>
                  <a:lnTo>
                    <a:pt x="124669" y="188745"/>
                  </a:lnTo>
                  <a:lnTo>
                    <a:pt x="123937" y="189104"/>
                  </a:lnTo>
                  <a:lnTo>
                    <a:pt x="123394" y="189361"/>
                  </a:lnTo>
                  <a:lnTo>
                    <a:pt x="117286" y="188396"/>
                  </a:lnTo>
                  <a:lnTo>
                    <a:pt x="115297" y="188082"/>
                  </a:lnTo>
                  <a:lnTo>
                    <a:pt x="112544" y="187649"/>
                  </a:lnTo>
                  <a:lnTo>
                    <a:pt x="109614" y="187354"/>
                  </a:lnTo>
                  <a:lnTo>
                    <a:pt x="109132" y="187306"/>
                  </a:lnTo>
                  <a:lnTo>
                    <a:pt x="107003" y="187092"/>
                  </a:lnTo>
                  <a:lnTo>
                    <a:pt x="106272" y="187019"/>
                  </a:lnTo>
                  <a:lnTo>
                    <a:pt x="100888" y="186478"/>
                  </a:lnTo>
                  <a:lnTo>
                    <a:pt x="100902" y="183580"/>
                  </a:lnTo>
                  <a:lnTo>
                    <a:pt x="97190" y="179820"/>
                  </a:lnTo>
                  <a:lnTo>
                    <a:pt x="95963" y="173525"/>
                  </a:lnTo>
                  <a:lnTo>
                    <a:pt x="95061" y="168897"/>
                  </a:lnTo>
                  <a:lnTo>
                    <a:pt x="93367" y="160207"/>
                  </a:lnTo>
                  <a:lnTo>
                    <a:pt x="89232" y="160581"/>
                  </a:lnTo>
                  <a:lnTo>
                    <a:pt x="89193" y="159393"/>
                  </a:lnTo>
                  <a:lnTo>
                    <a:pt x="89153" y="158159"/>
                  </a:lnTo>
                  <a:lnTo>
                    <a:pt x="89131" y="157485"/>
                  </a:lnTo>
                  <a:lnTo>
                    <a:pt x="89114" y="156976"/>
                  </a:lnTo>
                  <a:lnTo>
                    <a:pt x="86973" y="156238"/>
                  </a:lnTo>
                  <a:lnTo>
                    <a:pt x="86043" y="155918"/>
                  </a:lnTo>
                  <a:lnTo>
                    <a:pt x="84744" y="155471"/>
                  </a:lnTo>
                  <a:lnTo>
                    <a:pt x="84763" y="155082"/>
                  </a:lnTo>
                  <a:lnTo>
                    <a:pt x="84851" y="153292"/>
                  </a:lnTo>
                  <a:lnTo>
                    <a:pt x="84901" y="152255"/>
                  </a:lnTo>
                  <a:lnTo>
                    <a:pt x="79586" y="150626"/>
                  </a:lnTo>
                  <a:lnTo>
                    <a:pt x="79442" y="151947"/>
                  </a:lnTo>
                  <a:lnTo>
                    <a:pt x="79393" y="152398"/>
                  </a:lnTo>
                  <a:lnTo>
                    <a:pt x="79346" y="152827"/>
                  </a:lnTo>
                  <a:lnTo>
                    <a:pt x="79236" y="153831"/>
                  </a:lnTo>
                  <a:lnTo>
                    <a:pt x="79118" y="154913"/>
                  </a:lnTo>
                  <a:lnTo>
                    <a:pt x="78455" y="158137"/>
                  </a:lnTo>
                  <a:lnTo>
                    <a:pt x="78255" y="159113"/>
                  </a:lnTo>
                  <a:lnTo>
                    <a:pt x="78002" y="160728"/>
                  </a:lnTo>
                  <a:lnTo>
                    <a:pt x="77905" y="161351"/>
                  </a:lnTo>
                  <a:lnTo>
                    <a:pt x="77821" y="161888"/>
                  </a:lnTo>
                  <a:lnTo>
                    <a:pt x="77715" y="162566"/>
                  </a:lnTo>
                  <a:lnTo>
                    <a:pt x="77637" y="163071"/>
                  </a:lnTo>
                  <a:lnTo>
                    <a:pt x="76929" y="167599"/>
                  </a:lnTo>
                  <a:lnTo>
                    <a:pt x="76764" y="168657"/>
                  </a:lnTo>
                  <a:lnTo>
                    <a:pt x="76528" y="170168"/>
                  </a:lnTo>
                  <a:lnTo>
                    <a:pt x="76305" y="171599"/>
                  </a:lnTo>
                  <a:lnTo>
                    <a:pt x="76231" y="172070"/>
                  </a:lnTo>
                  <a:lnTo>
                    <a:pt x="76200" y="172271"/>
                  </a:lnTo>
                  <a:lnTo>
                    <a:pt x="75674" y="172157"/>
                  </a:lnTo>
                  <a:lnTo>
                    <a:pt x="74661" y="171972"/>
                  </a:lnTo>
                  <a:lnTo>
                    <a:pt x="72864" y="171645"/>
                  </a:lnTo>
                  <a:lnTo>
                    <a:pt x="72121" y="171509"/>
                  </a:lnTo>
                  <a:lnTo>
                    <a:pt x="71534" y="171402"/>
                  </a:lnTo>
                  <a:lnTo>
                    <a:pt x="69201" y="170977"/>
                  </a:lnTo>
                  <a:lnTo>
                    <a:pt x="66062" y="170627"/>
                  </a:lnTo>
                  <a:lnTo>
                    <a:pt x="65223" y="170654"/>
                  </a:lnTo>
                  <a:lnTo>
                    <a:pt x="64345" y="170682"/>
                  </a:lnTo>
                  <a:lnTo>
                    <a:pt x="63994" y="170694"/>
                  </a:lnTo>
                  <a:lnTo>
                    <a:pt x="63863" y="170698"/>
                  </a:lnTo>
                  <a:lnTo>
                    <a:pt x="63222" y="169848"/>
                  </a:lnTo>
                  <a:lnTo>
                    <a:pt x="62670" y="168362"/>
                  </a:lnTo>
                  <a:lnTo>
                    <a:pt x="62556" y="168055"/>
                  </a:lnTo>
                  <a:lnTo>
                    <a:pt x="62265" y="167271"/>
                  </a:lnTo>
                  <a:lnTo>
                    <a:pt x="58167" y="166895"/>
                  </a:lnTo>
                  <a:lnTo>
                    <a:pt x="58125" y="167376"/>
                  </a:lnTo>
                  <a:lnTo>
                    <a:pt x="58046" y="168266"/>
                  </a:lnTo>
                  <a:lnTo>
                    <a:pt x="58018" y="168582"/>
                  </a:lnTo>
                  <a:lnTo>
                    <a:pt x="57909" y="169806"/>
                  </a:lnTo>
                  <a:lnTo>
                    <a:pt x="57869" y="170264"/>
                  </a:lnTo>
                  <a:lnTo>
                    <a:pt x="57817" y="170847"/>
                  </a:lnTo>
                  <a:lnTo>
                    <a:pt x="43225" y="167984"/>
                  </a:lnTo>
                  <a:lnTo>
                    <a:pt x="42132" y="167770"/>
                  </a:lnTo>
                  <a:lnTo>
                    <a:pt x="42097" y="168961"/>
                  </a:lnTo>
                  <a:lnTo>
                    <a:pt x="42110" y="169325"/>
                  </a:lnTo>
                  <a:lnTo>
                    <a:pt x="42128" y="169835"/>
                  </a:lnTo>
                  <a:lnTo>
                    <a:pt x="41469" y="169850"/>
                  </a:lnTo>
                  <a:lnTo>
                    <a:pt x="31380" y="170081"/>
                  </a:lnTo>
                  <a:lnTo>
                    <a:pt x="30976" y="170090"/>
                  </a:lnTo>
                  <a:lnTo>
                    <a:pt x="30719" y="170096"/>
                  </a:lnTo>
                  <a:lnTo>
                    <a:pt x="24034" y="170249"/>
                  </a:lnTo>
                  <a:lnTo>
                    <a:pt x="19899" y="170344"/>
                  </a:lnTo>
                  <a:lnTo>
                    <a:pt x="11365" y="170539"/>
                  </a:lnTo>
                  <a:lnTo>
                    <a:pt x="10972" y="170548"/>
                  </a:lnTo>
                  <a:lnTo>
                    <a:pt x="10472" y="170560"/>
                  </a:lnTo>
                  <a:lnTo>
                    <a:pt x="10255" y="170565"/>
                  </a:lnTo>
                  <a:lnTo>
                    <a:pt x="1877" y="170757"/>
                  </a:lnTo>
                  <a:lnTo>
                    <a:pt x="1396" y="170768"/>
                  </a:lnTo>
                  <a:lnTo>
                    <a:pt x="649" y="147931"/>
                  </a:lnTo>
                  <a:lnTo>
                    <a:pt x="46" y="129493"/>
                  </a:lnTo>
                  <a:lnTo>
                    <a:pt x="0" y="128072"/>
                  </a:lnTo>
                  <a:lnTo>
                    <a:pt x="4365" y="129850"/>
                  </a:lnTo>
                  <a:lnTo>
                    <a:pt x="5478" y="130303"/>
                  </a:lnTo>
                  <a:lnTo>
                    <a:pt x="9200" y="131818"/>
                  </a:lnTo>
                  <a:lnTo>
                    <a:pt x="14296" y="133856"/>
                  </a:lnTo>
                  <a:lnTo>
                    <a:pt x="14793" y="132505"/>
                  </a:lnTo>
                  <a:lnTo>
                    <a:pt x="17718" y="124552"/>
                  </a:lnTo>
                  <a:lnTo>
                    <a:pt x="18547" y="122298"/>
                  </a:lnTo>
                  <a:lnTo>
                    <a:pt x="18749" y="121748"/>
                  </a:lnTo>
                  <a:lnTo>
                    <a:pt x="19114" y="120755"/>
                  </a:lnTo>
                  <a:lnTo>
                    <a:pt x="21613" y="113958"/>
                  </a:lnTo>
                  <a:lnTo>
                    <a:pt x="21871" y="113257"/>
                  </a:lnTo>
                  <a:lnTo>
                    <a:pt x="30549" y="116876"/>
                  </a:lnTo>
                  <a:lnTo>
                    <a:pt x="31917" y="113259"/>
                  </a:lnTo>
                  <a:lnTo>
                    <a:pt x="33785" y="108318"/>
                  </a:lnTo>
                  <a:lnTo>
                    <a:pt x="34033" y="107664"/>
                  </a:lnTo>
                  <a:lnTo>
                    <a:pt x="34290" y="106983"/>
                  </a:lnTo>
                  <a:lnTo>
                    <a:pt x="37290" y="99047"/>
                  </a:lnTo>
                  <a:lnTo>
                    <a:pt x="37341" y="98911"/>
                  </a:lnTo>
                  <a:lnTo>
                    <a:pt x="37486" y="98528"/>
                  </a:lnTo>
                  <a:lnTo>
                    <a:pt x="37626" y="98157"/>
                  </a:lnTo>
                  <a:lnTo>
                    <a:pt x="39773" y="92478"/>
                  </a:lnTo>
                  <a:lnTo>
                    <a:pt x="40644" y="90175"/>
                  </a:lnTo>
                  <a:lnTo>
                    <a:pt x="40732" y="89942"/>
                  </a:lnTo>
                  <a:lnTo>
                    <a:pt x="40812" y="89729"/>
                  </a:lnTo>
                  <a:lnTo>
                    <a:pt x="40984" y="89274"/>
                  </a:lnTo>
                  <a:lnTo>
                    <a:pt x="41862" y="86952"/>
                  </a:lnTo>
                  <a:lnTo>
                    <a:pt x="44114" y="81189"/>
                  </a:lnTo>
                  <a:lnTo>
                    <a:pt x="44365" y="81291"/>
                  </a:lnTo>
                  <a:lnTo>
                    <a:pt x="61233" y="88162"/>
                  </a:lnTo>
                  <a:lnTo>
                    <a:pt x="64160" y="89248"/>
                  </a:lnTo>
                  <a:lnTo>
                    <a:pt x="70556" y="83893"/>
                  </a:lnTo>
                  <a:lnTo>
                    <a:pt x="78247" y="78967"/>
                  </a:lnTo>
                  <a:lnTo>
                    <a:pt x="79399" y="78357"/>
                  </a:lnTo>
                  <a:lnTo>
                    <a:pt x="87100" y="74280"/>
                  </a:lnTo>
                  <a:lnTo>
                    <a:pt x="87940" y="73835"/>
                  </a:lnTo>
                  <a:lnTo>
                    <a:pt x="88483" y="73547"/>
                  </a:lnTo>
                  <a:lnTo>
                    <a:pt x="79774" y="58230"/>
                  </a:lnTo>
                  <a:lnTo>
                    <a:pt x="79180" y="57194"/>
                  </a:lnTo>
                  <a:lnTo>
                    <a:pt x="79046" y="56959"/>
                  </a:lnTo>
                  <a:lnTo>
                    <a:pt x="78907" y="56717"/>
                  </a:lnTo>
                  <a:lnTo>
                    <a:pt x="72657" y="45812"/>
                  </a:lnTo>
                  <a:lnTo>
                    <a:pt x="72416" y="44459"/>
                  </a:lnTo>
                  <a:lnTo>
                    <a:pt x="72104" y="42711"/>
                  </a:lnTo>
                  <a:lnTo>
                    <a:pt x="71909" y="41611"/>
                  </a:lnTo>
                  <a:lnTo>
                    <a:pt x="71264" y="37994"/>
                  </a:lnTo>
                  <a:lnTo>
                    <a:pt x="70723" y="34955"/>
                  </a:lnTo>
                  <a:lnTo>
                    <a:pt x="70865" y="32867"/>
                  </a:lnTo>
                  <a:lnTo>
                    <a:pt x="71802" y="29672"/>
                  </a:lnTo>
                  <a:lnTo>
                    <a:pt x="79506" y="24383"/>
                  </a:lnTo>
                  <a:lnTo>
                    <a:pt x="80580" y="23645"/>
                  </a:lnTo>
                  <a:lnTo>
                    <a:pt x="81043" y="23327"/>
                  </a:lnTo>
                  <a:lnTo>
                    <a:pt x="88361" y="18303"/>
                  </a:lnTo>
                  <a:lnTo>
                    <a:pt x="89106" y="17791"/>
                  </a:lnTo>
                  <a:lnTo>
                    <a:pt x="92619" y="15379"/>
                  </a:lnTo>
                  <a:lnTo>
                    <a:pt x="101460" y="9308"/>
                  </a:lnTo>
                  <a:lnTo>
                    <a:pt x="115124" y="0"/>
                  </a:lnTo>
                  <a:lnTo>
                    <a:pt x="121032" y="6508"/>
                  </a:lnTo>
                  <a:lnTo>
                    <a:pt x="131050" y="17484"/>
                  </a:lnTo>
                  <a:lnTo>
                    <a:pt x="131333" y="17627"/>
                  </a:lnTo>
                  <a:lnTo>
                    <a:pt x="144509" y="24282"/>
                  </a:lnTo>
                  <a:lnTo>
                    <a:pt x="146243" y="25158"/>
                  </a:lnTo>
                  <a:lnTo>
                    <a:pt x="146422" y="25248"/>
                  </a:lnTo>
                  <a:lnTo>
                    <a:pt x="147220" y="25652"/>
                  </a:lnTo>
                  <a:lnTo>
                    <a:pt x="147407" y="25887"/>
                  </a:lnTo>
                  <a:lnTo>
                    <a:pt x="145731" y="28446"/>
                  </a:lnTo>
                  <a:lnTo>
                    <a:pt x="145279" y="29136"/>
                  </a:lnTo>
                  <a:lnTo>
                    <a:pt x="145122" y="29376"/>
                  </a:lnTo>
                  <a:lnTo>
                    <a:pt x="144898" y="29718"/>
                  </a:lnTo>
                  <a:lnTo>
                    <a:pt x="144687" y="30181"/>
                  </a:lnTo>
                  <a:lnTo>
                    <a:pt x="144559" y="30462"/>
                  </a:lnTo>
                  <a:lnTo>
                    <a:pt x="144432" y="30741"/>
                  </a:lnTo>
                  <a:lnTo>
                    <a:pt x="144190" y="31507"/>
                  </a:lnTo>
                  <a:lnTo>
                    <a:pt x="144821" y="31945"/>
                  </a:lnTo>
                  <a:lnTo>
                    <a:pt x="150021" y="35561"/>
                  </a:lnTo>
                  <a:lnTo>
                    <a:pt x="153466" y="37957"/>
                  </a:lnTo>
                  <a:lnTo>
                    <a:pt x="153798" y="38188"/>
                  </a:lnTo>
                  <a:lnTo>
                    <a:pt x="155225" y="39157"/>
                  </a:lnTo>
                  <a:lnTo>
                    <a:pt x="155505" y="39348"/>
                  </a:lnTo>
                  <a:lnTo>
                    <a:pt x="155737" y="39506"/>
                  </a:lnTo>
                  <a:lnTo>
                    <a:pt x="155974" y="39667"/>
                  </a:lnTo>
                  <a:lnTo>
                    <a:pt x="156130" y="39773"/>
                  </a:lnTo>
                  <a:lnTo>
                    <a:pt x="156563" y="40067"/>
                  </a:lnTo>
                  <a:lnTo>
                    <a:pt x="157195" y="40497"/>
                  </a:lnTo>
                  <a:lnTo>
                    <a:pt x="157494" y="40700"/>
                  </a:lnTo>
                  <a:lnTo>
                    <a:pt x="157775" y="40891"/>
                  </a:lnTo>
                  <a:lnTo>
                    <a:pt x="157929" y="40996"/>
                  </a:lnTo>
                  <a:lnTo>
                    <a:pt x="158434" y="41340"/>
                  </a:lnTo>
                  <a:lnTo>
                    <a:pt x="158711" y="41528"/>
                  </a:lnTo>
                  <a:lnTo>
                    <a:pt x="158936" y="41681"/>
                  </a:lnTo>
                  <a:lnTo>
                    <a:pt x="159327" y="41946"/>
                  </a:lnTo>
                  <a:lnTo>
                    <a:pt x="159514" y="42074"/>
                  </a:lnTo>
                  <a:lnTo>
                    <a:pt x="160040" y="42431"/>
                  </a:lnTo>
                  <a:lnTo>
                    <a:pt x="160356" y="42646"/>
                  </a:lnTo>
                  <a:lnTo>
                    <a:pt x="161043" y="43114"/>
                  </a:lnTo>
                  <a:lnTo>
                    <a:pt x="161652" y="43528"/>
                  </a:lnTo>
                  <a:lnTo>
                    <a:pt x="161933" y="43724"/>
                  </a:lnTo>
                  <a:lnTo>
                    <a:pt x="162263" y="43954"/>
                  </a:lnTo>
                  <a:lnTo>
                    <a:pt x="162396" y="44046"/>
                  </a:lnTo>
                  <a:lnTo>
                    <a:pt x="163901" y="45092"/>
                  </a:lnTo>
                  <a:lnTo>
                    <a:pt x="164235" y="45325"/>
                  </a:lnTo>
                  <a:lnTo>
                    <a:pt x="167061" y="47289"/>
                  </a:lnTo>
                  <a:lnTo>
                    <a:pt x="170398" y="49609"/>
                  </a:lnTo>
                  <a:lnTo>
                    <a:pt x="171655" y="50955"/>
                  </a:lnTo>
                  <a:lnTo>
                    <a:pt x="177135" y="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474815" y="4660250"/>
              <a:ext cx="139215" cy="90828"/>
            </a:xfrm>
            <a:custGeom>
              <a:avLst/>
              <a:pathLst>
                <a:path w="139215" h="90828">
                  <a:moveTo>
                    <a:pt x="47100" y="8766"/>
                  </a:moveTo>
                  <a:lnTo>
                    <a:pt x="47139" y="9954"/>
                  </a:lnTo>
                  <a:lnTo>
                    <a:pt x="51273" y="9580"/>
                  </a:lnTo>
                  <a:lnTo>
                    <a:pt x="52967" y="18270"/>
                  </a:lnTo>
                  <a:lnTo>
                    <a:pt x="53869" y="22898"/>
                  </a:lnTo>
                  <a:lnTo>
                    <a:pt x="55096" y="29193"/>
                  </a:lnTo>
                  <a:lnTo>
                    <a:pt x="58809" y="32953"/>
                  </a:lnTo>
                  <a:lnTo>
                    <a:pt x="58795" y="35851"/>
                  </a:lnTo>
                  <a:lnTo>
                    <a:pt x="64179" y="36392"/>
                  </a:lnTo>
                  <a:lnTo>
                    <a:pt x="64909" y="36465"/>
                  </a:lnTo>
                  <a:lnTo>
                    <a:pt x="67038" y="36679"/>
                  </a:lnTo>
                  <a:lnTo>
                    <a:pt x="67521" y="36728"/>
                  </a:lnTo>
                  <a:lnTo>
                    <a:pt x="70480" y="37025"/>
                  </a:lnTo>
                  <a:lnTo>
                    <a:pt x="73203" y="37455"/>
                  </a:lnTo>
                  <a:lnTo>
                    <a:pt x="75192" y="37769"/>
                  </a:lnTo>
                  <a:lnTo>
                    <a:pt x="81315" y="38736"/>
                  </a:lnTo>
                  <a:lnTo>
                    <a:pt x="81843" y="38477"/>
                  </a:lnTo>
                  <a:lnTo>
                    <a:pt x="82619" y="38097"/>
                  </a:lnTo>
                  <a:lnTo>
                    <a:pt x="84860" y="36999"/>
                  </a:lnTo>
                  <a:lnTo>
                    <a:pt x="85673" y="36601"/>
                  </a:lnTo>
                  <a:lnTo>
                    <a:pt x="87013" y="35945"/>
                  </a:lnTo>
                  <a:lnTo>
                    <a:pt x="90239" y="34040"/>
                  </a:lnTo>
                  <a:lnTo>
                    <a:pt x="93483" y="32125"/>
                  </a:lnTo>
                  <a:lnTo>
                    <a:pt x="96621" y="28895"/>
                  </a:lnTo>
                  <a:lnTo>
                    <a:pt x="97810" y="28747"/>
                  </a:lnTo>
                  <a:lnTo>
                    <a:pt x="98356" y="28679"/>
                  </a:lnTo>
                  <a:lnTo>
                    <a:pt x="106683" y="27643"/>
                  </a:lnTo>
                  <a:lnTo>
                    <a:pt x="106953" y="27609"/>
                  </a:lnTo>
                  <a:lnTo>
                    <a:pt x="110411" y="23881"/>
                  </a:lnTo>
                  <a:lnTo>
                    <a:pt x="110581" y="23312"/>
                  </a:lnTo>
                  <a:lnTo>
                    <a:pt x="111153" y="21404"/>
                  </a:lnTo>
                  <a:lnTo>
                    <a:pt x="111702" y="19570"/>
                  </a:lnTo>
                  <a:lnTo>
                    <a:pt x="116419" y="16138"/>
                  </a:lnTo>
                  <a:lnTo>
                    <a:pt x="118213" y="14832"/>
                  </a:lnTo>
                  <a:lnTo>
                    <a:pt x="119059" y="17395"/>
                  </a:lnTo>
                  <a:lnTo>
                    <a:pt x="119436" y="18536"/>
                  </a:lnTo>
                  <a:lnTo>
                    <a:pt x="121610" y="24496"/>
                  </a:lnTo>
                  <a:lnTo>
                    <a:pt x="121882" y="25243"/>
                  </a:lnTo>
                  <a:lnTo>
                    <a:pt x="124091" y="31384"/>
                  </a:lnTo>
                  <a:lnTo>
                    <a:pt x="125852" y="37708"/>
                  </a:lnTo>
                  <a:lnTo>
                    <a:pt x="125976" y="38153"/>
                  </a:lnTo>
                  <a:lnTo>
                    <a:pt x="126129" y="38610"/>
                  </a:lnTo>
                  <a:lnTo>
                    <a:pt x="126571" y="39938"/>
                  </a:lnTo>
                  <a:lnTo>
                    <a:pt x="127606" y="40047"/>
                  </a:lnTo>
                  <a:lnTo>
                    <a:pt x="131178" y="40421"/>
                  </a:lnTo>
                  <a:lnTo>
                    <a:pt x="131582" y="40464"/>
                  </a:lnTo>
                  <a:lnTo>
                    <a:pt x="131768" y="40940"/>
                  </a:lnTo>
                  <a:lnTo>
                    <a:pt x="131983" y="41487"/>
                  </a:lnTo>
                  <a:lnTo>
                    <a:pt x="132194" y="42027"/>
                  </a:lnTo>
                  <a:lnTo>
                    <a:pt x="132824" y="43634"/>
                  </a:lnTo>
                  <a:lnTo>
                    <a:pt x="132888" y="43798"/>
                  </a:lnTo>
                  <a:lnTo>
                    <a:pt x="133314" y="44885"/>
                  </a:lnTo>
                  <a:lnTo>
                    <a:pt x="124613" y="48101"/>
                  </a:lnTo>
                  <a:lnTo>
                    <a:pt x="115707" y="51014"/>
                  </a:lnTo>
                  <a:lnTo>
                    <a:pt x="111148" y="52834"/>
                  </a:lnTo>
                  <a:lnTo>
                    <a:pt x="105846" y="58847"/>
                  </a:lnTo>
                  <a:lnTo>
                    <a:pt x="115055" y="65749"/>
                  </a:lnTo>
                  <a:lnTo>
                    <a:pt x="114850" y="72862"/>
                  </a:lnTo>
                  <a:lnTo>
                    <a:pt x="128617" y="75396"/>
                  </a:lnTo>
                  <a:lnTo>
                    <a:pt x="130346" y="71414"/>
                  </a:lnTo>
                  <a:lnTo>
                    <a:pt x="130902" y="70135"/>
                  </a:lnTo>
                  <a:lnTo>
                    <a:pt x="136287" y="71325"/>
                  </a:lnTo>
                  <a:lnTo>
                    <a:pt x="137195" y="73326"/>
                  </a:lnTo>
                  <a:lnTo>
                    <a:pt x="139215" y="77775"/>
                  </a:lnTo>
                  <a:lnTo>
                    <a:pt x="139000" y="77757"/>
                  </a:lnTo>
                  <a:lnTo>
                    <a:pt x="138712" y="77733"/>
                  </a:lnTo>
                  <a:lnTo>
                    <a:pt x="137870" y="77634"/>
                  </a:lnTo>
                  <a:lnTo>
                    <a:pt x="134546" y="77245"/>
                  </a:lnTo>
                  <a:lnTo>
                    <a:pt x="134260" y="77212"/>
                  </a:lnTo>
                  <a:lnTo>
                    <a:pt x="134164" y="77453"/>
                  </a:lnTo>
                  <a:lnTo>
                    <a:pt x="133416" y="79345"/>
                  </a:lnTo>
                  <a:lnTo>
                    <a:pt x="133088" y="80171"/>
                  </a:lnTo>
                  <a:lnTo>
                    <a:pt x="132612" y="81376"/>
                  </a:lnTo>
                  <a:lnTo>
                    <a:pt x="132329" y="82090"/>
                  </a:lnTo>
                  <a:lnTo>
                    <a:pt x="132758" y="82126"/>
                  </a:lnTo>
                  <a:lnTo>
                    <a:pt x="133115" y="82156"/>
                  </a:lnTo>
                  <a:lnTo>
                    <a:pt x="135487" y="82127"/>
                  </a:lnTo>
                  <a:lnTo>
                    <a:pt x="135698" y="83348"/>
                  </a:lnTo>
                  <a:lnTo>
                    <a:pt x="135741" y="83591"/>
                  </a:lnTo>
                  <a:lnTo>
                    <a:pt x="135887" y="84437"/>
                  </a:lnTo>
                  <a:lnTo>
                    <a:pt x="135916" y="84607"/>
                  </a:lnTo>
                  <a:lnTo>
                    <a:pt x="135050" y="84676"/>
                  </a:lnTo>
                  <a:lnTo>
                    <a:pt x="134524" y="84814"/>
                  </a:lnTo>
                  <a:lnTo>
                    <a:pt x="133693" y="85031"/>
                  </a:lnTo>
                  <a:lnTo>
                    <a:pt x="133252" y="85146"/>
                  </a:lnTo>
                  <a:lnTo>
                    <a:pt x="132417" y="85364"/>
                  </a:lnTo>
                  <a:lnTo>
                    <a:pt x="127620" y="86946"/>
                  </a:lnTo>
                  <a:lnTo>
                    <a:pt x="127198" y="86047"/>
                  </a:lnTo>
                  <a:lnTo>
                    <a:pt x="126727" y="85044"/>
                  </a:lnTo>
                  <a:lnTo>
                    <a:pt x="125037" y="84345"/>
                  </a:lnTo>
                  <a:lnTo>
                    <a:pt x="117684" y="83587"/>
                  </a:lnTo>
                  <a:lnTo>
                    <a:pt x="113182" y="83879"/>
                  </a:lnTo>
                  <a:lnTo>
                    <a:pt x="108959" y="85418"/>
                  </a:lnTo>
                  <a:lnTo>
                    <a:pt x="107714" y="82043"/>
                  </a:lnTo>
                  <a:lnTo>
                    <a:pt x="107347" y="81048"/>
                  </a:lnTo>
                  <a:lnTo>
                    <a:pt x="107175" y="80582"/>
                  </a:lnTo>
                  <a:lnTo>
                    <a:pt x="106828" y="79643"/>
                  </a:lnTo>
                  <a:lnTo>
                    <a:pt x="106165" y="79974"/>
                  </a:lnTo>
                  <a:lnTo>
                    <a:pt x="105273" y="80419"/>
                  </a:lnTo>
                  <a:lnTo>
                    <a:pt x="99140" y="83481"/>
                  </a:lnTo>
                  <a:lnTo>
                    <a:pt x="98772" y="83665"/>
                  </a:lnTo>
                  <a:lnTo>
                    <a:pt x="96592" y="84753"/>
                  </a:lnTo>
                  <a:lnTo>
                    <a:pt x="95905" y="85097"/>
                  </a:lnTo>
                  <a:lnTo>
                    <a:pt x="95551" y="85273"/>
                  </a:lnTo>
                  <a:lnTo>
                    <a:pt x="94841" y="85585"/>
                  </a:lnTo>
                  <a:lnTo>
                    <a:pt x="91344" y="87120"/>
                  </a:lnTo>
                  <a:lnTo>
                    <a:pt x="89434" y="87959"/>
                  </a:lnTo>
                  <a:lnTo>
                    <a:pt x="88708" y="88277"/>
                  </a:lnTo>
                  <a:lnTo>
                    <a:pt x="84785" y="89999"/>
                  </a:lnTo>
                  <a:lnTo>
                    <a:pt x="82942" y="90809"/>
                  </a:lnTo>
                  <a:lnTo>
                    <a:pt x="82776" y="90442"/>
                  </a:lnTo>
                  <a:lnTo>
                    <a:pt x="82091" y="88821"/>
                  </a:lnTo>
                  <a:lnTo>
                    <a:pt x="81397" y="87181"/>
                  </a:lnTo>
                  <a:lnTo>
                    <a:pt x="79577" y="82878"/>
                  </a:lnTo>
                  <a:lnTo>
                    <a:pt x="78000" y="79149"/>
                  </a:lnTo>
                  <a:lnTo>
                    <a:pt x="77859" y="78816"/>
                  </a:lnTo>
                  <a:lnTo>
                    <a:pt x="77633" y="78282"/>
                  </a:lnTo>
                  <a:lnTo>
                    <a:pt x="77000" y="76784"/>
                  </a:lnTo>
                  <a:lnTo>
                    <a:pt x="76075" y="74598"/>
                  </a:lnTo>
                  <a:lnTo>
                    <a:pt x="75949" y="74300"/>
                  </a:lnTo>
                  <a:lnTo>
                    <a:pt x="74394" y="70781"/>
                  </a:lnTo>
                  <a:lnTo>
                    <a:pt x="73838" y="69524"/>
                  </a:lnTo>
                  <a:lnTo>
                    <a:pt x="71640" y="64552"/>
                  </a:lnTo>
                  <a:lnTo>
                    <a:pt x="61182" y="67226"/>
                  </a:lnTo>
                  <a:lnTo>
                    <a:pt x="57357" y="68203"/>
                  </a:lnTo>
                  <a:lnTo>
                    <a:pt x="56575" y="68403"/>
                  </a:lnTo>
                  <a:lnTo>
                    <a:pt x="56264" y="68483"/>
                  </a:lnTo>
                  <a:lnTo>
                    <a:pt x="56740" y="69272"/>
                  </a:lnTo>
                  <a:lnTo>
                    <a:pt x="57398" y="70363"/>
                  </a:lnTo>
                  <a:lnTo>
                    <a:pt x="59524" y="73890"/>
                  </a:lnTo>
                  <a:lnTo>
                    <a:pt x="59697" y="74393"/>
                  </a:lnTo>
                  <a:lnTo>
                    <a:pt x="58775" y="74935"/>
                  </a:lnTo>
                  <a:lnTo>
                    <a:pt x="51670" y="79106"/>
                  </a:lnTo>
                  <a:lnTo>
                    <a:pt x="43490" y="83910"/>
                  </a:lnTo>
                  <a:lnTo>
                    <a:pt x="42961" y="84220"/>
                  </a:lnTo>
                  <a:lnTo>
                    <a:pt x="40950" y="85401"/>
                  </a:lnTo>
                  <a:lnTo>
                    <a:pt x="37902" y="87191"/>
                  </a:lnTo>
                  <a:lnTo>
                    <a:pt x="36260" y="88194"/>
                  </a:lnTo>
                  <a:lnTo>
                    <a:pt x="35286" y="88790"/>
                  </a:lnTo>
                  <a:lnTo>
                    <a:pt x="34526" y="89250"/>
                  </a:lnTo>
                  <a:lnTo>
                    <a:pt x="33903" y="89584"/>
                  </a:lnTo>
                  <a:lnTo>
                    <a:pt x="32966" y="89883"/>
                  </a:lnTo>
                  <a:lnTo>
                    <a:pt x="32381" y="89985"/>
                  </a:lnTo>
                  <a:lnTo>
                    <a:pt x="32233" y="90011"/>
                  </a:lnTo>
                  <a:lnTo>
                    <a:pt x="30756" y="90071"/>
                  </a:lnTo>
                  <a:lnTo>
                    <a:pt x="28320" y="90170"/>
                  </a:lnTo>
                  <a:lnTo>
                    <a:pt x="25361" y="90240"/>
                  </a:lnTo>
                  <a:lnTo>
                    <a:pt x="21432" y="90333"/>
                  </a:lnTo>
                  <a:lnTo>
                    <a:pt x="15948" y="90463"/>
                  </a:lnTo>
                  <a:lnTo>
                    <a:pt x="14655" y="90494"/>
                  </a:lnTo>
                  <a:lnTo>
                    <a:pt x="7554" y="90663"/>
                  </a:lnTo>
                  <a:lnTo>
                    <a:pt x="6678" y="90684"/>
                  </a:lnTo>
                  <a:lnTo>
                    <a:pt x="6117" y="90711"/>
                  </a:lnTo>
                  <a:lnTo>
                    <a:pt x="5194" y="90756"/>
                  </a:lnTo>
                  <a:lnTo>
                    <a:pt x="4758" y="90778"/>
                  </a:lnTo>
                  <a:lnTo>
                    <a:pt x="2622" y="90828"/>
                  </a:lnTo>
                  <a:lnTo>
                    <a:pt x="2597" y="90293"/>
                  </a:lnTo>
                  <a:lnTo>
                    <a:pt x="2574" y="89793"/>
                  </a:lnTo>
                  <a:lnTo>
                    <a:pt x="2542" y="88911"/>
                  </a:lnTo>
                  <a:lnTo>
                    <a:pt x="2273" y="81417"/>
                  </a:lnTo>
                  <a:lnTo>
                    <a:pt x="2166" y="78458"/>
                  </a:lnTo>
                  <a:lnTo>
                    <a:pt x="2152" y="78062"/>
                  </a:lnTo>
                  <a:lnTo>
                    <a:pt x="2139" y="77708"/>
                  </a:lnTo>
                  <a:lnTo>
                    <a:pt x="2048" y="75178"/>
                  </a:lnTo>
                  <a:lnTo>
                    <a:pt x="2019" y="74378"/>
                  </a:lnTo>
                  <a:lnTo>
                    <a:pt x="2008" y="74052"/>
                  </a:lnTo>
                  <a:lnTo>
                    <a:pt x="1974" y="73114"/>
                  </a:lnTo>
                  <a:lnTo>
                    <a:pt x="1845" y="69524"/>
                  </a:lnTo>
                  <a:lnTo>
                    <a:pt x="1839" y="69356"/>
                  </a:lnTo>
                  <a:lnTo>
                    <a:pt x="1783" y="67798"/>
                  </a:lnTo>
                  <a:lnTo>
                    <a:pt x="1741" y="66644"/>
                  </a:lnTo>
                  <a:lnTo>
                    <a:pt x="1732" y="66387"/>
                  </a:lnTo>
                  <a:lnTo>
                    <a:pt x="1671" y="64695"/>
                  </a:lnTo>
                  <a:lnTo>
                    <a:pt x="1650" y="64107"/>
                  </a:lnTo>
                  <a:lnTo>
                    <a:pt x="1624" y="63379"/>
                  </a:lnTo>
                  <a:lnTo>
                    <a:pt x="1557" y="61536"/>
                  </a:lnTo>
                  <a:lnTo>
                    <a:pt x="1548" y="61286"/>
                  </a:lnTo>
                  <a:lnTo>
                    <a:pt x="1466" y="59010"/>
                  </a:lnTo>
                  <a:lnTo>
                    <a:pt x="1455" y="58707"/>
                  </a:lnTo>
                  <a:lnTo>
                    <a:pt x="1402" y="57218"/>
                  </a:lnTo>
                  <a:lnTo>
                    <a:pt x="1389" y="56862"/>
                  </a:lnTo>
                  <a:lnTo>
                    <a:pt x="1383" y="56702"/>
                  </a:lnTo>
                  <a:lnTo>
                    <a:pt x="1368" y="56281"/>
                  </a:lnTo>
                  <a:lnTo>
                    <a:pt x="1351" y="55806"/>
                  </a:lnTo>
                  <a:lnTo>
                    <a:pt x="1303" y="54471"/>
                  </a:lnTo>
                  <a:lnTo>
                    <a:pt x="1258" y="53229"/>
                  </a:lnTo>
                  <a:lnTo>
                    <a:pt x="993" y="45839"/>
                  </a:lnTo>
                  <a:lnTo>
                    <a:pt x="974" y="45327"/>
                  </a:lnTo>
                  <a:lnTo>
                    <a:pt x="931" y="44132"/>
                  </a:lnTo>
                  <a:lnTo>
                    <a:pt x="870" y="42432"/>
                  </a:lnTo>
                  <a:lnTo>
                    <a:pt x="850" y="41876"/>
                  </a:lnTo>
                  <a:lnTo>
                    <a:pt x="806" y="40656"/>
                  </a:lnTo>
                  <a:lnTo>
                    <a:pt x="705" y="37838"/>
                  </a:lnTo>
                  <a:lnTo>
                    <a:pt x="677" y="37069"/>
                  </a:lnTo>
                  <a:lnTo>
                    <a:pt x="661" y="36626"/>
                  </a:lnTo>
                  <a:lnTo>
                    <a:pt x="598" y="34881"/>
                  </a:lnTo>
                  <a:lnTo>
                    <a:pt x="530" y="32975"/>
                  </a:lnTo>
                  <a:lnTo>
                    <a:pt x="430" y="30200"/>
                  </a:lnTo>
                  <a:lnTo>
                    <a:pt x="420" y="29927"/>
                  </a:lnTo>
                  <a:lnTo>
                    <a:pt x="374" y="28649"/>
                  </a:lnTo>
                  <a:lnTo>
                    <a:pt x="346" y="27867"/>
                  </a:lnTo>
                  <a:lnTo>
                    <a:pt x="280" y="26044"/>
                  </a:lnTo>
                  <a:lnTo>
                    <a:pt x="213" y="24169"/>
                  </a:lnTo>
                  <a:lnTo>
                    <a:pt x="180" y="23264"/>
                  </a:lnTo>
                  <a:lnTo>
                    <a:pt x="83" y="20560"/>
                  </a:lnTo>
                  <a:lnTo>
                    <a:pt x="78" y="20421"/>
                  </a:lnTo>
                  <a:lnTo>
                    <a:pt x="34" y="19208"/>
                  </a:lnTo>
                  <a:lnTo>
                    <a:pt x="16" y="18698"/>
                  </a:lnTo>
                  <a:lnTo>
                    <a:pt x="0" y="18237"/>
                  </a:lnTo>
                  <a:lnTo>
                    <a:pt x="38" y="17143"/>
                  </a:lnTo>
                  <a:lnTo>
                    <a:pt x="1131" y="17357"/>
                  </a:lnTo>
                  <a:lnTo>
                    <a:pt x="15723" y="20221"/>
                  </a:lnTo>
                  <a:lnTo>
                    <a:pt x="15780" y="19578"/>
                  </a:lnTo>
                  <a:lnTo>
                    <a:pt x="15816" y="19179"/>
                  </a:lnTo>
                  <a:lnTo>
                    <a:pt x="15924" y="17956"/>
                  </a:lnTo>
                  <a:lnTo>
                    <a:pt x="15952" y="17639"/>
                  </a:lnTo>
                  <a:lnTo>
                    <a:pt x="16031" y="16749"/>
                  </a:lnTo>
                  <a:lnTo>
                    <a:pt x="16074" y="16268"/>
                  </a:lnTo>
                  <a:lnTo>
                    <a:pt x="20171" y="16644"/>
                  </a:lnTo>
                  <a:lnTo>
                    <a:pt x="20463" y="17429"/>
                  </a:lnTo>
                  <a:lnTo>
                    <a:pt x="20577" y="17735"/>
                  </a:lnTo>
                  <a:lnTo>
                    <a:pt x="21128" y="19222"/>
                  </a:lnTo>
                  <a:lnTo>
                    <a:pt x="21770" y="20071"/>
                  </a:lnTo>
                  <a:lnTo>
                    <a:pt x="21901" y="20067"/>
                  </a:lnTo>
                  <a:lnTo>
                    <a:pt x="22252" y="20056"/>
                  </a:lnTo>
                  <a:lnTo>
                    <a:pt x="23130" y="20027"/>
                  </a:lnTo>
                  <a:lnTo>
                    <a:pt x="23969" y="20000"/>
                  </a:lnTo>
                  <a:lnTo>
                    <a:pt x="27205" y="20368"/>
                  </a:lnTo>
                  <a:lnTo>
                    <a:pt x="29440" y="20775"/>
                  </a:lnTo>
                  <a:lnTo>
                    <a:pt x="30028" y="20882"/>
                  </a:lnTo>
                  <a:lnTo>
                    <a:pt x="30770" y="21018"/>
                  </a:lnTo>
                  <a:lnTo>
                    <a:pt x="32568" y="21346"/>
                  </a:lnTo>
                  <a:lnTo>
                    <a:pt x="33581" y="21530"/>
                  </a:lnTo>
                  <a:lnTo>
                    <a:pt x="34106" y="21645"/>
                  </a:lnTo>
                  <a:lnTo>
                    <a:pt x="34137" y="21443"/>
                  </a:lnTo>
                  <a:lnTo>
                    <a:pt x="34211" y="20972"/>
                  </a:lnTo>
                  <a:lnTo>
                    <a:pt x="34446" y="19469"/>
                  </a:lnTo>
                  <a:lnTo>
                    <a:pt x="34670" y="18031"/>
                  </a:lnTo>
                  <a:lnTo>
                    <a:pt x="34836" y="16973"/>
                  </a:lnTo>
                  <a:lnTo>
                    <a:pt x="35543" y="12444"/>
                  </a:lnTo>
                  <a:lnTo>
                    <a:pt x="35622" y="11939"/>
                  </a:lnTo>
                  <a:lnTo>
                    <a:pt x="35728" y="11261"/>
                  </a:lnTo>
                  <a:lnTo>
                    <a:pt x="35811" y="10724"/>
                  </a:lnTo>
                  <a:lnTo>
                    <a:pt x="35909" y="10101"/>
                  </a:lnTo>
                  <a:lnTo>
                    <a:pt x="36161" y="8486"/>
                  </a:lnTo>
                  <a:lnTo>
                    <a:pt x="36361" y="7511"/>
                  </a:lnTo>
                  <a:lnTo>
                    <a:pt x="37024" y="4286"/>
                  </a:lnTo>
                  <a:lnTo>
                    <a:pt x="37142" y="3205"/>
                  </a:lnTo>
                  <a:lnTo>
                    <a:pt x="37252" y="2201"/>
                  </a:lnTo>
                  <a:lnTo>
                    <a:pt x="37299" y="1771"/>
                  </a:lnTo>
                  <a:lnTo>
                    <a:pt x="37348" y="1321"/>
                  </a:lnTo>
                  <a:lnTo>
                    <a:pt x="37493" y="0"/>
                  </a:lnTo>
                  <a:lnTo>
                    <a:pt x="42808" y="1628"/>
                  </a:lnTo>
                  <a:lnTo>
                    <a:pt x="42757" y="2665"/>
                  </a:lnTo>
                  <a:lnTo>
                    <a:pt x="42670" y="4455"/>
                  </a:lnTo>
                  <a:lnTo>
                    <a:pt x="42651" y="4844"/>
                  </a:lnTo>
                  <a:lnTo>
                    <a:pt x="43950" y="5291"/>
                  </a:lnTo>
                  <a:lnTo>
                    <a:pt x="44880" y="5612"/>
                  </a:lnTo>
                  <a:lnTo>
                    <a:pt x="47020" y="6349"/>
                  </a:lnTo>
                  <a:lnTo>
                    <a:pt x="47037" y="6859"/>
                  </a:lnTo>
                  <a:lnTo>
                    <a:pt x="47059" y="75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283314" y="4611152"/>
              <a:ext cx="193668" cy="150354"/>
            </a:xfrm>
            <a:custGeom>
              <a:avLst/>
              <a:pathLst>
                <a:path w="193668" h="150354">
                  <a:moveTo>
                    <a:pt x="150056" y="46402"/>
                  </a:moveTo>
                  <a:lnTo>
                    <a:pt x="150803" y="69239"/>
                  </a:lnTo>
                  <a:lnTo>
                    <a:pt x="151284" y="69228"/>
                  </a:lnTo>
                  <a:lnTo>
                    <a:pt x="159662" y="69036"/>
                  </a:lnTo>
                  <a:lnTo>
                    <a:pt x="159879" y="69031"/>
                  </a:lnTo>
                  <a:lnTo>
                    <a:pt x="160379" y="69019"/>
                  </a:lnTo>
                  <a:lnTo>
                    <a:pt x="160772" y="69010"/>
                  </a:lnTo>
                  <a:lnTo>
                    <a:pt x="169306" y="68815"/>
                  </a:lnTo>
                  <a:lnTo>
                    <a:pt x="173441" y="68720"/>
                  </a:lnTo>
                  <a:lnTo>
                    <a:pt x="180126" y="68567"/>
                  </a:lnTo>
                  <a:lnTo>
                    <a:pt x="180383" y="68561"/>
                  </a:lnTo>
                  <a:lnTo>
                    <a:pt x="180787" y="68552"/>
                  </a:lnTo>
                  <a:lnTo>
                    <a:pt x="190877" y="68321"/>
                  </a:lnTo>
                  <a:lnTo>
                    <a:pt x="191535" y="68306"/>
                  </a:lnTo>
                  <a:lnTo>
                    <a:pt x="191579" y="69519"/>
                  </a:lnTo>
                  <a:lnTo>
                    <a:pt x="191584" y="69657"/>
                  </a:lnTo>
                  <a:lnTo>
                    <a:pt x="191681" y="72362"/>
                  </a:lnTo>
                  <a:lnTo>
                    <a:pt x="191714" y="73267"/>
                  </a:lnTo>
                  <a:lnTo>
                    <a:pt x="191781" y="75142"/>
                  </a:lnTo>
                  <a:lnTo>
                    <a:pt x="191847" y="76964"/>
                  </a:lnTo>
                  <a:lnTo>
                    <a:pt x="191875" y="77747"/>
                  </a:lnTo>
                  <a:lnTo>
                    <a:pt x="191921" y="79024"/>
                  </a:lnTo>
                  <a:lnTo>
                    <a:pt x="191931" y="79298"/>
                  </a:lnTo>
                  <a:lnTo>
                    <a:pt x="192030" y="82073"/>
                  </a:lnTo>
                  <a:lnTo>
                    <a:pt x="192099" y="83979"/>
                  </a:lnTo>
                  <a:lnTo>
                    <a:pt x="192162" y="85724"/>
                  </a:lnTo>
                  <a:lnTo>
                    <a:pt x="192178" y="86167"/>
                  </a:lnTo>
                  <a:lnTo>
                    <a:pt x="192205" y="86935"/>
                  </a:lnTo>
                  <a:lnTo>
                    <a:pt x="192307" y="89753"/>
                  </a:lnTo>
                  <a:lnTo>
                    <a:pt x="192351" y="90974"/>
                  </a:lnTo>
                  <a:lnTo>
                    <a:pt x="192371" y="91530"/>
                  </a:lnTo>
                  <a:lnTo>
                    <a:pt x="192432" y="93229"/>
                  </a:lnTo>
                  <a:lnTo>
                    <a:pt x="192475" y="94424"/>
                  </a:lnTo>
                  <a:lnTo>
                    <a:pt x="192493" y="94937"/>
                  </a:lnTo>
                  <a:lnTo>
                    <a:pt x="192759" y="102327"/>
                  </a:lnTo>
                  <a:lnTo>
                    <a:pt x="192804" y="103569"/>
                  </a:lnTo>
                  <a:lnTo>
                    <a:pt x="192852" y="104904"/>
                  </a:lnTo>
                  <a:lnTo>
                    <a:pt x="192871" y="105442"/>
                  </a:lnTo>
                  <a:lnTo>
                    <a:pt x="192884" y="105800"/>
                  </a:lnTo>
                  <a:lnTo>
                    <a:pt x="192890" y="105960"/>
                  </a:lnTo>
                  <a:lnTo>
                    <a:pt x="192903" y="106316"/>
                  </a:lnTo>
                  <a:lnTo>
                    <a:pt x="192956" y="107804"/>
                  </a:lnTo>
                  <a:lnTo>
                    <a:pt x="192967" y="108108"/>
                  </a:lnTo>
                  <a:lnTo>
                    <a:pt x="193049" y="110383"/>
                  </a:lnTo>
                  <a:lnTo>
                    <a:pt x="193062" y="110756"/>
                  </a:lnTo>
                  <a:lnTo>
                    <a:pt x="193124" y="112477"/>
                  </a:lnTo>
                  <a:lnTo>
                    <a:pt x="193150" y="113205"/>
                  </a:lnTo>
                  <a:lnTo>
                    <a:pt x="193172" y="113792"/>
                  </a:lnTo>
                  <a:lnTo>
                    <a:pt x="193232" y="115485"/>
                  </a:lnTo>
                  <a:lnTo>
                    <a:pt x="193242" y="115742"/>
                  </a:lnTo>
                  <a:lnTo>
                    <a:pt x="193283" y="116896"/>
                  </a:lnTo>
                  <a:lnTo>
                    <a:pt x="193339" y="118454"/>
                  </a:lnTo>
                  <a:lnTo>
                    <a:pt x="193345" y="118622"/>
                  </a:lnTo>
                  <a:lnTo>
                    <a:pt x="193474" y="122212"/>
                  </a:lnTo>
                  <a:lnTo>
                    <a:pt x="193508" y="123149"/>
                  </a:lnTo>
                  <a:lnTo>
                    <a:pt x="193520" y="123476"/>
                  </a:lnTo>
                  <a:lnTo>
                    <a:pt x="193549" y="124276"/>
                  </a:lnTo>
                  <a:lnTo>
                    <a:pt x="193640" y="126805"/>
                  </a:lnTo>
                  <a:lnTo>
                    <a:pt x="193652" y="127160"/>
                  </a:lnTo>
                  <a:lnTo>
                    <a:pt x="193668" y="127590"/>
                  </a:lnTo>
                  <a:lnTo>
                    <a:pt x="192305" y="127642"/>
                  </a:lnTo>
                  <a:lnTo>
                    <a:pt x="191584" y="127669"/>
                  </a:lnTo>
                  <a:lnTo>
                    <a:pt x="190441" y="127712"/>
                  </a:lnTo>
                  <a:lnTo>
                    <a:pt x="189803" y="127736"/>
                  </a:lnTo>
                  <a:lnTo>
                    <a:pt x="181932" y="128034"/>
                  </a:lnTo>
                  <a:lnTo>
                    <a:pt x="164970" y="128676"/>
                  </a:lnTo>
                  <a:lnTo>
                    <a:pt x="164755" y="128684"/>
                  </a:lnTo>
                  <a:lnTo>
                    <a:pt x="163640" y="128726"/>
                  </a:lnTo>
                  <a:lnTo>
                    <a:pt x="158089" y="128936"/>
                  </a:lnTo>
                  <a:lnTo>
                    <a:pt x="157681" y="128952"/>
                  </a:lnTo>
                  <a:lnTo>
                    <a:pt x="154086" y="129088"/>
                  </a:lnTo>
                  <a:lnTo>
                    <a:pt x="153870" y="129096"/>
                  </a:lnTo>
                  <a:lnTo>
                    <a:pt x="153134" y="129124"/>
                  </a:lnTo>
                  <a:lnTo>
                    <a:pt x="152940" y="129131"/>
                  </a:lnTo>
                  <a:lnTo>
                    <a:pt x="150869" y="129209"/>
                  </a:lnTo>
                  <a:lnTo>
                    <a:pt x="133367" y="129871"/>
                  </a:lnTo>
                  <a:lnTo>
                    <a:pt x="131886" y="129927"/>
                  </a:lnTo>
                  <a:lnTo>
                    <a:pt x="123250" y="130254"/>
                  </a:lnTo>
                  <a:lnTo>
                    <a:pt x="114145" y="130599"/>
                  </a:lnTo>
                  <a:lnTo>
                    <a:pt x="113572" y="130620"/>
                  </a:lnTo>
                  <a:lnTo>
                    <a:pt x="113415" y="130626"/>
                  </a:lnTo>
                  <a:lnTo>
                    <a:pt x="106903" y="130873"/>
                  </a:lnTo>
                  <a:lnTo>
                    <a:pt x="104963" y="130946"/>
                  </a:lnTo>
                  <a:lnTo>
                    <a:pt x="102745" y="131030"/>
                  </a:lnTo>
                  <a:lnTo>
                    <a:pt x="102554" y="131037"/>
                  </a:lnTo>
                  <a:lnTo>
                    <a:pt x="102339" y="131071"/>
                  </a:lnTo>
                  <a:lnTo>
                    <a:pt x="101065" y="131268"/>
                  </a:lnTo>
                  <a:lnTo>
                    <a:pt x="100506" y="131355"/>
                  </a:lnTo>
                  <a:lnTo>
                    <a:pt x="90879" y="132850"/>
                  </a:lnTo>
                  <a:lnTo>
                    <a:pt x="83820" y="133945"/>
                  </a:lnTo>
                  <a:lnTo>
                    <a:pt x="83358" y="134017"/>
                  </a:lnTo>
                  <a:lnTo>
                    <a:pt x="82540" y="134178"/>
                  </a:lnTo>
                  <a:lnTo>
                    <a:pt x="82112" y="134261"/>
                  </a:lnTo>
                  <a:lnTo>
                    <a:pt x="76568" y="135349"/>
                  </a:lnTo>
                  <a:lnTo>
                    <a:pt x="75998" y="135461"/>
                  </a:lnTo>
                  <a:lnTo>
                    <a:pt x="75054" y="135646"/>
                  </a:lnTo>
                  <a:lnTo>
                    <a:pt x="73223" y="136005"/>
                  </a:lnTo>
                  <a:lnTo>
                    <a:pt x="66743" y="137277"/>
                  </a:lnTo>
                  <a:lnTo>
                    <a:pt x="66421" y="137340"/>
                  </a:lnTo>
                  <a:lnTo>
                    <a:pt x="66134" y="137396"/>
                  </a:lnTo>
                  <a:lnTo>
                    <a:pt x="57105" y="139167"/>
                  </a:lnTo>
                  <a:lnTo>
                    <a:pt x="56807" y="139226"/>
                  </a:lnTo>
                  <a:lnTo>
                    <a:pt x="55007" y="139667"/>
                  </a:lnTo>
                  <a:lnTo>
                    <a:pt x="48677" y="141219"/>
                  </a:lnTo>
                  <a:lnTo>
                    <a:pt x="47784" y="141438"/>
                  </a:lnTo>
                  <a:lnTo>
                    <a:pt x="44665" y="142203"/>
                  </a:lnTo>
                  <a:lnTo>
                    <a:pt x="39627" y="143438"/>
                  </a:lnTo>
                  <a:lnTo>
                    <a:pt x="38650" y="143678"/>
                  </a:lnTo>
                  <a:lnTo>
                    <a:pt x="30249" y="145738"/>
                  </a:lnTo>
                  <a:lnTo>
                    <a:pt x="29586" y="145900"/>
                  </a:lnTo>
                  <a:lnTo>
                    <a:pt x="29445" y="145935"/>
                  </a:lnTo>
                  <a:lnTo>
                    <a:pt x="29134" y="146024"/>
                  </a:lnTo>
                  <a:lnTo>
                    <a:pt x="27780" y="146411"/>
                  </a:lnTo>
                  <a:lnTo>
                    <a:pt x="25605" y="147033"/>
                  </a:lnTo>
                  <a:lnTo>
                    <a:pt x="23797" y="147550"/>
                  </a:lnTo>
                  <a:lnTo>
                    <a:pt x="19009" y="148920"/>
                  </a:lnTo>
                  <a:lnTo>
                    <a:pt x="13807" y="150354"/>
                  </a:lnTo>
                  <a:lnTo>
                    <a:pt x="13683" y="149892"/>
                  </a:lnTo>
                  <a:lnTo>
                    <a:pt x="13607" y="149605"/>
                  </a:lnTo>
                  <a:lnTo>
                    <a:pt x="13391" y="148861"/>
                  </a:lnTo>
                  <a:lnTo>
                    <a:pt x="13076" y="147780"/>
                  </a:lnTo>
                  <a:lnTo>
                    <a:pt x="10503" y="138931"/>
                  </a:lnTo>
                  <a:lnTo>
                    <a:pt x="10420" y="138645"/>
                  </a:lnTo>
                  <a:lnTo>
                    <a:pt x="10330" y="138335"/>
                  </a:lnTo>
                  <a:lnTo>
                    <a:pt x="10260" y="138095"/>
                  </a:lnTo>
                  <a:lnTo>
                    <a:pt x="8653" y="132567"/>
                  </a:lnTo>
                  <a:lnTo>
                    <a:pt x="7590" y="128911"/>
                  </a:lnTo>
                  <a:lnTo>
                    <a:pt x="6224" y="124214"/>
                  </a:lnTo>
                  <a:lnTo>
                    <a:pt x="5074" y="120260"/>
                  </a:lnTo>
                  <a:lnTo>
                    <a:pt x="4969" y="119898"/>
                  </a:lnTo>
                  <a:lnTo>
                    <a:pt x="4928" y="119757"/>
                  </a:lnTo>
                  <a:lnTo>
                    <a:pt x="3392" y="114475"/>
                  </a:lnTo>
                  <a:lnTo>
                    <a:pt x="3036" y="113249"/>
                  </a:lnTo>
                  <a:lnTo>
                    <a:pt x="2942" y="112927"/>
                  </a:lnTo>
                  <a:lnTo>
                    <a:pt x="2879" y="112711"/>
                  </a:lnTo>
                  <a:lnTo>
                    <a:pt x="2788" y="112396"/>
                  </a:lnTo>
                  <a:lnTo>
                    <a:pt x="2477" y="111328"/>
                  </a:lnTo>
                  <a:lnTo>
                    <a:pt x="763" y="105434"/>
                  </a:lnTo>
                  <a:lnTo>
                    <a:pt x="0" y="102807"/>
                  </a:lnTo>
                  <a:lnTo>
                    <a:pt x="2563" y="102072"/>
                  </a:lnTo>
                  <a:lnTo>
                    <a:pt x="3595" y="101775"/>
                  </a:lnTo>
                  <a:lnTo>
                    <a:pt x="3921" y="101682"/>
                  </a:lnTo>
                  <a:lnTo>
                    <a:pt x="15843" y="98261"/>
                  </a:lnTo>
                  <a:lnTo>
                    <a:pt x="16211" y="98120"/>
                  </a:lnTo>
                  <a:lnTo>
                    <a:pt x="19728" y="96773"/>
                  </a:lnTo>
                  <a:lnTo>
                    <a:pt x="32649" y="89780"/>
                  </a:lnTo>
                  <a:lnTo>
                    <a:pt x="32866" y="89663"/>
                  </a:lnTo>
                  <a:lnTo>
                    <a:pt x="42181" y="84621"/>
                  </a:lnTo>
                  <a:lnTo>
                    <a:pt x="42447" y="84477"/>
                  </a:lnTo>
                  <a:lnTo>
                    <a:pt x="43031" y="84161"/>
                  </a:lnTo>
                  <a:lnTo>
                    <a:pt x="47015" y="82005"/>
                  </a:lnTo>
                  <a:lnTo>
                    <a:pt x="47399" y="81798"/>
                  </a:lnTo>
                  <a:lnTo>
                    <a:pt x="64291" y="72655"/>
                  </a:lnTo>
                  <a:lnTo>
                    <a:pt x="65424" y="72042"/>
                  </a:lnTo>
                  <a:lnTo>
                    <a:pt x="65673" y="71908"/>
                  </a:lnTo>
                  <a:lnTo>
                    <a:pt x="66483" y="71469"/>
                  </a:lnTo>
                  <a:lnTo>
                    <a:pt x="67722" y="70798"/>
                  </a:lnTo>
                  <a:lnTo>
                    <a:pt x="68219" y="70523"/>
                  </a:lnTo>
                  <a:lnTo>
                    <a:pt x="67390" y="69213"/>
                  </a:lnTo>
                  <a:lnTo>
                    <a:pt x="64162" y="63408"/>
                  </a:lnTo>
                  <a:lnTo>
                    <a:pt x="62964" y="61254"/>
                  </a:lnTo>
                  <a:lnTo>
                    <a:pt x="61582" y="58770"/>
                  </a:lnTo>
                  <a:lnTo>
                    <a:pt x="59627" y="55254"/>
                  </a:lnTo>
                  <a:lnTo>
                    <a:pt x="56571" y="49668"/>
                  </a:lnTo>
                  <a:lnTo>
                    <a:pt x="56291" y="49156"/>
                  </a:lnTo>
                  <a:lnTo>
                    <a:pt x="55874" y="48393"/>
                  </a:lnTo>
                  <a:lnTo>
                    <a:pt x="53892" y="44768"/>
                  </a:lnTo>
                  <a:lnTo>
                    <a:pt x="52820" y="42810"/>
                  </a:lnTo>
                  <a:lnTo>
                    <a:pt x="51785" y="40917"/>
                  </a:lnTo>
                  <a:lnTo>
                    <a:pt x="50864" y="39233"/>
                  </a:lnTo>
                  <a:lnTo>
                    <a:pt x="50393" y="38328"/>
                  </a:lnTo>
                  <a:lnTo>
                    <a:pt x="49578" y="36762"/>
                  </a:lnTo>
                  <a:lnTo>
                    <a:pt x="47501" y="32770"/>
                  </a:lnTo>
                  <a:lnTo>
                    <a:pt x="46860" y="31537"/>
                  </a:lnTo>
                  <a:lnTo>
                    <a:pt x="46594" y="31026"/>
                  </a:lnTo>
                  <a:lnTo>
                    <a:pt x="44279" y="26578"/>
                  </a:lnTo>
                  <a:lnTo>
                    <a:pt x="44120" y="26271"/>
                  </a:lnTo>
                  <a:lnTo>
                    <a:pt x="43702" y="25506"/>
                  </a:lnTo>
                  <a:lnTo>
                    <a:pt x="43117" y="24434"/>
                  </a:lnTo>
                  <a:lnTo>
                    <a:pt x="42876" y="23992"/>
                  </a:lnTo>
                  <a:lnTo>
                    <a:pt x="42108" y="22586"/>
                  </a:lnTo>
                  <a:lnTo>
                    <a:pt x="40585" y="19794"/>
                  </a:lnTo>
                  <a:lnTo>
                    <a:pt x="39635" y="17370"/>
                  </a:lnTo>
                  <a:lnTo>
                    <a:pt x="39174" y="16194"/>
                  </a:lnTo>
                  <a:lnTo>
                    <a:pt x="39135" y="15971"/>
                  </a:lnTo>
                  <a:lnTo>
                    <a:pt x="39046" y="15460"/>
                  </a:lnTo>
                  <a:lnTo>
                    <a:pt x="38817" y="14147"/>
                  </a:lnTo>
                  <a:lnTo>
                    <a:pt x="38526" y="12484"/>
                  </a:lnTo>
                  <a:lnTo>
                    <a:pt x="38153" y="10344"/>
                  </a:lnTo>
                  <a:lnTo>
                    <a:pt x="37234" y="3303"/>
                  </a:lnTo>
                  <a:lnTo>
                    <a:pt x="37657" y="3209"/>
                  </a:lnTo>
                  <a:lnTo>
                    <a:pt x="38030" y="3126"/>
                  </a:lnTo>
                  <a:lnTo>
                    <a:pt x="39141" y="2879"/>
                  </a:lnTo>
                  <a:lnTo>
                    <a:pt x="41623" y="2326"/>
                  </a:lnTo>
                  <a:lnTo>
                    <a:pt x="43658" y="1872"/>
                  </a:lnTo>
                  <a:lnTo>
                    <a:pt x="45703" y="1417"/>
                  </a:lnTo>
                  <a:lnTo>
                    <a:pt x="46595" y="1218"/>
                  </a:lnTo>
                  <a:lnTo>
                    <a:pt x="47908" y="1084"/>
                  </a:lnTo>
                  <a:lnTo>
                    <a:pt x="51916" y="672"/>
                  </a:lnTo>
                  <a:lnTo>
                    <a:pt x="52298" y="633"/>
                  </a:lnTo>
                  <a:lnTo>
                    <a:pt x="55964" y="257"/>
                  </a:lnTo>
                  <a:lnTo>
                    <a:pt x="56603" y="191"/>
                  </a:lnTo>
                  <a:lnTo>
                    <a:pt x="57807" y="180"/>
                  </a:lnTo>
                  <a:lnTo>
                    <a:pt x="66166" y="104"/>
                  </a:lnTo>
                  <a:lnTo>
                    <a:pt x="71004" y="60"/>
                  </a:lnTo>
                  <a:lnTo>
                    <a:pt x="77640" y="0"/>
                  </a:lnTo>
                  <a:lnTo>
                    <a:pt x="81274" y="320"/>
                  </a:lnTo>
                  <a:lnTo>
                    <a:pt x="83077" y="480"/>
                  </a:lnTo>
                  <a:lnTo>
                    <a:pt x="85875" y="1191"/>
                  </a:lnTo>
                  <a:lnTo>
                    <a:pt x="88686" y="1906"/>
                  </a:lnTo>
                  <a:lnTo>
                    <a:pt x="91472" y="2935"/>
                  </a:lnTo>
                  <a:lnTo>
                    <a:pt x="94209" y="3945"/>
                  </a:lnTo>
                  <a:lnTo>
                    <a:pt x="96480" y="4877"/>
                  </a:lnTo>
                  <a:lnTo>
                    <a:pt x="102662" y="7412"/>
                  </a:lnTo>
                  <a:lnTo>
                    <a:pt x="104934" y="8344"/>
                  </a:lnTo>
                  <a:lnTo>
                    <a:pt x="105429" y="8547"/>
                  </a:lnTo>
                  <a:lnTo>
                    <a:pt x="106234" y="8877"/>
                  </a:lnTo>
                  <a:lnTo>
                    <a:pt x="108287" y="9720"/>
                  </a:lnTo>
                  <a:lnTo>
                    <a:pt x="116726" y="13181"/>
                  </a:lnTo>
                  <a:lnTo>
                    <a:pt x="134743" y="20571"/>
                  </a:lnTo>
                  <a:lnTo>
                    <a:pt x="134954" y="20658"/>
                  </a:lnTo>
                  <a:lnTo>
                    <a:pt x="135665" y="20947"/>
                  </a:lnTo>
                  <a:lnTo>
                    <a:pt x="136197" y="21164"/>
                  </a:lnTo>
                  <a:lnTo>
                    <a:pt x="139435" y="22482"/>
                  </a:lnTo>
                  <a:lnTo>
                    <a:pt x="141729" y="23417"/>
                  </a:lnTo>
                  <a:lnTo>
                    <a:pt x="142660" y="23796"/>
                  </a:lnTo>
                  <a:lnTo>
                    <a:pt x="148760" y="26280"/>
                  </a:lnTo>
                  <a:lnTo>
                    <a:pt x="149407" y="26543"/>
                  </a:lnTo>
                  <a:lnTo>
                    <a:pt x="149453" y="27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184360" y="4536559"/>
              <a:ext cx="167173" cy="194539"/>
            </a:xfrm>
            <a:custGeom>
              <a:avLst/>
              <a:pathLst>
                <a:path w="167173" h="194539">
                  <a:moveTo>
                    <a:pt x="133764" y="24864"/>
                  </a:moveTo>
                  <a:lnTo>
                    <a:pt x="130050" y="28156"/>
                  </a:lnTo>
                  <a:lnTo>
                    <a:pt x="129281" y="28838"/>
                  </a:lnTo>
                  <a:lnTo>
                    <a:pt x="128836" y="29233"/>
                  </a:lnTo>
                  <a:lnTo>
                    <a:pt x="121260" y="35950"/>
                  </a:lnTo>
                  <a:lnTo>
                    <a:pt x="120433" y="36684"/>
                  </a:lnTo>
                  <a:lnTo>
                    <a:pt x="119938" y="37122"/>
                  </a:lnTo>
                  <a:lnTo>
                    <a:pt x="113595" y="42746"/>
                  </a:lnTo>
                  <a:lnTo>
                    <a:pt x="113181" y="43140"/>
                  </a:lnTo>
                  <a:lnTo>
                    <a:pt x="112592" y="43702"/>
                  </a:lnTo>
                  <a:lnTo>
                    <a:pt x="109350" y="46795"/>
                  </a:lnTo>
                  <a:lnTo>
                    <a:pt x="108974" y="47154"/>
                  </a:lnTo>
                  <a:lnTo>
                    <a:pt x="103127" y="52732"/>
                  </a:lnTo>
                  <a:lnTo>
                    <a:pt x="98182" y="60238"/>
                  </a:lnTo>
                  <a:lnTo>
                    <a:pt x="97365" y="61731"/>
                  </a:lnTo>
                  <a:lnTo>
                    <a:pt x="97068" y="62273"/>
                  </a:lnTo>
                  <a:lnTo>
                    <a:pt x="96916" y="62550"/>
                  </a:lnTo>
                  <a:lnTo>
                    <a:pt x="95804" y="64581"/>
                  </a:lnTo>
                  <a:lnTo>
                    <a:pt x="94414" y="66691"/>
                  </a:lnTo>
                  <a:lnTo>
                    <a:pt x="93806" y="67615"/>
                  </a:lnTo>
                  <a:lnTo>
                    <a:pt x="92239" y="70673"/>
                  </a:lnTo>
                  <a:lnTo>
                    <a:pt x="91447" y="72599"/>
                  </a:lnTo>
                  <a:lnTo>
                    <a:pt x="90788" y="74413"/>
                  </a:lnTo>
                  <a:lnTo>
                    <a:pt x="93953" y="75438"/>
                  </a:lnTo>
                  <a:lnTo>
                    <a:pt x="94389" y="75579"/>
                  </a:lnTo>
                  <a:lnTo>
                    <a:pt x="95948" y="76083"/>
                  </a:lnTo>
                  <a:lnTo>
                    <a:pt x="103300" y="78462"/>
                  </a:lnTo>
                  <a:lnTo>
                    <a:pt x="103737" y="78603"/>
                  </a:lnTo>
                  <a:lnTo>
                    <a:pt x="104303" y="78727"/>
                  </a:lnTo>
                  <a:lnTo>
                    <a:pt x="104632" y="78798"/>
                  </a:lnTo>
                  <a:lnTo>
                    <a:pt x="112164" y="79882"/>
                  </a:lnTo>
                  <a:lnTo>
                    <a:pt x="112551" y="79903"/>
                  </a:lnTo>
                  <a:lnTo>
                    <a:pt x="120171" y="80317"/>
                  </a:lnTo>
                  <a:lnTo>
                    <a:pt x="121461" y="80209"/>
                  </a:lnTo>
                  <a:lnTo>
                    <a:pt x="126791" y="79763"/>
                  </a:lnTo>
                  <a:lnTo>
                    <a:pt x="127368" y="79715"/>
                  </a:lnTo>
                  <a:lnTo>
                    <a:pt x="127980" y="79664"/>
                  </a:lnTo>
                  <a:lnTo>
                    <a:pt x="129685" y="79297"/>
                  </a:lnTo>
                  <a:lnTo>
                    <a:pt x="130177" y="79192"/>
                  </a:lnTo>
                  <a:lnTo>
                    <a:pt x="133936" y="78384"/>
                  </a:lnTo>
                  <a:lnTo>
                    <a:pt x="134486" y="78265"/>
                  </a:lnTo>
                  <a:lnTo>
                    <a:pt x="134887" y="78179"/>
                  </a:lnTo>
                  <a:lnTo>
                    <a:pt x="135929" y="77955"/>
                  </a:lnTo>
                  <a:lnTo>
                    <a:pt x="136188" y="77897"/>
                  </a:lnTo>
                  <a:lnTo>
                    <a:pt x="137107" y="84938"/>
                  </a:lnTo>
                  <a:lnTo>
                    <a:pt x="137480" y="87078"/>
                  </a:lnTo>
                  <a:lnTo>
                    <a:pt x="137771" y="88741"/>
                  </a:lnTo>
                  <a:lnTo>
                    <a:pt x="138000" y="90054"/>
                  </a:lnTo>
                  <a:lnTo>
                    <a:pt x="138089" y="90564"/>
                  </a:lnTo>
                  <a:lnTo>
                    <a:pt x="138128" y="90788"/>
                  </a:lnTo>
                  <a:lnTo>
                    <a:pt x="138589" y="91964"/>
                  </a:lnTo>
                  <a:lnTo>
                    <a:pt x="139539" y="94388"/>
                  </a:lnTo>
                  <a:lnTo>
                    <a:pt x="141062" y="97180"/>
                  </a:lnTo>
                  <a:lnTo>
                    <a:pt x="141830" y="98586"/>
                  </a:lnTo>
                  <a:lnTo>
                    <a:pt x="142071" y="99027"/>
                  </a:lnTo>
                  <a:lnTo>
                    <a:pt x="142656" y="100099"/>
                  </a:lnTo>
                  <a:lnTo>
                    <a:pt x="143074" y="100865"/>
                  </a:lnTo>
                  <a:lnTo>
                    <a:pt x="143233" y="101172"/>
                  </a:lnTo>
                  <a:lnTo>
                    <a:pt x="145548" y="105620"/>
                  </a:lnTo>
                  <a:lnTo>
                    <a:pt x="145814" y="106131"/>
                  </a:lnTo>
                  <a:lnTo>
                    <a:pt x="146455" y="107363"/>
                  </a:lnTo>
                  <a:lnTo>
                    <a:pt x="148532" y="111355"/>
                  </a:lnTo>
                  <a:lnTo>
                    <a:pt x="149347" y="112922"/>
                  </a:lnTo>
                  <a:lnTo>
                    <a:pt x="149818" y="113827"/>
                  </a:lnTo>
                  <a:lnTo>
                    <a:pt x="150739" y="115511"/>
                  </a:lnTo>
                  <a:lnTo>
                    <a:pt x="151774" y="117404"/>
                  </a:lnTo>
                  <a:lnTo>
                    <a:pt x="152846" y="119362"/>
                  </a:lnTo>
                  <a:lnTo>
                    <a:pt x="154828" y="122987"/>
                  </a:lnTo>
                  <a:lnTo>
                    <a:pt x="155245" y="123749"/>
                  </a:lnTo>
                  <a:lnTo>
                    <a:pt x="155525" y="124261"/>
                  </a:lnTo>
                  <a:lnTo>
                    <a:pt x="158581" y="129847"/>
                  </a:lnTo>
                  <a:lnTo>
                    <a:pt x="160536" y="133364"/>
                  </a:lnTo>
                  <a:lnTo>
                    <a:pt x="161918" y="135848"/>
                  </a:lnTo>
                  <a:lnTo>
                    <a:pt x="163116" y="138002"/>
                  </a:lnTo>
                  <a:lnTo>
                    <a:pt x="166344" y="143806"/>
                  </a:lnTo>
                  <a:lnTo>
                    <a:pt x="167173" y="145116"/>
                  </a:lnTo>
                  <a:lnTo>
                    <a:pt x="166646" y="145409"/>
                  </a:lnTo>
                  <a:lnTo>
                    <a:pt x="165437" y="146063"/>
                  </a:lnTo>
                  <a:lnTo>
                    <a:pt x="164627" y="146501"/>
                  </a:lnTo>
                  <a:lnTo>
                    <a:pt x="164378" y="146636"/>
                  </a:lnTo>
                  <a:lnTo>
                    <a:pt x="163245" y="147249"/>
                  </a:lnTo>
                  <a:lnTo>
                    <a:pt x="146353" y="156391"/>
                  </a:lnTo>
                  <a:lnTo>
                    <a:pt x="145969" y="156599"/>
                  </a:lnTo>
                  <a:lnTo>
                    <a:pt x="141985" y="158755"/>
                  </a:lnTo>
                  <a:lnTo>
                    <a:pt x="141401" y="159071"/>
                  </a:lnTo>
                  <a:lnTo>
                    <a:pt x="141135" y="159215"/>
                  </a:lnTo>
                  <a:lnTo>
                    <a:pt x="131820" y="164256"/>
                  </a:lnTo>
                  <a:lnTo>
                    <a:pt x="131603" y="164374"/>
                  </a:lnTo>
                  <a:lnTo>
                    <a:pt x="118682" y="171367"/>
                  </a:lnTo>
                  <a:lnTo>
                    <a:pt x="115075" y="172748"/>
                  </a:lnTo>
                  <a:lnTo>
                    <a:pt x="114797" y="172855"/>
                  </a:lnTo>
                  <a:lnTo>
                    <a:pt x="102875" y="176276"/>
                  </a:lnTo>
                  <a:lnTo>
                    <a:pt x="102549" y="176369"/>
                  </a:lnTo>
                  <a:lnTo>
                    <a:pt x="101517" y="176665"/>
                  </a:lnTo>
                  <a:lnTo>
                    <a:pt x="98953" y="177401"/>
                  </a:lnTo>
                  <a:lnTo>
                    <a:pt x="98713" y="176574"/>
                  </a:lnTo>
                  <a:lnTo>
                    <a:pt x="95873" y="166856"/>
                  </a:lnTo>
                  <a:lnTo>
                    <a:pt x="95017" y="163928"/>
                  </a:lnTo>
                  <a:lnTo>
                    <a:pt x="90720" y="149289"/>
                  </a:lnTo>
                  <a:lnTo>
                    <a:pt x="88217" y="150670"/>
                  </a:lnTo>
                  <a:lnTo>
                    <a:pt x="87562" y="151032"/>
                  </a:lnTo>
                  <a:lnTo>
                    <a:pt x="86954" y="151367"/>
                  </a:lnTo>
                  <a:lnTo>
                    <a:pt x="86701" y="151507"/>
                  </a:lnTo>
                  <a:lnTo>
                    <a:pt x="85889" y="151900"/>
                  </a:lnTo>
                  <a:lnTo>
                    <a:pt x="84403" y="152620"/>
                  </a:lnTo>
                  <a:lnTo>
                    <a:pt x="83146" y="153230"/>
                  </a:lnTo>
                  <a:lnTo>
                    <a:pt x="77881" y="155782"/>
                  </a:lnTo>
                  <a:lnTo>
                    <a:pt x="75735" y="156822"/>
                  </a:lnTo>
                  <a:lnTo>
                    <a:pt x="74649" y="157348"/>
                  </a:lnTo>
                  <a:lnTo>
                    <a:pt x="70013" y="159597"/>
                  </a:lnTo>
                  <a:lnTo>
                    <a:pt x="69360" y="159939"/>
                  </a:lnTo>
                  <a:lnTo>
                    <a:pt x="67700" y="160807"/>
                  </a:lnTo>
                  <a:lnTo>
                    <a:pt x="66970" y="161190"/>
                  </a:lnTo>
                  <a:lnTo>
                    <a:pt x="63180" y="163173"/>
                  </a:lnTo>
                  <a:lnTo>
                    <a:pt x="61819" y="163885"/>
                  </a:lnTo>
                  <a:lnTo>
                    <a:pt x="57752" y="166014"/>
                  </a:lnTo>
                  <a:lnTo>
                    <a:pt x="56658" y="166587"/>
                  </a:lnTo>
                  <a:lnTo>
                    <a:pt x="55700" y="167088"/>
                  </a:lnTo>
                  <a:lnTo>
                    <a:pt x="54744" y="167680"/>
                  </a:lnTo>
                  <a:lnTo>
                    <a:pt x="52843" y="168859"/>
                  </a:lnTo>
                  <a:lnTo>
                    <a:pt x="49829" y="170727"/>
                  </a:lnTo>
                  <a:lnTo>
                    <a:pt x="49597" y="170871"/>
                  </a:lnTo>
                  <a:lnTo>
                    <a:pt x="46336" y="172892"/>
                  </a:lnTo>
                  <a:lnTo>
                    <a:pt x="42033" y="175559"/>
                  </a:lnTo>
                  <a:lnTo>
                    <a:pt x="41649" y="175797"/>
                  </a:lnTo>
                  <a:lnTo>
                    <a:pt x="41412" y="175944"/>
                  </a:lnTo>
                  <a:lnTo>
                    <a:pt x="38292" y="177877"/>
                  </a:lnTo>
                  <a:lnTo>
                    <a:pt x="33839" y="180637"/>
                  </a:lnTo>
                  <a:lnTo>
                    <a:pt x="33661" y="180748"/>
                  </a:lnTo>
                  <a:lnTo>
                    <a:pt x="32251" y="181621"/>
                  </a:lnTo>
                  <a:lnTo>
                    <a:pt x="27209" y="184747"/>
                  </a:lnTo>
                  <a:lnTo>
                    <a:pt x="26169" y="185391"/>
                  </a:lnTo>
                  <a:lnTo>
                    <a:pt x="25605" y="185740"/>
                  </a:lnTo>
                  <a:lnTo>
                    <a:pt x="25308" y="185925"/>
                  </a:lnTo>
                  <a:lnTo>
                    <a:pt x="20406" y="188963"/>
                  </a:lnTo>
                  <a:lnTo>
                    <a:pt x="20110" y="189146"/>
                  </a:lnTo>
                  <a:lnTo>
                    <a:pt x="19440" y="189561"/>
                  </a:lnTo>
                  <a:lnTo>
                    <a:pt x="13758" y="193083"/>
                  </a:lnTo>
                  <a:lnTo>
                    <a:pt x="10256" y="194539"/>
                  </a:lnTo>
                  <a:lnTo>
                    <a:pt x="8759" y="194524"/>
                  </a:lnTo>
                  <a:lnTo>
                    <a:pt x="7141" y="194508"/>
                  </a:lnTo>
                  <a:lnTo>
                    <a:pt x="6435" y="194278"/>
                  </a:lnTo>
                  <a:lnTo>
                    <a:pt x="6081" y="194163"/>
                  </a:lnTo>
                  <a:lnTo>
                    <a:pt x="4899" y="193779"/>
                  </a:lnTo>
                  <a:lnTo>
                    <a:pt x="4440" y="193763"/>
                  </a:lnTo>
                  <a:lnTo>
                    <a:pt x="4038" y="193748"/>
                  </a:lnTo>
                  <a:lnTo>
                    <a:pt x="2702" y="167623"/>
                  </a:lnTo>
                  <a:lnTo>
                    <a:pt x="2189" y="157597"/>
                  </a:lnTo>
                  <a:lnTo>
                    <a:pt x="2144" y="156717"/>
                  </a:lnTo>
                  <a:lnTo>
                    <a:pt x="1286" y="137963"/>
                  </a:lnTo>
                  <a:lnTo>
                    <a:pt x="1571" y="133012"/>
                  </a:lnTo>
                  <a:lnTo>
                    <a:pt x="1719" y="132454"/>
                  </a:lnTo>
                  <a:lnTo>
                    <a:pt x="1894" y="131800"/>
                  </a:lnTo>
                  <a:lnTo>
                    <a:pt x="2029" y="131293"/>
                  </a:lnTo>
                  <a:lnTo>
                    <a:pt x="4241" y="122985"/>
                  </a:lnTo>
                  <a:lnTo>
                    <a:pt x="4381" y="122461"/>
                  </a:lnTo>
                  <a:lnTo>
                    <a:pt x="4433" y="122140"/>
                  </a:lnTo>
                  <a:lnTo>
                    <a:pt x="4473" y="121895"/>
                  </a:lnTo>
                  <a:lnTo>
                    <a:pt x="4976" y="118809"/>
                  </a:lnTo>
                  <a:lnTo>
                    <a:pt x="5066" y="118262"/>
                  </a:lnTo>
                  <a:lnTo>
                    <a:pt x="5124" y="117907"/>
                  </a:lnTo>
                  <a:lnTo>
                    <a:pt x="5272" y="117000"/>
                  </a:lnTo>
                  <a:lnTo>
                    <a:pt x="5212" y="114147"/>
                  </a:lnTo>
                  <a:lnTo>
                    <a:pt x="1830" y="91814"/>
                  </a:lnTo>
                  <a:lnTo>
                    <a:pt x="1727" y="91135"/>
                  </a:lnTo>
                  <a:lnTo>
                    <a:pt x="1245" y="87952"/>
                  </a:lnTo>
                  <a:lnTo>
                    <a:pt x="909" y="85732"/>
                  </a:lnTo>
                  <a:lnTo>
                    <a:pt x="819" y="85140"/>
                  </a:lnTo>
                  <a:lnTo>
                    <a:pt x="247" y="81286"/>
                  </a:lnTo>
                  <a:lnTo>
                    <a:pt x="0" y="79622"/>
                  </a:lnTo>
                  <a:lnTo>
                    <a:pt x="2736" y="79118"/>
                  </a:lnTo>
                  <a:lnTo>
                    <a:pt x="11786" y="77452"/>
                  </a:lnTo>
                  <a:lnTo>
                    <a:pt x="26321" y="74775"/>
                  </a:lnTo>
                  <a:lnTo>
                    <a:pt x="36996" y="72810"/>
                  </a:lnTo>
                  <a:lnTo>
                    <a:pt x="46325" y="71092"/>
                  </a:lnTo>
                  <a:lnTo>
                    <a:pt x="55151" y="69467"/>
                  </a:lnTo>
                  <a:lnTo>
                    <a:pt x="62853" y="68049"/>
                  </a:lnTo>
                  <a:lnTo>
                    <a:pt x="63857" y="67864"/>
                  </a:lnTo>
                  <a:lnTo>
                    <a:pt x="65144" y="67627"/>
                  </a:lnTo>
                  <a:lnTo>
                    <a:pt x="65122" y="66515"/>
                  </a:lnTo>
                  <a:lnTo>
                    <a:pt x="65046" y="62652"/>
                  </a:lnTo>
                  <a:lnTo>
                    <a:pt x="64849" y="52591"/>
                  </a:lnTo>
                  <a:lnTo>
                    <a:pt x="64694" y="44737"/>
                  </a:lnTo>
                  <a:lnTo>
                    <a:pt x="64872" y="41779"/>
                  </a:lnTo>
                  <a:lnTo>
                    <a:pt x="64913" y="41096"/>
                  </a:lnTo>
                  <a:lnTo>
                    <a:pt x="64967" y="40194"/>
                  </a:lnTo>
                  <a:lnTo>
                    <a:pt x="65212" y="38245"/>
                  </a:lnTo>
                  <a:lnTo>
                    <a:pt x="66059" y="31507"/>
                  </a:lnTo>
                  <a:lnTo>
                    <a:pt x="67019" y="26714"/>
                  </a:lnTo>
                  <a:lnTo>
                    <a:pt x="67764" y="26886"/>
                  </a:lnTo>
                  <a:lnTo>
                    <a:pt x="67912" y="26920"/>
                  </a:lnTo>
                  <a:lnTo>
                    <a:pt x="73631" y="28238"/>
                  </a:lnTo>
                  <a:lnTo>
                    <a:pt x="73879" y="28295"/>
                  </a:lnTo>
                  <a:lnTo>
                    <a:pt x="74704" y="28485"/>
                  </a:lnTo>
                  <a:lnTo>
                    <a:pt x="76427" y="28883"/>
                  </a:lnTo>
                  <a:lnTo>
                    <a:pt x="79279" y="29540"/>
                  </a:lnTo>
                  <a:lnTo>
                    <a:pt x="79684" y="27540"/>
                  </a:lnTo>
                  <a:lnTo>
                    <a:pt x="81569" y="18234"/>
                  </a:lnTo>
                  <a:lnTo>
                    <a:pt x="81716" y="17510"/>
                  </a:lnTo>
                  <a:lnTo>
                    <a:pt x="82773" y="17532"/>
                  </a:lnTo>
                  <a:lnTo>
                    <a:pt x="83887" y="17556"/>
                  </a:lnTo>
                  <a:lnTo>
                    <a:pt x="85893" y="17599"/>
                  </a:lnTo>
                  <a:lnTo>
                    <a:pt x="87130" y="17625"/>
                  </a:lnTo>
                  <a:lnTo>
                    <a:pt x="87490" y="17633"/>
                  </a:lnTo>
                  <a:lnTo>
                    <a:pt x="90222" y="17691"/>
                  </a:lnTo>
                  <a:lnTo>
                    <a:pt x="93017" y="17601"/>
                  </a:lnTo>
                  <a:lnTo>
                    <a:pt x="94576" y="17551"/>
                  </a:lnTo>
                  <a:lnTo>
                    <a:pt x="96504" y="17489"/>
                  </a:lnTo>
                  <a:lnTo>
                    <a:pt x="97545" y="17455"/>
                  </a:lnTo>
                  <a:lnTo>
                    <a:pt x="97859" y="17445"/>
                  </a:lnTo>
                  <a:lnTo>
                    <a:pt x="101088" y="17341"/>
                  </a:lnTo>
                  <a:lnTo>
                    <a:pt x="102796" y="17286"/>
                  </a:lnTo>
                  <a:lnTo>
                    <a:pt x="104719" y="17225"/>
                  </a:lnTo>
                  <a:lnTo>
                    <a:pt x="108158" y="17114"/>
                  </a:lnTo>
                  <a:lnTo>
                    <a:pt x="108248" y="26838"/>
                  </a:lnTo>
                  <a:lnTo>
                    <a:pt x="117731" y="18052"/>
                  </a:lnTo>
                  <a:lnTo>
                    <a:pt x="137217" y="0"/>
                  </a:lnTo>
                  <a:lnTo>
                    <a:pt x="142740" y="6216"/>
                  </a:lnTo>
                  <a:lnTo>
                    <a:pt x="143503" y="7075"/>
                  </a:lnTo>
                  <a:lnTo>
                    <a:pt x="145632" y="9470"/>
                  </a:lnTo>
                  <a:lnTo>
                    <a:pt x="145775" y="9632"/>
                  </a:lnTo>
                  <a:lnTo>
                    <a:pt x="146373" y="10305"/>
                  </a:lnTo>
                  <a:lnTo>
                    <a:pt x="148053" y="12195"/>
                  </a:lnTo>
                  <a:lnTo>
                    <a:pt x="143910" y="15868"/>
                  </a:lnTo>
                  <a:lnTo>
                    <a:pt x="143077" y="16606"/>
                  </a:lnTo>
                  <a:lnTo>
                    <a:pt x="135430" y="23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2031884" y="4622292"/>
              <a:ext cx="157748" cy="108015"/>
            </a:xfrm>
            <a:custGeom>
              <a:avLst/>
              <a:pathLst>
                <a:path w="157748" h="108015">
                  <a:moveTo>
                    <a:pt x="154306" y="6081"/>
                  </a:moveTo>
                  <a:lnTo>
                    <a:pt x="157689" y="28418"/>
                  </a:lnTo>
                  <a:lnTo>
                    <a:pt x="157748" y="31267"/>
                  </a:lnTo>
                  <a:lnTo>
                    <a:pt x="157600" y="32175"/>
                  </a:lnTo>
                  <a:lnTo>
                    <a:pt x="157542" y="32529"/>
                  </a:lnTo>
                  <a:lnTo>
                    <a:pt x="157453" y="33077"/>
                  </a:lnTo>
                  <a:lnTo>
                    <a:pt x="156950" y="36162"/>
                  </a:lnTo>
                  <a:lnTo>
                    <a:pt x="156910" y="36407"/>
                  </a:lnTo>
                  <a:lnTo>
                    <a:pt x="156857" y="36728"/>
                  </a:lnTo>
                  <a:lnTo>
                    <a:pt x="156718" y="37252"/>
                  </a:lnTo>
                  <a:lnTo>
                    <a:pt x="154505" y="45560"/>
                  </a:lnTo>
                  <a:lnTo>
                    <a:pt x="154370" y="46067"/>
                  </a:lnTo>
                  <a:lnTo>
                    <a:pt x="154196" y="46721"/>
                  </a:lnTo>
                  <a:lnTo>
                    <a:pt x="154047" y="47283"/>
                  </a:lnTo>
                  <a:lnTo>
                    <a:pt x="153762" y="52234"/>
                  </a:lnTo>
                  <a:lnTo>
                    <a:pt x="154621" y="70988"/>
                  </a:lnTo>
                  <a:lnTo>
                    <a:pt x="154666" y="71864"/>
                  </a:lnTo>
                  <a:lnTo>
                    <a:pt x="155178" y="81894"/>
                  </a:lnTo>
                  <a:lnTo>
                    <a:pt x="156514" y="108015"/>
                  </a:lnTo>
                  <a:lnTo>
                    <a:pt x="156011" y="107997"/>
                  </a:lnTo>
                  <a:lnTo>
                    <a:pt x="155142" y="107965"/>
                  </a:lnTo>
                  <a:lnTo>
                    <a:pt x="154795" y="107953"/>
                  </a:lnTo>
                  <a:lnTo>
                    <a:pt x="154652" y="107948"/>
                  </a:lnTo>
                  <a:lnTo>
                    <a:pt x="152815" y="107881"/>
                  </a:lnTo>
                  <a:lnTo>
                    <a:pt x="152575" y="107872"/>
                  </a:lnTo>
                  <a:lnTo>
                    <a:pt x="151454" y="107831"/>
                  </a:lnTo>
                  <a:lnTo>
                    <a:pt x="151377" y="106878"/>
                  </a:lnTo>
                  <a:lnTo>
                    <a:pt x="150851" y="100404"/>
                  </a:lnTo>
                  <a:lnTo>
                    <a:pt x="150719" y="98782"/>
                  </a:lnTo>
                  <a:lnTo>
                    <a:pt x="150702" y="98564"/>
                  </a:lnTo>
                  <a:lnTo>
                    <a:pt x="150386" y="94653"/>
                  </a:lnTo>
                  <a:lnTo>
                    <a:pt x="149694" y="82237"/>
                  </a:lnTo>
                  <a:lnTo>
                    <a:pt x="149549" y="79638"/>
                  </a:lnTo>
                  <a:lnTo>
                    <a:pt x="149523" y="79115"/>
                  </a:lnTo>
                  <a:lnTo>
                    <a:pt x="149122" y="72261"/>
                  </a:lnTo>
                  <a:lnTo>
                    <a:pt x="136338" y="73045"/>
                  </a:lnTo>
                  <a:lnTo>
                    <a:pt x="126138" y="73670"/>
                  </a:lnTo>
                  <a:lnTo>
                    <a:pt x="109200" y="74423"/>
                  </a:lnTo>
                  <a:lnTo>
                    <a:pt x="106957" y="73164"/>
                  </a:lnTo>
                  <a:lnTo>
                    <a:pt x="106593" y="72959"/>
                  </a:lnTo>
                  <a:lnTo>
                    <a:pt x="105455" y="72321"/>
                  </a:lnTo>
                  <a:lnTo>
                    <a:pt x="104624" y="71854"/>
                  </a:lnTo>
                  <a:lnTo>
                    <a:pt x="100460" y="69516"/>
                  </a:lnTo>
                  <a:lnTo>
                    <a:pt x="100311" y="69432"/>
                  </a:lnTo>
                  <a:lnTo>
                    <a:pt x="99904" y="69203"/>
                  </a:lnTo>
                  <a:lnTo>
                    <a:pt x="93718" y="65730"/>
                  </a:lnTo>
                  <a:lnTo>
                    <a:pt x="87563" y="62274"/>
                  </a:lnTo>
                  <a:lnTo>
                    <a:pt x="87341" y="62149"/>
                  </a:lnTo>
                  <a:lnTo>
                    <a:pt x="83675" y="60091"/>
                  </a:lnTo>
                  <a:lnTo>
                    <a:pt x="82155" y="59703"/>
                  </a:lnTo>
                  <a:lnTo>
                    <a:pt x="74961" y="60027"/>
                  </a:lnTo>
                  <a:lnTo>
                    <a:pt x="75367" y="64112"/>
                  </a:lnTo>
                  <a:lnTo>
                    <a:pt x="75232" y="64121"/>
                  </a:lnTo>
                  <a:lnTo>
                    <a:pt x="67291" y="64663"/>
                  </a:lnTo>
                  <a:lnTo>
                    <a:pt x="60329" y="65137"/>
                  </a:lnTo>
                  <a:lnTo>
                    <a:pt x="59844" y="65236"/>
                  </a:lnTo>
                  <a:lnTo>
                    <a:pt x="58732" y="66431"/>
                  </a:lnTo>
                  <a:lnTo>
                    <a:pt x="57828" y="67403"/>
                  </a:lnTo>
                  <a:lnTo>
                    <a:pt x="56443" y="68893"/>
                  </a:lnTo>
                  <a:lnTo>
                    <a:pt x="56254" y="69096"/>
                  </a:lnTo>
                  <a:lnTo>
                    <a:pt x="55192" y="70238"/>
                  </a:lnTo>
                  <a:lnTo>
                    <a:pt x="54914" y="70536"/>
                  </a:lnTo>
                  <a:lnTo>
                    <a:pt x="54635" y="70836"/>
                  </a:lnTo>
                  <a:lnTo>
                    <a:pt x="54359" y="71133"/>
                  </a:lnTo>
                  <a:lnTo>
                    <a:pt x="54006" y="71242"/>
                  </a:lnTo>
                  <a:lnTo>
                    <a:pt x="53517" y="71391"/>
                  </a:lnTo>
                  <a:lnTo>
                    <a:pt x="50895" y="72196"/>
                  </a:lnTo>
                  <a:lnTo>
                    <a:pt x="48555" y="72914"/>
                  </a:lnTo>
                  <a:lnTo>
                    <a:pt x="47179" y="73136"/>
                  </a:lnTo>
                  <a:lnTo>
                    <a:pt x="46651" y="73222"/>
                  </a:lnTo>
                  <a:lnTo>
                    <a:pt x="43144" y="73788"/>
                  </a:lnTo>
                  <a:lnTo>
                    <a:pt x="41914" y="73987"/>
                  </a:lnTo>
                  <a:lnTo>
                    <a:pt x="41381" y="74073"/>
                  </a:lnTo>
                  <a:lnTo>
                    <a:pt x="38869" y="74479"/>
                  </a:lnTo>
                  <a:lnTo>
                    <a:pt x="38353" y="74563"/>
                  </a:lnTo>
                  <a:lnTo>
                    <a:pt x="35852" y="74967"/>
                  </a:lnTo>
                  <a:lnTo>
                    <a:pt x="34622" y="75166"/>
                  </a:lnTo>
                  <a:lnTo>
                    <a:pt x="34265" y="75166"/>
                  </a:lnTo>
                  <a:lnTo>
                    <a:pt x="33910" y="74642"/>
                  </a:lnTo>
                  <a:lnTo>
                    <a:pt x="33334" y="73792"/>
                  </a:lnTo>
                  <a:lnTo>
                    <a:pt x="32432" y="72462"/>
                  </a:lnTo>
                  <a:lnTo>
                    <a:pt x="32187" y="72100"/>
                  </a:lnTo>
                  <a:lnTo>
                    <a:pt x="31935" y="72308"/>
                  </a:lnTo>
                  <a:lnTo>
                    <a:pt x="31791" y="72428"/>
                  </a:lnTo>
                  <a:lnTo>
                    <a:pt x="30764" y="73280"/>
                  </a:lnTo>
                  <a:lnTo>
                    <a:pt x="30289" y="73569"/>
                  </a:lnTo>
                  <a:lnTo>
                    <a:pt x="29533" y="72775"/>
                  </a:lnTo>
                  <a:lnTo>
                    <a:pt x="29194" y="72419"/>
                  </a:lnTo>
                  <a:lnTo>
                    <a:pt x="28926" y="72138"/>
                  </a:lnTo>
                  <a:lnTo>
                    <a:pt x="27895" y="71055"/>
                  </a:lnTo>
                  <a:lnTo>
                    <a:pt x="26404" y="69778"/>
                  </a:lnTo>
                  <a:lnTo>
                    <a:pt x="25838" y="69294"/>
                  </a:lnTo>
                  <a:lnTo>
                    <a:pt x="24909" y="68719"/>
                  </a:lnTo>
                  <a:lnTo>
                    <a:pt x="24590" y="68617"/>
                  </a:lnTo>
                  <a:lnTo>
                    <a:pt x="23954" y="68414"/>
                  </a:lnTo>
                  <a:lnTo>
                    <a:pt x="22424" y="67926"/>
                  </a:lnTo>
                  <a:lnTo>
                    <a:pt x="21932" y="67769"/>
                  </a:lnTo>
                  <a:lnTo>
                    <a:pt x="21699" y="67695"/>
                  </a:lnTo>
                  <a:lnTo>
                    <a:pt x="21319" y="67781"/>
                  </a:lnTo>
                  <a:lnTo>
                    <a:pt x="21041" y="67843"/>
                  </a:lnTo>
                  <a:lnTo>
                    <a:pt x="20901" y="67874"/>
                  </a:lnTo>
                  <a:lnTo>
                    <a:pt x="20865" y="64008"/>
                  </a:lnTo>
                  <a:lnTo>
                    <a:pt x="23050" y="59736"/>
                  </a:lnTo>
                  <a:lnTo>
                    <a:pt x="19013" y="56240"/>
                  </a:lnTo>
                  <a:lnTo>
                    <a:pt x="22053" y="51143"/>
                  </a:lnTo>
                  <a:lnTo>
                    <a:pt x="19346" y="48619"/>
                  </a:lnTo>
                  <a:lnTo>
                    <a:pt x="16828" y="44298"/>
                  </a:lnTo>
                  <a:lnTo>
                    <a:pt x="11319" y="45512"/>
                  </a:lnTo>
                  <a:lnTo>
                    <a:pt x="4052" y="38618"/>
                  </a:lnTo>
                  <a:lnTo>
                    <a:pt x="5810" y="36288"/>
                  </a:lnTo>
                  <a:lnTo>
                    <a:pt x="0" y="30757"/>
                  </a:lnTo>
                  <a:lnTo>
                    <a:pt x="857" y="26966"/>
                  </a:lnTo>
                  <a:lnTo>
                    <a:pt x="5359" y="21560"/>
                  </a:lnTo>
                  <a:lnTo>
                    <a:pt x="2965" y="9859"/>
                  </a:lnTo>
                  <a:lnTo>
                    <a:pt x="5174" y="9402"/>
                  </a:lnTo>
                  <a:lnTo>
                    <a:pt x="6483" y="9166"/>
                  </a:lnTo>
                  <a:lnTo>
                    <a:pt x="8442" y="8792"/>
                  </a:lnTo>
                  <a:lnTo>
                    <a:pt x="8621" y="8758"/>
                  </a:lnTo>
                  <a:lnTo>
                    <a:pt x="13264" y="7872"/>
                  </a:lnTo>
                  <a:lnTo>
                    <a:pt x="18698" y="6834"/>
                  </a:lnTo>
                  <a:lnTo>
                    <a:pt x="20411" y="7078"/>
                  </a:lnTo>
                  <a:lnTo>
                    <a:pt x="24425" y="7923"/>
                  </a:lnTo>
                  <a:lnTo>
                    <a:pt x="26039" y="8272"/>
                  </a:lnTo>
                  <a:lnTo>
                    <a:pt x="28159" y="8174"/>
                  </a:lnTo>
                  <a:lnTo>
                    <a:pt x="33487" y="8241"/>
                  </a:lnTo>
                  <a:lnTo>
                    <a:pt x="33728" y="8244"/>
                  </a:lnTo>
                  <a:lnTo>
                    <a:pt x="37530" y="8532"/>
                  </a:lnTo>
                  <a:lnTo>
                    <a:pt x="38023" y="8543"/>
                  </a:lnTo>
                  <a:lnTo>
                    <a:pt x="39028" y="8565"/>
                  </a:lnTo>
                  <a:lnTo>
                    <a:pt x="42867" y="8559"/>
                  </a:lnTo>
                  <a:lnTo>
                    <a:pt x="43296" y="8559"/>
                  </a:lnTo>
                  <a:lnTo>
                    <a:pt x="45586" y="9519"/>
                  </a:lnTo>
                  <a:lnTo>
                    <a:pt x="46744" y="10004"/>
                  </a:lnTo>
                  <a:lnTo>
                    <a:pt x="47159" y="10178"/>
                  </a:lnTo>
                  <a:lnTo>
                    <a:pt x="47798" y="10500"/>
                  </a:lnTo>
                  <a:lnTo>
                    <a:pt x="48671" y="10941"/>
                  </a:lnTo>
                  <a:lnTo>
                    <a:pt x="50581" y="11432"/>
                  </a:lnTo>
                  <a:lnTo>
                    <a:pt x="50878" y="11352"/>
                  </a:lnTo>
                  <a:lnTo>
                    <a:pt x="53401" y="10674"/>
                  </a:lnTo>
                  <a:lnTo>
                    <a:pt x="57946" y="10727"/>
                  </a:lnTo>
                  <a:lnTo>
                    <a:pt x="62347" y="10502"/>
                  </a:lnTo>
                  <a:lnTo>
                    <a:pt x="62708" y="10484"/>
                  </a:lnTo>
                  <a:lnTo>
                    <a:pt x="67024" y="10264"/>
                  </a:lnTo>
                  <a:lnTo>
                    <a:pt x="68844" y="10172"/>
                  </a:lnTo>
                  <a:lnTo>
                    <a:pt x="70718" y="10076"/>
                  </a:lnTo>
                  <a:lnTo>
                    <a:pt x="72034" y="10009"/>
                  </a:lnTo>
                  <a:lnTo>
                    <a:pt x="71960" y="11955"/>
                  </a:lnTo>
                  <a:lnTo>
                    <a:pt x="74537" y="11676"/>
                  </a:lnTo>
                  <a:lnTo>
                    <a:pt x="75360" y="11587"/>
                  </a:lnTo>
                  <a:lnTo>
                    <a:pt x="76784" y="11374"/>
                  </a:lnTo>
                  <a:lnTo>
                    <a:pt x="78079" y="11180"/>
                  </a:lnTo>
                  <a:lnTo>
                    <a:pt x="79044" y="11136"/>
                  </a:lnTo>
                  <a:lnTo>
                    <a:pt x="80812" y="10662"/>
                  </a:lnTo>
                  <a:lnTo>
                    <a:pt x="81442" y="10493"/>
                  </a:lnTo>
                  <a:lnTo>
                    <a:pt x="81715" y="10466"/>
                  </a:lnTo>
                  <a:lnTo>
                    <a:pt x="82184" y="10420"/>
                  </a:lnTo>
                  <a:lnTo>
                    <a:pt x="83057" y="10333"/>
                  </a:lnTo>
                  <a:lnTo>
                    <a:pt x="83527" y="10286"/>
                  </a:lnTo>
                  <a:lnTo>
                    <a:pt x="84066" y="10233"/>
                  </a:lnTo>
                  <a:lnTo>
                    <a:pt x="84155" y="10378"/>
                  </a:lnTo>
                  <a:lnTo>
                    <a:pt x="84495" y="10931"/>
                  </a:lnTo>
                  <a:lnTo>
                    <a:pt x="84812" y="11446"/>
                  </a:lnTo>
                  <a:lnTo>
                    <a:pt x="85183" y="12048"/>
                  </a:lnTo>
                  <a:lnTo>
                    <a:pt x="85445" y="12474"/>
                  </a:lnTo>
                  <a:lnTo>
                    <a:pt x="85864" y="12392"/>
                  </a:lnTo>
                  <a:lnTo>
                    <a:pt x="87318" y="12106"/>
                  </a:lnTo>
                  <a:lnTo>
                    <a:pt x="88337" y="11906"/>
                  </a:lnTo>
                  <a:lnTo>
                    <a:pt x="88586" y="11857"/>
                  </a:lnTo>
                  <a:lnTo>
                    <a:pt x="89854" y="11608"/>
                  </a:lnTo>
                  <a:lnTo>
                    <a:pt x="95656" y="12162"/>
                  </a:lnTo>
                  <a:lnTo>
                    <a:pt x="95996" y="12132"/>
                  </a:lnTo>
                  <a:lnTo>
                    <a:pt x="96161" y="12064"/>
                  </a:lnTo>
                  <a:lnTo>
                    <a:pt x="96340" y="11989"/>
                  </a:lnTo>
                  <a:lnTo>
                    <a:pt x="96513" y="11918"/>
                  </a:lnTo>
                  <a:lnTo>
                    <a:pt x="96915" y="11751"/>
                  </a:lnTo>
                  <a:lnTo>
                    <a:pt x="99232" y="12027"/>
                  </a:lnTo>
                  <a:lnTo>
                    <a:pt x="103924" y="12589"/>
                  </a:lnTo>
                  <a:lnTo>
                    <a:pt x="103815" y="13626"/>
                  </a:lnTo>
                  <a:lnTo>
                    <a:pt x="105153" y="13848"/>
                  </a:lnTo>
                  <a:lnTo>
                    <a:pt x="111576" y="14915"/>
                  </a:lnTo>
                  <a:lnTo>
                    <a:pt x="112314" y="15037"/>
                  </a:lnTo>
                  <a:lnTo>
                    <a:pt x="112874" y="15237"/>
                  </a:lnTo>
                  <a:lnTo>
                    <a:pt x="113216" y="15359"/>
                  </a:lnTo>
                  <a:lnTo>
                    <a:pt x="113801" y="15567"/>
                  </a:lnTo>
                  <a:lnTo>
                    <a:pt x="114304" y="15691"/>
                  </a:lnTo>
                  <a:lnTo>
                    <a:pt x="114628" y="15394"/>
                  </a:lnTo>
                  <a:lnTo>
                    <a:pt x="115979" y="14155"/>
                  </a:lnTo>
                  <a:lnTo>
                    <a:pt x="116751" y="13446"/>
                  </a:lnTo>
                  <a:lnTo>
                    <a:pt x="120997" y="9551"/>
                  </a:lnTo>
                  <a:lnTo>
                    <a:pt x="121741" y="8868"/>
                  </a:lnTo>
                  <a:lnTo>
                    <a:pt x="122023" y="8609"/>
                  </a:lnTo>
                  <a:lnTo>
                    <a:pt x="128206" y="4646"/>
                  </a:lnTo>
                  <a:lnTo>
                    <a:pt x="128684" y="4551"/>
                  </a:lnTo>
                  <a:lnTo>
                    <a:pt x="129918" y="4305"/>
                  </a:lnTo>
                  <a:lnTo>
                    <a:pt x="130642" y="4161"/>
                  </a:lnTo>
                  <a:lnTo>
                    <a:pt x="139415" y="2413"/>
                  </a:lnTo>
                  <a:lnTo>
                    <a:pt x="140230" y="2272"/>
                  </a:lnTo>
                  <a:lnTo>
                    <a:pt x="149532" y="665"/>
                  </a:lnTo>
                  <a:lnTo>
                    <a:pt x="150196" y="550"/>
                  </a:lnTo>
                  <a:lnTo>
                    <a:pt x="150551" y="489"/>
                  </a:lnTo>
                  <a:lnTo>
                    <a:pt x="151644" y="300"/>
                  </a:lnTo>
                  <a:lnTo>
                    <a:pt x="152237" y="198"/>
                  </a:lnTo>
                  <a:lnTo>
                    <a:pt x="153385" y="0"/>
                  </a:lnTo>
                  <a:lnTo>
                    <a:pt x="153721" y="2220"/>
                  </a:lnTo>
                  <a:lnTo>
                    <a:pt x="154203" y="5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2055718" y="4720184"/>
              <a:ext cx="154169" cy="117191"/>
            </a:xfrm>
            <a:custGeom>
              <a:avLst/>
              <a:pathLst>
                <a:path w="154169" h="117191">
                  <a:moveTo>
                    <a:pt x="53930" y="5250"/>
                  </a:moveTo>
                  <a:lnTo>
                    <a:pt x="56546" y="6303"/>
                  </a:lnTo>
                  <a:lnTo>
                    <a:pt x="57692" y="6765"/>
                  </a:lnTo>
                  <a:lnTo>
                    <a:pt x="58974" y="9785"/>
                  </a:lnTo>
                  <a:lnTo>
                    <a:pt x="59062" y="10098"/>
                  </a:lnTo>
                  <a:lnTo>
                    <a:pt x="59027" y="10510"/>
                  </a:lnTo>
                  <a:lnTo>
                    <a:pt x="58871" y="12329"/>
                  </a:lnTo>
                  <a:lnTo>
                    <a:pt x="58965" y="13098"/>
                  </a:lnTo>
                  <a:lnTo>
                    <a:pt x="59145" y="14560"/>
                  </a:lnTo>
                  <a:lnTo>
                    <a:pt x="59183" y="14867"/>
                  </a:lnTo>
                  <a:lnTo>
                    <a:pt x="59205" y="15050"/>
                  </a:lnTo>
                  <a:lnTo>
                    <a:pt x="59176" y="15251"/>
                  </a:lnTo>
                  <a:lnTo>
                    <a:pt x="58577" y="15468"/>
                  </a:lnTo>
                  <a:lnTo>
                    <a:pt x="57741" y="15769"/>
                  </a:lnTo>
                  <a:lnTo>
                    <a:pt x="57743" y="16438"/>
                  </a:lnTo>
                  <a:lnTo>
                    <a:pt x="57744" y="16733"/>
                  </a:lnTo>
                  <a:lnTo>
                    <a:pt x="57747" y="18091"/>
                  </a:lnTo>
                  <a:lnTo>
                    <a:pt x="57749" y="19214"/>
                  </a:lnTo>
                  <a:lnTo>
                    <a:pt x="57751" y="20070"/>
                  </a:lnTo>
                  <a:lnTo>
                    <a:pt x="57753" y="20963"/>
                  </a:lnTo>
                  <a:lnTo>
                    <a:pt x="57754" y="21155"/>
                  </a:lnTo>
                  <a:lnTo>
                    <a:pt x="57755" y="21717"/>
                  </a:lnTo>
                  <a:lnTo>
                    <a:pt x="53943" y="21764"/>
                  </a:lnTo>
                  <a:lnTo>
                    <a:pt x="53578" y="21769"/>
                  </a:lnTo>
                  <a:lnTo>
                    <a:pt x="53574" y="22052"/>
                  </a:lnTo>
                  <a:lnTo>
                    <a:pt x="53566" y="22582"/>
                  </a:lnTo>
                  <a:lnTo>
                    <a:pt x="53562" y="22861"/>
                  </a:lnTo>
                  <a:lnTo>
                    <a:pt x="53678" y="24784"/>
                  </a:lnTo>
                  <a:lnTo>
                    <a:pt x="53818" y="27102"/>
                  </a:lnTo>
                  <a:lnTo>
                    <a:pt x="54002" y="30156"/>
                  </a:lnTo>
                  <a:lnTo>
                    <a:pt x="59984" y="29793"/>
                  </a:lnTo>
                  <a:lnTo>
                    <a:pt x="62663" y="29630"/>
                  </a:lnTo>
                  <a:lnTo>
                    <a:pt x="78297" y="28184"/>
                  </a:lnTo>
                  <a:lnTo>
                    <a:pt x="78333" y="28626"/>
                  </a:lnTo>
                  <a:lnTo>
                    <a:pt x="78444" y="29955"/>
                  </a:lnTo>
                  <a:lnTo>
                    <a:pt x="78529" y="30985"/>
                  </a:lnTo>
                  <a:lnTo>
                    <a:pt x="78613" y="32002"/>
                  </a:lnTo>
                  <a:lnTo>
                    <a:pt x="79102" y="32769"/>
                  </a:lnTo>
                  <a:lnTo>
                    <a:pt x="79319" y="33457"/>
                  </a:lnTo>
                  <a:lnTo>
                    <a:pt x="79173" y="33814"/>
                  </a:lnTo>
                  <a:lnTo>
                    <a:pt x="79331" y="34062"/>
                  </a:lnTo>
                  <a:lnTo>
                    <a:pt x="79621" y="34264"/>
                  </a:lnTo>
                  <a:lnTo>
                    <a:pt x="81163" y="35337"/>
                  </a:lnTo>
                  <a:lnTo>
                    <a:pt x="83533" y="36332"/>
                  </a:lnTo>
                  <a:lnTo>
                    <a:pt x="88796" y="38541"/>
                  </a:lnTo>
                  <a:lnTo>
                    <a:pt x="90264" y="39157"/>
                  </a:lnTo>
                  <a:lnTo>
                    <a:pt x="90673" y="39329"/>
                  </a:lnTo>
                  <a:lnTo>
                    <a:pt x="91296" y="39590"/>
                  </a:lnTo>
                  <a:lnTo>
                    <a:pt x="97521" y="42203"/>
                  </a:lnTo>
                  <a:lnTo>
                    <a:pt x="97886" y="42356"/>
                  </a:lnTo>
                  <a:lnTo>
                    <a:pt x="100263" y="43353"/>
                  </a:lnTo>
                  <a:lnTo>
                    <a:pt x="104180" y="44997"/>
                  </a:lnTo>
                  <a:lnTo>
                    <a:pt x="111320" y="47994"/>
                  </a:lnTo>
                  <a:lnTo>
                    <a:pt x="111630" y="48124"/>
                  </a:lnTo>
                  <a:lnTo>
                    <a:pt x="112632" y="48544"/>
                  </a:lnTo>
                  <a:lnTo>
                    <a:pt x="113139" y="48757"/>
                  </a:lnTo>
                  <a:lnTo>
                    <a:pt x="113355" y="48243"/>
                  </a:lnTo>
                  <a:lnTo>
                    <a:pt x="113516" y="47858"/>
                  </a:lnTo>
                  <a:lnTo>
                    <a:pt x="113708" y="47402"/>
                  </a:lnTo>
                  <a:lnTo>
                    <a:pt x="114110" y="46443"/>
                  </a:lnTo>
                  <a:lnTo>
                    <a:pt x="114661" y="45130"/>
                  </a:lnTo>
                  <a:lnTo>
                    <a:pt x="115920" y="42130"/>
                  </a:lnTo>
                  <a:lnTo>
                    <a:pt x="116170" y="41534"/>
                  </a:lnTo>
                  <a:lnTo>
                    <a:pt x="116814" y="39998"/>
                  </a:lnTo>
                  <a:lnTo>
                    <a:pt x="117629" y="38057"/>
                  </a:lnTo>
                  <a:lnTo>
                    <a:pt x="117703" y="37881"/>
                  </a:lnTo>
                  <a:lnTo>
                    <a:pt x="118566" y="35825"/>
                  </a:lnTo>
                  <a:lnTo>
                    <a:pt x="119888" y="32674"/>
                  </a:lnTo>
                  <a:lnTo>
                    <a:pt x="120828" y="30433"/>
                  </a:lnTo>
                  <a:lnTo>
                    <a:pt x="121106" y="29771"/>
                  </a:lnTo>
                  <a:lnTo>
                    <a:pt x="121245" y="29440"/>
                  </a:lnTo>
                  <a:lnTo>
                    <a:pt x="122423" y="30343"/>
                  </a:lnTo>
                  <a:lnTo>
                    <a:pt x="124918" y="32257"/>
                  </a:lnTo>
                  <a:lnTo>
                    <a:pt x="126706" y="33628"/>
                  </a:lnTo>
                  <a:lnTo>
                    <a:pt x="129818" y="39295"/>
                  </a:lnTo>
                  <a:lnTo>
                    <a:pt x="131076" y="41587"/>
                  </a:lnTo>
                  <a:lnTo>
                    <a:pt x="131335" y="42057"/>
                  </a:lnTo>
                  <a:lnTo>
                    <a:pt x="136102" y="50741"/>
                  </a:lnTo>
                  <a:lnTo>
                    <a:pt x="136346" y="51184"/>
                  </a:lnTo>
                  <a:lnTo>
                    <a:pt x="138531" y="55163"/>
                  </a:lnTo>
                  <a:lnTo>
                    <a:pt x="140923" y="59520"/>
                  </a:lnTo>
                  <a:lnTo>
                    <a:pt x="145760" y="69170"/>
                  </a:lnTo>
                  <a:lnTo>
                    <a:pt x="146652" y="70951"/>
                  </a:lnTo>
                  <a:lnTo>
                    <a:pt x="146862" y="71370"/>
                  </a:lnTo>
                  <a:lnTo>
                    <a:pt x="147122" y="72009"/>
                  </a:lnTo>
                  <a:lnTo>
                    <a:pt x="147208" y="72219"/>
                  </a:lnTo>
                  <a:lnTo>
                    <a:pt x="147556" y="73074"/>
                  </a:lnTo>
                  <a:lnTo>
                    <a:pt x="147876" y="73858"/>
                  </a:lnTo>
                  <a:lnTo>
                    <a:pt x="150392" y="80034"/>
                  </a:lnTo>
                  <a:lnTo>
                    <a:pt x="150666" y="80707"/>
                  </a:lnTo>
                  <a:lnTo>
                    <a:pt x="150895" y="81269"/>
                  </a:lnTo>
                  <a:lnTo>
                    <a:pt x="152820" y="85995"/>
                  </a:lnTo>
                  <a:lnTo>
                    <a:pt x="153463" y="87573"/>
                  </a:lnTo>
                  <a:lnTo>
                    <a:pt x="154169" y="89306"/>
                  </a:lnTo>
                  <a:lnTo>
                    <a:pt x="153171" y="89737"/>
                  </a:lnTo>
                  <a:lnTo>
                    <a:pt x="151818" y="90322"/>
                  </a:lnTo>
                  <a:lnTo>
                    <a:pt x="148360" y="91818"/>
                  </a:lnTo>
                  <a:lnTo>
                    <a:pt x="145926" y="92870"/>
                  </a:lnTo>
                  <a:lnTo>
                    <a:pt x="145722" y="92958"/>
                  </a:lnTo>
                  <a:lnTo>
                    <a:pt x="144681" y="93408"/>
                  </a:lnTo>
                  <a:lnTo>
                    <a:pt x="142291" y="94441"/>
                  </a:lnTo>
                  <a:lnTo>
                    <a:pt x="141450" y="94805"/>
                  </a:lnTo>
                  <a:lnTo>
                    <a:pt x="140060" y="95406"/>
                  </a:lnTo>
                  <a:lnTo>
                    <a:pt x="134532" y="97796"/>
                  </a:lnTo>
                  <a:lnTo>
                    <a:pt x="131606" y="99068"/>
                  </a:lnTo>
                  <a:lnTo>
                    <a:pt x="131331" y="99223"/>
                  </a:lnTo>
                  <a:lnTo>
                    <a:pt x="128899" y="100596"/>
                  </a:lnTo>
                  <a:lnTo>
                    <a:pt x="128600" y="100765"/>
                  </a:lnTo>
                  <a:lnTo>
                    <a:pt x="125793" y="102894"/>
                  </a:lnTo>
                  <a:lnTo>
                    <a:pt x="125002" y="103493"/>
                  </a:lnTo>
                  <a:lnTo>
                    <a:pt x="124497" y="104084"/>
                  </a:lnTo>
                  <a:lnTo>
                    <a:pt x="124195" y="104185"/>
                  </a:lnTo>
                  <a:lnTo>
                    <a:pt x="123255" y="104503"/>
                  </a:lnTo>
                  <a:lnTo>
                    <a:pt x="123102" y="104467"/>
                  </a:lnTo>
                  <a:lnTo>
                    <a:pt x="119230" y="103555"/>
                  </a:lnTo>
                  <a:lnTo>
                    <a:pt x="118801" y="103454"/>
                  </a:lnTo>
                  <a:lnTo>
                    <a:pt x="113568" y="102222"/>
                  </a:lnTo>
                  <a:lnTo>
                    <a:pt x="113414" y="102186"/>
                  </a:lnTo>
                  <a:lnTo>
                    <a:pt x="113221" y="102862"/>
                  </a:lnTo>
                  <a:lnTo>
                    <a:pt x="112778" y="104420"/>
                  </a:lnTo>
                  <a:lnTo>
                    <a:pt x="112019" y="107091"/>
                  </a:lnTo>
                  <a:lnTo>
                    <a:pt x="110802" y="111372"/>
                  </a:lnTo>
                  <a:lnTo>
                    <a:pt x="110747" y="111567"/>
                  </a:lnTo>
                  <a:lnTo>
                    <a:pt x="110195" y="113509"/>
                  </a:lnTo>
                  <a:lnTo>
                    <a:pt x="109579" y="115673"/>
                  </a:lnTo>
                  <a:lnTo>
                    <a:pt x="100893" y="115769"/>
                  </a:lnTo>
                  <a:lnTo>
                    <a:pt x="94088" y="115844"/>
                  </a:lnTo>
                  <a:lnTo>
                    <a:pt x="92166" y="115865"/>
                  </a:lnTo>
                  <a:lnTo>
                    <a:pt x="91283" y="115875"/>
                  </a:lnTo>
                  <a:lnTo>
                    <a:pt x="90419" y="115884"/>
                  </a:lnTo>
                  <a:lnTo>
                    <a:pt x="87721" y="115914"/>
                  </a:lnTo>
                  <a:lnTo>
                    <a:pt x="87268" y="115919"/>
                  </a:lnTo>
                  <a:lnTo>
                    <a:pt x="81604" y="115981"/>
                  </a:lnTo>
                  <a:lnTo>
                    <a:pt x="80845" y="115990"/>
                  </a:lnTo>
                  <a:lnTo>
                    <a:pt x="80298" y="116004"/>
                  </a:lnTo>
                  <a:lnTo>
                    <a:pt x="73472" y="116177"/>
                  </a:lnTo>
                  <a:lnTo>
                    <a:pt x="72696" y="116197"/>
                  </a:lnTo>
                  <a:lnTo>
                    <a:pt x="69003" y="116291"/>
                  </a:lnTo>
                  <a:lnTo>
                    <a:pt x="68586" y="116311"/>
                  </a:lnTo>
                  <a:lnTo>
                    <a:pt x="68217" y="116330"/>
                  </a:lnTo>
                  <a:lnTo>
                    <a:pt x="67611" y="116360"/>
                  </a:lnTo>
                  <a:lnTo>
                    <a:pt x="66796" y="116400"/>
                  </a:lnTo>
                  <a:lnTo>
                    <a:pt x="58005" y="117179"/>
                  </a:lnTo>
                  <a:lnTo>
                    <a:pt x="57778" y="117191"/>
                  </a:lnTo>
                  <a:lnTo>
                    <a:pt x="57729" y="116460"/>
                  </a:lnTo>
                  <a:lnTo>
                    <a:pt x="57535" y="113536"/>
                  </a:lnTo>
                  <a:lnTo>
                    <a:pt x="57328" y="110409"/>
                  </a:lnTo>
                  <a:lnTo>
                    <a:pt x="57270" y="109537"/>
                  </a:lnTo>
                  <a:lnTo>
                    <a:pt x="57280" y="108707"/>
                  </a:lnTo>
                  <a:lnTo>
                    <a:pt x="57315" y="105934"/>
                  </a:lnTo>
                  <a:lnTo>
                    <a:pt x="57318" y="105714"/>
                  </a:lnTo>
                  <a:lnTo>
                    <a:pt x="56828" y="103991"/>
                  </a:lnTo>
                  <a:lnTo>
                    <a:pt x="55948" y="102755"/>
                  </a:lnTo>
                  <a:lnTo>
                    <a:pt x="51642" y="97550"/>
                  </a:lnTo>
                  <a:lnTo>
                    <a:pt x="51046" y="96830"/>
                  </a:lnTo>
                  <a:lnTo>
                    <a:pt x="50664" y="96368"/>
                  </a:lnTo>
                  <a:lnTo>
                    <a:pt x="50215" y="95942"/>
                  </a:lnTo>
                  <a:lnTo>
                    <a:pt x="49827" y="96257"/>
                  </a:lnTo>
                  <a:lnTo>
                    <a:pt x="49084" y="96862"/>
                  </a:lnTo>
                  <a:lnTo>
                    <a:pt x="48210" y="97573"/>
                  </a:lnTo>
                  <a:lnTo>
                    <a:pt x="48080" y="97452"/>
                  </a:lnTo>
                  <a:lnTo>
                    <a:pt x="45960" y="95600"/>
                  </a:lnTo>
                  <a:lnTo>
                    <a:pt x="45385" y="95162"/>
                  </a:lnTo>
                  <a:lnTo>
                    <a:pt x="44524" y="94614"/>
                  </a:lnTo>
                  <a:lnTo>
                    <a:pt x="43940" y="94341"/>
                  </a:lnTo>
                  <a:lnTo>
                    <a:pt x="43683" y="94317"/>
                  </a:lnTo>
                  <a:lnTo>
                    <a:pt x="43283" y="94279"/>
                  </a:lnTo>
                  <a:lnTo>
                    <a:pt x="42484" y="94252"/>
                  </a:lnTo>
                  <a:lnTo>
                    <a:pt x="41938" y="94342"/>
                  </a:lnTo>
                  <a:lnTo>
                    <a:pt x="40986" y="94508"/>
                  </a:lnTo>
                  <a:lnTo>
                    <a:pt x="39375" y="94953"/>
                  </a:lnTo>
                  <a:lnTo>
                    <a:pt x="38371" y="95701"/>
                  </a:lnTo>
                  <a:lnTo>
                    <a:pt x="38173" y="95848"/>
                  </a:lnTo>
                  <a:lnTo>
                    <a:pt x="37874" y="96358"/>
                  </a:lnTo>
                  <a:lnTo>
                    <a:pt x="39176" y="97877"/>
                  </a:lnTo>
                  <a:lnTo>
                    <a:pt x="39943" y="98772"/>
                  </a:lnTo>
                  <a:lnTo>
                    <a:pt x="40428" y="99356"/>
                  </a:lnTo>
                  <a:lnTo>
                    <a:pt x="41079" y="100494"/>
                  </a:lnTo>
                  <a:lnTo>
                    <a:pt x="40733" y="101116"/>
                  </a:lnTo>
                  <a:lnTo>
                    <a:pt x="38756" y="102421"/>
                  </a:lnTo>
                  <a:lnTo>
                    <a:pt x="39491" y="103858"/>
                  </a:lnTo>
                  <a:lnTo>
                    <a:pt x="39307" y="104030"/>
                  </a:lnTo>
                  <a:lnTo>
                    <a:pt x="39677" y="104889"/>
                  </a:lnTo>
                  <a:lnTo>
                    <a:pt x="39549" y="105981"/>
                  </a:lnTo>
                  <a:lnTo>
                    <a:pt x="38936" y="106207"/>
                  </a:lnTo>
                  <a:lnTo>
                    <a:pt x="37467" y="106749"/>
                  </a:lnTo>
                  <a:lnTo>
                    <a:pt x="21522" y="99066"/>
                  </a:lnTo>
                  <a:lnTo>
                    <a:pt x="24527" y="93426"/>
                  </a:lnTo>
                  <a:lnTo>
                    <a:pt x="24702" y="93099"/>
                  </a:lnTo>
                  <a:lnTo>
                    <a:pt x="18569" y="88694"/>
                  </a:lnTo>
                  <a:lnTo>
                    <a:pt x="18653" y="88529"/>
                  </a:lnTo>
                  <a:lnTo>
                    <a:pt x="18744" y="88352"/>
                  </a:lnTo>
                  <a:lnTo>
                    <a:pt x="22848" y="83498"/>
                  </a:lnTo>
                  <a:lnTo>
                    <a:pt x="20720" y="75225"/>
                  </a:lnTo>
                  <a:lnTo>
                    <a:pt x="9777" y="67497"/>
                  </a:lnTo>
                  <a:lnTo>
                    <a:pt x="7004" y="60428"/>
                  </a:lnTo>
                  <a:lnTo>
                    <a:pt x="1967" y="63127"/>
                  </a:lnTo>
                  <a:lnTo>
                    <a:pt x="316" y="59651"/>
                  </a:lnTo>
                  <a:lnTo>
                    <a:pt x="1465" y="58717"/>
                  </a:lnTo>
                  <a:lnTo>
                    <a:pt x="2178" y="58137"/>
                  </a:lnTo>
                  <a:lnTo>
                    <a:pt x="0" y="53198"/>
                  </a:lnTo>
                  <a:lnTo>
                    <a:pt x="3090" y="51146"/>
                  </a:lnTo>
                  <a:lnTo>
                    <a:pt x="1988" y="49088"/>
                  </a:lnTo>
                  <a:lnTo>
                    <a:pt x="15553" y="39922"/>
                  </a:lnTo>
                  <a:lnTo>
                    <a:pt x="17225" y="42718"/>
                  </a:lnTo>
                  <a:lnTo>
                    <a:pt x="18858" y="40077"/>
                  </a:lnTo>
                  <a:lnTo>
                    <a:pt x="28319" y="34640"/>
                  </a:lnTo>
                  <a:lnTo>
                    <a:pt x="28395" y="31921"/>
                  </a:lnTo>
                  <a:lnTo>
                    <a:pt x="20036" y="32154"/>
                  </a:lnTo>
                  <a:lnTo>
                    <a:pt x="20986" y="27649"/>
                  </a:lnTo>
                  <a:lnTo>
                    <a:pt x="30143" y="27455"/>
                  </a:lnTo>
                  <a:lnTo>
                    <a:pt x="30295" y="23571"/>
                  </a:lnTo>
                  <a:lnTo>
                    <a:pt x="24824" y="21901"/>
                  </a:lnTo>
                  <a:lnTo>
                    <a:pt x="25432" y="17629"/>
                  </a:lnTo>
                  <a:lnTo>
                    <a:pt x="32727" y="18212"/>
                  </a:lnTo>
                  <a:lnTo>
                    <a:pt x="32727" y="15338"/>
                  </a:lnTo>
                  <a:lnTo>
                    <a:pt x="18212" y="17785"/>
                  </a:lnTo>
                  <a:lnTo>
                    <a:pt x="18347" y="12740"/>
                  </a:lnTo>
                  <a:lnTo>
                    <a:pt x="19557" y="11932"/>
                  </a:lnTo>
                  <a:lnTo>
                    <a:pt x="20773" y="11119"/>
                  </a:lnTo>
                  <a:lnTo>
                    <a:pt x="22112" y="10224"/>
                  </a:lnTo>
                  <a:lnTo>
                    <a:pt x="22998" y="9632"/>
                  </a:lnTo>
                  <a:lnTo>
                    <a:pt x="26364" y="8560"/>
                  </a:lnTo>
                  <a:lnTo>
                    <a:pt x="27479" y="8206"/>
                  </a:lnTo>
                  <a:lnTo>
                    <a:pt x="27786" y="8108"/>
                  </a:lnTo>
                  <a:lnTo>
                    <a:pt x="27986" y="8023"/>
                  </a:lnTo>
                  <a:lnTo>
                    <a:pt x="28528" y="7791"/>
                  </a:lnTo>
                  <a:lnTo>
                    <a:pt x="31394" y="6567"/>
                  </a:lnTo>
                  <a:lnTo>
                    <a:pt x="32600" y="6052"/>
                  </a:lnTo>
                  <a:lnTo>
                    <a:pt x="32857" y="3442"/>
                  </a:lnTo>
                  <a:lnTo>
                    <a:pt x="33173" y="3562"/>
                  </a:lnTo>
                  <a:lnTo>
                    <a:pt x="33364" y="3573"/>
                  </a:lnTo>
                  <a:lnTo>
                    <a:pt x="36637" y="3764"/>
                  </a:lnTo>
                  <a:lnTo>
                    <a:pt x="38271" y="3803"/>
                  </a:lnTo>
                  <a:lnTo>
                    <a:pt x="40005" y="4219"/>
                  </a:lnTo>
                  <a:lnTo>
                    <a:pt x="41528" y="4585"/>
                  </a:lnTo>
                  <a:lnTo>
                    <a:pt x="42034" y="4719"/>
                  </a:lnTo>
                  <a:lnTo>
                    <a:pt x="42878" y="4943"/>
                  </a:lnTo>
                  <a:lnTo>
                    <a:pt x="43304" y="5056"/>
                  </a:lnTo>
                  <a:lnTo>
                    <a:pt x="43739" y="5171"/>
                  </a:lnTo>
                  <a:lnTo>
                    <a:pt x="43932" y="5222"/>
                  </a:lnTo>
                  <a:lnTo>
                    <a:pt x="44302" y="5320"/>
                  </a:lnTo>
                  <a:lnTo>
                    <a:pt x="45114" y="5535"/>
                  </a:lnTo>
                  <a:lnTo>
                    <a:pt x="45616" y="2698"/>
                  </a:lnTo>
                  <a:lnTo>
                    <a:pt x="45748" y="1955"/>
                  </a:lnTo>
                  <a:lnTo>
                    <a:pt x="46061" y="189"/>
                  </a:lnTo>
                  <a:lnTo>
                    <a:pt x="46091" y="19"/>
                  </a:lnTo>
                  <a:lnTo>
                    <a:pt x="46436" y="0"/>
                  </a:lnTo>
                  <a:lnTo>
                    <a:pt x="47181" y="159"/>
                  </a:lnTo>
                  <a:lnTo>
                    <a:pt x="47345" y="195"/>
                  </a:lnTo>
                  <a:lnTo>
                    <a:pt x="47651" y="260"/>
                  </a:lnTo>
                  <a:lnTo>
                    <a:pt x="47792" y="291"/>
                  </a:lnTo>
                  <a:lnTo>
                    <a:pt x="48713" y="488"/>
                  </a:lnTo>
                  <a:lnTo>
                    <a:pt x="51972" y="1188"/>
                  </a:lnTo>
                  <a:lnTo>
                    <a:pt x="52440" y="1288"/>
                  </a:lnTo>
                  <a:lnTo>
                    <a:pt x="52706" y="1412"/>
                  </a:lnTo>
                  <a:lnTo>
                    <a:pt x="55193" y="2569"/>
                  </a:lnTo>
                  <a:lnTo>
                    <a:pt x="55127" y="2697"/>
                  </a:lnTo>
                  <a:lnTo>
                    <a:pt x="54642" y="3633"/>
                  </a:lnTo>
                  <a:lnTo>
                    <a:pt x="54238" y="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965646" y="4681995"/>
              <a:ext cx="219052" cy="86917"/>
            </a:xfrm>
            <a:custGeom>
              <a:avLst/>
              <a:pathLst>
                <a:path w="219052" h="86917">
                  <a:moveTo>
                    <a:pt x="173195" y="13461"/>
                  </a:moveTo>
                  <a:lnTo>
                    <a:pt x="175438" y="14720"/>
                  </a:lnTo>
                  <a:lnTo>
                    <a:pt x="192421" y="13964"/>
                  </a:lnTo>
                  <a:lnTo>
                    <a:pt x="202576" y="13341"/>
                  </a:lnTo>
                  <a:lnTo>
                    <a:pt x="215426" y="12558"/>
                  </a:lnTo>
                  <a:lnTo>
                    <a:pt x="215761" y="19416"/>
                  </a:lnTo>
                  <a:lnTo>
                    <a:pt x="215789" y="19975"/>
                  </a:lnTo>
                  <a:lnTo>
                    <a:pt x="215932" y="22538"/>
                  </a:lnTo>
                  <a:lnTo>
                    <a:pt x="216627" y="35011"/>
                  </a:lnTo>
                  <a:lnTo>
                    <a:pt x="216940" y="38861"/>
                  </a:lnTo>
                  <a:lnTo>
                    <a:pt x="216957" y="39079"/>
                  </a:lnTo>
                  <a:lnTo>
                    <a:pt x="217089" y="40701"/>
                  </a:lnTo>
                  <a:lnTo>
                    <a:pt x="217621" y="47254"/>
                  </a:lnTo>
                  <a:lnTo>
                    <a:pt x="217692" y="48128"/>
                  </a:lnTo>
                  <a:lnTo>
                    <a:pt x="218813" y="48169"/>
                  </a:lnTo>
                  <a:lnTo>
                    <a:pt x="219052" y="48181"/>
                  </a:lnTo>
                  <a:lnTo>
                    <a:pt x="218862" y="48658"/>
                  </a:lnTo>
                  <a:lnTo>
                    <a:pt x="218423" y="49761"/>
                  </a:lnTo>
                  <a:lnTo>
                    <a:pt x="217668" y="51660"/>
                  </a:lnTo>
                  <a:lnTo>
                    <a:pt x="216162" y="55448"/>
                  </a:lnTo>
                  <a:lnTo>
                    <a:pt x="215839" y="56259"/>
                  </a:lnTo>
                  <a:lnTo>
                    <a:pt x="215154" y="57981"/>
                  </a:lnTo>
                  <a:lnTo>
                    <a:pt x="214473" y="59694"/>
                  </a:lnTo>
                  <a:lnTo>
                    <a:pt x="214302" y="60125"/>
                  </a:lnTo>
                  <a:lnTo>
                    <a:pt x="214239" y="60283"/>
                  </a:lnTo>
                  <a:lnTo>
                    <a:pt x="213989" y="60912"/>
                  </a:lnTo>
                  <a:lnTo>
                    <a:pt x="213913" y="61103"/>
                  </a:lnTo>
                  <a:lnTo>
                    <a:pt x="211259" y="67769"/>
                  </a:lnTo>
                  <a:lnTo>
                    <a:pt x="211179" y="67960"/>
                  </a:lnTo>
                  <a:lnTo>
                    <a:pt x="210901" y="68622"/>
                  </a:lnTo>
                  <a:lnTo>
                    <a:pt x="209961" y="70863"/>
                  </a:lnTo>
                  <a:lnTo>
                    <a:pt x="208638" y="74014"/>
                  </a:lnTo>
                  <a:lnTo>
                    <a:pt x="207775" y="76070"/>
                  </a:lnTo>
                  <a:lnTo>
                    <a:pt x="207701" y="76246"/>
                  </a:lnTo>
                  <a:lnTo>
                    <a:pt x="206887" y="78187"/>
                  </a:lnTo>
                  <a:lnTo>
                    <a:pt x="206242" y="79723"/>
                  </a:lnTo>
                  <a:lnTo>
                    <a:pt x="205993" y="80319"/>
                  </a:lnTo>
                  <a:lnTo>
                    <a:pt x="204734" y="83319"/>
                  </a:lnTo>
                  <a:lnTo>
                    <a:pt x="204183" y="84632"/>
                  </a:lnTo>
                  <a:lnTo>
                    <a:pt x="203780" y="85591"/>
                  </a:lnTo>
                  <a:lnTo>
                    <a:pt x="203589" y="86047"/>
                  </a:lnTo>
                  <a:lnTo>
                    <a:pt x="203427" y="86432"/>
                  </a:lnTo>
                  <a:lnTo>
                    <a:pt x="203142" y="86917"/>
                  </a:lnTo>
                  <a:lnTo>
                    <a:pt x="202705" y="86733"/>
                  </a:lnTo>
                  <a:lnTo>
                    <a:pt x="201703" y="86313"/>
                  </a:lnTo>
                  <a:lnTo>
                    <a:pt x="201313" y="86150"/>
                  </a:lnTo>
                  <a:lnTo>
                    <a:pt x="194252" y="83186"/>
                  </a:lnTo>
                  <a:lnTo>
                    <a:pt x="190335" y="81542"/>
                  </a:lnTo>
                  <a:lnTo>
                    <a:pt x="187958" y="80545"/>
                  </a:lnTo>
                  <a:lnTo>
                    <a:pt x="187545" y="80371"/>
                  </a:lnTo>
                  <a:lnTo>
                    <a:pt x="181368" y="77779"/>
                  </a:lnTo>
                  <a:lnTo>
                    <a:pt x="180746" y="77518"/>
                  </a:lnTo>
                  <a:lnTo>
                    <a:pt x="180337" y="77346"/>
                  </a:lnTo>
                  <a:lnTo>
                    <a:pt x="178869" y="76730"/>
                  </a:lnTo>
                  <a:lnTo>
                    <a:pt x="173605" y="74521"/>
                  </a:lnTo>
                  <a:lnTo>
                    <a:pt x="171236" y="73526"/>
                  </a:lnTo>
                  <a:lnTo>
                    <a:pt x="169694" y="72453"/>
                  </a:lnTo>
                  <a:lnTo>
                    <a:pt x="169404" y="72251"/>
                  </a:lnTo>
                  <a:lnTo>
                    <a:pt x="169246" y="72003"/>
                  </a:lnTo>
                  <a:lnTo>
                    <a:pt x="169427" y="71558"/>
                  </a:lnTo>
                  <a:lnTo>
                    <a:pt x="169174" y="70958"/>
                  </a:lnTo>
                  <a:lnTo>
                    <a:pt x="168686" y="70191"/>
                  </a:lnTo>
                  <a:lnTo>
                    <a:pt x="168602" y="69174"/>
                  </a:lnTo>
                  <a:lnTo>
                    <a:pt x="168516" y="68144"/>
                  </a:lnTo>
                  <a:lnTo>
                    <a:pt x="168406" y="66815"/>
                  </a:lnTo>
                  <a:lnTo>
                    <a:pt x="168369" y="66373"/>
                  </a:lnTo>
                  <a:lnTo>
                    <a:pt x="152736" y="67819"/>
                  </a:lnTo>
                  <a:lnTo>
                    <a:pt x="150056" y="67982"/>
                  </a:lnTo>
                  <a:lnTo>
                    <a:pt x="144075" y="68345"/>
                  </a:lnTo>
                  <a:lnTo>
                    <a:pt x="143891" y="65291"/>
                  </a:lnTo>
                  <a:lnTo>
                    <a:pt x="143751" y="62973"/>
                  </a:lnTo>
                  <a:lnTo>
                    <a:pt x="143635" y="61050"/>
                  </a:lnTo>
                  <a:lnTo>
                    <a:pt x="143639" y="60771"/>
                  </a:lnTo>
                  <a:lnTo>
                    <a:pt x="143647" y="60241"/>
                  </a:lnTo>
                  <a:lnTo>
                    <a:pt x="143658" y="59958"/>
                  </a:lnTo>
                  <a:lnTo>
                    <a:pt x="144016" y="59953"/>
                  </a:lnTo>
                  <a:lnTo>
                    <a:pt x="147827" y="59906"/>
                  </a:lnTo>
                  <a:lnTo>
                    <a:pt x="147826" y="59344"/>
                  </a:lnTo>
                  <a:lnTo>
                    <a:pt x="147826" y="59152"/>
                  </a:lnTo>
                  <a:lnTo>
                    <a:pt x="147824" y="58259"/>
                  </a:lnTo>
                  <a:lnTo>
                    <a:pt x="147822" y="57403"/>
                  </a:lnTo>
                  <a:lnTo>
                    <a:pt x="147819" y="56280"/>
                  </a:lnTo>
                  <a:lnTo>
                    <a:pt x="147816" y="54922"/>
                  </a:lnTo>
                  <a:lnTo>
                    <a:pt x="147815" y="54581"/>
                  </a:lnTo>
                  <a:lnTo>
                    <a:pt x="147814" y="53958"/>
                  </a:lnTo>
                  <a:lnTo>
                    <a:pt x="148649" y="53657"/>
                  </a:lnTo>
                  <a:lnTo>
                    <a:pt x="149300" y="53422"/>
                  </a:lnTo>
                  <a:lnTo>
                    <a:pt x="149278" y="53239"/>
                  </a:lnTo>
                  <a:lnTo>
                    <a:pt x="149255" y="53056"/>
                  </a:lnTo>
                  <a:lnTo>
                    <a:pt x="149218" y="52749"/>
                  </a:lnTo>
                  <a:lnTo>
                    <a:pt x="149038" y="51287"/>
                  </a:lnTo>
                  <a:lnTo>
                    <a:pt x="148946" y="50485"/>
                  </a:lnTo>
                  <a:lnTo>
                    <a:pt x="149099" y="48699"/>
                  </a:lnTo>
                  <a:lnTo>
                    <a:pt x="149142" y="48200"/>
                  </a:lnTo>
                  <a:lnTo>
                    <a:pt x="149046" y="47974"/>
                  </a:lnTo>
                  <a:lnTo>
                    <a:pt x="147765" y="44954"/>
                  </a:lnTo>
                  <a:lnTo>
                    <a:pt x="146618" y="44492"/>
                  </a:lnTo>
                  <a:lnTo>
                    <a:pt x="143900" y="43398"/>
                  </a:lnTo>
                  <a:lnTo>
                    <a:pt x="144311" y="42604"/>
                  </a:lnTo>
                  <a:lnTo>
                    <a:pt x="144715" y="41822"/>
                  </a:lnTo>
                  <a:lnTo>
                    <a:pt x="145199" y="40886"/>
                  </a:lnTo>
                  <a:lnTo>
                    <a:pt x="145236" y="40745"/>
                  </a:lnTo>
                  <a:lnTo>
                    <a:pt x="142779" y="39601"/>
                  </a:lnTo>
                  <a:lnTo>
                    <a:pt x="142512" y="39477"/>
                  </a:lnTo>
                  <a:lnTo>
                    <a:pt x="142045" y="39377"/>
                  </a:lnTo>
                  <a:lnTo>
                    <a:pt x="138786" y="38677"/>
                  </a:lnTo>
                  <a:lnTo>
                    <a:pt x="137865" y="38480"/>
                  </a:lnTo>
                  <a:lnTo>
                    <a:pt x="137724" y="38449"/>
                  </a:lnTo>
                  <a:lnTo>
                    <a:pt x="137417" y="38384"/>
                  </a:lnTo>
                  <a:lnTo>
                    <a:pt x="137253" y="38348"/>
                  </a:lnTo>
                  <a:lnTo>
                    <a:pt x="136509" y="38189"/>
                  </a:lnTo>
                  <a:lnTo>
                    <a:pt x="136164" y="38208"/>
                  </a:lnTo>
                  <a:lnTo>
                    <a:pt x="136114" y="38489"/>
                  </a:lnTo>
                  <a:lnTo>
                    <a:pt x="135821" y="40144"/>
                  </a:lnTo>
                  <a:lnTo>
                    <a:pt x="135689" y="40887"/>
                  </a:lnTo>
                  <a:lnTo>
                    <a:pt x="135186" y="43724"/>
                  </a:lnTo>
                  <a:lnTo>
                    <a:pt x="134375" y="43509"/>
                  </a:lnTo>
                  <a:lnTo>
                    <a:pt x="134004" y="43411"/>
                  </a:lnTo>
                  <a:lnTo>
                    <a:pt x="133811" y="43360"/>
                  </a:lnTo>
                  <a:lnTo>
                    <a:pt x="133377" y="43245"/>
                  </a:lnTo>
                  <a:lnTo>
                    <a:pt x="132951" y="43132"/>
                  </a:lnTo>
                  <a:lnTo>
                    <a:pt x="132106" y="42908"/>
                  </a:lnTo>
                  <a:lnTo>
                    <a:pt x="131601" y="42774"/>
                  </a:lnTo>
                  <a:lnTo>
                    <a:pt x="130077" y="42408"/>
                  </a:lnTo>
                  <a:lnTo>
                    <a:pt x="128343" y="41992"/>
                  </a:lnTo>
                  <a:lnTo>
                    <a:pt x="126710" y="41953"/>
                  </a:lnTo>
                  <a:lnTo>
                    <a:pt x="123437" y="41762"/>
                  </a:lnTo>
                  <a:lnTo>
                    <a:pt x="123214" y="41749"/>
                  </a:lnTo>
                  <a:lnTo>
                    <a:pt x="122930" y="41631"/>
                  </a:lnTo>
                  <a:lnTo>
                    <a:pt x="122673" y="44241"/>
                  </a:lnTo>
                  <a:lnTo>
                    <a:pt x="121258" y="44845"/>
                  </a:lnTo>
                  <a:lnTo>
                    <a:pt x="118412" y="46061"/>
                  </a:lnTo>
                  <a:lnTo>
                    <a:pt x="118060" y="46233"/>
                  </a:lnTo>
                  <a:lnTo>
                    <a:pt x="117858" y="46297"/>
                  </a:lnTo>
                  <a:lnTo>
                    <a:pt x="117551" y="46395"/>
                  </a:lnTo>
                  <a:lnTo>
                    <a:pt x="116436" y="46749"/>
                  </a:lnTo>
                  <a:lnTo>
                    <a:pt x="113070" y="47821"/>
                  </a:lnTo>
                  <a:lnTo>
                    <a:pt x="112184" y="48413"/>
                  </a:lnTo>
                  <a:lnTo>
                    <a:pt x="110845" y="49308"/>
                  </a:lnTo>
                  <a:lnTo>
                    <a:pt x="109619" y="50128"/>
                  </a:lnTo>
                  <a:lnTo>
                    <a:pt x="108420" y="50929"/>
                  </a:lnTo>
                  <a:lnTo>
                    <a:pt x="106488" y="52221"/>
                  </a:lnTo>
                  <a:lnTo>
                    <a:pt x="106289" y="52354"/>
                  </a:lnTo>
                  <a:lnTo>
                    <a:pt x="106011" y="52540"/>
                  </a:lnTo>
                  <a:lnTo>
                    <a:pt x="105033" y="53193"/>
                  </a:lnTo>
                  <a:lnTo>
                    <a:pt x="104728" y="53397"/>
                  </a:lnTo>
                  <a:lnTo>
                    <a:pt x="104476" y="53399"/>
                  </a:lnTo>
                  <a:lnTo>
                    <a:pt x="103443" y="53407"/>
                  </a:lnTo>
                  <a:lnTo>
                    <a:pt x="101544" y="51624"/>
                  </a:lnTo>
                  <a:lnTo>
                    <a:pt x="95370" y="47837"/>
                  </a:lnTo>
                  <a:lnTo>
                    <a:pt x="92710" y="51915"/>
                  </a:lnTo>
                  <a:lnTo>
                    <a:pt x="82071" y="47546"/>
                  </a:lnTo>
                  <a:lnTo>
                    <a:pt x="48064" y="52303"/>
                  </a:lnTo>
                  <a:lnTo>
                    <a:pt x="44740" y="42594"/>
                  </a:lnTo>
                  <a:lnTo>
                    <a:pt x="51389" y="41623"/>
                  </a:lnTo>
                  <a:lnTo>
                    <a:pt x="51104" y="37448"/>
                  </a:lnTo>
                  <a:lnTo>
                    <a:pt x="43410" y="37933"/>
                  </a:lnTo>
                  <a:lnTo>
                    <a:pt x="21182" y="31331"/>
                  </a:lnTo>
                  <a:lnTo>
                    <a:pt x="22227" y="25505"/>
                  </a:lnTo>
                  <a:lnTo>
                    <a:pt x="0" y="18612"/>
                  </a:lnTo>
                  <a:lnTo>
                    <a:pt x="4195" y="7931"/>
                  </a:lnTo>
                  <a:lnTo>
                    <a:pt x="20897" y="11233"/>
                  </a:lnTo>
                  <a:lnTo>
                    <a:pt x="23462" y="15893"/>
                  </a:lnTo>
                  <a:lnTo>
                    <a:pt x="39135" y="16573"/>
                  </a:lnTo>
                  <a:lnTo>
                    <a:pt x="41510" y="21622"/>
                  </a:lnTo>
                  <a:lnTo>
                    <a:pt x="48349" y="23758"/>
                  </a:lnTo>
                  <a:lnTo>
                    <a:pt x="49679" y="22884"/>
                  </a:lnTo>
                  <a:lnTo>
                    <a:pt x="48634" y="20457"/>
                  </a:lnTo>
                  <a:lnTo>
                    <a:pt x="79601" y="11136"/>
                  </a:lnTo>
                  <a:lnTo>
                    <a:pt x="80741" y="12786"/>
                  </a:lnTo>
                  <a:lnTo>
                    <a:pt x="86820" y="10456"/>
                  </a:lnTo>
                  <a:lnTo>
                    <a:pt x="87139" y="8171"/>
                  </a:lnTo>
                  <a:lnTo>
                    <a:pt x="87279" y="8140"/>
                  </a:lnTo>
                  <a:lnTo>
                    <a:pt x="87560" y="8077"/>
                  </a:lnTo>
                  <a:lnTo>
                    <a:pt x="87937" y="7992"/>
                  </a:lnTo>
                  <a:lnTo>
                    <a:pt x="88170" y="8066"/>
                  </a:lnTo>
                  <a:lnTo>
                    <a:pt x="88662" y="8223"/>
                  </a:lnTo>
                  <a:lnTo>
                    <a:pt x="90192" y="8711"/>
                  </a:lnTo>
                  <a:lnTo>
                    <a:pt x="90828" y="8914"/>
                  </a:lnTo>
                  <a:lnTo>
                    <a:pt x="91147" y="9015"/>
                  </a:lnTo>
                  <a:lnTo>
                    <a:pt x="92076" y="9590"/>
                  </a:lnTo>
                  <a:lnTo>
                    <a:pt x="92642" y="10075"/>
                  </a:lnTo>
                  <a:lnTo>
                    <a:pt x="94233" y="11457"/>
                  </a:lnTo>
                  <a:lnTo>
                    <a:pt x="95164" y="12435"/>
                  </a:lnTo>
                  <a:lnTo>
                    <a:pt x="95440" y="12725"/>
                  </a:lnTo>
                  <a:lnTo>
                    <a:pt x="95771" y="13072"/>
                  </a:lnTo>
                  <a:lnTo>
                    <a:pt x="96583" y="13925"/>
                  </a:lnTo>
                  <a:lnTo>
                    <a:pt x="97065" y="13524"/>
                  </a:lnTo>
                  <a:lnTo>
                    <a:pt x="98029" y="12725"/>
                  </a:lnTo>
                  <a:lnTo>
                    <a:pt x="98267" y="12527"/>
                  </a:lnTo>
                  <a:lnTo>
                    <a:pt x="98425" y="12397"/>
                  </a:lnTo>
                  <a:lnTo>
                    <a:pt x="98670" y="12759"/>
                  </a:lnTo>
                  <a:lnTo>
                    <a:pt x="99636" y="14184"/>
                  </a:lnTo>
                  <a:lnTo>
                    <a:pt x="100148" y="14939"/>
                  </a:lnTo>
                  <a:lnTo>
                    <a:pt x="100538" y="15515"/>
                  </a:lnTo>
                  <a:lnTo>
                    <a:pt x="100860" y="15463"/>
                  </a:lnTo>
                  <a:lnTo>
                    <a:pt x="102090" y="15264"/>
                  </a:lnTo>
                  <a:lnTo>
                    <a:pt x="104591" y="14860"/>
                  </a:lnTo>
                  <a:lnTo>
                    <a:pt x="105107" y="14776"/>
                  </a:lnTo>
                  <a:lnTo>
                    <a:pt x="107618" y="14370"/>
                  </a:lnTo>
                  <a:lnTo>
                    <a:pt x="108152" y="14284"/>
                  </a:lnTo>
                  <a:lnTo>
                    <a:pt x="109382" y="14085"/>
                  </a:lnTo>
                  <a:lnTo>
                    <a:pt x="112889" y="13518"/>
                  </a:lnTo>
                  <a:lnTo>
                    <a:pt x="113417" y="13433"/>
                  </a:lnTo>
                  <a:lnTo>
                    <a:pt x="114793" y="13211"/>
                  </a:lnTo>
                  <a:lnTo>
                    <a:pt x="117133" y="12493"/>
                  </a:lnTo>
                  <a:lnTo>
                    <a:pt x="119755" y="11688"/>
                  </a:lnTo>
                  <a:lnTo>
                    <a:pt x="120244" y="11538"/>
                  </a:lnTo>
                  <a:lnTo>
                    <a:pt x="120597" y="11430"/>
                  </a:lnTo>
                  <a:lnTo>
                    <a:pt x="120873" y="11133"/>
                  </a:lnTo>
                  <a:lnTo>
                    <a:pt x="121152" y="10833"/>
                  </a:lnTo>
                  <a:lnTo>
                    <a:pt x="121430" y="10534"/>
                  </a:lnTo>
                  <a:lnTo>
                    <a:pt x="122492" y="9392"/>
                  </a:lnTo>
                  <a:lnTo>
                    <a:pt x="122681" y="9189"/>
                  </a:lnTo>
                  <a:lnTo>
                    <a:pt x="124066" y="7700"/>
                  </a:lnTo>
                  <a:lnTo>
                    <a:pt x="124970" y="6728"/>
                  </a:lnTo>
                  <a:lnTo>
                    <a:pt x="126082" y="5532"/>
                  </a:lnTo>
                  <a:lnTo>
                    <a:pt x="126594" y="5432"/>
                  </a:lnTo>
                  <a:lnTo>
                    <a:pt x="133529" y="4959"/>
                  </a:lnTo>
                  <a:lnTo>
                    <a:pt x="141469" y="4418"/>
                  </a:lnTo>
                  <a:lnTo>
                    <a:pt x="141625" y="4408"/>
                  </a:lnTo>
                  <a:lnTo>
                    <a:pt x="141242" y="318"/>
                  </a:lnTo>
                  <a:lnTo>
                    <a:pt x="148393" y="0"/>
                  </a:lnTo>
                  <a:lnTo>
                    <a:pt x="149913" y="388"/>
                  </a:lnTo>
                  <a:lnTo>
                    <a:pt x="153578" y="2446"/>
                  </a:lnTo>
                  <a:lnTo>
                    <a:pt x="153801" y="2571"/>
                  </a:lnTo>
                  <a:lnTo>
                    <a:pt x="160102" y="6109"/>
                  </a:lnTo>
                  <a:lnTo>
                    <a:pt x="166267" y="9571"/>
                  </a:lnTo>
                  <a:lnTo>
                    <a:pt x="166549" y="9729"/>
                  </a:lnTo>
                  <a:lnTo>
                    <a:pt x="166698" y="9813"/>
                  </a:lnTo>
                  <a:lnTo>
                    <a:pt x="170862" y="12151"/>
                  </a:lnTo>
                  <a:lnTo>
                    <a:pt x="171693" y="12617"/>
                  </a:lnTo>
                  <a:lnTo>
                    <a:pt x="172934" y="1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2042684" y="4808878"/>
              <a:ext cx="203973" cy="126871"/>
            </a:xfrm>
            <a:custGeom>
              <a:avLst/>
              <a:pathLst>
                <a:path w="203973" h="126871">
                  <a:moveTo>
                    <a:pt x="34557" y="10372"/>
                  </a:moveTo>
                  <a:lnTo>
                    <a:pt x="50501" y="18054"/>
                  </a:lnTo>
                  <a:lnTo>
                    <a:pt x="51971" y="17513"/>
                  </a:lnTo>
                  <a:lnTo>
                    <a:pt x="52584" y="17287"/>
                  </a:lnTo>
                  <a:lnTo>
                    <a:pt x="52712" y="16195"/>
                  </a:lnTo>
                  <a:lnTo>
                    <a:pt x="52341" y="15335"/>
                  </a:lnTo>
                  <a:lnTo>
                    <a:pt x="52526" y="15164"/>
                  </a:lnTo>
                  <a:lnTo>
                    <a:pt x="51791" y="13727"/>
                  </a:lnTo>
                  <a:lnTo>
                    <a:pt x="53768" y="12421"/>
                  </a:lnTo>
                  <a:lnTo>
                    <a:pt x="54114" y="11800"/>
                  </a:lnTo>
                  <a:lnTo>
                    <a:pt x="53430" y="10605"/>
                  </a:lnTo>
                  <a:lnTo>
                    <a:pt x="52978" y="10077"/>
                  </a:lnTo>
                  <a:lnTo>
                    <a:pt x="52211" y="9183"/>
                  </a:lnTo>
                  <a:lnTo>
                    <a:pt x="50937" y="7615"/>
                  </a:lnTo>
                  <a:lnTo>
                    <a:pt x="51208" y="7154"/>
                  </a:lnTo>
                  <a:lnTo>
                    <a:pt x="51411" y="7002"/>
                  </a:lnTo>
                  <a:lnTo>
                    <a:pt x="52410" y="6259"/>
                  </a:lnTo>
                  <a:lnTo>
                    <a:pt x="54098" y="5793"/>
                  </a:lnTo>
                  <a:lnTo>
                    <a:pt x="54973" y="5648"/>
                  </a:lnTo>
                  <a:lnTo>
                    <a:pt x="55519" y="5557"/>
                  </a:lnTo>
                  <a:lnTo>
                    <a:pt x="56318" y="5585"/>
                  </a:lnTo>
                  <a:lnTo>
                    <a:pt x="56731" y="5624"/>
                  </a:lnTo>
                  <a:lnTo>
                    <a:pt x="56974" y="5646"/>
                  </a:lnTo>
                  <a:lnTo>
                    <a:pt x="57558" y="5919"/>
                  </a:lnTo>
                  <a:lnTo>
                    <a:pt x="58419" y="6468"/>
                  </a:lnTo>
                  <a:lnTo>
                    <a:pt x="58995" y="6906"/>
                  </a:lnTo>
                  <a:lnTo>
                    <a:pt x="61115" y="8758"/>
                  </a:lnTo>
                  <a:lnTo>
                    <a:pt x="61248" y="8876"/>
                  </a:lnTo>
                  <a:lnTo>
                    <a:pt x="62119" y="8168"/>
                  </a:lnTo>
                  <a:lnTo>
                    <a:pt x="62862" y="7563"/>
                  </a:lnTo>
                  <a:lnTo>
                    <a:pt x="63305" y="7202"/>
                  </a:lnTo>
                  <a:lnTo>
                    <a:pt x="63699" y="7673"/>
                  </a:lnTo>
                  <a:lnTo>
                    <a:pt x="64081" y="8135"/>
                  </a:lnTo>
                  <a:lnTo>
                    <a:pt x="64677" y="8855"/>
                  </a:lnTo>
                  <a:lnTo>
                    <a:pt x="68983" y="14060"/>
                  </a:lnTo>
                  <a:lnTo>
                    <a:pt x="69863" y="15296"/>
                  </a:lnTo>
                  <a:lnTo>
                    <a:pt x="70353" y="17020"/>
                  </a:lnTo>
                  <a:lnTo>
                    <a:pt x="70350" y="17240"/>
                  </a:lnTo>
                  <a:lnTo>
                    <a:pt x="70315" y="20013"/>
                  </a:lnTo>
                  <a:lnTo>
                    <a:pt x="70305" y="20843"/>
                  </a:lnTo>
                  <a:lnTo>
                    <a:pt x="70362" y="21714"/>
                  </a:lnTo>
                  <a:lnTo>
                    <a:pt x="70570" y="24842"/>
                  </a:lnTo>
                  <a:lnTo>
                    <a:pt x="70764" y="27766"/>
                  </a:lnTo>
                  <a:lnTo>
                    <a:pt x="70813" y="28497"/>
                  </a:lnTo>
                  <a:lnTo>
                    <a:pt x="71040" y="28485"/>
                  </a:lnTo>
                  <a:lnTo>
                    <a:pt x="79830" y="27706"/>
                  </a:lnTo>
                  <a:lnTo>
                    <a:pt x="80646" y="27666"/>
                  </a:lnTo>
                  <a:lnTo>
                    <a:pt x="81303" y="27633"/>
                  </a:lnTo>
                  <a:lnTo>
                    <a:pt x="81621" y="27617"/>
                  </a:lnTo>
                  <a:lnTo>
                    <a:pt x="82038" y="27596"/>
                  </a:lnTo>
                  <a:lnTo>
                    <a:pt x="85731" y="27502"/>
                  </a:lnTo>
                  <a:lnTo>
                    <a:pt x="86507" y="27483"/>
                  </a:lnTo>
                  <a:lnTo>
                    <a:pt x="93333" y="27309"/>
                  </a:lnTo>
                  <a:lnTo>
                    <a:pt x="93879" y="27295"/>
                  </a:lnTo>
                  <a:lnTo>
                    <a:pt x="94639" y="27287"/>
                  </a:lnTo>
                  <a:lnTo>
                    <a:pt x="100303" y="27225"/>
                  </a:lnTo>
                  <a:lnTo>
                    <a:pt x="100756" y="27220"/>
                  </a:lnTo>
                  <a:lnTo>
                    <a:pt x="103454" y="27190"/>
                  </a:lnTo>
                  <a:lnTo>
                    <a:pt x="104317" y="27180"/>
                  </a:lnTo>
                  <a:lnTo>
                    <a:pt x="105201" y="27171"/>
                  </a:lnTo>
                  <a:lnTo>
                    <a:pt x="107123" y="27149"/>
                  </a:lnTo>
                  <a:lnTo>
                    <a:pt x="113927" y="27074"/>
                  </a:lnTo>
                  <a:lnTo>
                    <a:pt x="122614" y="26979"/>
                  </a:lnTo>
                  <a:lnTo>
                    <a:pt x="123230" y="24814"/>
                  </a:lnTo>
                  <a:lnTo>
                    <a:pt x="123781" y="22873"/>
                  </a:lnTo>
                  <a:lnTo>
                    <a:pt x="123837" y="22678"/>
                  </a:lnTo>
                  <a:lnTo>
                    <a:pt x="125054" y="18397"/>
                  </a:lnTo>
                  <a:lnTo>
                    <a:pt x="125813" y="15726"/>
                  </a:lnTo>
                  <a:lnTo>
                    <a:pt x="126256" y="14168"/>
                  </a:lnTo>
                  <a:lnTo>
                    <a:pt x="126449" y="13491"/>
                  </a:lnTo>
                  <a:lnTo>
                    <a:pt x="126603" y="13528"/>
                  </a:lnTo>
                  <a:lnTo>
                    <a:pt x="131836" y="14760"/>
                  </a:lnTo>
                  <a:lnTo>
                    <a:pt x="132265" y="14861"/>
                  </a:lnTo>
                  <a:lnTo>
                    <a:pt x="136137" y="15773"/>
                  </a:lnTo>
                  <a:lnTo>
                    <a:pt x="136290" y="15809"/>
                  </a:lnTo>
                  <a:lnTo>
                    <a:pt x="137230" y="15491"/>
                  </a:lnTo>
                  <a:lnTo>
                    <a:pt x="137532" y="15389"/>
                  </a:lnTo>
                  <a:lnTo>
                    <a:pt x="138037" y="14799"/>
                  </a:lnTo>
                  <a:lnTo>
                    <a:pt x="138828" y="14200"/>
                  </a:lnTo>
                  <a:lnTo>
                    <a:pt x="141635" y="12071"/>
                  </a:lnTo>
                  <a:lnTo>
                    <a:pt x="141934" y="11902"/>
                  </a:lnTo>
                  <a:lnTo>
                    <a:pt x="144366" y="10529"/>
                  </a:lnTo>
                  <a:lnTo>
                    <a:pt x="144690" y="10346"/>
                  </a:lnTo>
                  <a:lnTo>
                    <a:pt x="147567" y="9102"/>
                  </a:lnTo>
                  <a:lnTo>
                    <a:pt x="153095" y="6712"/>
                  </a:lnTo>
                  <a:lnTo>
                    <a:pt x="154484" y="6111"/>
                  </a:lnTo>
                  <a:lnTo>
                    <a:pt x="155326" y="5747"/>
                  </a:lnTo>
                  <a:lnTo>
                    <a:pt x="157716" y="4714"/>
                  </a:lnTo>
                  <a:lnTo>
                    <a:pt x="158756" y="4264"/>
                  </a:lnTo>
                  <a:lnTo>
                    <a:pt x="158961" y="4176"/>
                  </a:lnTo>
                  <a:lnTo>
                    <a:pt x="161395" y="3123"/>
                  </a:lnTo>
                  <a:lnTo>
                    <a:pt x="164948" y="1587"/>
                  </a:lnTo>
                  <a:lnTo>
                    <a:pt x="166206" y="1043"/>
                  </a:lnTo>
                  <a:lnTo>
                    <a:pt x="167204" y="612"/>
                  </a:lnTo>
                  <a:lnTo>
                    <a:pt x="167438" y="1187"/>
                  </a:lnTo>
                  <a:lnTo>
                    <a:pt x="168336" y="3390"/>
                  </a:lnTo>
                  <a:lnTo>
                    <a:pt x="168611" y="4065"/>
                  </a:lnTo>
                  <a:lnTo>
                    <a:pt x="171208" y="10439"/>
                  </a:lnTo>
                  <a:lnTo>
                    <a:pt x="171386" y="10877"/>
                  </a:lnTo>
                  <a:lnTo>
                    <a:pt x="173763" y="16710"/>
                  </a:lnTo>
                  <a:lnTo>
                    <a:pt x="174148" y="17657"/>
                  </a:lnTo>
                  <a:lnTo>
                    <a:pt x="177932" y="26943"/>
                  </a:lnTo>
                  <a:lnTo>
                    <a:pt x="178310" y="27872"/>
                  </a:lnTo>
                  <a:lnTo>
                    <a:pt x="178584" y="28544"/>
                  </a:lnTo>
                  <a:lnTo>
                    <a:pt x="180867" y="34150"/>
                  </a:lnTo>
                  <a:lnTo>
                    <a:pt x="181267" y="35130"/>
                  </a:lnTo>
                  <a:lnTo>
                    <a:pt x="181883" y="36642"/>
                  </a:lnTo>
                  <a:lnTo>
                    <a:pt x="182058" y="37072"/>
                  </a:lnTo>
                  <a:lnTo>
                    <a:pt x="182277" y="37610"/>
                  </a:lnTo>
                  <a:lnTo>
                    <a:pt x="185443" y="45381"/>
                  </a:lnTo>
                  <a:lnTo>
                    <a:pt x="185706" y="46027"/>
                  </a:lnTo>
                  <a:lnTo>
                    <a:pt x="188246" y="52261"/>
                  </a:lnTo>
                  <a:lnTo>
                    <a:pt x="188436" y="52729"/>
                  </a:lnTo>
                  <a:lnTo>
                    <a:pt x="190897" y="58768"/>
                  </a:lnTo>
                  <a:lnTo>
                    <a:pt x="191070" y="59192"/>
                  </a:lnTo>
                  <a:lnTo>
                    <a:pt x="191414" y="60037"/>
                  </a:lnTo>
                  <a:lnTo>
                    <a:pt x="192193" y="61949"/>
                  </a:lnTo>
                  <a:lnTo>
                    <a:pt x="192467" y="62573"/>
                  </a:lnTo>
                  <a:lnTo>
                    <a:pt x="192881" y="63513"/>
                  </a:lnTo>
                  <a:lnTo>
                    <a:pt x="193071" y="63944"/>
                  </a:lnTo>
                  <a:lnTo>
                    <a:pt x="194091" y="66263"/>
                  </a:lnTo>
                  <a:lnTo>
                    <a:pt x="194319" y="66782"/>
                  </a:lnTo>
                  <a:lnTo>
                    <a:pt x="195291" y="68992"/>
                  </a:lnTo>
                  <a:lnTo>
                    <a:pt x="197221" y="73378"/>
                  </a:lnTo>
                  <a:lnTo>
                    <a:pt x="197362" y="73699"/>
                  </a:lnTo>
                  <a:lnTo>
                    <a:pt x="200085" y="79887"/>
                  </a:lnTo>
                  <a:lnTo>
                    <a:pt x="200208" y="80166"/>
                  </a:lnTo>
                  <a:lnTo>
                    <a:pt x="202834" y="86134"/>
                  </a:lnTo>
                  <a:lnTo>
                    <a:pt x="203143" y="86837"/>
                  </a:lnTo>
                  <a:lnTo>
                    <a:pt x="203453" y="87540"/>
                  </a:lnTo>
                  <a:lnTo>
                    <a:pt x="203616" y="88144"/>
                  </a:lnTo>
                  <a:lnTo>
                    <a:pt x="203973" y="89466"/>
                  </a:lnTo>
                  <a:lnTo>
                    <a:pt x="200058" y="90783"/>
                  </a:lnTo>
                  <a:lnTo>
                    <a:pt x="192429" y="93348"/>
                  </a:lnTo>
                  <a:lnTo>
                    <a:pt x="174596" y="99346"/>
                  </a:lnTo>
                  <a:lnTo>
                    <a:pt x="165585" y="102377"/>
                  </a:lnTo>
                  <a:lnTo>
                    <a:pt x="165383" y="102611"/>
                  </a:lnTo>
                  <a:lnTo>
                    <a:pt x="163808" y="104441"/>
                  </a:lnTo>
                  <a:lnTo>
                    <a:pt x="160868" y="107803"/>
                  </a:lnTo>
                  <a:lnTo>
                    <a:pt x="159787" y="107998"/>
                  </a:lnTo>
                  <a:lnTo>
                    <a:pt x="155161" y="108829"/>
                  </a:lnTo>
                  <a:lnTo>
                    <a:pt x="153665" y="110441"/>
                  </a:lnTo>
                  <a:lnTo>
                    <a:pt x="152546" y="111181"/>
                  </a:lnTo>
                  <a:lnTo>
                    <a:pt x="150768" y="111582"/>
                  </a:lnTo>
                  <a:lnTo>
                    <a:pt x="148965" y="111181"/>
                  </a:lnTo>
                  <a:lnTo>
                    <a:pt x="148369" y="111048"/>
                  </a:lnTo>
                  <a:lnTo>
                    <a:pt x="147413" y="111021"/>
                  </a:lnTo>
                  <a:lnTo>
                    <a:pt x="147221" y="111016"/>
                  </a:lnTo>
                  <a:lnTo>
                    <a:pt x="147380" y="110049"/>
                  </a:lnTo>
                  <a:lnTo>
                    <a:pt x="147403" y="109180"/>
                  </a:lnTo>
                  <a:lnTo>
                    <a:pt x="147421" y="108516"/>
                  </a:lnTo>
                  <a:lnTo>
                    <a:pt x="147388" y="108278"/>
                  </a:lnTo>
                  <a:lnTo>
                    <a:pt x="146982" y="107306"/>
                  </a:lnTo>
                  <a:lnTo>
                    <a:pt x="146813" y="106903"/>
                  </a:lnTo>
                  <a:lnTo>
                    <a:pt x="146625" y="106663"/>
                  </a:lnTo>
                  <a:lnTo>
                    <a:pt x="146302" y="106252"/>
                  </a:lnTo>
                  <a:lnTo>
                    <a:pt x="146182" y="106099"/>
                  </a:lnTo>
                  <a:lnTo>
                    <a:pt x="145582" y="105563"/>
                  </a:lnTo>
                  <a:lnTo>
                    <a:pt x="145042" y="105080"/>
                  </a:lnTo>
                  <a:lnTo>
                    <a:pt x="141429" y="102289"/>
                  </a:lnTo>
                  <a:lnTo>
                    <a:pt x="134371" y="96836"/>
                  </a:lnTo>
                  <a:lnTo>
                    <a:pt x="127490" y="105399"/>
                  </a:lnTo>
                  <a:lnTo>
                    <a:pt x="127071" y="105921"/>
                  </a:lnTo>
                  <a:lnTo>
                    <a:pt x="123721" y="110090"/>
                  </a:lnTo>
                  <a:lnTo>
                    <a:pt x="116210" y="119438"/>
                  </a:lnTo>
                  <a:lnTo>
                    <a:pt x="116027" y="119666"/>
                  </a:lnTo>
                  <a:lnTo>
                    <a:pt x="110363" y="126720"/>
                  </a:lnTo>
                  <a:lnTo>
                    <a:pt x="110247" y="126871"/>
                  </a:lnTo>
                  <a:lnTo>
                    <a:pt x="103101" y="121168"/>
                  </a:lnTo>
                  <a:lnTo>
                    <a:pt x="92374" y="112608"/>
                  </a:lnTo>
                  <a:lnTo>
                    <a:pt x="92200" y="112462"/>
                  </a:lnTo>
                  <a:lnTo>
                    <a:pt x="91945" y="112718"/>
                  </a:lnTo>
                  <a:lnTo>
                    <a:pt x="86738" y="117948"/>
                  </a:lnTo>
                  <a:lnTo>
                    <a:pt x="85501" y="118523"/>
                  </a:lnTo>
                  <a:lnTo>
                    <a:pt x="84512" y="118983"/>
                  </a:lnTo>
                  <a:lnTo>
                    <a:pt x="84287" y="119043"/>
                  </a:lnTo>
                  <a:lnTo>
                    <a:pt x="82920" y="119405"/>
                  </a:lnTo>
                  <a:lnTo>
                    <a:pt x="82580" y="119495"/>
                  </a:lnTo>
                  <a:lnTo>
                    <a:pt x="74288" y="121692"/>
                  </a:lnTo>
                  <a:lnTo>
                    <a:pt x="74206" y="121379"/>
                  </a:lnTo>
                  <a:lnTo>
                    <a:pt x="74097" y="120960"/>
                  </a:lnTo>
                  <a:lnTo>
                    <a:pt x="73407" y="118324"/>
                  </a:lnTo>
                  <a:lnTo>
                    <a:pt x="72716" y="115683"/>
                  </a:lnTo>
                  <a:lnTo>
                    <a:pt x="72377" y="114387"/>
                  </a:lnTo>
                  <a:lnTo>
                    <a:pt x="71136" y="109645"/>
                  </a:lnTo>
                  <a:lnTo>
                    <a:pt x="70699" y="107974"/>
                  </a:lnTo>
                  <a:lnTo>
                    <a:pt x="69861" y="104770"/>
                  </a:lnTo>
                  <a:lnTo>
                    <a:pt x="69507" y="103418"/>
                  </a:lnTo>
                  <a:lnTo>
                    <a:pt x="68974" y="102972"/>
                  </a:lnTo>
                  <a:lnTo>
                    <a:pt x="60064" y="95531"/>
                  </a:lnTo>
                  <a:lnTo>
                    <a:pt x="59895" y="95390"/>
                  </a:lnTo>
                  <a:lnTo>
                    <a:pt x="53574" y="101423"/>
                  </a:lnTo>
                  <a:lnTo>
                    <a:pt x="53427" y="101556"/>
                  </a:lnTo>
                  <a:lnTo>
                    <a:pt x="60537" y="105706"/>
                  </a:lnTo>
                  <a:lnTo>
                    <a:pt x="58584" y="106273"/>
                  </a:lnTo>
                  <a:lnTo>
                    <a:pt x="52369" y="108443"/>
                  </a:lnTo>
                  <a:lnTo>
                    <a:pt x="47391" y="110544"/>
                  </a:lnTo>
                  <a:lnTo>
                    <a:pt x="44812" y="109048"/>
                  </a:lnTo>
                  <a:lnTo>
                    <a:pt x="37975" y="110165"/>
                  </a:lnTo>
                  <a:lnTo>
                    <a:pt x="32162" y="106921"/>
                  </a:lnTo>
                  <a:lnTo>
                    <a:pt x="31158" y="102758"/>
                  </a:lnTo>
                  <a:lnTo>
                    <a:pt x="26043" y="102038"/>
                  </a:lnTo>
                  <a:lnTo>
                    <a:pt x="27036" y="97523"/>
                  </a:lnTo>
                  <a:lnTo>
                    <a:pt x="21037" y="97395"/>
                  </a:lnTo>
                  <a:lnTo>
                    <a:pt x="21060" y="95671"/>
                  </a:lnTo>
                  <a:lnTo>
                    <a:pt x="19669" y="95718"/>
                  </a:lnTo>
                  <a:lnTo>
                    <a:pt x="19403" y="90896"/>
                  </a:lnTo>
                  <a:lnTo>
                    <a:pt x="27753" y="90518"/>
                  </a:lnTo>
                  <a:lnTo>
                    <a:pt x="27805" y="89725"/>
                  </a:lnTo>
                  <a:lnTo>
                    <a:pt x="28129" y="84841"/>
                  </a:lnTo>
                  <a:lnTo>
                    <a:pt x="33139" y="84721"/>
                  </a:lnTo>
                  <a:lnTo>
                    <a:pt x="33281" y="81167"/>
                  </a:lnTo>
                  <a:lnTo>
                    <a:pt x="39451" y="81268"/>
                  </a:lnTo>
                  <a:lnTo>
                    <a:pt x="37830" y="78461"/>
                  </a:lnTo>
                  <a:lnTo>
                    <a:pt x="38172" y="75393"/>
                  </a:lnTo>
                  <a:lnTo>
                    <a:pt x="39994" y="74028"/>
                  </a:lnTo>
                  <a:lnTo>
                    <a:pt x="39469" y="68529"/>
                  </a:lnTo>
                  <a:lnTo>
                    <a:pt x="37189" y="68588"/>
                  </a:lnTo>
                  <a:lnTo>
                    <a:pt x="36733" y="63053"/>
                  </a:lnTo>
                  <a:lnTo>
                    <a:pt x="35194" y="61364"/>
                  </a:lnTo>
                  <a:lnTo>
                    <a:pt x="34909" y="55713"/>
                  </a:lnTo>
                  <a:lnTo>
                    <a:pt x="35593" y="53616"/>
                  </a:lnTo>
                  <a:lnTo>
                    <a:pt x="35080" y="52567"/>
                  </a:lnTo>
                  <a:lnTo>
                    <a:pt x="33537" y="53372"/>
                  </a:lnTo>
                  <a:lnTo>
                    <a:pt x="33385" y="53024"/>
                  </a:lnTo>
                  <a:lnTo>
                    <a:pt x="30529" y="52613"/>
                  </a:lnTo>
                  <a:lnTo>
                    <a:pt x="28483" y="52828"/>
                  </a:lnTo>
                  <a:lnTo>
                    <a:pt x="20950" y="53207"/>
                  </a:lnTo>
                  <a:lnTo>
                    <a:pt x="20439" y="53621"/>
                  </a:lnTo>
                  <a:lnTo>
                    <a:pt x="14510" y="58427"/>
                  </a:lnTo>
                  <a:lnTo>
                    <a:pt x="15611" y="59865"/>
                  </a:lnTo>
                  <a:lnTo>
                    <a:pt x="10748" y="62195"/>
                  </a:lnTo>
                  <a:lnTo>
                    <a:pt x="9038" y="60098"/>
                  </a:lnTo>
                  <a:lnTo>
                    <a:pt x="7594" y="60836"/>
                  </a:lnTo>
                  <a:lnTo>
                    <a:pt x="3528" y="58700"/>
                  </a:lnTo>
                  <a:lnTo>
                    <a:pt x="1266" y="59351"/>
                  </a:lnTo>
                  <a:lnTo>
                    <a:pt x="0" y="59716"/>
                  </a:lnTo>
                  <a:lnTo>
                    <a:pt x="43" y="57697"/>
                  </a:lnTo>
                  <a:lnTo>
                    <a:pt x="60" y="56889"/>
                  </a:lnTo>
                  <a:lnTo>
                    <a:pt x="1459" y="55284"/>
                  </a:lnTo>
                  <a:lnTo>
                    <a:pt x="2796" y="53751"/>
                  </a:lnTo>
                  <a:lnTo>
                    <a:pt x="9380" y="49612"/>
                  </a:lnTo>
                  <a:lnTo>
                    <a:pt x="12609" y="48757"/>
                  </a:lnTo>
                  <a:lnTo>
                    <a:pt x="15877" y="46155"/>
                  </a:lnTo>
                  <a:lnTo>
                    <a:pt x="5390" y="39125"/>
                  </a:lnTo>
                  <a:lnTo>
                    <a:pt x="7518" y="36329"/>
                  </a:lnTo>
                  <a:lnTo>
                    <a:pt x="8002" y="36620"/>
                  </a:lnTo>
                  <a:lnTo>
                    <a:pt x="8272" y="36783"/>
                  </a:lnTo>
                  <a:lnTo>
                    <a:pt x="8902" y="37162"/>
                  </a:lnTo>
                  <a:lnTo>
                    <a:pt x="14813" y="40718"/>
                  </a:lnTo>
                  <a:lnTo>
                    <a:pt x="15007" y="40599"/>
                  </a:lnTo>
                  <a:lnTo>
                    <a:pt x="15763" y="40135"/>
                  </a:lnTo>
                  <a:lnTo>
                    <a:pt x="15535" y="38737"/>
                  </a:lnTo>
                  <a:lnTo>
                    <a:pt x="23064" y="25837"/>
                  </a:lnTo>
                  <a:lnTo>
                    <a:pt x="23496" y="25097"/>
                  </a:lnTo>
                  <a:lnTo>
                    <a:pt x="24522" y="15193"/>
                  </a:lnTo>
                  <a:lnTo>
                    <a:pt x="31718" y="8417"/>
                  </a:lnTo>
                  <a:lnTo>
                    <a:pt x="28618" y="5764"/>
                  </a:lnTo>
                  <a:lnTo>
                    <a:pt x="31604" y="0"/>
                  </a:lnTo>
                  <a:lnTo>
                    <a:pt x="37737" y="4405"/>
                  </a:lnTo>
                  <a:lnTo>
                    <a:pt x="37562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2176964" y="4685839"/>
              <a:ext cx="154382" cy="229893"/>
            </a:xfrm>
            <a:custGeom>
              <a:avLst/>
              <a:pathLst>
                <a:path w="154382" h="229893">
                  <a:moveTo>
                    <a:pt x="111319" y="45211"/>
                  </a:moveTo>
                  <a:lnTo>
                    <a:pt x="111425" y="45573"/>
                  </a:lnTo>
                  <a:lnTo>
                    <a:pt x="112574" y="49527"/>
                  </a:lnTo>
                  <a:lnTo>
                    <a:pt x="113940" y="54224"/>
                  </a:lnTo>
                  <a:lnTo>
                    <a:pt x="115003" y="57880"/>
                  </a:lnTo>
                  <a:lnTo>
                    <a:pt x="116618" y="63435"/>
                  </a:lnTo>
                  <a:lnTo>
                    <a:pt x="116680" y="63648"/>
                  </a:lnTo>
                  <a:lnTo>
                    <a:pt x="116770" y="63958"/>
                  </a:lnTo>
                  <a:lnTo>
                    <a:pt x="116854" y="64244"/>
                  </a:lnTo>
                  <a:lnTo>
                    <a:pt x="119427" y="73093"/>
                  </a:lnTo>
                  <a:lnTo>
                    <a:pt x="119741" y="74174"/>
                  </a:lnTo>
                  <a:lnTo>
                    <a:pt x="119957" y="74918"/>
                  </a:lnTo>
                  <a:lnTo>
                    <a:pt x="120034" y="75205"/>
                  </a:lnTo>
                  <a:lnTo>
                    <a:pt x="120171" y="75718"/>
                  </a:lnTo>
                  <a:lnTo>
                    <a:pt x="120274" y="76107"/>
                  </a:lnTo>
                  <a:lnTo>
                    <a:pt x="120475" y="76861"/>
                  </a:lnTo>
                  <a:lnTo>
                    <a:pt x="120630" y="77443"/>
                  </a:lnTo>
                  <a:lnTo>
                    <a:pt x="120800" y="78078"/>
                  </a:lnTo>
                  <a:lnTo>
                    <a:pt x="121168" y="79461"/>
                  </a:lnTo>
                  <a:lnTo>
                    <a:pt x="121608" y="81111"/>
                  </a:lnTo>
                  <a:lnTo>
                    <a:pt x="121954" y="82410"/>
                  </a:lnTo>
                  <a:lnTo>
                    <a:pt x="122352" y="83904"/>
                  </a:lnTo>
                  <a:lnTo>
                    <a:pt x="122430" y="84194"/>
                  </a:lnTo>
                  <a:lnTo>
                    <a:pt x="122772" y="85478"/>
                  </a:lnTo>
                  <a:lnTo>
                    <a:pt x="123133" y="86832"/>
                  </a:lnTo>
                  <a:lnTo>
                    <a:pt x="123273" y="87355"/>
                  </a:lnTo>
                  <a:lnTo>
                    <a:pt x="123445" y="88004"/>
                  </a:lnTo>
                  <a:lnTo>
                    <a:pt x="123670" y="88847"/>
                  </a:lnTo>
                  <a:lnTo>
                    <a:pt x="124926" y="93558"/>
                  </a:lnTo>
                  <a:lnTo>
                    <a:pt x="126087" y="97916"/>
                  </a:lnTo>
                  <a:lnTo>
                    <a:pt x="126842" y="100747"/>
                  </a:lnTo>
                  <a:lnTo>
                    <a:pt x="128175" y="105749"/>
                  </a:lnTo>
                  <a:lnTo>
                    <a:pt x="128298" y="106209"/>
                  </a:lnTo>
                  <a:lnTo>
                    <a:pt x="129123" y="109305"/>
                  </a:lnTo>
                  <a:lnTo>
                    <a:pt x="130517" y="114533"/>
                  </a:lnTo>
                  <a:lnTo>
                    <a:pt x="131700" y="118974"/>
                  </a:lnTo>
                  <a:lnTo>
                    <a:pt x="131996" y="120082"/>
                  </a:lnTo>
                  <a:lnTo>
                    <a:pt x="133470" y="125612"/>
                  </a:lnTo>
                  <a:lnTo>
                    <a:pt x="133977" y="127516"/>
                  </a:lnTo>
                  <a:lnTo>
                    <a:pt x="134058" y="127818"/>
                  </a:lnTo>
                  <a:lnTo>
                    <a:pt x="134139" y="128122"/>
                  </a:lnTo>
                  <a:lnTo>
                    <a:pt x="134360" y="128950"/>
                  </a:lnTo>
                  <a:lnTo>
                    <a:pt x="134500" y="129477"/>
                  </a:lnTo>
                  <a:lnTo>
                    <a:pt x="135821" y="134432"/>
                  </a:lnTo>
                  <a:lnTo>
                    <a:pt x="136078" y="135397"/>
                  </a:lnTo>
                  <a:lnTo>
                    <a:pt x="136162" y="135711"/>
                  </a:lnTo>
                  <a:lnTo>
                    <a:pt x="136717" y="137792"/>
                  </a:lnTo>
                  <a:lnTo>
                    <a:pt x="138317" y="143796"/>
                  </a:lnTo>
                  <a:lnTo>
                    <a:pt x="138602" y="144865"/>
                  </a:lnTo>
                  <a:lnTo>
                    <a:pt x="139884" y="149677"/>
                  </a:lnTo>
                  <a:lnTo>
                    <a:pt x="141103" y="154249"/>
                  </a:lnTo>
                  <a:lnTo>
                    <a:pt x="141330" y="155100"/>
                  </a:lnTo>
                  <a:lnTo>
                    <a:pt x="142679" y="160163"/>
                  </a:lnTo>
                  <a:lnTo>
                    <a:pt x="142950" y="161179"/>
                  </a:lnTo>
                  <a:lnTo>
                    <a:pt x="143395" y="162847"/>
                  </a:lnTo>
                  <a:lnTo>
                    <a:pt x="143544" y="163415"/>
                  </a:lnTo>
                  <a:lnTo>
                    <a:pt x="143608" y="163661"/>
                  </a:lnTo>
                  <a:lnTo>
                    <a:pt x="144083" y="165474"/>
                  </a:lnTo>
                  <a:lnTo>
                    <a:pt x="144180" y="165843"/>
                  </a:lnTo>
                  <a:lnTo>
                    <a:pt x="145978" y="172701"/>
                  </a:lnTo>
                  <a:lnTo>
                    <a:pt x="146155" y="173378"/>
                  </a:lnTo>
                  <a:lnTo>
                    <a:pt x="146226" y="173649"/>
                  </a:lnTo>
                  <a:lnTo>
                    <a:pt x="146825" y="175934"/>
                  </a:lnTo>
                  <a:lnTo>
                    <a:pt x="147217" y="177170"/>
                  </a:lnTo>
                  <a:lnTo>
                    <a:pt x="148428" y="180989"/>
                  </a:lnTo>
                  <a:lnTo>
                    <a:pt x="148506" y="181235"/>
                  </a:lnTo>
                  <a:lnTo>
                    <a:pt x="149561" y="183944"/>
                  </a:lnTo>
                  <a:lnTo>
                    <a:pt x="151743" y="188292"/>
                  </a:lnTo>
                  <a:lnTo>
                    <a:pt x="152175" y="189152"/>
                  </a:lnTo>
                  <a:lnTo>
                    <a:pt x="153932" y="192652"/>
                  </a:lnTo>
                  <a:lnTo>
                    <a:pt x="154382" y="193549"/>
                  </a:lnTo>
                  <a:lnTo>
                    <a:pt x="147090" y="197824"/>
                  </a:lnTo>
                  <a:lnTo>
                    <a:pt x="141391" y="201165"/>
                  </a:lnTo>
                  <a:lnTo>
                    <a:pt x="141238" y="201255"/>
                  </a:lnTo>
                  <a:lnTo>
                    <a:pt x="136018" y="204316"/>
                  </a:lnTo>
                  <a:lnTo>
                    <a:pt x="125141" y="210693"/>
                  </a:lnTo>
                  <a:lnTo>
                    <a:pt x="123380" y="211725"/>
                  </a:lnTo>
                  <a:lnTo>
                    <a:pt x="118325" y="214689"/>
                  </a:lnTo>
                  <a:lnTo>
                    <a:pt x="116607" y="215696"/>
                  </a:lnTo>
                  <a:lnTo>
                    <a:pt x="115819" y="216158"/>
                  </a:lnTo>
                  <a:lnTo>
                    <a:pt x="107404" y="218948"/>
                  </a:lnTo>
                  <a:lnTo>
                    <a:pt x="97003" y="222396"/>
                  </a:lnTo>
                  <a:lnTo>
                    <a:pt x="86692" y="225814"/>
                  </a:lnTo>
                  <a:lnTo>
                    <a:pt x="86457" y="225892"/>
                  </a:lnTo>
                  <a:lnTo>
                    <a:pt x="75490" y="229527"/>
                  </a:lnTo>
                  <a:lnTo>
                    <a:pt x="74389" y="229893"/>
                  </a:lnTo>
                  <a:lnTo>
                    <a:pt x="74227" y="229292"/>
                  </a:lnTo>
                  <a:lnTo>
                    <a:pt x="72624" y="223360"/>
                  </a:lnTo>
                  <a:lnTo>
                    <a:pt x="70255" y="214586"/>
                  </a:lnTo>
                  <a:lnTo>
                    <a:pt x="69693" y="212504"/>
                  </a:lnTo>
                  <a:lnTo>
                    <a:pt x="69336" y="211183"/>
                  </a:lnTo>
                  <a:lnTo>
                    <a:pt x="69173" y="210579"/>
                  </a:lnTo>
                  <a:lnTo>
                    <a:pt x="68863" y="209876"/>
                  </a:lnTo>
                  <a:lnTo>
                    <a:pt x="68554" y="209173"/>
                  </a:lnTo>
                  <a:lnTo>
                    <a:pt x="65928" y="203204"/>
                  </a:lnTo>
                  <a:lnTo>
                    <a:pt x="65805" y="202926"/>
                  </a:lnTo>
                  <a:lnTo>
                    <a:pt x="63082" y="196737"/>
                  </a:lnTo>
                  <a:lnTo>
                    <a:pt x="62941" y="196416"/>
                  </a:lnTo>
                  <a:lnTo>
                    <a:pt x="61011" y="192030"/>
                  </a:lnTo>
                  <a:lnTo>
                    <a:pt x="60039" y="189821"/>
                  </a:lnTo>
                  <a:lnTo>
                    <a:pt x="59810" y="189302"/>
                  </a:lnTo>
                  <a:lnTo>
                    <a:pt x="58790" y="186983"/>
                  </a:lnTo>
                  <a:lnTo>
                    <a:pt x="58600" y="186552"/>
                  </a:lnTo>
                  <a:lnTo>
                    <a:pt x="58187" y="185612"/>
                  </a:lnTo>
                  <a:lnTo>
                    <a:pt x="57913" y="184988"/>
                  </a:lnTo>
                  <a:lnTo>
                    <a:pt x="57134" y="183076"/>
                  </a:lnTo>
                  <a:lnTo>
                    <a:pt x="56789" y="182231"/>
                  </a:lnTo>
                  <a:lnTo>
                    <a:pt x="56617" y="181807"/>
                  </a:lnTo>
                  <a:lnTo>
                    <a:pt x="54156" y="175767"/>
                  </a:lnTo>
                  <a:lnTo>
                    <a:pt x="53966" y="175300"/>
                  </a:lnTo>
                  <a:lnTo>
                    <a:pt x="51426" y="169065"/>
                  </a:lnTo>
                  <a:lnTo>
                    <a:pt x="51163" y="168420"/>
                  </a:lnTo>
                  <a:lnTo>
                    <a:pt x="47997" y="160648"/>
                  </a:lnTo>
                  <a:lnTo>
                    <a:pt x="47777" y="160110"/>
                  </a:lnTo>
                  <a:lnTo>
                    <a:pt x="47602" y="159680"/>
                  </a:lnTo>
                  <a:lnTo>
                    <a:pt x="46986" y="158168"/>
                  </a:lnTo>
                  <a:lnTo>
                    <a:pt x="46587" y="157188"/>
                  </a:lnTo>
                  <a:lnTo>
                    <a:pt x="44303" y="151583"/>
                  </a:lnTo>
                  <a:lnTo>
                    <a:pt x="44029" y="150911"/>
                  </a:lnTo>
                  <a:lnTo>
                    <a:pt x="43651" y="149982"/>
                  </a:lnTo>
                  <a:lnTo>
                    <a:pt x="39868" y="140696"/>
                  </a:lnTo>
                  <a:lnTo>
                    <a:pt x="39482" y="139749"/>
                  </a:lnTo>
                  <a:lnTo>
                    <a:pt x="37106" y="133915"/>
                  </a:lnTo>
                  <a:lnTo>
                    <a:pt x="36927" y="133478"/>
                  </a:lnTo>
                  <a:lnTo>
                    <a:pt x="34331" y="127104"/>
                  </a:lnTo>
                  <a:lnTo>
                    <a:pt x="34056" y="126429"/>
                  </a:lnTo>
                  <a:lnTo>
                    <a:pt x="33158" y="124225"/>
                  </a:lnTo>
                  <a:lnTo>
                    <a:pt x="32924" y="123650"/>
                  </a:lnTo>
                  <a:lnTo>
                    <a:pt x="32218" y="121917"/>
                  </a:lnTo>
                  <a:lnTo>
                    <a:pt x="31575" y="120339"/>
                  </a:lnTo>
                  <a:lnTo>
                    <a:pt x="29650" y="115614"/>
                  </a:lnTo>
                  <a:lnTo>
                    <a:pt x="29420" y="115051"/>
                  </a:lnTo>
                  <a:lnTo>
                    <a:pt x="29146" y="114378"/>
                  </a:lnTo>
                  <a:lnTo>
                    <a:pt x="26630" y="108203"/>
                  </a:lnTo>
                  <a:lnTo>
                    <a:pt x="26311" y="107418"/>
                  </a:lnTo>
                  <a:lnTo>
                    <a:pt x="25963" y="106563"/>
                  </a:lnTo>
                  <a:lnTo>
                    <a:pt x="25877" y="106353"/>
                  </a:lnTo>
                  <a:lnTo>
                    <a:pt x="25617" y="105714"/>
                  </a:lnTo>
                  <a:lnTo>
                    <a:pt x="25407" y="105296"/>
                  </a:lnTo>
                  <a:lnTo>
                    <a:pt x="24514" y="103515"/>
                  </a:lnTo>
                  <a:lnTo>
                    <a:pt x="19677" y="93864"/>
                  </a:lnTo>
                  <a:lnTo>
                    <a:pt x="17285" y="89508"/>
                  </a:lnTo>
                  <a:lnTo>
                    <a:pt x="15101" y="85529"/>
                  </a:lnTo>
                  <a:lnTo>
                    <a:pt x="14857" y="85085"/>
                  </a:lnTo>
                  <a:lnTo>
                    <a:pt x="10089" y="76402"/>
                  </a:lnTo>
                  <a:lnTo>
                    <a:pt x="9831" y="75931"/>
                  </a:lnTo>
                  <a:lnTo>
                    <a:pt x="8573" y="73639"/>
                  </a:lnTo>
                  <a:lnTo>
                    <a:pt x="5461" y="67972"/>
                  </a:lnTo>
                  <a:lnTo>
                    <a:pt x="3673" y="66601"/>
                  </a:lnTo>
                  <a:lnTo>
                    <a:pt x="1177" y="64688"/>
                  </a:lnTo>
                  <a:lnTo>
                    <a:pt x="0" y="63785"/>
                  </a:lnTo>
                  <a:lnTo>
                    <a:pt x="2595" y="57259"/>
                  </a:lnTo>
                  <a:lnTo>
                    <a:pt x="2671" y="57068"/>
                  </a:lnTo>
                  <a:lnTo>
                    <a:pt x="2921" y="56438"/>
                  </a:lnTo>
                  <a:lnTo>
                    <a:pt x="2984" y="56281"/>
                  </a:lnTo>
                  <a:lnTo>
                    <a:pt x="3155" y="55849"/>
                  </a:lnTo>
                  <a:lnTo>
                    <a:pt x="3836" y="54137"/>
                  </a:lnTo>
                  <a:lnTo>
                    <a:pt x="4521" y="52414"/>
                  </a:lnTo>
                  <a:lnTo>
                    <a:pt x="4844" y="51603"/>
                  </a:lnTo>
                  <a:lnTo>
                    <a:pt x="6350" y="47816"/>
                  </a:lnTo>
                  <a:lnTo>
                    <a:pt x="7105" y="45917"/>
                  </a:lnTo>
                  <a:lnTo>
                    <a:pt x="7544" y="44813"/>
                  </a:lnTo>
                  <a:lnTo>
                    <a:pt x="7735" y="44333"/>
                  </a:lnTo>
                  <a:lnTo>
                    <a:pt x="9572" y="44400"/>
                  </a:lnTo>
                  <a:lnTo>
                    <a:pt x="9715" y="44405"/>
                  </a:lnTo>
                  <a:lnTo>
                    <a:pt x="10062" y="44418"/>
                  </a:lnTo>
                  <a:lnTo>
                    <a:pt x="10931" y="44449"/>
                  </a:lnTo>
                  <a:lnTo>
                    <a:pt x="11434" y="44467"/>
                  </a:lnTo>
                  <a:lnTo>
                    <a:pt x="11900" y="44484"/>
                  </a:lnTo>
                  <a:lnTo>
                    <a:pt x="12295" y="44499"/>
                  </a:lnTo>
                  <a:lnTo>
                    <a:pt x="13477" y="44882"/>
                  </a:lnTo>
                  <a:lnTo>
                    <a:pt x="13832" y="44998"/>
                  </a:lnTo>
                  <a:lnTo>
                    <a:pt x="14537" y="45227"/>
                  </a:lnTo>
                  <a:lnTo>
                    <a:pt x="16209" y="45244"/>
                  </a:lnTo>
                  <a:lnTo>
                    <a:pt x="17652" y="45259"/>
                  </a:lnTo>
                  <a:lnTo>
                    <a:pt x="21155" y="43802"/>
                  </a:lnTo>
                  <a:lnTo>
                    <a:pt x="26836" y="40281"/>
                  </a:lnTo>
                  <a:lnTo>
                    <a:pt x="27506" y="39865"/>
                  </a:lnTo>
                  <a:lnTo>
                    <a:pt x="27803" y="39682"/>
                  </a:lnTo>
                  <a:lnTo>
                    <a:pt x="32823" y="36570"/>
                  </a:lnTo>
                  <a:lnTo>
                    <a:pt x="33002" y="36460"/>
                  </a:lnTo>
                  <a:lnTo>
                    <a:pt x="33565" y="36111"/>
                  </a:lnTo>
                  <a:lnTo>
                    <a:pt x="34605" y="35466"/>
                  </a:lnTo>
                  <a:lnTo>
                    <a:pt x="39648" y="32341"/>
                  </a:lnTo>
                  <a:lnTo>
                    <a:pt x="41057" y="31467"/>
                  </a:lnTo>
                  <a:lnTo>
                    <a:pt x="41235" y="31356"/>
                  </a:lnTo>
                  <a:lnTo>
                    <a:pt x="45750" y="28558"/>
                  </a:lnTo>
                  <a:lnTo>
                    <a:pt x="48808" y="26663"/>
                  </a:lnTo>
                  <a:lnTo>
                    <a:pt x="49045" y="26516"/>
                  </a:lnTo>
                  <a:lnTo>
                    <a:pt x="49429" y="26278"/>
                  </a:lnTo>
                  <a:lnTo>
                    <a:pt x="53732" y="23611"/>
                  </a:lnTo>
                  <a:lnTo>
                    <a:pt x="56993" y="21590"/>
                  </a:lnTo>
                  <a:lnTo>
                    <a:pt x="57225" y="21446"/>
                  </a:lnTo>
                  <a:lnTo>
                    <a:pt x="60240" y="19578"/>
                  </a:lnTo>
                  <a:lnTo>
                    <a:pt x="62141" y="18400"/>
                  </a:lnTo>
                  <a:lnTo>
                    <a:pt x="63096" y="17808"/>
                  </a:lnTo>
                  <a:lnTo>
                    <a:pt x="64054" y="17306"/>
                  </a:lnTo>
                  <a:lnTo>
                    <a:pt x="65149" y="16733"/>
                  </a:lnTo>
                  <a:lnTo>
                    <a:pt x="69216" y="14605"/>
                  </a:lnTo>
                  <a:lnTo>
                    <a:pt x="70606" y="13877"/>
                  </a:lnTo>
                  <a:lnTo>
                    <a:pt x="74366" y="11909"/>
                  </a:lnTo>
                  <a:lnTo>
                    <a:pt x="75096" y="11527"/>
                  </a:lnTo>
                  <a:lnTo>
                    <a:pt x="76756" y="10658"/>
                  </a:lnTo>
                  <a:lnTo>
                    <a:pt x="77450" y="10295"/>
                  </a:lnTo>
                  <a:lnTo>
                    <a:pt x="82160" y="8012"/>
                  </a:lnTo>
                  <a:lnTo>
                    <a:pt x="83132" y="7541"/>
                  </a:lnTo>
                  <a:lnTo>
                    <a:pt x="85278" y="6501"/>
                  </a:lnTo>
                  <a:lnTo>
                    <a:pt x="90543" y="3949"/>
                  </a:lnTo>
                  <a:lnTo>
                    <a:pt x="91800" y="3340"/>
                  </a:lnTo>
                  <a:lnTo>
                    <a:pt x="93286" y="2620"/>
                  </a:lnTo>
                  <a:lnTo>
                    <a:pt x="94098" y="2226"/>
                  </a:lnTo>
                  <a:lnTo>
                    <a:pt x="94350" y="2087"/>
                  </a:lnTo>
                  <a:lnTo>
                    <a:pt x="94958" y="1751"/>
                  </a:lnTo>
                  <a:lnTo>
                    <a:pt x="95613" y="1390"/>
                  </a:lnTo>
                  <a:lnTo>
                    <a:pt x="98132" y="0"/>
                  </a:lnTo>
                  <a:lnTo>
                    <a:pt x="102413" y="14647"/>
                  </a:lnTo>
                  <a:lnTo>
                    <a:pt x="103269" y="17575"/>
                  </a:lnTo>
                  <a:lnTo>
                    <a:pt x="106109" y="27293"/>
                  </a:lnTo>
                  <a:lnTo>
                    <a:pt x="106350" y="28120"/>
                  </a:lnTo>
                  <a:lnTo>
                    <a:pt x="107114" y="30747"/>
                  </a:lnTo>
                  <a:lnTo>
                    <a:pt x="108827" y="36641"/>
                  </a:lnTo>
                  <a:lnTo>
                    <a:pt x="109138" y="37709"/>
                  </a:lnTo>
                  <a:lnTo>
                    <a:pt x="109229" y="38024"/>
                  </a:lnTo>
                  <a:lnTo>
                    <a:pt x="109292" y="38240"/>
                  </a:lnTo>
                  <a:lnTo>
                    <a:pt x="109386" y="38562"/>
                  </a:lnTo>
                  <a:lnTo>
                    <a:pt x="109742" y="39788"/>
                  </a:lnTo>
                  <a:lnTo>
                    <a:pt x="111278" y="45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297153" y="4738743"/>
              <a:ext cx="191544" cy="120474"/>
            </a:xfrm>
            <a:custGeom>
              <a:avLst/>
              <a:pathLst>
                <a:path w="191544" h="120474">
                  <a:moveTo>
                    <a:pt x="159411" y="92074"/>
                  </a:moveTo>
                  <a:lnTo>
                    <a:pt x="154792" y="93807"/>
                  </a:lnTo>
                  <a:lnTo>
                    <a:pt x="152747" y="94574"/>
                  </a:lnTo>
                  <a:lnTo>
                    <a:pt x="146816" y="98222"/>
                  </a:lnTo>
                  <a:lnTo>
                    <a:pt x="142665" y="100774"/>
                  </a:lnTo>
                  <a:lnTo>
                    <a:pt x="141615" y="101420"/>
                  </a:lnTo>
                  <a:lnTo>
                    <a:pt x="141487" y="101498"/>
                  </a:lnTo>
                  <a:lnTo>
                    <a:pt x="135260" y="105328"/>
                  </a:lnTo>
                  <a:lnTo>
                    <a:pt x="127384" y="110171"/>
                  </a:lnTo>
                  <a:lnTo>
                    <a:pt x="127072" y="110363"/>
                  </a:lnTo>
                  <a:lnTo>
                    <a:pt x="118232" y="115928"/>
                  </a:lnTo>
                  <a:lnTo>
                    <a:pt x="117611" y="114973"/>
                  </a:lnTo>
                  <a:lnTo>
                    <a:pt x="112819" y="107598"/>
                  </a:lnTo>
                  <a:lnTo>
                    <a:pt x="112712" y="107425"/>
                  </a:lnTo>
                  <a:lnTo>
                    <a:pt x="112539" y="107144"/>
                  </a:lnTo>
                  <a:lnTo>
                    <a:pt x="111162" y="104912"/>
                  </a:lnTo>
                  <a:lnTo>
                    <a:pt x="110725" y="104202"/>
                  </a:lnTo>
                  <a:lnTo>
                    <a:pt x="109264" y="101833"/>
                  </a:lnTo>
                  <a:lnTo>
                    <a:pt x="109115" y="101592"/>
                  </a:lnTo>
                  <a:lnTo>
                    <a:pt x="108808" y="101095"/>
                  </a:lnTo>
                  <a:lnTo>
                    <a:pt x="108257" y="100202"/>
                  </a:lnTo>
                  <a:lnTo>
                    <a:pt x="107878" y="99587"/>
                  </a:lnTo>
                  <a:lnTo>
                    <a:pt x="107774" y="99419"/>
                  </a:lnTo>
                  <a:lnTo>
                    <a:pt x="107518" y="98998"/>
                  </a:lnTo>
                  <a:lnTo>
                    <a:pt x="107206" y="98486"/>
                  </a:lnTo>
                  <a:lnTo>
                    <a:pt x="106926" y="98027"/>
                  </a:lnTo>
                  <a:lnTo>
                    <a:pt x="106164" y="96778"/>
                  </a:lnTo>
                  <a:lnTo>
                    <a:pt x="105932" y="96398"/>
                  </a:lnTo>
                  <a:lnTo>
                    <a:pt x="105120" y="95065"/>
                  </a:lnTo>
                  <a:lnTo>
                    <a:pt x="103666" y="92680"/>
                  </a:lnTo>
                  <a:lnTo>
                    <a:pt x="103183" y="92971"/>
                  </a:lnTo>
                  <a:lnTo>
                    <a:pt x="102820" y="93189"/>
                  </a:lnTo>
                  <a:lnTo>
                    <a:pt x="94168" y="98399"/>
                  </a:lnTo>
                  <a:lnTo>
                    <a:pt x="93455" y="98838"/>
                  </a:lnTo>
                  <a:lnTo>
                    <a:pt x="82380" y="105660"/>
                  </a:lnTo>
                  <a:lnTo>
                    <a:pt x="81846" y="105799"/>
                  </a:lnTo>
                  <a:lnTo>
                    <a:pt x="79189" y="106492"/>
                  </a:lnTo>
                  <a:lnTo>
                    <a:pt x="68438" y="109293"/>
                  </a:lnTo>
                  <a:lnTo>
                    <a:pt x="67176" y="109621"/>
                  </a:lnTo>
                  <a:lnTo>
                    <a:pt x="64545" y="110328"/>
                  </a:lnTo>
                  <a:lnTo>
                    <a:pt x="60916" y="111304"/>
                  </a:lnTo>
                  <a:lnTo>
                    <a:pt x="59693" y="111632"/>
                  </a:lnTo>
                  <a:lnTo>
                    <a:pt x="52175" y="113653"/>
                  </a:lnTo>
                  <a:lnTo>
                    <a:pt x="44909" y="115770"/>
                  </a:lnTo>
                  <a:lnTo>
                    <a:pt x="41939" y="116636"/>
                  </a:lnTo>
                  <a:lnTo>
                    <a:pt x="41461" y="116775"/>
                  </a:lnTo>
                  <a:lnTo>
                    <a:pt x="31191" y="119227"/>
                  </a:lnTo>
                  <a:lnTo>
                    <a:pt x="30620" y="119363"/>
                  </a:lnTo>
                  <a:lnTo>
                    <a:pt x="29044" y="119740"/>
                  </a:lnTo>
                  <a:lnTo>
                    <a:pt x="26528" y="120340"/>
                  </a:lnTo>
                  <a:lnTo>
                    <a:pt x="25966" y="120474"/>
                  </a:lnTo>
                  <a:lnTo>
                    <a:pt x="25772" y="119735"/>
                  </a:lnTo>
                  <a:lnTo>
                    <a:pt x="23991" y="112939"/>
                  </a:lnTo>
                  <a:lnTo>
                    <a:pt x="23895" y="112570"/>
                  </a:lnTo>
                  <a:lnTo>
                    <a:pt x="23395" y="110663"/>
                  </a:lnTo>
                  <a:lnTo>
                    <a:pt x="23355" y="110511"/>
                  </a:lnTo>
                  <a:lnTo>
                    <a:pt x="23198" y="109912"/>
                  </a:lnTo>
                  <a:lnTo>
                    <a:pt x="22762" y="108275"/>
                  </a:lnTo>
                  <a:lnTo>
                    <a:pt x="22491" y="107259"/>
                  </a:lnTo>
                  <a:lnTo>
                    <a:pt x="21141" y="102196"/>
                  </a:lnTo>
                  <a:lnTo>
                    <a:pt x="20915" y="101346"/>
                  </a:lnTo>
                  <a:lnTo>
                    <a:pt x="19696" y="96773"/>
                  </a:lnTo>
                  <a:lnTo>
                    <a:pt x="18398" y="91904"/>
                  </a:lnTo>
                  <a:lnTo>
                    <a:pt x="18128" y="90893"/>
                  </a:lnTo>
                  <a:lnTo>
                    <a:pt x="16528" y="84889"/>
                  </a:lnTo>
                  <a:lnTo>
                    <a:pt x="15967" y="82785"/>
                  </a:lnTo>
                  <a:lnTo>
                    <a:pt x="15889" y="82494"/>
                  </a:lnTo>
                  <a:lnTo>
                    <a:pt x="15632" y="81529"/>
                  </a:lnTo>
                  <a:lnTo>
                    <a:pt x="14311" y="76573"/>
                  </a:lnTo>
                  <a:lnTo>
                    <a:pt x="14171" y="76047"/>
                  </a:lnTo>
                  <a:lnTo>
                    <a:pt x="13931" y="75148"/>
                  </a:lnTo>
                  <a:lnTo>
                    <a:pt x="13869" y="74914"/>
                  </a:lnTo>
                  <a:lnTo>
                    <a:pt x="13775" y="74560"/>
                  </a:lnTo>
                  <a:lnTo>
                    <a:pt x="13281" y="72709"/>
                  </a:lnTo>
                  <a:lnTo>
                    <a:pt x="11807" y="67179"/>
                  </a:lnTo>
                  <a:lnTo>
                    <a:pt x="11512" y="66070"/>
                  </a:lnTo>
                  <a:lnTo>
                    <a:pt x="10328" y="61629"/>
                  </a:lnTo>
                  <a:lnTo>
                    <a:pt x="8934" y="56401"/>
                  </a:lnTo>
                  <a:lnTo>
                    <a:pt x="8109" y="53305"/>
                  </a:lnTo>
                  <a:lnTo>
                    <a:pt x="7987" y="52845"/>
                  </a:lnTo>
                  <a:lnTo>
                    <a:pt x="6653" y="47844"/>
                  </a:lnTo>
                  <a:lnTo>
                    <a:pt x="5899" y="45012"/>
                  </a:lnTo>
                  <a:lnTo>
                    <a:pt x="4737" y="40655"/>
                  </a:lnTo>
                  <a:lnTo>
                    <a:pt x="3481" y="35943"/>
                  </a:lnTo>
                  <a:lnTo>
                    <a:pt x="3257" y="35100"/>
                  </a:lnTo>
                  <a:lnTo>
                    <a:pt x="3084" y="34452"/>
                  </a:lnTo>
                  <a:lnTo>
                    <a:pt x="2933" y="33885"/>
                  </a:lnTo>
                  <a:lnTo>
                    <a:pt x="2581" y="32565"/>
                  </a:lnTo>
                  <a:lnTo>
                    <a:pt x="2241" y="31291"/>
                  </a:lnTo>
                  <a:lnTo>
                    <a:pt x="2164" y="31000"/>
                  </a:lnTo>
                  <a:lnTo>
                    <a:pt x="1766" y="29506"/>
                  </a:lnTo>
                  <a:lnTo>
                    <a:pt x="1419" y="28207"/>
                  </a:lnTo>
                  <a:lnTo>
                    <a:pt x="979" y="26557"/>
                  </a:lnTo>
                  <a:lnTo>
                    <a:pt x="611" y="25175"/>
                  </a:lnTo>
                  <a:lnTo>
                    <a:pt x="441" y="24539"/>
                  </a:lnTo>
                  <a:lnTo>
                    <a:pt x="286" y="23957"/>
                  </a:lnTo>
                  <a:lnTo>
                    <a:pt x="85" y="23204"/>
                  </a:lnTo>
                  <a:lnTo>
                    <a:pt x="0" y="22809"/>
                  </a:lnTo>
                  <a:lnTo>
                    <a:pt x="5171" y="21330"/>
                  </a:lnTo>
                  <a:lnTo>
                    <a:pt x="9959" y="19960"/>
                  </a:lnTo>
                  <a:lnTo>
                    <a:pt x="11766" y="19443"/>
                  </a:lnTo>
                  <a:lnTo>
                    <a:pt x="13941" y="18821"/>
                  </a:lnTo>
                  <a:lnTo>
                    <a:pt x="15295" y="18433"/>
                  </a:lnTo>
                  <a:lnTo>
                    <a:pt x="15607" y="18344"/>
                  </a:lnTo>
                  <a:lnTo>
                    <a:pt x="15748" y="18310"/>
                  </a:lnTo>
                  <a:lnTo>
                    <a:pt x="16410" y="18147"/>
                  </a:lnTo>
                  <a:lnTo>
                    <a:pt x="24811" y="16087"/>
                  </a:lnTo>
                  <a:lnTo>
                    <a:pt x="25789" y="15848"/>
                  </a:lnTo>
                  <a:lnTo>
                    <a:pt x="30826" y="14612"/>
                  </a:lnTo>
                  <a:lnTo>
                    <a:pt x="33945" y="13848"/>
                  </a:lnTo>
                  <a:lnTo>
                    <a:pt x="34839" y="13628"/>
                  </a:lnTo>
                  <a:lnTo>
                    <a:pt x="41169" y="12076"/>
                  </a:lnTo>
                  <a:lnTo>
                    <a:pt x="42968" y="11635"/>
                  </a:lnTo>
                  <a:lnTo>
                    <a:pt x="43267" y="11576"/>
                  </a:lnTo>
                  <a:lnTo>
                    <a:pt x="52295" y="9805"/>
                  </a:lnTo>
                  <a:lnTo>
                    <a:pt x="52582" y="9749"/>
                  </a:lnTo>
                  <a:lnTo>
                    <a:pt x="52904" y="9686"/>
                  </a:lnTo>
                  <a:lnTo>
                    <a:pt x="59385" y="8415"/>
                  </a:lnTo>
                  <a:lnTo>
                    <a:pt x="61215" y="8056"/>
                  </a:lnTo>
                  <a:lnTo>
                    <a:pt x="62159" y="7870"/>
                  </a:lnTo>
                  <a:lnTo>
                    <a:pt x="62730" y="7758"/>
                  </a:lnTo>
                  <a:lnTo>
                    <a:pt x="68273" y="6671"/>
                  </a:lnTo>
                  <a:lnTo>
                    <a:pt x="68701" y="6587"/>
                  </a:lnTo>
                  <a:lnTo>
                    <a:pt x="69519" y="6426"/>
                  </a:lnTo>
                  <a:lnTo>
                    <a:pt x="69981" y="6355"/>
                  </a:lnTo>
                  <a:lnTo>
                    <a:pt x="77040" y="5259"/>
                  </a:lnTo>
                  <a:lnTo>
                    <a:pt x="86668" y="3764"/>
                  </a:lnTo>
                  <a:lnTo>
                    <a:pt x="87226" y="3678"/>
                  </a:lnTo>
                  <a:lnTo>
                    <a:pt x="88500" y="3480"/>
                  </a:lnTo>
                  <a:lnTo>
                    <a:pt x="88716" y="3446"/>
                  </a:lnTo>
                  <a:lnTo>
                    <a:pt x="88906" y="3439"/>
                  </a:lnTo>
                  <a:lnTo>
                    <a:pt x="91124" y="3355"/>
                  </a:lnTo>
                  <a:lnTo>
                    <a:pt x="93064" y="3282"/>
                  </a:lnTo>
                  <a:lnTo>
                    <a:pt x="99576" y="3036"/>
                  </a:lnTo>
                  <a:lnTo>
                    <a:pt x="99734" y="3030"/>
                  </a:lnTo>
                  <a:lnTo>
                    <a:pt x="100306" y="3008"/>
                  </a:lnTo>
                  <a:lnTo>
                    <a:pt x="109411" y="2664"/>
                  </a:lnTo>
                  <a:lnTo>
                    <a:pt x="118048" y="2337"/>
                  </a:lnTo>
                  <a:lnTo>
                    <a:pt x="119529" y="2281"/>
                  </a:lnTo>
                  <a:lnTo>
                    <a:pt x="137031" y="1619"/>
                  </a:lnTo>
                  <a:lnTo>
                    <a:pt x="139102" y="1540"/>
                  </a:lnTo>
                  <a:lnTo>
                    <a:pt x="139296" y="1533"/>
                  </a:lnTo>
                  <a:lnTo>
                    <a:pt x="140032" y="1505"/>
                  </a:lnTo>
                  <a:lnTo>
                    <a:pt x="140248" y="1497"/>
                  </a:lnTo>
                  <a:lnTo>
                    <a:pt x="143843" y="1361"/>
                  </a:lnTo>
                  <a:lnTo>
                    <a:pt x="144250" y="1346"/>
                  </a:lnTo>
                  <a:lnTo>
                    <a:pt x="149801" y="1136"/>
                  </a:lnTo>
                  <a:lnTo>
                    <a:pt x="150916" y="1093"/>
                  </a:lnTo>
                  <a:lnTo>
                    <a:pt x="151131" y="1085"/>
                  </a:lnTo>
                  <a:lnTo>
                    <a:pt x="168093" y="443"/>
                  </a:lnTo>
                  <a:lnTo>
                    <a:pt x="175964" y="146"/>
                  </a:lnTo>
                  <a:lnTo>
                    <a:pt x="176603" y="122"/>
                  </a:lnTo>
                  <a:lnTo>
                    <a:pt x="177767" y="78"/>
                  </a:lnTo>
                  <a:lnTo>
                    <a:pt x="178466" y="51"/>
                  </a:lnTo>
                  <a:lnTo>
                    <a:pt x="179829" y="0"/>
                  </a:lnTo>
                  <a:lnTo>
                    <a:pt x="179935" y="2929"/>
                  </a:lnTo>
                  <a:lnTo>
                    <a:pt x="180204" y="10418"/>
                  </a:lnTo>
                  <a:lnTo>
                    <a:pt x="180236" y="11300"/>
                  </a:lnTo>
                  <a:lnTo>
                    <a:pt x="180259" y="11801"/>
                  </a:lnTo>
                  <a:lnTo>
                    <a:pt x="180287" y="12389"/>
                  </a:lnTo>
                  <a:lnTo>
                    <a:pt x="180363" y="14020"/>
                  </a:lnTo>
                  <a:lnTo>
                    <a:pt x="181600" y="40441"/>
                  </a:lnTo>
                  <a:lnTo>
                    <a:pt x="181635" y="41194"/>
                  </a:lnTo>
                  <a:lnTo>
                    <a:pt x="181787" y="44452"/>
                  </a:lnTo>
                  <a:lnTo>
                    <a:pt x="181805" y="44819"/>
                  </a:lnTo>
                  <a:lnTo>
                    <a:pt x="182059" y="50265"/>
                  </a:lnTo>
                  <a:lnTo>
                    <a:pt x="182080" y="50714"/>
                  </a:lnTo>
                  <a:lnTo>
                    <a:pt x="182146" y="52112"/>
                  </a:lnTo>
                  <a:lnTo>
                    <a:pt x="182953" y="55607"/>
                  </a:lnTo>
                  <a:lnTo>
                    <a:pt x="184046" y="58957"/>
                  </a:lnTo>
                  <a:lnTo>
                    <a:pt x="186797" y="66410"/>
                  </a:lnTo>
                  <a:lnTo>
                    <a:pt x="187629" y="68661"/>
                  </a:lnTo>
                  <a:lnTo>
                    <a:pt x="188019" y="69717"/>
                  </a:lnTo>
                  <a:lnTo>
                    <a:pt x="188109" y="69961"/>
                  </a:lnTo>
                  <a:lnTo>
                    <a:pt x="188185" y="70168"/>
                  </a:lnTo>
                  <a:lnTo>
                    <a:pt x="188376" y="70728"/>
                  </a:lnTo>
                  <a:lnTo>
                    <a:pt x="188481" y="71035"/>
                  </a:lnTo>
                  <a:lnTo>
                    <a:pt x="189268" y="73346"/>
                  </a:lnTo>
                  <a:lnTo>
                    <a:pt x="189745" y="74745"/>
                  </a:lnTo>
                  <a:lnTo>
                    <a:pt x="189915" y="75243"/>
                  </a:lnTo>
                  <a:lnTo>
                    <a:pt x="190133" y="75885"/>
                  </a:lnTo>
                  <a:lnTo>
                    <a:pt x="190440" y="76785"/>
                  </a:lnTo>
                  <a:lnTo>
                    <a:pt x="190787" y="77803"/>
                  </a:lnTo>
                  <a:lnTo>
                    <a:pt x="191145" y="78852"/>
                  </a:lnTo>
                  <a:lnTo>
                    <a:pt x="191276" y="79237"/>
                  </a:lnTo>
                  <a:lnTo>
                    <a:pt x="191339" y="79421"/>
                  </a:lnTo>
                  <a:lnTo>
                    <a:pt x="191544" y="80022"/>
                  </a:lnTo>
                  <a:lnTo>
                    <a:pt x="191413" y="80069"/>
                  </a:lnTo>
                  <a:lnTo>
                    <a:pt x="191046" y="80201"/>
                  </a:lnTo>
                  <a:lnTo>
                    <a:pt x="181006" y="83969"/>
                  </a:lnTo>
                  <a:lnTo>
                    <a:pt x="180524" y="84150"/>
                  </a:lnTo>
                  <a:lnTo>
                    <a:pt x="180367" y="84209"/>
                  </a:lnTo>
                  <a:lnTo>
                    <a:pt x="171534" y="87524"/>
                  </a:lnTo>
                  <a:lnTo>
                    <a:pt x="162827" y="90791"/>
                  </a:lnTo>
                  <a:lnTo>
                    <a:pt x="162359" y="90967"/>
                  </a:lnTo>
                  <a:lnTo>
                    <a:pt x="160159" y="91793"/>
                  </a:lnTo>
                  <a:lnTo>
                    <a:pt x="159551" y="92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477440" y="4724803"/>
              <a:ext cx="176933" cy="130644"/>
            </a:xfrm>
            <a:custGeom>
              <a:avLst/>
              <a:pathLst>
                <a:path w="176933" h="130644">
                  <a:moveTo>
                    <a:pt x="80151" y="25889"/>
                  </a:moveTo>
                  <a:lnTo>
                    <a:pt x="80317" y="26256"/>
                  </a:lnTo>
                  <a:lnTo>
                    <a:pt x="82160" y="25447"/>
                  </a:lnTo>
                  <a:lnTo>
                    <a:pt x="86082" y="23725"/>
                  </a:lnTo>
                  <a:lnTo>
                    <a:pt x="86885" y="23373"/>
                  </a:lnTo>
                  <a:lnTo>
                    <a:pt x="88719" y="22567"/>
                  </a:lnTo>
                  <a:lnTo>
                    <a:pt x="92216" y="21032"/>
                  </a:lnTo>
                  <a:lnTo>
                    <a:pt x="92926" y="20721"/>
                  </a:lnTo>
                  <a:lnTo>
                    <a:pt x="93279" y="20544"/>
                  </a:lnTo>
                  <a:lnTo>
                    <a:pt x="93967" y="20201"/>
                  </a:lnTo>
                  <a:lnTo>
                    <a:pt x="96146" y="19113"/>
                  </a:lnTo>
                  <a:lnTo>
                    <a:pt x="96515" y="18929"/>
                  </a:lnTo>
                  <a:lnTo>
                    <a:pt x="102660" y="15861"/>
                  </a:lnTo>
                  <a:lnTo>
                    <a:pt x="103605" y="15389"/>
                  </a:lnTo>
                  <a:lnTo>
                    <a:pt x="104203" y="15090"/>
                  </a:lnTo>
                  <a:lnTo>
                    <a:pt x="104550" y="16029"/>
                  </a:lnTo>
                  <a:lnTo>
                    <a:pt x="104722" y="16496"/>
                  </a:lnTo>
                  <a:lnTo>
                    <a:pt x="105089" y="17490"/>
                  </a:lnTo>
                  <a:lnTo>
                    <a:pt x="106357" y="20928"/>
                  </a:lnTo>
                  <a:lnTo>
                    <a:pt x="110557" y="19326"/>
                  </a:lnTo>
                  <a:lnTo>
                    <a:pt x="115059" y="19035"/>
                  </a:lnTo>
                  <a:lnTo>
                    <a:pt x="122411" y="19792"/>
                  </a:lnTo>
                  <a:lnTo>
                    <a:pt x="124102" y="20491"/>
                  </a:lnTo>
                  <a:lnTo>
                    <a:pt x="124573" y="21495"/>
                  </a:lnTo>
                  <a:lnTo>
                    <a:pt x="124995" y="22393"/>
                  </a:lnTo>
                  <a:lnTo>
                    <a:pt x="129879" y="20789"/>
                  </a:lnTo>
                  <a:lnTo>
                    <a:pt x="130626" y="20594"/>
                  </a:lnTo>
                  <a:lnTo>
                    <a:pt x="131067" y="20478"/>
                  </a:lnTo>
                  <a:lnTo>
                    <a:pt x="131899" y="20261"/>
                  </a:lnTo>
                  <a:lnTo>
                    <a:pt x="132424" y="20124"/>
                  </a:lnTo>
                  <a:lnTo>
                    <a:pt x="133291" y="20054"/>
                  </a:lnTo>
                  <a:lnTo>
                    <a:pt x="133262" y="19885"/>
                  </a:lnTo>
                  <a:lnTo>
                    <a:pt x="133115" y="19039"/>
                  </a:lnTo>
                  <a:lnTo>
                    <a:pt x="133073" y="18795"/>
                  </a:lnTo>
                  <a:lnTo>
                    <a:pt x="132862" y="17575"/>
                  </a:lnTo>
                  <a:lnTo>
                    <a:pt x="130489" y="17603"/>
                  </a:lnTo>
                  <a:lnTo>
                    <a:pt x="130133" y="17574"/>
                  </a:lnTo>
                  <a:lnTo>
                    <a:pt x="129704" y="17538"/>
                  </a:lnTo>
                  <a:lnTo>
                    <a:pt x="129986" y="16824"/>
                  </a:lnTo>
                  <a:lnTo>
                    <a:pt x="130463" y="15619"/>
                  </a:lnTo>
                  <a:lnTo>
                    <a:pt x="130790" y="14793"/>
                  </a:lnTo>
                  <a:lnTo>
                    <a:pt x="131539" y="12901"/>
                  </a:lnTo>
                  <a:lnTo>
                    <a:pt x="131635" y="12659"/>
                  </a:lnTo>
                  <a:lnTo>
                    <a:pt x="131921" y="12693"/>
                  </a:lnTo>
                  <a:lnTo>
                    <a:pt x="135245" y="13082"/>
                  </a:lnTo>
                  <a:lnTo>
                    <a:pt x="136086" y="13180"/>
                  </a:lnTo>
                  <a:lnTo>
                    <a:pt x="136375" y="13205"/>
                  </a:lnTo>
                  <a:lnTo>
                    <a:pt x="136590" y="13223"/>
                  </a:lnTo>
                  <a:lnTo>
                    <a:pt x="142300" y="13703"/>
                  </a:lnTo>
                  <a:lnTo>
                    <a:pt x="142283" y="14160"/>
                  </a:lnTo>
                  <a:lnTo>
                    <a:pt x="142087" y="19364"/>
                  </a:lnTo>
                  <a:lnTo>
                    <a:pt x="142050" y="20368"/>
                  </a:lnTo>
                  <a:lnTo>
                    <a:pt x="145150" y="20415"/>
                  </a:lnTo>
                  <a:lnTo>
                    <a:pt x="146773" y="21398"/>
                  </a:lnTo>
                  <a:lnTo>
                    <a:pt x="148018" y="22153"/>
                  </a:lnTo>
                  <a:lnTo>
                    <a:pt x="151032" y="23980"/>
                  </a:lnTo>
                  <a:lnTo>
                    <a:pt x="152083" y="24833"/>
                  </a:lnTo>
                  <a:lnTo>
                    <a:pt x="152349" y="25048"/>
                  </a:lnTo>
                  <a:lnTo>
                    <a:pt x="153715" y="23671"/>
                  </a:lnTo>
                  <a:lnTo>
                    <a:pt x="152418" y="20321"/>
                  </a:lnTo>
                  <a:lnTo>
                    <a:pt x="154783" y="19826"/>
                  </a:lnTo>
                  <a:lnTo>
                    <a:pt x="152951" y="17370"/>
                  </a:lnTo>
                  <a:lnTo>
                    <a:pt x="157225" y="15943"/>
                  </a:lnTo>
                  <a:lnTo>
                    <a:pt x="163380" y="22763"/>
                  </a:lnTo>
                  <a:lnTo>
                    <a:pt x="167047" y="27541"/>
                  </a:lnTo>
                  <a:lnTo>
                    <a:pt x="164730" y="30395"/>
                  </a:lnTo>
                  <a:lnTo>
                    <a:pt x="168092" y="30512"/>
                  </a:lnTo>
                  <a:lnTo>
                    <a:pt x="171382" y="28386"/>
                  </a:lnTo>
                  <a:lnTo>
                    <a:pt x="172573" y="29832"/>
                  </a:lnTo>
                  <a:lnTo>
                    <a:pt x="170885" y="31570"/>
                  </a:lnTo>
                  <a:lnTo>
                    <a:pt x="170723" y="31737"/>
                  </a:lnTo>
                  <a:lnTo>
                    <a:pt x="168322" y="32822"/>
                  </a:lnTo>
                  <a:lnTo>
                    <a:pt x="168336" y="33157"/>
                  </a:lnTo>
                  <a:lnTo>
                    <a:pt x="176933" y="33182"/>
                  </a:lnTo>
                  <a:lnTo>
                    <a:pt x="175140" y="36471"/>
                  </a:lnTo>
                  <a:lnTo>
                    <a:pt x="171530" y="35354"/>
                  </a:lnTo>
                  <a:lnTo>
                    <a:pt x="167660" y="40779"/>
                  </a:lnTo>
                  <a:lnTo>
                    <a:pt x="163896" y="44541"/>
                  </a:lnTo>
                  <a:lnTo>
                    <a:pt x="161606" y="46797"/>
                  </a:lnTo>
                  <a:lnTo>
                    <a:pt x="161260" y="47139"/>
                  </a:lnTo>
                  <a:lnTo>
                    <a:pt x="160933" y="47520"/>
                  </a:lnTo>
                  <a:lnTo>
                    <a:pt x="158716" y="50115"/>
                  </a:lnTo>
                  <a:lnTo>
                    <a:pt x="157006" y="53348"/>
                  </a:lnTo>
                  <a:lnTo>
                    <a:pt x="141798" y="44580"/>
                  </a:lnTo>
                  <a:lnTo>
                    <a:pt x="138873" y="39337"/>
                  </a:lnTo>
                  <a:lnTo>
                    <a:pt x="134655" y="41318"/>
                  </a:lnTo>
                  <a:lnTo>
                    <a:pt x="133173" y="40968"/>
                  </a:lnTo>
                  <a:lnTo>
                    <a:pt x="131957" y="47027"/>
                  </a:lnTo>
                  <a:lnTo>
                    <a:pt x="129616" y="48712"/>
                  </a:lnTo>
                  <a:lnTo>
                    <a:pt x="130875" y="50751"/>
                  </a:lnTo>
                  <a:lnTo>
                    <a:pt x="124795" y="54853"/>
                  </a:lnTo>
                  <a:lnTo>
                    <a:pt x="125414" y="62752"/>
                  </a:lnTo>
                  <a:lnTo>
                    <a:pt x="126695" y="62693"/>
                  </a:lnTo>
                  <a:lnTo>
                    <a:pt x="126553" y="60533"/>
                  </a:lnTo>
                  <a:lnTo>
                    <a:pt x="128405" y="60023"/>
                  </a:lnTo>
                  <a:lnTo>
                    <a:pt x="130685" y="61649"/>
                  </a:lnTo>
                  <a:lnTo>
                    <a:pt x="130831" y="66002"/>
                  </a:lnTo>
                  <a:lnTo>
                    <a:pt x="130868" y="66242"/>
                  </a:lnTo>
                  <a:lnTo>
                    <a:pt x="123893" y="66990"/>
                  </a:lnTo>
                  <a:lnTo>
                    <a:pt x="126410" y="69902"/>
                  </a:lnTo>
                  <a:lnTo>
                    <a:pt x="128036" y="69485"/>
                  </a:lnTo>
                  <a:lnTo>
                    <a:pt x="128951" y="70194"/>
                  </a:lnTo>
                  <a:lnTo>
                    <a:pt x="132513" y="68883"/>
                  </a:lnTo>
                  <a:lnTo>
                    <a:pt x="134104" y="71699"/>
                  </a:lnTo>
                  <a:lnTo>
                    <a:pt x="131441" y="72471"/>
                  </a:lnTo>
                  <a:lnTo>
                    <a:pt x="128927" y="73155"/>
                  </a:lnTo>
                  <a:lnTo>
                    <a:pt x="128832" y="75704"/>
                  </a:lnTo>
                  <a:lnTo>
                    <a:pt x="131581" y="75307"/>
                  </a:lnTo>
                  <a:lnTo>
                    <a:pt x="132442" y="75194"/>
                  </a:lnTo>
                  <a:lnTo>
                    <a:pt x="132679" y="78350"/>
                  </a:lnTo>
                  <a:lnTo>
                    <a:pt x="130614" y="79037"/>
                  </a:lnTo>
                  <a:lnTo>
                    <a:pt x="129436" y="79429"/>
                  </a:lnTo>
                  <a:lnTo>
                    <a:pt x="129086" y="79545"/>
                  </a:lnTo>
                  <a:lnTo>
                    <a:pt x="128944" y="79593"/>
                  </a:lnTo>
                  <a:lnTo>
                    <a:pt x="128595" y="79709"/>
                  </a:lnTo>
                  <a:lnTo>
                    <a:pt x="127163" y="79762"/>
                  </a:lnTo>
                  <a:lnTo>
                    <a:pt x="126668" y="79780"/>
                  </a:lnTo>
                  <a:lnTo>
                    <a:pt x="125630" y="79819"/>
                  </a:lnTo>
                  <a:lnTo>
                    <a:pt x="124362" y="79866"/>
                  </a:lnTo>
                  <a:lnTo>
                    <a:pt x="122227" y="79945"/>
                  </a:lnTo>
                  <a:lnTo>
                    <a:pt x="122041" y="79952"/>
                  </a:lnTo>
                  <a:lnTo>
                    <a:pt x="121905" y="79917"/>
                  </a:lnTo>
                  <a:lnTo>
                    <a:pt x="118961" y="79660"/>
                  </a:lnTo>
                  <a:lnTo>
                    <a:pt x="116745" y="79536"/>
                  </a:lnTo>
                  <a:lnTo>
                    <a:pt x="115655" y="79635"/>
                  </a:lnTo>
                  <a:lnTo>
                    <a:pt x="115331" y="79425"/>
                  </a:lnTo>
                  <a:lnTo>
                    <a:pt x="115059" y="79249"/>
                  </a:lnTo>
                  <a:lnTo>
                    <a:pt x="114054" y="79355"/>
                  </a:lnTo>
                  <a:lnTo>
                    <a:pt x="113831" y="79378"/>
                  </a:lnTo>
                  <a:lnTo>
                    <a:pt x="113164" y="79315"/>
                  </a:lnTo>
                  <a:lnTo>
                    <a:pt x="112623" y="79263"/>
                  </a:lnTo>
                  <a:lnTo>
                    <a:pt x="111583" y="79163"/>
                  </a:lnTo>
                  <a:lnTo>
                    <a:pt x="111324" y="79139"/>
                  </a:lnTo>
                  <a:lnTo>
                    <a:pt x="111096" y="79104"/>
                  </a:lnTo>
                  <a:lnTo>
                    <a:pt x="109956" y="78929"/>
                  </a:lnTo>
                  <a:lnTo>
                    <a:pt x="109710" y="78892"/>
                  </a:lnTo>
                  <a:lnTo>
                    <a:pt x="108741" y="78743"/>
                  </a:lnTo>
                  <a:lnTo>
                    <a:pt x="108328" y="78680"/>
                  </a:lnTo>
                  <a:lnTo>
                    <a:pt x="107689" y="78582"/>
                  </a:lnTo>
                  <a:lnTo>
                    <a:pt x="107149" y="78507"/>
                  </a:lnTo>
                  <a:lnTo>
                    <a:pt x="106286" y="78488"/>
                  </a:lnTo>
                  <a:lnTo>
                    <a:pt x="106068" y="78484"/>
                  </a:lnTo>
                  <a:lnTo>
                    <a:pt x="105899" y="78480"/>
                  </a:lnTo>
                  <a:lnTo>
                    <a:pt x="105624" y="78496"/>
                  </a:lnTo>
                  <a:lnTo>
                    <a:pt x="105363" y="78511"/>
                  </a:lnTo>
                  <a:lnTo>
                    <a:pt x="105122" y="78525"/>
                  </a:lnTo>
                  <a:lnTo>
                    <a:pt x="104729" y="78547"/>
                  </a:lnTo>
                  <a:lnTo>
                    <a:pt x="104415" y="78565"/>
                  </a:lnTo>
                  <a:lnTo>
                    <a:pt x="103435" y="78803"/>
                  </a:lnTo>
                  <a:lnTo>
                    <a:pt x="103176" y="78869"/>
                  </a:lnTo>
                  <a:lnTo>
                    <a:pt x="102698" y="79065"/>
                  </a:lnTo>
                  <a:lnTo>
                    <a:pt x="102479" y="79155"/>
                  </a:lnTo>
                  <a:lnTo>
                    <a:pt x="101875" y="79403"/>
                  </a:lnTo>
                  <a:lnTo>
                    <a:pt x="101592" y="79064"/>
                  </a:lnTo>
                  <a:lnTo>
                    <a:pt x="101470" y="78919"/>
                  </a:lnTo>
                  <a:lnTo>
                    <a:pt x="100309" y="77532"/>
                  </a:lnTo>
                  <a:lnTo>
                    <a:pt x="99419" y="78416"/>
                  </a:lnTo>
                  <a:lnTo>
                    <a:pt x="99093" y="78696"/>
                  </a:lnTo>
                  <a:lnTo>
                    <a:pt x="98875" y="78883"/>
                  </a:lnTo>
                  <a:lnTo>
                    <a:pt x="98673" y="79056"/>
                  </a:lnTo>
                  <a:lnTo>
                    <a:pt x="98012" y="79623"/>
                  </a:lnTo>
                  <a:lnTo>
                    <a:pt x="97690" y="79899"/>
                  </a:lnTo>
                  <a:lnTo>
                    <a:pt x="96668" y="80776"/>
                  </a:lnTo>
                  <a:lnTo>
                    <a:pt x="96156" y="81216"/>
                  </a:lnTo>
                  <a:lnTo>
                    <a:pt x="95822" y="81502"/>
                  </a:lnTo>
                  <a:lnTo>
                    <a:pt x="95513" y="81767"/>
                  </a:lnTo>
                  <a:lnTo>
                    <a:pt x="96263" y="82898"/>
                  </a:lnTo>
                  <a:lnTo>
                    <a:pt x="96461" y="84167"/>
                  </a:lnTo>
                  <a:lnTo>
                    <a:pt x="96598" y="85048"/>
                  </a:lnTo>
                  <a:lnTo>
                    <a:pt x="96753" y="85374"/>
                  </a:lnTo>
                  <a:lnTo>
                    <a:pt x="97244" y="86407"/>
                  </a:lnTo>
                  <a:lnTo>
                    <a:pt x="97373" y="86617"/>
                  </a:lnTo>
                  <a:lnTo>
                    <a:pt x="97735" y="87204"/>
                  </a:lnTo>
                  <a:lnTo>
                    <a:pt x="97986" y="87612"/>
                  </a:lnTo>
                  <a:lnTo>
                    <a:pt x="98118" y="87825"/>
                  </a:lnTo>
                  <a:lnTo>
                    <a:pt x="98625" y="88465"/>
                  </a:lnTo>
                  <a:lnTo>
                    <a:pt x="99034" y="88982"/>
                  </a:lnTo>
                  <a:lnTo>
                    <a:pt x="99180" y="89166"/>
                  </a:lnTo>
                  <a:lnTo>
                    <a:pt x="99426" y="89477"/>
                  </a:lnTo>
                  <a:lnTo>
                    <a:pt x="99733" y="89864"/>
                  </a:lnTo>
                  <a:lnTo>
                    <a:pt x="100212" y="89774"/>
                  </a:lnTo>
                  <a:lnTo>
                    <a:pt x="99712" y="90215"/>
                  </a:lnTo>
                  <a:lnTo>
                    <a:pt x="96239" y="93274"/>
                  </a:lnTo>
                  <a:lnTo>
                    <a:pt x="96098" y="93399"/>
                  </a:lnTo>
                  <a:lnTo>
                    <a:pt x="95854" y="93614"/>
                  </a:lnTo>
                  <a:lnTo>
                    <a:pt x="96820" y="94872"/>
                  </a:lnTo>
                  <a:lnTo>
                    <a:pt x="97257" y="95425"/>
                  </a:lnTo>
                  <a:lnTo>
                    <a:pt x="97782" y="96032"/>
                  </a:lnTo>
                  <a:lnTo>
                    <a:pt x="98029" y="96318"/>
                  </a:lnTo>
                  <a:lnTo>
                    <a:pt x="99282" y="97769"/>
                  </a:lnTo>
                  <a:lnTo>
                    <a:pt x="99965" y="98559"/>
                  </a:lnTo>
                  <a:lnTo>
                    <a:pt x="100273" y="98916"/>
                  </a:lnTo>
                  <a:lnTo>
                    <a:pt x="101236" y="100030"/>
                  </a:lnTo>
                  <a:lnTo>
                    <a:pt x="102349" y="101319"/>
                  </a:lnTo>
                  <a:lnTo>
                    <a:pt x="102845" y="101893"/>
                  </a:lnTo>
                  <a:lnTo>
                    <a:pt x="103241" y="102351"/>
                  </a:lnTo>
                  <a:lnTo>
                    <a:pt x="104470" y="103774"/>
                  </a:lnTo>
                  <a:lnTo>
                    <a:pt x="105627" y="105113"/>
                  </a:lnTo>
                  <a:lnTo>
                    <a:pt x="100873" y="106293"/>
                  </a:lnTo>
                  <a:lnTo>
                    <a:pt x="99589" y="106612"/>
                  </a:lnTo>
                  <a:lnTo>
                    <a:pt x="98777" y="107094"/>
                  </a:lnTo>
                  <a:lnTo>
                    <a:pt x="96323" y="108552"/>
                  </a:lnTo>
                  <a:lnTo>
                    <a:pt x="95504" y="109039"/>
                  </a:lnTo>
                  <a:lnTo>
                    <a:pt x="91522" y="113313"/>
                  </a:lnTo>
                  <a:lnTo>
                    <a:pt x="91208" y="113650"/>
                  </a:lnTo>
                  <a:lnTo>
                    <a:pt x="89805" y="115156"/>
                  </a:lnTo>
                  <a:lnTo>
                    <a:pt x="89322" y="115362"/>
                  </a:lnTo>
                  <a:lnTo>
                    <a:pt x="88776" y="115740"/>
                  </a:lnTo>
                  <a:lnTo>
                    <a:pt x="87490" y="116338"/>
                  </a:lnTo>
                  <a:lnTo>
                    <a:pt x="86980" y="116575"/>
                  </a:lnTo>
                  <a:lnTo>
                    <a:pt x="82517" y="118651"/>
                  </a:lnTo>
                  <a:lnTo>
                    <a:pt x="82256" y="118772"/>
                  </a:lnTo>
                  <a:lnTo>
                    <a:pt x="81304" y="119215"/>
                  </a:lnTo>
                  <a:lnTo>
                    <a:pt x="80919" y="119394"/>
                  </a:lnTo>
                  <a:lnTo>
                    <a:pt x="79298" y="120099"/>
                  </a:lnTo>
                  <a:lnTo>
                    <a:pt x="78197" y="120578"/>
                  </a:lnTo>
                  <a:lnTo>
                    <a:pt x="78330" y="120930"/>
                  </a:lnTo>
                  <a:lnTo>
                    <a:pt x="78423" y="121180"/>
                  </a:lnTo>
                  <a:lnTo>
                    <a:pt x="79084" y="123626"/>
                  </a:lnTo>
                  <a:lnTo>
                    <a:pt x="78892" y="124320"/>
                  </a:lnTo>
                  <a:lnTo>
                    <a:pt x="78810" y="124614"/>
                  </a:lnTo>
                  <a:lnTo>
                    <a:pt x="78741" y="124864"/>
                  </a:lnTo>
                  <a:lnTo>
                    <a:pt x="78222" y="126741"/>
                  </a:lnTo>
                  <a:lnTo>
                    <a:pt x="77925" y="127812"/>
                  </a:lnTo>
                  <a:lnTo>
                    <a:pt x="77886" y="127955"/>
                  </a:lnTo>
                  <a:lnTo>
                    <a:pt x="76598" y="128478"/>
                  </a:lnTo>
                  <a:lnTo>
                    <a:pt x="75271" y="129017"/>
                  </a:lnTo>
                  <a:lnTo>
                    <a:pt x="71262" y="130644"/>
                  </a:lnTo>
                  <a:lnTo>
                    <a:pt x="70864" y="129708"/>
                  </a:lnTo>
                  <a:lnTo>
                    <a:pt x="69178" y="125512"/>
                  </a:lnTo>
                  <a:lnTo>
                    <a:pt x="67623" y="121640"/>
                  </a:lnTo>
                  <a:lnTo>
                    <a:pt x="67361" y="120987"/>
                  </a:lnTo>
                  <a:lnTo>
                    <a:pt x="59060" y="100323"/>
                  </a:lnTo>
                  <a:lnTo>
                    <a:pt x="54244" y="88333"/>
                  </a:lnTo>
                  <a:lnTo>
                    <a:pt x="54168" y="88144"/>
                  </a:lnTo>
                  <a:lnTo>
                    <a:pt x="50072" y="80873"/>
                  </a:lnTo>
                  <a:lnTo>
                    <a:pt x="49666" y="80151"/>
                  </a:lnTo>
                  <a:lnTo>
                    <a:pt x="49284" y="80288"/>
                  </a:lnTo>
                  <a:lnTo>
                    <a:pt x="41846" y="82963"/>
                  </a:lnTo>
                  <a:lnTo>
                    <a:pt x="31429" y="86709"/>
                  </a:lnTo>
                  <a:lnTo>
                    <a:pt x="22812" y="89807"/>
                  </a:lnTo>
                  <a:lnTo>
                    <a:pt x="13118" y="93293"/>
                  </a:lnTo>
                  <a:lnTo>
                    <a:pt x="11256" y="93963"/>
                  </a:lnTo>
                  <a:lnTo>
                    <a:pt x="11051" y="93362"/>
                  </a:lnTo>
                  <a:lnTo>
                    <a:pt x="10989" y="93178"/>
                  </a:lnTo>
                  <a:lnTo>
                    <a:pt x="10857" y="92792"/>
                  </a:lnTo>
                  <a:lnTo>
                    <a:pt x="10498" y="91737"/>
                  </a:lnTo>
                  <a:lnTo>
                    <a:pt x="10153" y="90725"/>
                  </a:lnTo>
                  <a:lnTo>
                    <a:pt x="9846" y="89825"/>
                  </a:lnTo>
                  <a:lnTo>
                    <a:pt x="9627" y="89183"/>
                  </a:lnTo>
                  <a:lnTo>
                    <a:pt x="9458" y="88685"/>
                  </a:lnTo>
                  <a:lnTo>
                    <a:pt x="8981" y="87287"/>
                  </a:lnTo>
                  <a:lnTo>
                    <a:pt x="8193" y="84976"/>
                  </a:lnTo>
                  <a:lnTo>
                    <a:pt x="8079" y="84641"/>
                  </a:lnTo>
                  <a:lnTo>
                    <a:pt x="7898" y="84108"/>
                  </a:lnTo>
                  <a:lnTo>
                    <a:pt x="7821" y="83901"/>
                  </a:lnTo>
                  <a:lnTo>
                    <a:pt x="7731" y="83658"/>
                  </a:lnTo>
                  <a:lnTo>
                    <a:pt x="7341" y="82602"/>
                  </a:lnTo>
                  <a:lnTo>
                    <a:pt x="6510" y="80350"/>
                  </a:lnTo>
                  <a:lnTo>
                    <a:pt x="3758" y="72897"/>
                  </a:lnTo>
                  <a:lnTo>
                    <a:pt x="2666" y="69548"/>
                  </a:lnTo>
                  <a:lnTo>
                    <a:pt x="1859" y="66052"/>
                  </a:lnTo>
                  <a:lnTo>
                    <a:pt x="1793" y="64655"/>
                  </a:lnTo>
                  <a:lnTo>
                    <a:pt x="1772" y="64205"/>
                  </a:lnTo>
                  <a:lnTo>
                    <a:pt x="1517" y="58760"/>
                  </a:lnTo>
                  <a:lnTo>
                    <a:pt x="1500" y="58393"/>
                  </a:lnTo>
                  <a:lnTo>
                    <a:pt x="1348" y="55134"/>
                  </a:lnTo>
                  <a:lnTo>
                    <a:pt x="1312" y="54382"/>
                  </a:lnTo>
                  <a:lnTo>
                    <a:pt x="76" y="27960"/>
                  </a:lnTo>
                  <a:lnTo>
                    <a:pt x="0" y="26329"/>
                  </a:lnTo>
                  <a:lnTo>
                    <a:pt x="2133" y="26225"/>
                  </a:lnTo>
                  <a:lnTo>
                    <a:pt x="2569" y="26204"/>
                  </a:lnTo>
                  <a:lnTo>
                    <a:pt x="3492" y="26159"/>
                  </a:lnTo>
                  <a:lnTo>
                    <a:pt x="4052" y="26131"/>
                  </a:lnTo>
                  <a:lnTo>
                    <a:pt x="4929" y="26110"/>
                  </a:lnTo>
                  <a:lnTo>
                    <a:pt x="12030" y="25942"/>
                  </a:lnTo>
                  <a:lnTo>
                    <a:pt x="13322" y="25911"/>
                  </a:lnTo>
                  <a:lnTo>
                    <a:pt x="18828" y="25780"/>
                  </a:lnTo>
                  <a:lnTo>
                    <a:pt x="22736" y="25688"/>
                  </a:lnTo>
                  <a:lnTo>
                    <a:pt x="25694" y="25617"/>
                  </a:lnTo>
                  <a:lnTo>
                    <a:pt x="28131" y="25518"/>
                  </a:lnTo>
                  <a:lnTo>
                    <a:pt x="29608" y="25458"/>
                  </a:lnTo>
                  <a:lnTo>
                    <a:pt x="29755" y="25432"/>
                  </a:lnTo>
                  <a:lnTo>
                    <a:pt x="30341" y="25330"/>
                  </a:lnTo>
                  <a:lnTo>
                    <a:pt x="31278" y="25032"/>
                  </a:lnTo>
                  <a:lnTo>
                    <a:pt x="31946" y="24674"/>
                  </a:lnTo>
                  <a:lnTo>
                    <a:pt x="32685" y="24222"/>
                  </a:lnTo>
                  <a:lnTo>
                    <a:pt x="33634" y="23642"/>
                  </a:lnTo>
                  <a:lnTo>
                    <a:pt x="35276" y="22639"/>
                  </a:lnTo>
                  <a:lnTo>
                    <a:pt x="38325" y="20849"/>
                  </a:lnTo>
                  <a:lnTo>
                    <a:pt x="40335" y="19668"/>
                  </a:lnTo>
                  <a:lnTo>
                    <a:pt x="40865" y="19357"/>
                  </a:lnTo>
                  <a:lnTo>
                    <a:pt x="49045" y="14554"/>
                  </a:lnTo>
                  <a:lnTo>
                    <a:pt x="56149" y="10382"/>
                  </a:lnTo>
                  <a:lnTo>
                    <a:pt x="57168" y="9784"/>
                  </a:lnTo>
                  <a:lnTo>
                    <a:pt x="56899" y="9338"/>
                  </a:lnTo>
                  <a:lnTo>
                    <a:pt x="54773" y="5811"/>
                  </a:lnTo>
                  <a:lnTo>
                    <a:pt x="54115" y="4719"/>
                  </a:lnTo>
                  <a:lnTo>
                    <a:pt x="53639" y="3930"/>
                  </a:lnTo>
                  <a:lnTo>
                    <a:pt x="53950" y="3851"/>
                  </a:lnTo>
                  <a:lnTo>
                    <a:pt x="54732" y="3651"/>
                  </a:lnTo>
                  <a:lnTo>
                    <a:pt x="58557" y="2673"/>
                  </a:lnTo>
                  <a:lnTo>
                    <a:pt x="69015" y="0"/>
                  </a:lnTo>
                  <a:lnTo>
                    <a:pt x="71213" y="4971"/>
                  </a:lnTo>
                  <a:lnTo>
                    <a:pt x="71768" y="6229"/>
                  </a:lnTo>
                  <a:lnTo>
                    <a:pt x="73324" y="9747"/>
                  </a:lnTo>
                  <a:lnTo>
                    <a:pt x="73450" y="10046"/>
                  </a:lnTo>
                  <a:lnTo>
                    <a:pt x="74374" y="12231"/>
                  </a:lnTo>
                  <a:lnTo>
                    <a:pt x="75008" y="13730"/>
                  </a:lnTo>
                  <a:lnTo>
                    <a:pt x="75288" y="14392"/>
                  </a:lnTo>
                  <a:lnTo>
                    <a:pt x="75375" y="14596"/>
                  </a:lnTo>
                  <a:lnTo>
                    <a:pt x="76952" y="18325"/>
                  </a:lnTo>
                  <a:lnTo>
                    <a:pt x="78772" y="22628"/>
                  </a:lnTo>
                  <a:lnTo>
                    <a:pt x="79466" y="24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2079166" y="4216178"/>
              <a:ext cx="98718" cy="77466"/>
            </a:xfrm>
            <a:custGeom>
              <a:avLst/>
              <a:pathLst>
                <a:path w="98718" h="77466">
                  <a:moveTo>
                    <a:pt x="79324" y="271"/>
                  </a:moveTo>
                  <a:lnTo>
                    <a:pt x="81317" y="2552"/>
                  </a:lnTo>
                  <a:lnTo>
                    <a:pt x="85138" y="2019"/>
                  </a:lnTo>
                  <a:lnTo>
                    <a:pt x="90381" y="3495"/>
                  </a:lnTo>
                  <a:lnTo>
                    <a:pt x="94580" y="669"/>
                  </a:lnTo>
                  <a:lnTo>
                    <a:pt x="98474" y="4146"/>
                  </a:lnTo>
                  <a:lnTo>
                    <a:pt x="98718" y="5544"/>
                  </a:lnTo>
                  <a:lnTo>
                    <a:pt x="97341" y="16559"/>
                  </a:lnTo>
                  <a:lnTo>
                    <a:pt x="96301" y="17229"/>
                  </a:lnTo>
                  <a:lnTo>
                    <a:pt x="92682" y="19559"/>
                  </a:lnTo>
                  <a:lnTo>
                    <a:pt x="91462" y="20183"/>
                  </a:lnTo>
                  <a:lnTo>
                    <a:pt x="89804" y="21030"/>
                  </a:lnTo>
                  <a:lnTo>
                    <a:pt x="87510" y="20433"/>
                  </a:lnTo>
                  <a:lnTo>
                    <a:pt x="86573" y="20096"/>
                  </a:lnTo>
                  <a:lnTo>
                    <a:pt x="85971" y="19880"/>
                  </a:lnTo>
                  <a:lnTo>
                    <a:pt x="81500" y="19734"/>
                  </a:lnTo>
                  <a:lnTo>
                    <a:pt x="76252" y="19614"/>
                  </a:lnTo>
                  <a:lnTo>
                    <a:pt x="73353" y="19548"/>
                  </a:lnTo>
                  <a:lnTo>
                    <a:pt x="71309" y="19501"/>
                  </a:lnTo>
                  <a:lnTo>
                    <a:pt x="71062" y="19485"/>
                  </a:lnTo>
                  <a:lnTo>
                    <a:pt x="65957" y="19143"/>
                  </a:lnTo>
                  <a:lnTo>
                    <a:pt x="61520" y="18846"/>
                  </a:lnTo>
                  <a:lnTo>
                    <a:pt x="60016" y="18886"/>
                  </a:lnTo>
                  <a:lnTo>
                    <a:pt x="59691" y="18895"/>
                  </a:lnTo>
                  <a:lnTo>
                    <a:pt x="59391" y="18844"/>
                  </a:lnTo>
                  <a:lnTo>
                    <a:pt x="59210" y="18814"/>
                  </a:lnTo>
                  <a:lnTo>
                    <a:pt x="56699" y="18389"/>
                  </a:lnTo>
                  <a:lnTo>
                    <a:pt x="56196" y="18336"/>
                  </a:lnTo>
                  <a:lnTo>
                    <a:pt x="55463" y="18258"/>
                  </a:lnTo>
                  <a:lnTo>
                    <a:pt x="48222" y="17491"/>
                  </a:lnTo>
                  <a:lnTo>
                    <a:pt x="48958" y="13183"/>
                  </a:lnTo>
                  <a:lnTo>
                    <a:pt x="49504" y="9991"/>
                  </a:lnTo>
                  <a:lnTo>
                    <a:pt x="47509" y="9651"/>
                  </a:lnTo>
                  <a:lnTo>
                    <a:pt x="46892" y="12693"/>
                  </a:lnTo>
                  <a:lnTo>
                    <a:pt x="45989" y="17139"/>
                  </a:lnTo>
                  <a:lnTo>
                    <a:pt x="40022" y="16794"/>
                  </a:lnTo>
                  <a:lnTo>
                    <a:pt x="29258" y="16172"/>
                  </a:lnTo>
                  <a:lnTo>
                    <a:pt x="28072" y="16762"/>
                  </a:lnTo>
                  <a:lnTo>
                    <a:pt x="27638" y="16587"/>
                  </a:lnTo>
                  <a:lnTo>
                    <a:pt x="18215" y="12784"/>
                  </a:lnTo>
                  <a:lnTo>
                    <a:pt x="13884" y="11026"/>
                  </a:lnTo>
                  <a:lnTo>
                    <a:pt x="13609" y="11408"/>
                  </a:lnTo>
                  <a:lnTo>
                    <a:pt x="11469" y="14383"/>
                  </a:lnTo>
                  <a:lnTo>
                    <a:pt x="11160" y="14819"/>
                  </a:lnTo>
                  <a:lnTo>
                    <a:pt x="11001" y="15042"/>
                  </a:lnTo>
                  <a:lnTo>
                    <a:pt x="11006" y="17423"/>
                  </a:lnTo>
                  <a:lnTo>
                    <a:pt x="11006" y="17678"/>
                  </a:lnTo>
                  <a:lnTo>
                    <a:pt x="11008" y="18355"/>
                  </a:lnTo>
                  <a:lnTo>
                    <a:pt x="12155" y="18826"/>
                  </a:lnTo>
                  <a:lnTo>
                    <a:pt x="19214" y="21725"/>
                  </a:lnTo>
                  <a:lnTo>
                    <a:pt x="25838" y="24445"/>
                  </a:lnTo>
                  <a:lnTo>
                    <a:pt x="26144" y="24464"/>
                  </a:lnTo>
                  <a:lnTo>
                    <a:pt x="27504" y="24550"/>
                  </a:lnTo>
                  <a:lnTo>
                    <a:pt x="38906" y="25271"/>
                  </a:lnTo>
                  <a:lnTo>
                    <a:pt x="41216" y="26017"/>
                  </a:lnTo>
                  <a:lnTo>
                    <a:pt x="43100" y="27089"/>
                  </a:lnTo>
                  <a:lnTo>
                    <a:pt x="44015" y="27922"/>
                  </a:lnTo>
                  <a:lnTo>
                    <a:pt x="44753" y="27166"/>
                  </a:lnTo>
                  <a:lnTo>
                    <a:pt x="48443" y="29700"/>
                  </a:lnTo>
                  <a:lnTo>
                    <a:pt x="48640" y="29835"/>
                  </a:lnTo>
                  <a:lnTo>
                    <a:pt x="48297" y="30719"/>
                  </a:lnTo>
                  <a:lnTo>
                    <a:pt x="53122" y="33909"/>
                  </a:lnTo>
                  <a:lnTo>
                    <a:pt x="54252" y="32198"/>
                  </a:lnTo>
                  <a:lnTo>
                    <a:pt x="54499" y="31823"/>
                  </a:lnTo>
                  <a:lnTo>
                    <a:pt x="56760" y="32891"/>
                  </a:lnTo>
                  <a:lnTo>
                    <a:pt x="60059" y="35195"/>
                  </a:lnTo>
                  <a:lnTo>
                    <a:pt x="60219" y="35241"/>
                  </a:lnTo>
                  <a:lnTo>
                    <a:pt x="61572" y="35633"/>
                  </a:lnTo>
                  <a:lnTo>
                    <a:pt x="62267" y="35834"/>
                  </a:lnTo>
                  <a:lnTo>
                    <a:pt x="62743" y="35972"/>
                  </a:lnTo>
                  <a:lnTo>
                    <a:pt x="63132" y="36254"/>
                  </a:lnTo>
                  <a:lnTo>
                    <a:pt x="64123" y="36971"/>
                  </a:lnTo>
                  <a:lnTo>
                    <a:pt x="65356" y="38183"/>
                  </a:lnTo>
                  <a:lnTo>
                    <a:pt x="65605" y="38428"/>
                  </a:lnTo>
                  <a:lnTo>
                    <a:pt x="68675" y="39341"/>
                  </a:lnTo>
                  <a:lnTo>
                    <a:pt x="70550" y="39899"/>
                  </a:lnTo>
                  <a:lnTo>
                    <a:pt x="70792" y="39972"/>
                  </a:lnTo>
                  <a:lnTo>
                    <a:pt x="71467" y="40133"/>
                  </a:lnTo>
                  <a:lnTo>
                    <a:pt x="73289" y="40568"/>
                  </a:lnTo>
                  <a:lnTo>
                    <a:pt x="74414" y="40836"/>
                  </a:lnTo>
                  <a:lnTo>
                    <a:pt x="74696" y="40904"/>
                  </a:lnTo>
                  <a:lnTo>
                    <a:pt x="75344" y="41116"/>
                  </a:lnTo>
                  <a:lnTo>
                    <a:pt x="75833" y="41718"/>
                  </a:lnTo>
                  <a:lnTo>
                    <a:pt x="77781" y="44115"/>
                  </a:lnTo>
                  <a:lnTo>
                    <a:pt x="78494" y="44992"/>
                  </a:lnTo>
                  <a:lnTo>
                    <a:pt x="78857" y="45004"/>
                  </a:lnTo>
                  <a:lnTo>
                    <a:pt x="79841" y="45037"/>
                  </a:lnTo>
                  <a:lnTo>
                    <a:pt x="81179" y="45081"/>
                  </a:lnTo>
                  <a:lnTo>
                    <a:pt x="87144" y="45278"/>
                  </a:lnTo>
                  <a:lnTo>
                    <a:pt x="88067" y="45103"/>
                  </a:lnTo>
                  <a:lnTo>
                    <a:pt x="89504" y="45134"/>
                  </a:lnTo>
                  <a:lnTo>
                    <a:pt x="90468" y="45641"/>
                  </a:lnTo>
                  <a:lnTo>
                    <a:pt x="90641" y="45752"/>
                  </a:lnTo>
                  <a:lnTo>
                    <a:pt x="90849" y="45885"/>
                  </a:lnTo>
                  <a:lnTo>
                    <a:pt x="91019" y="46124"/>
                  </a:lnTo>
                  <a:lnTo>
                    <a:pt x="91609" y="46953"/>
                  </a:lnTo>
                  <a:lnTo>
                    <a:pt x="91455" y="47921"/>
                  </a:lnTo>
                  <a:lnTo>
                    <a:pt x="91151" y="48186"/>
                  </a:lnTo>
                  <a:lnTo>
                    <a:pt x="90770" y="48518"/>
                  </a:lnTo>
                  <a:lnTo>
                    <a:pt x="90098" y="49105"/>
                  </a:lnTo>
                  <a:lnTo>
                    <a:pt x="89862" y="49310"/>
                  </a:lnTo>
                  <a:lnTo>
                    <a:pt x="89431" y="49686"/>
                  </a:lnTo>
                  <a:lnTo>
                    <a:pt x="87390" y="49945"/>
                  </a:lnTo>
                  <a:lnTo>
                    <a:pt x="86207" y="49799"/>
                  </a:lnTo>
                  <a:lnTo>
                    <a:pt x="85369" y="49913"/>
                  </a:lnTo>
                  <a:lnTo>
                    <a:pt x="85232" y="49932"/>
                  </a:lnTo>
                  <a:lnTo>
                    <a:pt x="84711" y="50003"/>
                  </a:lnTo>
                  <a:lnTo>
                    <a:pt x="81936" y="51480"/>
                  </a:lnTo>
                  <a:lnTo>
                    <a:pt x="80764" y="52122"/>
                  </a:lnTo>
                  <a:lnTo>
                    <a:pt x="80236" y="52411"/>
                  </a:lnTo>
                  <a:lnTo>
                    <a:pt x="76206" y="54215"/>
                  </a:lnTo>
                  <a:lnTo>
                    <a:pt x="74972" y="54660"/>
                  </a:lnTo>
                  <a:lnTo>
                    <a:pt x="74027" y="55002"/>
                  </a:lnTo>
                  <a:lnTo>
                    <a:pt x="74166" y="55336"/>
                  </a:lnTo>
                  <a:lnTo>
                    <a:pt x="73692" y="56574"/>
                  </a:lnTo>
                  <a:lnTo>
                    <a:pt x="73208" y="56796"/>
                  </a:lnTo>
                  <a:lnTo>
                    <a:pt x="72593" y="57079"/>
                  </a:lnTo>
                  <a:lnTo>
                    <a:pt x="72158" y="57278"/>
                  </a:lnTo>
                  <a:lnTo>
                    <a:pt x="69200" y="58637"/>
                  </a:lnTo>
                  <a:lnTo>
                    <a:pt x="68594" y="58938"/>
                  </a:lnTo>
                  <a:lnTo>
                    <a:pt x="68371" y="59087"/>
                  </a:lnTo>
                  <a:lnTo>
                    <a:pt x="68178" y="59267"/>
                  </a:lnTo>
                  <a:lnTo>
                    <a:pt x="68014" y="59420"/>
                  </a:lnTo>
                  <a:lnTo>
                    <a:pt x="67190" y="60187"/>
                  </a:lnTo>
                  <a:lnTo>
                    <a:pt x="66586" y="60011"/>
                  </a:lnTo>
                  <a:lnTo>
                    <a:pt x="64402" y="59373"/>
                  </a:lnTo>
                  <a:lnTo>
                    <a:pt x="62979" y="59018"/>
                  </a:lnTo>
                  <a:lnTo>
                    <a:pt x="61573" y="58666"/>
                  </a:lnTo>
                  <a:lnTo>
                    <a:pt x="61038" y="58533"/>
                  </a:lnTo>
                  <a:lnTo>
                    <a:pt x="60632" y="58390"/>
                  </a:lnTo>
                  <a:lnTo>
                    <a:pt x="59035" y="57829"/>
                  </a:lnTo>
                  <a:lnTo>
                    <a:pt x="58103" y="57501"/>
                  </a:lnTo>
                  <a:lnTo>
                    <a:pt x="56121" y="56032"/>
                  </a:lnTo>
                  <a:lnTo>
                    <a:pt x="55613" y="55654"/>
                  </a:lnTo>
                  <a:lnTo>
                    <a:pt x="55440" y="55526"/>
                  </a:lnTo>
                  <a:lnTo>
                    <a:pt x="54674" y="56408"/>
                  </a:lnTo>
                  <a:lnTo>
                    <a:pt x="53503" y="57755"/>
                  </a:lnTo>
                  <a:lnTo>
                    <a:pt x="52955" y="58386"/>
                  </a:lnTo>
                  <a:lnTo>
                    <a:pt x="51361" y="60728"/>
                  </a:lnTo>
                  <a:lnTo>
                    <a:pt x="50178" y="62468"/>
                  </a:lnTo>
                  <a:lnTo>
                    <a:pt x="49815" y="63000"/>
                  </a:lnTo>
                  <a:lnTo>
                    <a:pt x="49695" y="63177"/>
                  </a:lnTo>
                  <a:lnTo>
                    <a:pt x="49389" y="63564"/>
                  </a:lnTo>
                  <a:lnTo>
                    <a:pt x="48681" y="63094"/>
                  </a:lnTo>
                  <a:lnTo>
                    <a:pt x="47236" y="62135"/>
                  </a:lnTo>
                  <a:lnTo>
                    <a:pt x="46319" y="61486"/>
                  </a:lnTo>
                  <a:lnTo>
                    <a:pt x="43152" y="59241"/>
                  </a:lnTo>
                  <a:lnTo>
                    <a:pt x="43057" y="59669"/>
                  </a:lnTo>
                  <a:lnTo>
                    <a:pt x="42891" y="60412"/>
                  </a:lnTo>
                  <a:lnTo>
                    <a:pt x="42736" y="61051"/>
                  </a:lnTo>
                  <a:lnTo>
                    <a:pt x="42729" y="61225"/>
                  </a:lnTo>
                  <a:lnTo>
                    <a:pt x="42623" y="64030"/>
                  </a:lnTo>
                  <a:lnTo>
                    <a:pt x="42612" y="64323"/>
                  </a:lnTo>
                  <a:lnTo>
                    <a:pt x="42565" y="65578"/>
                  </a:lnTo>
                  <a:lnTo>
                    <a:pt x="41429" y="67406"/>
                  </a:lnTo>
                  <a:lnTo>
                    <a:pt x="41179" y="67808"/>
                  </a:lnTo>
                  <a:lnTo>
                    <a:pt x="40391" y="69239"/>
                  </a:lnTo>
                  <a:lnTo>
                    <a:pt x="39952" y="70036"/>
                  </a:lnTo>
                  <a:lnTo>
                    <a:pt x="39096" y="71590"/>
                  </a:lnTo>
                  <a:lnTo>
                    <a:pt x="38669" y="72491"/>
                  </a:lnTo>
                  <a:lnTo>
                    <a:pt x="38008" y="73886"/>
                  </a:lnTo>
                  <a:lnTo>
                    <a:pt x="37853" y="74212"/>
                  </a:lnTo>
                  <a:lnTo>
                    <a:pt x="37635" y="74575"/>
                  </a:lnTo>
                  <a:lnTo>
                    <a:pt x="36816" y="75936"/>
                  </a:lnTo>
                  <a:lnTo>
                    <a:pt x="36018" y="76997"/>
                  </a:lnTo>
                  <a:lnTo>
                    <a:pt x="35585" y="77466"/>
                  </a:lnTo>
                  <a:lnTo>
                    <a:pt x="35402" y="77171"/>
                  </a:lnTo>
                  <a:lnTo>
                    <a:pt x="33060" y="73414"/>
                  </a:lnTo>
                  <a:lnTo>
                    <a:pt x="32693" y="72825"/>
                  </a:lnTo>
                  <a:lnTo>
                    <a:pt x="32157" y="72438"/>
                  </a:lnTo>
                  <a:lnTo>
                    <a:pt x="31717" y="72122"/>
                  </a:lnTo>
                  <a:lnTo>
                    <a:pt x="31518" y="71974"/>
                  </a:lnTo>
                  <a:lnTo>
                    <a:pt x="30412" y="73724"/>
                  </a:lnTo>
                  <a:lnTo>
                    <a:pt x="30070" y="74265"/>
                  </a:lnTo>
                  <a:lnTo>
                    <a:pt x="28786" y="75885"/>
                  </a:lnTo>
                  <a:lnTo>
                    <a:pt x="25041" y="73489"/>
                  </a:lnTo>
                  <a:lnTo>
                    <a:pt x="24901" y="73369"/>
                  </a:lnTo>
                  <a:lnTo>
                    <a:pt x="24438" y="72971"/>
                  </a:lnTo>
                  <a:lnTo>
                    <a:pt x="24192" y="72760"/>
                  </a:lnTo>
                  <a:lnTo>
                    <a:pt x="24043" y="72632"/>
                  </a:lnTo>
                  <a:lnTo>
                    <a:pt x="25967" y="70218"/>
                  </a:lnTo>
                  <a:lnTo>
                    <a:pt x="26256" y="69892"/>
                  </a:lnTo>
                  <a:lnTo>
                    <a:pt x="26476" y="69463"/>
                  </a:lnTo>
                  <a:lnTo>
                    <a:pt x="26648" y="69128"/>
                  </a:lnTo>
                  <a:lnTo>
                    <a:pt x="26828" y="68488"/>
                  </a:lnTo>
                  <a:lnTo>
                    <a:pt x="27525" y="66002"/>
                  </a:lnTo>
                  <a:lnTo>
                    <a:pt x="27611" y="65695"/>
                  </a:lnTo>
                  <a:lnTo>
                    <a:pt x="27159" y="65462"/>
                  </a:lnTo>
                  <a:lnTo>
                    <a:pt x="31432" y="56678"/>
                  </a:lnTo>
                  <a:lnTo>
                    <a:pt x="30866" y="56390"/>
                  </a:lnTo>
                  <a:lnTo>
                    <a:pt x="27761" y="54809"/>
                  </a:lnTo>
                  <a:lnTo>
                    <a:pt x="29348" y="51418"/>
                  </a:lnTo>
                  <a:lnTo>
                    <a:pt x="30680" y="48575"/>
                  </a:lnTo>
                  <a:lnTo>
                    <a:pt x="30268" y="47983"/>
                  </a:lnTo>
                  <a:lnTo>
                    <a:pt x="29204" y="46493"/>
                  </a:lnTo>
                  <a:lnTo>
                    <a:pt x="25993" y="43825"/>
                  </a:lnTo>
                  <a:lnTo>
                    <a:pt x="19021" y="38779"/>
                  </a:lnTo>
                  <a:lnTo>
                    <a:pt x="11471" y="33953"/>
                  </a:lnTo>
                  <a:lnTo>
                    <a:pt x="10258" y="30331"/>
                  </a:lnTo>
                  <a:lnTo>
                    <a:pt x="7706" y="23226"/>
                  </a:lnTo>
                  <a:lnTo>
                    <a:pt x="6413" y="18370"/>
                  </a:lnTo>
                  <a:lnTo>
                    <a:pt x="6675" y="15334"/>
                  </a:lnTo>
                  <a:lnTo>
                    <a:pt x="5309" y="11633"/>
                  </a:lnTo>
                  <a:lnTo>
                    <a:pt x="369" y="9221"/>
                  </a:lnTo>
                  <a:lnTo>
                    <a:pt x="0" y="8315"/>
                  </a:lnTo>
                  <a:lnTo>
                    <a:pt x="356" y="6276"/>
                  </a:lnTo>
                  <a:lnTo>
                    <a:pt x="1435" y="5287"/>
                  </a:lnTo>
                  <a:lnTo>
                    <a:pt x="2321" y="5462"/>
                  </a:lnTo>
                  <a:lnTo>
                    <a:pt x="5240" y="6038"/>
                  </a:lnTo>
                  <a:lnTo>
                    <a:pt x="5854" y="6160"/>
                  </a:lnTo>
                  <a:lnTo>
                    <a:pt x="7764" y="6537"/>
                  </a:lnTo>
                  <a:lnTo>
                    <a:pt x="8632" y="6708"/>
                  </a:lnTo>
                  <a:lnTo>
                    <a:pt x="14034" y="5281"/>
                  </a:lnTo>
                  <a:lnTo>
                    <a:pt x="25233" y="7673"/>
                  </a:lnTo>
                  <a:lnTo>
                    <a:pt x="28354" y="8340"/>
                  </a:lnTo>
                  <a:lnTo>
                    <a:pt x="50660" y="3940"/>
                  </a:lnTo>
                  <a:lnTo>
                    <a:pt x="54137" y="2037"/>
                  </a:lnTo>
                  <a:lnTo>
                    <a:pt x="54289" y="231"/>
                  </a:lnTo>
                  <a:lnTo>
                    <a:pt x="65950" y="0"/>
                  </a:lnTo>
                  <a:lnTo>
                    <a:pt x="70651" y="95"/>
                  </a:lnTo>
                  <a:lnTo>
                    <a:pt x="76793" y="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83473" y="3546293"/>
              <a:ext cx="105028" cy="102517"/>
            </a:xfrm>
            <a:custGeom>
              <a:avLst/>
              <a:pathLst>
                <a:path w="105028" h="102517">
                  <a:moveTo>
                    <a:pt x="26469" y="19174"/>
                  </a:moveTo>
                  <a:lnTo>
                    <a:pt x="27130" y="19682"/>
                  </a:lnTo>
                  <a:lnTo>
                    <a:pt x="27513" y="19129"/>
                  </a:lnTo>
                  <a:lnTo>
                    <a:pt x="27823" y="18721"/>
                  </a:lnTo>
                  <a:lnTo>
                    <a:pt x="29514" y="19848"/>
                  </a:lnTo>
                  <a:lnTo>
                    <a:pt x="30182" y="20292"/>
                  </a:lnTo>
                  <a:lnTo>
                    <a:pt x="32378" y="21754"/>
                  </a:lnTo>
                  <a:lnTo>
                    <a:pt x="35849" y="24065"/>
                  </a:lnTo>
                  <a:lnTo>
                    <a:pt x="36893" y="24760"/>
                  </a:lnTo>
                  <a:lnTo>
                    <a:pt x="40522" y="27176"/>
                  </a:lnTo>
                  <a:lnTo>
                    <a:pt x="40902" y="27429"/>
                  </a:lnTo>
                  <a:lnTo>
                    <a:pt x="42117" y="28896"/>
                  </a:lnTo>
                  <a:lnTo>
                    <a:pt x="43620" y="30710"/>
                  </a:lnTo>
                  <a:lnTo>
                    <a:pt x="45277" y="32402"/>
                  </a:lnTo>
                  <a:lnTo>
                    <a:pt x="47884" y="35839"/>
                  </a:lnTo>
                  <a:lnTo>
                    <a:pt x="52184" y="41509"/>
                  </a:lnTo>
                  <a:lnTo>
                    <a:pt x="54059" y="43982"/>
                  </a:lnTo>
                  <a:lnTo>
                    <a:pt x="54442" y="44219"/>
                  </a:lnTo>
                  <a:lnTo>
                    <a:pt x="58284" y="46600"/>
                  </a:lnTo>
                  <a:lnTo>
                    <a:pt x="58635" y="46818"/>
                  </a:lnTo>
                  <a:lnTo>
                    <a:pt x="59131" y="47140"/>
                  </a:lnTo>
                  <a:lnTo>
                    <a:pt x="59400" y="47345"/>
                  </a:lnTo>
                  <a:lnTo>
                    <a:pt x="60378" y="48090"/>
                  </a:lnTo>
                  <a:lnTo>
                    <a:pt x="63608" y="50551"/>
                  </a:lnTo>
                  <a:lnTo>
                    <a:pt x="65421" y="51932"/>
                  </a:lnTo>
                  <a:lnTo>
                    <a:pt x="68965" y="54633"/>
                  </a:lnTo>
                  <a:lnTo>
                    <a:pt x="69429" y="54986"/>
                  </a:lnTo>
                  <a:lnTo>
                    <a:pt x="74358" y="58741"/>
                  </a:lnTo>
                  <a:lnTo>
                    <a:pt x="75936" y="59702"/>
                  </a:lnTo>
                  <a:lnTo>
                    <a:pt x="80300" y="62358"/>
                  </a:lnTo>
                  <a:lnTo>
                    <a:pt x="84483" y="64904"/>
                  </a:lnTo>
                  <a:lnTo>
                    <a:pt x="88936" y="67614"/>
                  </a:lnTo>
                  <a:lnTo>
                    <a:pt x="90969" y="69132"/>
                  </a:lnTo>
                  <a:lnTo>
                    <a:pt x="92426" y="70220"/>
                  </a:lnTo>
                  <a:lnTo>
                    <a:pt x="97607" y="74089"/>
                  </a:lnTo>
                  <a:lnTo>
                    <a:pt x="105028" y="79630"/>
                  </a:lnTo>
                  <a:lnTo>
                    <a:pt x="100811" y="89729"/>
                  </a:lnTo>
                  <a:lnTo>
                    <a:pt x="96891" y="95386"/>
                  </a:lnTo>
                  <a:lnTo>
                    <a:pt x="90815" y="102517"/>
                  </a:lnTo>
                  <a:lnTo>
                    <a:pt x="78402" y="101201"/>
                  </a:lnTo>
                  <a:lnTo>
                    <a:pt x="75033" y="100553"/>
                  </a:lnTo>
                  <a:lnTo>
                    <a:pt x="73357" y="100454"/>
                  </a:lnTo>
                  <a:lnTo>
                    <a:pt x="74467" y="93550"/>
                  </a:lnTo>
                  <a:lnTo>
                    <a:pt x="69984" y="93627"/>
                  </a:lnTo>
                  <a:lnTo>
                    <a:pt x="66412" y="92229"/>
                  </a:lnTo>
                  <a:lnTo>
                    <a:pt x="61473" y="89278"/>
                  </a:lnTo>
                  <a:lnTo>
                    <a:pt x="55815" y="82510"/>
                  </a:lnTo>
                  <a:lnTo>
                    <a:pt x="62461" y="74131"/>
                  </a:lnTo>
                  <a:lnTo>
                    <a:pt x="60409" y="72267"/>
                  </a:lnTo>
                  <a:lnTo>
                    <a:pt x="58509" y="73976"/>
                  </a:lnTo>
                  <a:lnTo>
                    <a:pt x="56814" y="73014"/>
                  </a:lnTo>
                  <a:lnTo>
                    <a:pt x="42352" y="64274"/>
                  </a:lnTo>
                  <a:lnTo>
                    <a:pt x="37475" y="63614"/>
                  </a:lnTo>
                  <a:lnTo>
                    <a:pt x="36143" y="63072"/>
                  </a:lnTo>
                  <a:lnTo>
                    <a:pt x="32849" y="61731"/>
                  </a:lnTo>
                  <a:lnTo>
                    <a:pt x="17956" y="50883"/>
                  </a:lnTo>
                  <a:lnTo>
                    <a:pt x="18241" y="48954"/>
                  </a:lnTo>
                  <a:lnTo>
                    <a:pt x="18564" y="46766"/>
                  </a:lnTo>
                  <a:lnTo>
                    <a:pt x="10249" y="42057"/>
                  </a:lnTo>
                  <a:lnTo>
                    <a:pt x="2780" y="37777"/>
                  </a:lnTo>
                  <a:lnTo>
                    <a:pt x="1087" y="28069"/>
                  </a:lnTo>
                  <a:lnTo>
                    <a:pt x="0" y="21830"/>
                  </a:lnTo>
                  <a:lnTo>
                    <a:pt x="1230" y="21157"/>
                  </a:lnTo>
                  <a:lnTo>
                    <a:pt x="3183" y="9707"/>
                  </a:lnTo>
                  <a:lnTo>
                    <a:pt x="3542" y="8950"/>
                  </a:lnTo>
                  <a:lnTo>
                    <a:pt x="3916" y="8163"/>
                  </a:lnTo>
                  <a:lnTo>
                    <a:pt x="4138" y="7697"/>
                  </a:lnTo>
                  <a:lnTo>
                    <a:pt x="5628" y="4561"/>
                  </a:lnTo>
                  <a:lnTo>
                    <a:pt x="9435" y="0"/>
                  </a:lnTo>
                  <a:lnTo>
                    <a:pt x="11666" y="2270"/>
                  </a:lnTo>
                  <a:lnTo>
                    <a:pt x="12185" y="2798"/>
                  </a:lnTo>
                  <a:lnTo>
                    <a:pt x="12310" y="2925"/>
                  </a:lnTo>
                  <a:lnTo>
                    <a:pt x="12451" y="3129"/>
                  </a:lnTo>
                  <a:lnTo>
                    <a:pt x="12706" y="3501"/>
                  </a:lnTo>
                  <a:lnTo>
                    <a:pt x="13856" y="5174"/>
                  </a:lnTo>
                  <a:lnTo>
                    <a:pt x="15660" y="7800"/>
                  </a:lnTo>
                  <a:lnTo>
                    <a:pt x="15996" y="8180"/>
                  </a:lnTo>
                  <a:lnTo>
                    <a:pt x="16534" y="8790"/>
                  </a:lnTo>
                  <a:lnTo>
                    <a:pt x="20600" y="13397"/>
                  </a:lnTo>
                  <a:lnTo>
                    <a:pt x="21094" y="14195"/>
                  </a:lnTo>
                  <a:lnTo>
                    <a:pt x="21504" y="14859"/>
                  </a:lnTo>
                  <a:lnTo>
                    <a:pt x="21715" y="15200"/>
                  </a:lnTo>
                  <a:lnTo>
                    <a:pt x="22010" y="15678"/>
                  </a:lnTo>
                  <a:lnTo>
                    <a:pt x="22101" y="15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2816" y="3719323"/>
              <a:ext cx="101851" cy="75369"/>
            </a:xfrm>
            <a:custGeom>
              <a:avLst/>
              <a:pathLst>
                <a:path w="101851" h="75369">
                  <a:moveTo>
                    <a:pt x="29292" y="1138"/>
                  </a:moveTo>
                  <a:lnTo>
                    <a:pt x="33078" y="1690"/>
                  </a:lnTo>
                  <a:lnTo>
                    <a:pt x="34085" y="1850"/>
                  </a:lnTo>
                  <a:lnTo>
                    <a:pt x="34840" y="1971"/>
                  </a:lnTo>
                  <a:lnTo>
                    <a:pt x="36025" y="1825"/>
                  </a:lnTo>
                  <a:lnTo>
                    <a:pt x="45741" y="625"/>
                  </a:lnTo>
                  <a:lnTo>
                    <a:pt x="46043" y="845"/>
                  </a:lnTo>
                  <a:lnTo>
                    <a:pt x="46747" y="1357"/>
                  </a:lnTo>
                  <a:lnTo>
                    <a:pt x="47812" y="2131"/>
                  </a:lnTo>
                  <a:lnTo>
                    <a:pt x="49035" y="2445"/>
                  </a:lnTo>
                  <a:lnTo>
                    <a:pt x="50532" y="2830"/>
                  </a:lnTo>
                  <a:lnTo>
                    <a:pt x="51891" y="4738"/>
                  </a:lnTo>
                  <a:lnTo>
                    <a:pt x="52037" y="4943"/>
                  </a:lnTo>
                  <a:lnTo>
                    <a:pt x="54320" y="6587"/>
                  </a:lnTo>
                  <a:lnTo>
                    <a:pt x="54546" y="6750"/>
                  </a:lnTo>
                  <a:lnTo>
                    <a:pt x="54997" y="7075"/>
                  </a:lnTo>
                  <a:lnTo>
                    <a:pt x="56820" y="8760"/>
                  </a:lnTo>
                  <a:lnTo>
                    <a:pt x="57373" y="9271"/>
                  </a:lnTo>
                  <a:lnTo>
                    <a:pt x="59244" y="11000"/>
                  </a:lnTo>
                  <a:lnTo>
                    <a:pt x="63283" y="14734"/>
                  </a:lnTo>
                  <a:lnTo>
                    <a:pt x="71529" y="20248"/>
                  </a:lnTo>
                  <a:lnTo>
                    <a:pt x="77242" y="22262"/>
                  </a:lnTo>
                  <a:lnTo>
                    <a:pt x="83654" y="25758"/>
                  </a:lnTo>
                  <a:lnTo>
                    <a:pt x="90832" y="27912"/>
                  </a:lnTo>
                  <a:lnTo>
                    <a:pt x="95771" y="29854"/>
                  </a:lnTo>
                  <a:lnTo>
                    <a:pt x="99001" y="32281"/>
                  </a:lnTo>
                  <a:lnTo>
                    <a:pt x="101851" y="39078"/>
                  </a:lnTo>
                  <a:lnTo>
                    <a:pt x="100171" y="49639"/>
                  </a:lnTo>
                  <a:lnTo>
                    <a:pt x="96847" y="55222"/>
                  </a:lnTo>
                  <a:lnTo>
                    <a:pt x="91860" y="61048"/>
                  </a:lnTo>
                  <a:lnTo>
                    <a:pt x="90435" y="65903"/>
                  </a:lnTo>
                  <a:lnTo>
                    <a:pt x="89010" y="72456"/>
                  </a:lnTo>
                  <a:lnTo>
                    <a:pt x="82123" y="75369"/>
                  </a:lnTo>
                  <a:lnTo>
                    <a:pt x="76186" y="74641"/>
                  </a:lnTo>
                  <a:lnTo>
                    <a:pt x="68350" y="69058"/>
                  </a:lnTo>
                  <a:lnTo>
                    <a:pt x="62888" y="66388"/>
                  </a:lnTo>
                  <a:lnTo>
                    <a:pt x="52914" y="69301"/>
                  </a:lnTo>
                  <a:lnTo>
                    <a:pt x="41990" y="69301"/>
                  </a:lnTo>
                  <a:lnTo>
                    <a:pt x="34628" y="66145"/>
                  </a:lnTo>
                  <a:lnTo>
                    <a:pt x="25604" y="59106"/>
                  </a:lnTo>
                  <a:lnTo>
                    <a:pt x="19667" y="56921"/>
                  </a:lnTo>
                  <a:lnTo>
                    <a:pt x="14918" y="53038"/>
                  </a:lnTo>
                  <a:lnTo>
                    <a:pt x="7793" y="45270"/>
                  </a:lnTo>
                  <a:lnTo>
                    <a:pt x="3756" y="36046"/>
                  </a:lnTo>
                  <a:lnTo>
                    <a:pt x="0" y="28704"/>
                  </a:lnTo>
                  <a:lnTo>
                    <a:pt x="9736" y="30160"/>
                  </a:lnTo>
                  <a:lnTo>
                    <a:pt x="9499" y="25063"/>
                  </a:lnTo>
                  <a:lnTo>
                    <a:pt x="10448" y="19480"/>
                  </a:lnTo>
                  <a:lnTo>
                    <a:pt x="11359" y="14895"/>
                  </a:lnTo>
                  <a:lnTo>
                    <a:pt x="11143" y="14738"/>
                  </a:lnTo>
                  <a:lnTo>
                    <a:pt x="11369" y="14048"/>
                  </a:lnTo>
                  <a:lnTo>
                    <a:pt x="11994" y="12141"/>
                  </a:lnTo>
                  <a:lnTo>
                    <a:pt x="12828" y="9869"/>
                  </a:lnTo>
                  <a:lnTo>
                    <a:pt x="13243" y="8738"/>
                  </a:lnTo>
                  <a:lnTo>
                    <a:pt x="13346" y="8263"/>
                  </a:lnTo>
                  <a:lnTo>
                    <a:pt x="13775" y="6291"/>
                  </a:lnTo>
                  <a:lnTo>
                    <a:pt x="14327" y="5369"/>
                  </a:lnTo>
                  <a:lnTo>
                    <a:pt x="14449" y="5166"/>
                  </a:lnTo>
                  <a:lnTo>
                    <a:pt x="14924" y="4373"/>
                  </a:lnTo>
                  <a:lnTo>
                    <a:pt x="15022" y="4208"/>
                  </a:lnTo>
                  <a:lnTo>
                    <a:pt x="16418" y="1878"/>
                  </a:lnTo>
                  <a:lnTo>
                    <a:pt x="16732" y="1413"/>
                  </a:lnTo>
                  <a:lnTo>
                    <a:pt x="17341" y="512"/>
                  </a:lnTo>
                  <a:lnTo>
                    <a:pt x="17493" y="434"/>
                  </a:lnTo>
                  <a:lnTo>
                    <a:pt x="19496" y="1410"/>
                  </a:lnTo>
                  <a:lnTo>
                    <a:pt x="19795" y="1386"/>
                  </a:lnTo>
                  <a:lnTo>
                    <a:pt x="23850" y="1070"/>
                  </a:lnTo>
                  <a:lnTo>
                    <a:pt x="24654" y="994"/>
                  </a:lnTo>
                  <a:lnTo>
                    <a:pt x="25621" y="190"/>
                  </a:lnTo>
                  <a:lnTo>
                    <a:pt x="25756" y="0"/>
                  </a:lnTo>
                  <a:lnTo>
                    <a:pt x="29045" y="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5939" y="4229521"/>
              <a:ext cx="125990" cy="113866"/>
            </a:xfrm>
            <a:custGeom>
              <a:avLst/>
              <a:pathLst>
                <a:path w="125990" h="113866">
                  <a:moveTo>
                    <a:pt x="83833" y="16051"/>
                  </a:moveTo>
                  <a:lnTo>
                    <a:pt x="85752" y="16192"/>
                  </a:lnTo>
                  <a:lnTo>
                    <a:pt x="89002" y="3560"/>
                  </a:lnTo>
                  <a:lnTo>
                    <a:pt x="93657" y="3851"/>
                  </a:lnTo>
                  <a:lnTo>
                    <a:pt x="105626" y="6958"/>
                  </a:lnTo>
                  <a:lnTo>
                    <a:pt x="113035" y="11715"/>
                  </a:lnTo>
                  <a:lnTo>
                    <a:pt x="108461" y="19570"/>
                  </a:lnTo>
                  <a:lnTo>
                    <a:pt x="108708" y="19717"/>
                  </a:lnTo>
                  <a:lnTo>
                    <a:pt x="112465" y="21971"/>
                  </a:lnTo>
                  <a:lnTo>
                    <a:pt x="120170" y="25116"/>
                  </a:lnTo>
                  <a:lnTo>
                    <a:pt x="120888" y="35013"/>
                  </a:lnTo>
                  <a:lnTo>
                    <a:pt x="122901" y="39143"/>
                  </a:lnTo>
                  <a:lnTo>
                    <a:pt x="125990" y="46294"/>
                  </a:lnTo>
                  <a:lnTo>
                    <a:pt x="122238" y="52939"/>
                  </a:lnTo>
                  <a:lnTo>
                    <a:pt x="116357" y="50342"/>
                  </a:lnTo>
                  <a:lnTo>
                    <a:pt x="115566" y="49992"/>
                  </a:lnTo>
                  <a:lnTo>
                    <a:pt x="111515" y="55699"/>
                  </a:lnTo>
                  <a:lnTo>
                    <a:pt x="108689" y="53395"/>
                  </a:lnTo>
                  <a:lnTo>
                    <a:pt x="101947" y="49160"/>
                  </a:lnTo>
                  <a:lnTo>
                    <a:pt x="83280" y="37435"/>
                  </a:lnTo>
                  <a:lnTo>
                    <a:pt x="76096" y="36221"/>
                  </a:lnTo>
                  <a:lnTo>
                    <a:pt x="72387" y="35673"/>
                  </a:lnTo>
                  <a:lnTo>
                    <a:pt x="72171" y="38804"/>
                  </a:lnTo>
                  <a:lnTo>
                    <a:pt x="62014" y="37595"/>
                  </a:lnTo>
                  <a:lnTo>
                    <a:pt x="59036" y="37221"/>
                  </a:lnTo>
                  <a:lnTo>
                    <a:pt x="49954" y="36023"/>
                  </a:lnTo>
                  <a:lnTo>
                    <a:pt x="47492" y="35698"/>
                  </a:lnTo>
                  <a:lnTo>
                    <a:pt x="47786" y="32479"/>
                  </a:lnTo>
                  <a:lnTo>
                    <a:pt x="48107" y="28973"/>
                  </a:lnTo>
                  <a:lnTo>
                    <a:pt x="45086" y="28682"/>
                  </a:lnTo>
                  <a:lnTo>
                    <a:pt x="40755" y="28624"/>
                  </a:lnTo>
                  <a:lnTo>
                    <a:pt x="36081" y="29032"/>
                  </a:lnTo>
                  <a:lnTo>
                    <a:pt x="31351" y="29032"/>
                  </a:lnTo>
                  <a:lnTo>
                    <a:pt x="31391" y="35775"/>
                  </a:lnTo>
                  <a:lnTo>
                    <a:pt x="29470" y="35556"/>
                  </a:lnTo>
                  <a:lnTo>
                    <a:pt x="26563" y="34974"/>
                  </a:lnTo>
                  <a:lnTo>
                    <a:pt x="25708" y="41673"/>
                  </a:lnTo>
                  <a:lnTo>
                    <a:pt x="24683" y="48081"/>
                  </a:lnTo>
                  <a:lnTo>
                    <a:pt x="19724" y="56063"/>
                  </a:lnTo>
                  <a:lnTo>
                    <a:pt x="18764" y="56860"/>
                  </a:lnTo>
                  <a:lnTo>
                    <a:pt x="12486" y="55946"/>
                  </a:lnTo>
                  <a:lnTo>
                    <a:pt x="8923" y="68549"/>
                  </a:lnTo>
                  <a:lnTo>
                    <a:pt x="8989" y="71436"/>
                  </a:lnTo>
                  <a:lnTo>
                    <a:pt x="21433" y="92700"/>
                  </a:lnTo>
                  <a:lnTo>
                    <a:pt x="23523" y="101535"/>
                  </a:lnTo>
                  <a:lnTo>
                    <a:pt x="24473" y="104157"/>
                  </a:lnTo>
                  <a:lnTo>
                    <a:pt x="33592" y="108623"/>
                  </a:lnTo>
                  <a:lnTo>
                    <a:pt x="27037" y="113866"/>
                  </a:lnTo>
                  <a:lnTo>
                    <a:pt x="18203" y="106293"/>
                  </a:lnTo>
                  <a:lnTo>
                    <a:pt x="3100" y="71533"/>
                  </a:lnTo>
                  <a:lnTo>
                    <a:pt x="3739" y="66969"/>
                  </a:lnTo>
                  <a:lnTo>
                    <a:pt x="5276" y="61423"/>
                  </a:lnTo>
                  <a:lnTo>
                    <a:pt x="7387" y="53803"/>
                  </a:lnTo>
                  <a:lnTo>
                    <a:pt x="8983" y="49317"/>
                  </a:lnTo>
                  <a:lnTo>
                    <a:pt x="8869" y="40929"/>
                  </a:lnTo>
                  <a:lnTo>
                    <a:pt x="8983" y="38657"/>
                  </a:lnTo>
                  <a:lnTo>
                    <a:pt x="9244" y="35419"/>
                  </a:lnTo>
                  <a:lnTo>
                    <a:pt x="2910" y="34152"/>
                  </a:lnTo>
                  <a:lnTo>
                    <a:pt x="3100" y="23472"/>
                  </a:lnTo>
                  <a:lnTo>
                    <a:pt x="11079" y="25705"/>
                  </a:lnTo>
                  <a:lnTo>
                    <a:pt x="11769" y="22674"/>
                  </a:lnTo>
                  <a:lnTo>
                    <a:pt x="8663" y="20150"/>
                  </a:lnTo>
                  <a:lnTo>
                    <a:pt x="3689" y="15797"/>
                  </a:lnTo>
                  <a:lnTo>
                    <a:pt x="4975" y="14250"/>
                  </a:lnTo>
                  <a:lnTo>
                    <a:pt x="0" y="9543"/>
                  </a:lnTo>
                  <a:lnTo>
                    <a:pt x="3348" y="5756"/>
                  </a:lnTo>
                  <a:lnTo>
                    <a:pt x="8827" y="9618"/>
                  </a:lnTo>
                  <a:lnTo>
                    <a:pt x="16826" y="0"/>
                  </a:lnTo>
                  <a:lnTo>
                    <a:pt x="27207" y="6888"/>
                  </a:lnTo>
                  <a:lnTo>
                    <a:pt x="29091" y="8138"/>
                  </a:lnTo>
                  <a:lnTo>
                    <a:pt x="29675" y="8525"/>
                  </a:lnTo>
                  <a:lnTo>
                    <a:pt x="29934" y="3543"/>
                  </a:lnTo>
                  <a:lnTo>
                    <a:pt x="34542" y="3689"/>
                  </a:lnTo>
                  <a:lnTo>
                    <a:pt x="34413" y="9732"/>
                  </a:lnTo>
                  <a:lnTo>
                    <a:pt x="34972" y="9874"/>
                  </a:lnTo>
                  <a:lnTo>
                    <a:pt x="41189" y="10417"/>
                  </a:lnTo>
                  <a:lnTo>
                    <a:pt x="55039" y="11640"/>
                  </a:lnTo>
                  <a:lnTo>
                    <a:pt x="64158" y="12747"/>
                  </a:lnTo>
                  <a:lnTo>
                    <a:pt x="64622" y="10282"/>
                  </a:lnTo>
                  <a:lnTo>
                    <a:pt x="78636" y="14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30798" y="3899350"/>
              <a:ext cx="91622" cy="65513"/>
            </a:xfrm>
            <a:custGeom>
              <a:avLst/>
              <a:pathLst>
                <a:path w="91622" h="65513">
                  <a:moveTo>
                    <a:pt x="70534" y="6523"/>
                  </a:moveTo>
                  <a:lnTo>
                    <a:pt x="72915" y="9148"/>
                  </a:lnTo>
                  <a:lnTo>
                    <a:pt x="72714" y="13067"/>
                  </a:lnTo>
                  <a:lnTo>
                    <a:pt x="60106" y="20527"/>
                  </a:lnTo>
                  <a:lnTo>
                    <a:pt x="62451" y="22223"/>
                  </a:lnTo>
                  <a:lnTo>
                    <a:pt x="67168" y="25634"/>
                  </a:lnTo>
                  <a:lnTo>
                    <a:pt x="67968" y="22984"/>
                  </a:lnTo>
                  <a:lnTo>
                    <a:pt x="68132" y="22440"/>
                  </a:lnTo>
                  <a:lnTo>
                    <a:pt x="73089" y="27061"/>
                  </a:lnTo>
                  <a:lnTo>
                    <a:pt x="72891" y="27691"/>
                  </a:lnTo>
                  <a:lnTo>
                    <a:pt x="72327" y="29480"/>
                  </a:lnTo>
                  <a:lnTo>
                    <a:pt x="77102" y="35345"/>
                  </a:lnTo>
                  <a:lnTo>
                    <a:pt x="75895" y="37837"/>
                  </a:lnTo>
                  <a:lnTo>
                    <a:pt x="81751" y="40671"/>
                  </a:lnTo>
                  <a:lnTo>
                    <a:pt x="84679" y="42088"/>
                  </a:lnTo>
                  <a:lnTo>
                    <a:pt x="81532" y="49249"/>
                  </a:lnTo>
                  <a:lnTo>
                    <a:pt x="85269" y="51218"/>
                  </a:lnTo>
                  <a:lnTo>
                    <a:pt x="90109" y="53768"/>
                  </a:lnTo>
                  <a:lnTo>
                    <a:pt x="90000" y="54109"/>
                  </a:lnTo>
                  <a:lnTo>
                    <a:pt x="89241" y="56483"/>
                  </a:lnTo>
                  <a:lnTo>
                    <a:pt x="91328" y="57160"/>
                  </a:lnTo>
                  <a:lnTo>
                    <a:pt x="91622" y="57256"/>
                  </a:lnTo>
                  <a:lnTo>
                    <a:pt x="89302" y="62418"/>
                  </a:lnTo>
                  <a:lnTo>
                    <a:pt x="86106" y="61475"/>
                  </a:lnTo>
                  <a:lnTo>
                    <a:pt x="82557" y="60428"/>
                  </a:lnTo>
                  <a:lnTo>
                    <a:pt x="81672" y="60276"/>
                  </a:lnTo>
                  <a:lnTo>
                    <a:pt x="77584" y="59575"/>
                  </a:lnTo>
                  <a:lnTo>
                    <a:pt x="79022" y="64834"/>
                  </a:lnTo>
                  <a:lnTo>
                    <a:pt x="73465" y="65513"/>
                  </a:lnTo>
                  <a:lnTo>
                    <a:pt x="71423" y="63669"/>
                  </a:lnTo>
                  <a:lnTo>
                    <a:pt x="65438" y="61581"/>
                  </a:lnTo>
                  <a:lnTo>
                    <a:pt x="62286" y="60755"/>
                  </a:lnTo>
                  <a:lnTo>
                    <a:pt x="61734" y="60610"/>
                  </a:lnTo>
                  <a:lnTo>
                    <a:pt x="59976" y="60804"/>
                  </a:lnTo>
                  <a:lnTo>
                    <a:pt x="59478" y="62277"/>
                  </a:lnTo>
                  <a:lnTo>
                    <a:pt x="59121" y="63329"/>
                  </a:lnTo>
                  <a:lnTo>
                    <a:pt x="55464" y="63183"/>
                  </a:lnTo>
                  <a:lnTo>
                    <a:pt x="55286" y="61494"/>
                  </a:lnTo>
                  <a:lnTo>
                    <a:pt x="55084" y="59591"/>
                  </a:lnTo>
                  <a:lnTo>
                    <a:pt x="52567" y="58765"/>
                  </a:lnTo>
                  <a:lnTo>
                    <a:pt x="50483" y="59558"/>
                  </a:lnTo>
                  <a:lnTo>
                    <a:pt x="48862" y="60173"/>
                  </a:lnTo>
                  <a:lnTo>
                    <a:pt x="46155" y="57066"/>
                  </a:lnTo>
                  <a:lnTo>
                    <a:pt x="45110" y="55561"/>
                  </a:lnTo>
                  <a:lnTo>
                    <a:pt x="47438" y="55173"/>
                  </a:lnTo>
                  <a:lnTo>
                    <a:pt x="45918" y="50270"/>
                  </a:lnTo>
                  <a:lnTo>
                    <a:pt x="43904" y="40929"/>
                  </a:lnTo>
                  <a:lnTo>
                    <a:pt x="38432" y="40347"/>
                  </a:lnTo>
                  <a:lnTo>
                    <a:pt x="35925" y="39881"/>
                  </a:lnTo>
                  <a:lnTo>
                    <a:pt x="33303" y="40463"/>
                  </a:lnTo>
                  <a:lnTo>
                    <a:pt x="31593" y="38250"/>
                  </a:lnTo>
                  <a:lnTo>
                    <a:pt x="28743" y="39065"/>
                  </a:lnTo>
                  <a:lnTo>
                    <a:pt x="32049" y="47221"/>
                  </a:lnTo>
                  <a:lnTo>
                    <a:pt x="32277" y="52814"/>
                  </a:lnTo>
                  <a:lnTo>
                    <a:pt x="29477" y="58538"/>
                  </a:lnTo>
                  <a:lnTo>
                    <a:pt x="27119" y="59979"/>
                  </a:lnTo>
                  <a:lnTo>
                    <a:pt x="19140" y="57503"/>
                  </a:lnTo>
                  <a:lnTo>
                    <a:pt x="3894" y="51969"/>
                  </a:lnTo>
                  <a:lnTo>
                    <a:pt x="0" y="48134"/>
                  </a:lnTo>
                  <a:lnTo>
                    <a:pt x="2684" y="44088"/>
                  </a:lnTo>
                  <a:lnTo>
                    <a:pt x="5068" y="45568"/>
                  </a:lnTo>
                  <a:lnTo>
                    <a:pt x="7015" y="46005"/>
                  </a:lnTo>
                  <a:lnTo>
                    <a:pt x="7870" y="40422"/>
                  </a:lnTo>
                  <a:lnTo>
                    <a:pt x="3326" y="39163"/>
                  </a:lnTo>
                  <a:lnTo>
                    <a:pt x="2781" y="39012"/>
                  </a:lnTo>
                  <a:lnTo>
                    <a:pt x="5791" y="31075"/>
                  </a:lnTo>
                  <a:lnTo>
                    <a:pt x="9058" y="31538"/>
                  </a:lnTo>
                  <a:lnTo>
                    <a:pt x="10008" y="28820"/>
                  </a:lnTo>
                  <a:lnTo>
                    <a:pt x="6968" y="27460"/>
                  </a:lnTo>
                  <a:lnTo>
                    <a:pt x="8952" y="21194"/>
                  </a:lnTo>
                  <a:lnTo>
                    <a:pt x="9497" y="21427"/>
                  </a:lnTo>
                  <a:lnTo>
                    <a:pt x="9979" y="21632"/>
                  </a:lnTo>
                  <a:lnTo>
                    <a:pt x="18747" y="25373"/>
                  </a:lnTo>
                  <a:lnTo>
                    <a:pt x="21530" y="27330"/>
                  </a:lnTo>
                  <a:lnTo>
                    <a:pt x="23535" y="26754"/>
                  </a:lnTo>
                  <a:lnTo>
                    <a:pt x="28549" y="25313"/>
                  </a:lnTo>
                  <a:lnTo>
                    <a:pt x="30133" y="24858"/>
                  </a:lnTo>
                  <a:lnTo>
                    <a:pt x="37057" y="24234"/>
                  </a:lnTo>
                  <a:lnTo>
                    <a:pt x="37749" y="24285"/>
                  </a:lnTo>
                  <a:lnTo>
                    <a:pt x="42813" y="24661"/>
                  </a:lnTo>
                  <a:lnTo>
                    <a:pt x="45530" y="27853"/>
                  </a:lnTo>
                  <a:lnTo>
                    <a:pt x="49098" y="26257"/>
                  </a:lnTo>
                  <a:lnTo>
                    <a:pt x="48312" y="25313"/>
                  </a:lnTo>
                  <a:lnTo>
                    <a:pt x="47080" y="23472"/>
                  </a:lnTo>
                  <a:lnTo>
                    <a:pt x="45152" y="20592"/>
                  </a:lnTo>
                  <a:lnTo>
                    <a:pt x="44835" y="20118"/>
                  </a:lnTo>
                  <a:lnTo>
                    <a:pt x="44719" y="19945"/>
                  </a:lnTo>
                  <a:lnTo>
                    <a:pt x="44158" y="18433"/>
                  </a:lnTo>
                  <a:lnTo>
                    <a:pt x="43871" y="17660"/>
                  </a:lnTo>
                  <a:lnTo>
                    <a:pt x="43408" y="13701"/>
                  </a:lnTo>
                  <a:lnTo>
                    <a:pt x="42683" y="10947"/>
                  </a:lnTo>
                  <a:lnTo>
                    <a:pt x="43314" y="10592"/>
                  </a:lnTo>
                  <a:lnTo>
                    <a:pt x="46186" y="9026"/>
                  </a:lnTo>
                  <a:lnTo>
                    <a:pt x="46114" y="8739"/>
                  </a:lnTo>
                  <a:lnTo>
                    <a:pt x="45407" y="5954"/>
                  </a:lnTo>
                  <a:lnTo>
                    <a:pt x="45179" y="4865"/>
                  </a:lnTo>
                  <a:lnTo>
                    <a:pt x="47198" y="4647"/>
                  </a:lnTo>
                  <a:lnTo>
                    <a:pt x="49862" y="4360"/>
                  </a:lnTo>
                  <a:lnTo>
                    <a:pt x="50975" y="4240"/>
                  </a:lnTo>
                  <a:lnTo>
                    <a:pt x="51644" y="4218"/>
                  </a:lnTo>
                  <a:lnTo>
                    <a:pt x="52126" y="7406"/>
                  </a:lnTo>
                  <a:lnTo>
                    <a:pt x="52245" y="8190"/>
                  </a:lnTo>
                  <a:lnTo>
                    <a:pt x="53846" y="9047"/>
                  </a:lnTo>
                  <a:lnTo>
                    <a:pt x="55435" y="9898"/>
                  </a:lnTo>
                  <a:lnTo>
                    <a:pt x="55702" y="10041"/>
                  </a:lnTo>
                  <a:lnTo>
                    <a:pt x="58263" y="9670"/>
                  </a:lnTo>
                  <a:lnTo>
                    <a:pt x="59710" y="8465"/>
                  </a:lnTo>
                  <a:lnTo>
                    <a:pt x="60522" y="8944"/>
                  </a:lnTo>
                  <a:lnTo>
                    <a:pt x="62659" y="8854"/>
                  </a:lnTo>
                  <a:lnTo>
                    <a:pt x="62911" y="8683"/>
                  </a:lnTo>
                  <a:lnTo>
                    <a:pt x="62791" y="6550"/>
                  </a:lnTo>
                  <a:lnTo>
                    <a:pt x="62569" y="4587"/>
                  </a:lnTo>
                  <a:lnTo>
                    <a:pt x="62432" y="4073"/>
                  </a:lnTo>
                  <a:lnTo>
                    <a:pt x="62271" y="3472"/>
                  </a:lnTo>
                  <a:lnTo>
                    <a:pt x="63684" y="1817"/>
                  </a:lnTo>
                  <a:lnTo>
                    <a:pt x="65235" y="0"/>
                  </a:lnTo>
                  <a:lnTo>
                    <a:pt x="66126" y="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99589" y="3785670"/>
              <a:ext cx="123495" cy="88958"/>
            </a:xfrm>
            <a:custGeom>
              <a:avLst/>
              <a:pathLst>
                <a:path w="123495" h="88958">
                  <a:moveTo>
                    <a:pt x="116525" y="25154"/>
                  </a:moveTo>
                  <a:lnTo>
                    <a:pt x="119047" y="43627"/>
                  </a:lnTo>
                  <a:lnTo>
                    <a:pt x="117755" y="51627"/>
                  </a:lnTo>
                  <a:lnTo>
                    <a:pt x="118845" y="56371"/>
                  </a:lnTo>
                  <a:lnTo>
                    <a:pt x="123495" y="63340"/>
                  </a:lnTo>
                  <a:lnTo>
                    <a:pt x="116766" y="63528"/>
                  </a:lnTo>
                  <a:lnTo>
                    <a:pt x="112587" y="63140"/>
                  </a:lnTo>
                  <a:lnTo>
                    <a:pt x="107249" y="60510"/>
                  </a:lnTo>
                  <a:lnTo>
                    <a:pt x="104870" y="60479"/>
                  </a:lnTo>
                  <a:lnTo>
                    <a:pt x="101321" y="60432"/>
                  </a:lnTo>
                  <a:lnTo>
                    <a:pt x="101313" y="63181"/>
                  </a:lnTo>
                  <a:lnTo>
                    <a:pt x="101302" y="66699"/>
                  </a:lnTo>
                  <a:lnTo>
                    <a:pt x="101292" y="69714"/>
                  </a:lnTo>
                  <a:lnTo>
                    <a:pt x="96347" y="70238"/>
                  </a:lnTo>
                  <a:lnTo>
                    <a:pt x="94528" y="70431"/>
                  </a:lnTo>
                  <a:lnTo>
                    <a:pt x="94364" y="71037"/>
                  </a:lnTo>
                  <a:lnTo>
                    <a:pt x="94326" y="71176"/>
                  </a:lnTo>
                  <a:lnTo>
                    <a:pt x="94128" y="71908"/>
                  </a:lnTo>
                  <a:lnTo>
                    <a:pt x="93878" y="72833"/>
                  </a:lnTo>
                  <a:lnTo>
                    <a:pt x="93620" y="73786"/>
                  </a:lnTo>
                  <a:lnTo>
                    <a:pt x="93585" y="73916"/>
                  </a:lnTo>
                  <a:lnTo>
                    <a:pt x="93549" y="74047"/>
                  </a:lnTo>
                  <a:lnTo>
                    <a:pt x="93322" y="74887"/>
                  </a:lnTo>
                  <a:lnTo>
                    <a:pt x="93286" y="75020"/>
                  </a:lnTo>
                  <a:lnTo>
                    <a:pt x="93091" y="75741"/>
                  </a:lnTo>
                  <a:lnTo>
                    <a:pt x="92855" y="76613"/>
                  </a:lnTo>
                  <a:lnTo>
                    <a:pt x="92643" y="77393"/>
                  </a:lnTo>
                  <a:lnTo>
                    <a:pt x="92370" y="78404"/>
                  </a:lnTo>
                  <a:lnTo>
                    <a:pt x="92163" y="79167"/>
                  </a:lnTo>
                  <a:lnTo>
                    <a:pt x="92043" y="79612"/>
                  </a:lnTo>
                  <a:lnTo>
                    <a:pt x="91982" y="79790"/>
                  </a:lnTo>
                  <a:lnTo>
                    <a:pt x="91908" y="80006"/>
                  </a:lnTo>
                  <a:lnTo>
                    <a:pt x="91104" y="82358"/>
                  </a:lnTo>
                  <a:lnTo>
                    <a:pt x="89523" y="86980"/>
                  </a:lnTo>
                  <a:lnTo>
                    <a:pt x="85926" y="86370"/>
                  </a:lnTo>
                  <a:lnTo>
                    <a:pt x="85783" y="86301"/>
                  </a:lnTo>
                  <a:lnTo>
                    <a:pt x="85631" y="86228"/>
                  </a:lnTo>
                  <a:lnTo>
                    <a:pt x="85419" y="86127"/>
                  </a:lnTo>
                  <a:lnTo>
                    <a:pt x="78820" y="82962"/>
                  </a:lnTo>
                  <a:lnTo>
                    <a:pt x="68307" y="85670"/>
                  </a:lnTo>
                  <a:lnTo>
                    <a:pt x="60099" y="87412"/>
                  </a:lnTo>
                  <a:lnTo>
                    <a:pt x="53777" y="88754"/>
                  </a:lnTo>
                  <a:lnTo>
                    <a:pt x="52817" y="88958"/>
                  </a:lnTo>
                  <a:lnTo>
                    <a:pt x="50658" y="84127"/>
                  </a:lnTo>
                  <a:lnTo>
                    <a:pt x="50305" y="84163"/>
                  </a:lnTo>
                  <a:lnTo>
                    <a:pt x="45804" y="84622"/>
                  </a:lnTo>
                  <a:lnTo>
                    <a:pt x="43735" y="85118"/>
                  </a:lnTo>
                  <a:lnTo>
                    <a:pt x="42809" y="85340"/>
                  </a:lnTo>
                  <a:lnTo>
                    <a:pt x="33914" y="87471"/>
                  </a:lnTo>
                  <a:lnTo>
                    <a:pt x="33608" y="87544"/>
                  </a:lnTo>
                  <a:lnTo>
                    <a:pt x="33613" y="87342"/>
                  </a:lnTo>
                  <a:lnTo>
                    <a:pt x="33617" y="87195"/>
                  </a:lnTo>
                  <a:lnTo>
                    <a:pt x="33697" y="84193"/>
                  </a:lnTo>
                  <a:lnTo>
                    <a:pt x="33850" y="78410"/>
                  </a:lnTo>
                  <a:lnTo>
                    <a:pt x="26312" y="78088"/>
                  </a:lnTo>
                  <a:lnTo>
                    <a:pt x="26557" y="87238"/>
                  </a:lnTo>
                  <a:lnTo>
                    <a:pt x="20515" y="87257"/>
                  </a:lnTo>
                  <a:lnTo>
                    <a:pt x="20358" y="87257"/>
                  </a:lnTo>
                  <a:lnTo>
                    <a:pt x="19258" y="87260"/>
                  </a:lnTo>
                  <a:lnTo>
                    <a:pt x="17081" y="87267"/>
                  </a:lnTo>
                  <a:lnTo>
                    <a:pt x="13959" y="87276"/>
                  </a:lnTo>
                  <a:lnTo>
                    <a:pt x="13695" y="87277"/>
                  </a:lnTo>
                  <a:lnTo>
                    <a:pt x="7312" y="87128"/>
                  </a:lnTo>
                  <a:lnTo>
                    <a:pt x="7026" y="87122"/>
                  </a:lnTo>
                  <a:lnTo>
                    <a:pt x="1607" y="87051"/>
                  </a:lnTo>
                  <a:lnTo>
                    <a:pt x="0" y="78368"/>
                  </a:lnTo>
                  <a:lnTo>
                    <a:pt x="6424" y="78128"/>
                  </a:lnTo>
                  <a:lnTo>
                    <a:pt x="4050" y="70846"/>
                  </a:lnTo>
                  <a:lnTo>
                    <a:pt x="6949" y="67729"/>
                  </a:lnTo>
                  <a:lnTo>
                    <a:pt x="7716" y="65441"/>
                  </a:lnTo>
                  <a:lnTo>
                    <a:pt x="13989" y="66812"/>
                  </a:lnTo>
                  <a:lnTo>
                    <a:pt x="14502" y="65006"/>
                  </a:lnTo>
                  <a:lnTo>
                    <a:pt x="10994" y="63265"/>
                  </a:lnTo>
                  <a:lnTo>
                    <a:pt x="10120" y="58265"/>
                  </a:lnTo>
                  <a:lnTo>
                    <a:pt x="10511" y="57097"/>
                  </a:lnTo>
                  <a:lnTo>
                    <a:pt x="11563" y="54846"/>
                  </a:lnTo>
                  <a:lnTo>
                    <a:pt x="15414" y="56384"/>
                  </a:lnTo>
                  <a:lnTo>
                    <a:pt x="15926" y="55335"/>
                  </a:lnTo>
                  <a:lnTo>
                    <a:pt x="12219" y="53440"/>
                  </a:lnTo>
                  <a:lnTo>
                    <a:pt x="12593" y="52638"/>
                  </a:lnTo>
                  <a:lnTo>
                    <a:pt x="13504" y="50689"/>
                  </a:lnTo>
                  <a:lnTo>
                    <a:pt x="13906" y="49750"/>
                  </a:lnTo>
                  <a:lnTo>
                    <a:pt x="17693" y="50850"/>
                  </a:lnTo>
                  <a:lnTo>
                    <a:pt x="20600" y="43451"/>
                  </a:lnTo>
                  <a:lnTo>
                    <a:pt x="20924" y="42621"/>
                  </a:lnTo>
                  <a:lnTo>
                    <a:pt x="18371" y="41115"/>
                  </a:lnTo>
                  <a:lnTo>
                    <a:pt x="17761" y="40755"/>
                  </a:lnTo>
                  <a:lnTo>
                    <a:pt x="18930" y="36844"/>
                  </a:lnTo>
                  <a:lnTo>
                    <a:pt x="19784" y="34028"/>
                  </a:lnTo>
                  <a:lnTo>
                    <a:pt x="21779" y="31212"/>
                  </a:lnTo>
                  <a:lnTo>
                    <a:pt x="25674" y="28833"/>
                  </a:lnTo>
                  <a:lnTo>
                    <a:pt x="31186" y="25635"/>
                  </a:lnTo>
                  <a:lnTo>
                    <a:pt x="33637" y="25084"/>
                  </a:lnTo>
                  <a:lnTo>
                    <a:pt x="34113" y="24623"/>
                  </a:lnTo>
                  <a:lnTo>
                    <a:pt x="36773" y="22049"/>
                  </a:lnTo>
                  <a:lnTo>
                    <a:pt x="36969" y="21859"/>
                  </a:lnTo>
                  <a:lnTo>
                    <a:pt x="37519" y="21327"/>
                  </a:lnTo>
                  <a:lnTo>
                    <a:pt x="37640" y="20911"/>
                  </a:lnTo>
                  <a:lnTo>
                    <a:pt x="37831" y="20256"/>
                  </a:lnTo>
                  <a:lnTo>
                    <a:pt x="38367" y="18419"/>
                  </a:lnTo>
                  <a:lnTo>
                    <a:pt x="38868" y="16242"/>
                  </a:lnTo>
                  <a:lnTo>
                    <a:pt x="38963" y="15828"/>
                  </a:lnTo>
                  <a:lnTo>
                    <a:pt x="39361" y="15913"/>
                  </a:lnTo>
                  <a:lnTo>
                    <a:pt x="40848" y="16232"/>
                  </a:lnTo>
                  <a:lnTo>
                    <a:pt x="43156" y="16505"/>
                  </a:lnTo>
                  <a:lnTo>
                    <a:pt x="44526" y="16667"/>
                  </a:lnTo>
                  <a:lnTo>
                    <a:pt x="47581" y="16667"/>
                  </a:lnTo>
                  <a:lnTo>
                    <a:pt x="50149" y="16667"/>
                  </a:lnTo>
                  <a:lnTo>
                    <a:pt x="51493" y="16728"/>
                  </a:lnTo>
                  <a:lnTo>
                    <a:pt x="53871" y="16836"/>
                  </a:lnTo>
                  <a:lnTo>
                    <a:pt x="54344" y="17003"/>
                  </a:lnTo>
                  <a:lnTo>
                    <a:pt x="56341" y="17709"/>
                  </a:lnTo>
                  <a:lnTo>
                    <a:pt x="57960" y="18877"/>
                  </a:lnTo>
                  <a:lnTo>
                    <a:pt x="58128" y="18999"/>
                  </a:lnTo>
                  <a:lnTo>
                    <a:pt x="59967" y="20273"/>
                  </a:lnTo>
                  <a:lnTo>
                    <a:pt x="62399" y="22666"/>
                  </a:lnTo>
                  <a:lnTo>
                    <a:pt x="62804" y="23074"/>
                  </a:lnTo>
                  <a:lnTo>
                    <a:pt x="68267" y="26763"/>
                  </a:lnTo>
                  <a:lnTo>
                    <a:pt x="70237" y="21935"/>
                  </a:lnTo>
                  <a:lnTo>
                    <a:pt x="71978" y="17667"/>
                  </a:lnTo>
                  <a:lnTo>
                    <a:pt x="77288" y="5986"/>
                  </a:lnTo>
                  <a:lnTo>
                    <a:pt x="80100" y="1388"/>
                  </a:lnTo>
                  <a:lnTo>
                    <a:pt x="86482" y="0"/>
                  </a:lnTo>
                  <a:lnTo>
                    <a:pt x="89446" y="3106"/>
                  </a:lnTo>
                  <a:lnTo>
                    <a:pt x="96347" y="5828"/>
                  </a:lnTo>
                  <a:lnTo>
                    <a:pt x="103428" y="8621"/>
                  </a:lnTo>
                  <a:lnTo>
                    <a:pt x="106468" y="13204"/>
                  </a:lnTo>
                  <a:lnTo>
                    <a:pt x="109888" y="1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397914" y="3434749"/>
              <a:ext cx="207246" cy="164164"/>
            </a:xfrm>
            <a:custGeom>
              <a:avLst/>
              <a:pathLst>
                <a:path w="207246" h="164164">
                  <a:moveTo>
                    <a:pt x="46764" y="2019"/>
                  </a:moveTo>
                  <a:lnTo>
                    <a:pt x="42313" y="11742"/>
                  </a:lnTo>
                  <a:lnTo>
                    <a:pt x="42188" y="12088"/>
                  </a:lnTo>
                  <a:lnTo>
                    <a:pt x="40641" y="19015"/>
                  </a:lnTo>
                  <a:lnTo>
                    <a:pt x="39349" y="23404"/>
                  </a:lnTo>
                  <a:lnTo>
                    <a:pt x="39122" y="28111"/>
                  </a:lnTo>
                  <a:lnTo>
                    <a:pt x="38969" y="31288"/>
                  </a:lnTo>
                  <a:lnTo>
                    <a:pt x="38171" y="34046"/>
                  </a:lnTo>
                  <a:lnTo>
                    <a:pt x="35515" y="41497"/>
                  </a:lnTo>
                  <a:lnTo>
                    <a:pt x="36332" y="42380"/>
                  </a:lnTo>
                  <a:lnTo>
                    <a:pt x="42245" y="36561"/>
                  </a:lnTo>
                  <a:lnTo>
                    <a:pt x="44857" y="40384"/>
                  </a:lnTo>
                  <a:lnTo>
                    <a:pt x="47678" y="39549"/>
                  </a:lnTo>
                  <a:lnTo>
                    <a:pt x="48428" y="40787"/>
                  </a:lnTo>
                  <a:lnTo>
                    <a:pt x="51882" y="42219"/>
                  </a:lnTo>
                  <a:lnTo>
                    <a:pt x="53663" y="45787"/>
                  </a:lnTo>
                  <a:lnTo>
                    <a:pt x="51335" y="46977"/>
                  </a:lnTo>
                  <a:lnTo>
                    <a:pt x="51096" y="47113"/>
                  </a:lnTo>
                  <a:lnTo>
                    <a:pt x="52691" y="52723"/>
                  </a:lnTo>
                  <a:lnTo>
                    <a:pt x="52446" y="52922"/>
                  </a:lnTo>
                  <a:lnTo>
                    <a:pt x="49520" y="55166"/>
                  </a:lnTo>
                  <a:lnTo>
                    <a:pt x="48009" y="56327"/>
                  </a:lnTo>
                  <a:lnTo>
                    <a:pt x="46652" y="57368"/>
                  </a:lnTo>
                  <a:lnTo>
                    <a:pt x="45872" y="57976"/>
                  </a:lnTo>
                  <a:lnTo>
                    <a:pt x="43302" y="59980"/>
                  </a:lnTo>
                  <a:lnTo>
                    <a:pt x="42647" y="60491"/>
                  </a:lnTo>
                  <a:lnTo>
                    <a:pt x="42326" y="60741"/>
                  </a:lnTo>
                  <a:lnTo>
                    <a:pt x="41187" y="61629"/>
                  </a:lnTo>
                  <a:lnTo>
                    <a:pt x="40579" y="62103"/>
                  </a:lnTo>
                  <a:lnTo>
                    <a:pt x="38594" y="64173"/>
                  </a:lnTo>
                  <a:lnTo>
                    <a:pt x="38762" y="64619"/>
                  </a:lnTo>
                  <a:lnTo>
                    <a:pt x="39900" y="64523"/>
                  </a:lnTo>
                  <a:lnTo>
                    <a:pt x="40377" y="64483"/>
                  </a:lnTo>
                  <a:lnTo>
                    <a:pt x="41242" y="64832"/>
                  </a:lnTo>
                  <a:lnTo>
                    <a:pt x="41438" y="64912"/>
                  </a:lnTo>
                  <a:lnTo>
                    <a:pt x="41657" y="64997"/>
                  </a:lnTo>
                  <a:lnTo>
                    <a:pt x="44011" y="66396"/>
                  </a:lnTo>
                  <a:lnTo>
                    <a:pt x="44175" y="66528"/>
                  </a:lnTo>
                  <a:lnTo>
                    <a:pt x="44646" y="66941"/>
                  </a:lnTo>
                  <a:lnTo>
                    <a:pt x="44717" y="67116"/>
                  </a:lnTo>
                  <a:lnTo>
                    <a:pt x="44852" y="67446"/>
                  </a:lnTo>
                  <a:lnTo>
                    <a:pt x="44974" y="67747"/>
                  </a:lnTo>
                  <a:lnTo>
                    <a:pt x="45094" y="68042"/>
                  </a:lnTo>
                  <a:lnTo>
                    <a:pt x="45557" y="69192"/>
                  </a:lnTo>
                  <a:lnTo>
                    <a:pt x="45620" y="69348"/>
                  </a:lnTo>
                  <a:lnTo>
                    <a:pt x="45727" y="69615"/>
                  </a:lnTo>
                  <a:lnTo>
                    <a:pt x="46148" y="70660"/>
                  </a:lnTo>
                  <a:lnTo>
                    <a:pt x="46327" y="71105"/>
                  </a:lnTo>
                  <a:lnTo>
                    <a:pt x="46543" y="71559"/>
                  </a:lnTo>
                  <a:lnTo>
                    <a:pt x="47402" y="73030"/>
                  </a:lnTo>
                  <a:lnTo>
                    <a:pt x="49227" y="75453"/>
                  </a:lnTo>
                  <a:lnTo>
                    <a:pt x="49370" y="75642"/>
                  </a:lnTo>
                  <a:lnTo>
                    <a:pt x="50946" y="77733"/>
                  </a:lnTo>
                  <a:lnTo>
                    <a:pt x="52172" y="79361"/>
                  </a:lnTo>
                  <a:lnTo>
                    <a:pt x="52678" y="80000"/>
                  </a:lnTo>
                  <a:lnTo>
                    <a:pt x="52914" y="80168"/>
                  </a:lnTo>
                  <a:lnTo>
                    <a:pt x="53845" y="80337"/>
                  </a:lnTo>
                  <a:lnTo>
                    <a:pt x="54065" y="80377"/>
                  </a:lnTo>
                  <a:lnTo>
                    <a:pt x="54203" y="80402"/>
                  </a:lnTo>
                  <a:lnTo>
                    <a:pt x="54647" y="80483"/>
                  </a:lnTo>
                  <a:lnTo>
                    <a:pt x="55729" y="80421"/>
                  </a:lnTo>
                  <a:lnTo>
                    <a:pt x="57072" y="80345"/>
                  </a:lnTo>
                  <a:lnTo>
                    <a:pt x="58043" y="80289"/>
                  </a:lnTo>
                  <a:lnTo>
                    <a:pt x="59196" y="80309"/>
                  </a:lnTo>
                  <a:lnTo>
                    <a:pt x="60541" y="80332"/>
                  </a:lnTo>
                  <a:lnTo>
                    <a:pt x="60869" y="80338"/>
                  </a:lnTo>
                  <a:lnTo>
                    <a:pt x="64027" y="81211"/>
                  </a:lnTo>
                  <a:lnTo>
                    <a:pt x="64454" y="81580"/>
                  </a:lnTo>
                  <a:lnTo>
                    <a:pt x="64645" y="81745"/>
                  </a:lnTo>
                  <a:lnTo>
                    <a:pt x="65278" y="82111"/>
                  </a:lnTo>
                  <a:lnTo>
                    <a:pt x="65737" y="82377"/>
                  </a:lnTo>
                  <a:lnTo>
                    <a:pt x="66250" y="82564"/>
                  </a:lnTo>
                  <a:lnTo>
                    <a:pt x="68680" y="83449"/>
                  </a:lnTo>
                  <a:lnTo>
                    <a:pt x="69237" y="83653"/>
                  </a:lnTo>
                  <a:lnTo>
                    <a:pt x="70689" y="84272"/>
                  </a:lnTo>
                  <a:lnTo>
                    <a:pt x="71460" y="84610"/>
                  </a:lnTo>
                  <a:lnTo>
                    <a:pt x="73119" y="86114"/>
                  </a:lnTo>
                  <a:lnTo>
                    <a:pt x="74197" y="86715"/>
                  </a:lnTo>
                  <a:lnTo>
                    <a:pt x="74383" y="86429"/>
                  </a:lnTo>
                  <a:lnTo>
                    <a:pt x="74616" y="86073"/>
                  </a:lnTo>
                  <a:lnTo>
                    <a:pt x="75341" y="84961"/>
                  </a:lnTo>
                  <a:lnTo>
                    <a:pt x="75803" y="84253"/>
                  </a:lnTo>
                  <a:lnTo>
                    <a:pt x="79910" y="84927"/>
                  </a:lnTo>
                  <a:lnTo>
                    <a:pt x="87880" y="86235"/>
                  </a:lnTo>
                  <a:lnTo>
                    <a:pt x="94470" y="87206"/>
                  </a:lnTo>
                  <a:lnTo>
                    <a:pt x="95705" y="88394"/>
                  </a:lnTo>
                  <a:lnTo>
                    <a:pt x="96488" y="89148"/>
                  </a:lnTo>
                  <a:lnTo>
                    <a:pt x="97283" y="89217"/>
                  </a:lnTo>
                  <a:lnTo>
                    <a:pt x="98723" y="89343"/>
                  </a:lnTo>
                  <a:lnTo>
                    <a:pt x="101723" y="89596"/>
                  </a:lnTo>
                  <a:lnTo>
                    <a:pt x="101898" y="89576"/>
                  </a:lnTo>
                  <a:lnTo>
                    <a:pt x="101980" y="87780"/>
                  </a:lnTo>
                  <a:lnTo>
                    <a:pt x="102112" y="84867"/>
                  </a:lnTo>
                  <a:lnTo>
                    <a:pt x="102114" y="84627"/>
                  </a:lnTo>
                  <a:lnTo>
                    <a:pt x="102140" y="81170"/>
                  </a:lnTo>
                  <a:lnTo>
                    <a:pt x="102187" y="74918"/>
                  </a:lnTo>
                  <a:lnTo>
                    <a:pt x="102199" y="73362"/>
                  </a:lnTo>
                  <a:lnTo>
                    <a:pt x="102214" y="71655"/>
                  </a:lnTo>
                  <a:lnTo>
                    <a:pt x="105502" y="71315"/>
                  </a:lnTo>
                  <a:lnTo>
                    <a:pt x="106133" y="73590"/>
                  </a:lnTo>
                  <a:lnTo>
                    <a:pt x="107316" y="77853"/>
                  </a:lnTo>
                  <a:lnTo>
                    <a:pt x="107466" y="82652"/>
                  </a:lnTo>
                  <a:lnTo>
                    <a:pt x="108638" y="83589"/>
                  </a:lnTo>
                  <a:lnTo>
                    <a:pt x="109817" y="83243"/>
                  </a:lnTo>
                  <a:lnTo>
                    <a:pt x="117810" y="80897"/>
                  </a:lnTo>
                  <a:lnTo>
                    <a:pt x="116600" y="79178"/>
                  </a:lnTo>
                  <a:lnTo>
                    <a:pt x="116170" y="78567"/>
                  </a:lnTo>
                  <a:lnTo>
                    <a:pt x="113895" y="73732"/>
                  </a:lnTo>
                  <a:lnTo>
                    <a:pt x="112328" y="69508"/>
                  </a:lnTo>
                  <a:lnTo>
                    <a:pt x="113703" y="68842"/>
                  </a:lnTo>
                  <a:lnTo>
                    <a:pt x="114294" y="67994"/>
                  </a:lnTo>
                  <a:lnTo>
                    <a:pt x="115122" y="66840"/>
                  </a:lnTo>
                  <a:lnTo>
                    <a:pt x="113786" y="64348"/>
                  </a:lnTo>
                  <a:lnTo>
                    <a:pt x="110261" y="57172"/>
                  </a:lnTo>
                  <a:lnTo>
                    <a:pt x="107744" y="56978"/>
                  </a:lnTo>
                  <a:lnTo>
                    <a:pt x="107459" y="60327"/>
                  </a:lnTo>
                  <a:lnTo>
                    <a:pt x="98467" y="59728"/>
                  </a:lnTo>
                  <a:lnTo>
                    <a:pt x="98277" y="62350"/>
                  </a:lnTo>
                  <a:lnTo>
                    <a:pt x="93242" y="62447"/>
                  </a:lnTo>
                  <a:lnTo>
                    <a:pt x="90764" y="59344"/>
                  </a:lnTo>
                  <a:lnTo>
                    <a:pt x="89414" y="57655"/>
                  </a:lnTo>
                  <a:lnTo>
                    <a:pt x="88588" y="56621"/>
                  </a:lnTo>
                  <a:lnTo>
                    <a:pt x="90678" y="46135"/>
                  </a:lnTo>
                  <a:lnTo>
                    <a:pt x="85168" y="40989"/>
                  </a:lnTo>
                  <a:lnTo>
                    <a:pt x="100842" y="22347"/>
                  </a:lnTo>
                  <a:lnTo>
                    <a:pt x="105116" y="20891"/>
                  </a:lnTo>
                  <a:lnTo>
                    <a:pt x="120220" y="22153"/>
                  </a:lnTo>
                  <a:lnTo>
                    <a:pt x="133138" y="22638"/>
                  </a:lnTo>
                  <a:lnTo>
                    <a:pt x="132378" y="18172"/>
                  </a:lnTo>
                  <a:lnTo>
                    <a:pt x="135323" y="16813"/>
                  </a:lnTo>
                  <a:lnTo>
                    <a:pt x="140322" y="27571"/>
                  </a:lnTo>
                  <a:lnTo>
                    <a:pt x="145025" y="26504"/>
                  </a:lnTo>
                  <a:lnTo>
                    <a:pt x="147672" y="29998"/>
                  </a:lnTo>
                  <a:lnTo>
                    <a:pt x="150635" y="37222"/>
                  </a:lnTo>
                  <a:lnTo>
                    <a:pt x="151376" y="41941"/>
                  </a:lnTo>
                  <a:lnTo>
                    <a:pt x="141881" y="41545"/>
                  </a:lnTo>
                  <a:lnTo>
                    <a:pt x="141291" y="42696"/>
                  </a:lnTo>
                  <a:lnTo>
                    <a:pt x="141367" y="43006"/>
                  </a:lnTo>
                  <a:lnTo>
                    <a:pt x="141802" y="44786"/>
                  </a:lnTo>
                  <a:lnTo>
                    <a:pt x="142289" y="46774"/>
                  </a:lnTo>
                  <a:lnTo>
                    <a:pt x="143305" y="49832"/>
                  </a:lnTo>
                  <a:lnTo>
                    <a:pt x="143469" y="50326"/>
                  </a:lnTo>
                  <a:lnTo>
                    <a:pt x="143543" y="50548"/>
                  </a:lnTo>
                  <a:lnTo>
                    <a:pt x="143799" y="51318"/>
                  </a:lnTo>
                  <a:lnTo>
                    <a:pt x="144459" y="52092"/>
                  </a:lnTo>
                  <a:lnTo>
                    <a:pt x="145060" y="52797"/>
                  </a:lnTo>
                  <a:lnTo>
                    <a:pt x="145737" y="53590"/>
                  </a:lnTo>
                  <a:lnTo>
                    <a:pt x="147185" y="53809"/>
                  </a:lnTo>
                  <a:lnTo>
                    <a:pt x="148599" y="54023"/>
                  </a:lnTo>
                  <a:lnTo>
                    <a:pt x="148933" y="54073"/>
                  </a:lnTo>
                  <a:lnTo>
                    <a:pt x="148893" y="57452"/>
                  </a:lnTo>
                  <a:lnTo>
                    <a:pt x="148864" y="59856"/>
                  </a:lnTo>
                  <a:lnTo>
                    <a:pt x="148773" y="60189"/>
                  </a:lnTo>
                  <a:lnTo>
                    <a:pt x="148033" y="62896"/>
                  </a:lnTo>
                  <a:lnTo>
                    <a:pt x="147111" y="66268"/>
                  </a:lnTo>
                  <a:lnTo>
                    <a:pt x="147873" y="66854"/>
                  </a:lnTo>
                  <a:lnTo>
                    <a:pt x="151921" y="69970"/>
                  </a:lnTo>
                  <a:lnTo>
                    <a:pt x="152512" y="71479"/>
                  </a:lnTo>
                  <a:lnTo>
                    <a:pt x="155482" y="72414"/>
                  </a:lnTo>
                  <a:lnTo>
                    <a:pt x="155440" y="72574"/>
                  </a:lnTo>
                  <a:lnTo>
                    <a:pt x="154746" y="75239"/>
                  </a:lnTo>
                  <a:lnTo>
                    <a:pt x="155660" y="75375"/>
                  </a:lnTo>
                  <a:lnTo>
                    <a:pt x="155990" y="75424"/>
                  </a:lnTo>
                  <a:lnTo>
                    <a:pt x="158610" y="75933"/>
                  </a:lnTo>
                  <a:lnTo>
                    <a:pt x="158631" y="77316"/>
                  </a:lnTo>
                  <a:lnTo>
                    <a:pt x="158655" y="78994"/>
                  </a:lnTo>
                  <a:lnTo>
                    <a:pt x="158677" y="80521"/>
                  </a:lnTo>
                  <a:lnTo>
                    <a:pt x="158713" y="83010"/>
                  </a:lnTo>
                  <a:lnTo>
                    <a:pt x="160678" y="82974"/>
                  </a:lnTo>
                  <a:lnTo>
                    <a:pt x="161958" y="82950"/>
                  </a:lnTo>
                  <a:lnTo>
                    <a:pt x="162234" y="82945"/>
                  </a:lnTo>
                  <a:lnTo>
                    <a:pt x="162314" y="82250"/>
                  </a:lnTo>
                  <a:lnTo>
                    <a:pt x="163309" y="82265"/>
                  </a:lnTo>
                  <a:lnTo>
                    <a:pt x="165790" y="82304"/>
                  </a:lnTo>
                  <a:lnTo>
                    <a:pt x="167009" y="82323"/>
                  </a:lnTo>
                  <a:lnTo>
                    <a:pt x="167390" y="82329"/>
                  </a:lnTo>
                  <a:lnTo>
                    <a:pt x="167469" y="83681"/>
                  </a:lnTo>
                  <a:lnTo>
                    <a:pt x="167596" y="85213"/>
                  </a:lnTo>
                  <a:lnTo>
                    <a:pt x="168023" y="85264"/>
                  </a:lnTo>
                  <a:lnTo>
                    <a:pt x="170245" y="85528"/>
                  </a:lnTo>
                  <a:lnTo>
                    <a:pt x="173750" y="85945"/>
                  </a:lnTo>
                  <a:lnTo>
                    <a:pt x="173794" y="82816"/>
                  </a:lnTo>
                  <a:lnTo>
                    <a:pt x="174037" y="82908"/>
                  </a:lnTo>
                  <a:lnTo>
                    <a:pt x="174187" y="82961"/>
                  </a:lnTo>
                  <a:lnTo>
                    <a:pt x="176442" y="83757"/>
                  </a:lnTo>
                  <a:lnTo>
                    <a:pt x="176845" y="83900"/>
                  </a:lnTo>
                  <a:lnTo>
                    <a:pt x="177218" y="84007"/>
                  </a:lnTo>
                  <a:lnTo>
                    <a:pt x="179057" y="84535"/>
                  </a:lnTo>
                  <a:lnTo>
                    <a:pt x="180544" y="84962"/>
                  </a:lnTo>
                  <a:lnTo>
                    <a:pt x="180797" y="86730"/>
                  </a:lnTo>
                  <a:lnTo>
                    <a:pt x="181130" y="89058"/>
                  </a:lnTo>
                  <a:lnTo>
                    <a:pt x="181291" y="90184"/>
                  </a:lnTo>
                  <a:lnTo>
                    <a:pt x="181347" y="90578"/>
                  </a:lnTo>
                  <a:lnTo>
                    <a:pt x="181412" y="91032"/>
                  </a:lnTo>
                  <a:lnTo>
                    <a:pt x="181430" y="91184"/>
                  </a:lnTo>
                  <a:lnTo>
                    <a:pt x="181590" y="92546"/>
                  </a:lnTo>
                  <a:lnTo>
                    <a:pt x="181608" y="92697"/>
                  </a:lnTo>
                  <a:lnTo>
                    <a:pt x="181646" y="93013"/>
                  </a:lnTo>
                  <a:lnTo>
                    <a:pt x="181711" y="93563"/>
                  </a:lnTo>
                  <a:lnTo>
                    <a:pt x="181747" y="94388"/>
                  </a:lnTo>
                  <a:lnTo>
                    <a:pt x="181849" y="96710"/>
                  </a:lnTo>
                  <a:lnTo>
                    <a:pt x="181859" y="96923"/>
                  </a:lnTo>
                  <a:lnTo>
                    <a:pt x="181900" y="97859"/>
                  </a:lnTo>
                  <a:lnTo>
                    <a:pt x="181918" y="98262"/>
                  </a:lnTo>
                  <a:lnTo>
                    <a:pt x="181958" y="98667"/>
                  </a:lnTo>
                  <a:lnTo>
                    <a:pt x="182026" y="99347"/>
                  </a:lnTo>
                  <a:lnTo>
                    <a:pt x="184616" y="99141"/>
                  </a:lnTo>
                  <a:lnTo>
                    <a:pt x="185132" y="106460"/>
                  </a:lnTo>
                  <a:lnTo>
                    <a:pt x="192712" y="105455"/>
                  </a:lnTo>
                  <a:lnTo>
                    <a:pt x="191599" y="108231"/>
                  </a:lnTo>
                  <a:lnTo>
                    <a:pt x="190561" y="111069"/>
                  </a:lnTo>
                  <a:lnTo>
                    <a:pt x="190715" y="111448"/>
                  </a:lnTo>
                  <a:lnTo>
                    <a:pt x="191189" y="112617"/>
                  </a:lnTo>
                  <a:lnTo>
                    <a:pt x="191653" y="112469"/>
                  </a:lnTo>
                  <a:lnTo>
                    <a:pt x="191899" y="112391"/>
                  </a:lnTo>
                  <a:lnTo>
                    <a:pt x="191958" y="112801"/>
                  </a:lnTo>
                  <a:lnTo>
                    <a:pt x="192185" y="114376"/>
                  </a:lnTo>
                  <a:lnTo>
                    <a:pt x="192335" y="114401"/>
                  </a:lnTo>
                  <a:lnTo>
                    <a:pt x="194121" y="114704"/>
                  </a:lnTo>
                  <a:lnTo>
                    <a:pt x="194762" y="113793"/>
                  </a:lnTo>
                  <a:lnTo>
                    <a:pt x="196935" y="115565"/>
                  </a:lnTo>
                  <a:lnTo>
                    <a:pt x="197493" y="114971"/>
                  </a:lnTo>
                  <a:lnTo>
                    <a:pt x="197944" y="115274"/>
                  </a:lnTo>
                  <a:lnTo>
                    <a:pt x="196816" y="116767"/>
                  </a:lnTo>
                  <a:lnTo>
                    <a:pt x="197505" y="117252"/>
                  </a:lnTo>
                  <a:lnTo>
                    <a:pt x="196816" y="118381"/>
                  </a:lnTo>
                  <a:lnTo>
                    <a:pt x="197711" y="119026"/>
                  </a:lnTo>
                  <a:lnTo>
                    <a:pt x="197980" y="119219"/>
                  </a:lnTo>
                  <a:lnTo>
                    <a:pt x="197879" y="119426"/>
                  </a:lnTo>
                  <a:lnTo>
                    <a:pt x="197604" y="119993"/>
                  </a:lnTo>
                  <a:lnTo>
                    <a:pt x="197083" y="121068"/>
                  </a:lnTo>
                  <a:lnTo>
                    <a:pt x="196733" y="121792"/>
                  </a:lnTo>
                  <a:lnTo>
                    <a:pt x="197706" y="122520"/>
                  </a:lnTo>
                  <a:lnTo>
                    <a:pt x="196473" y="124887"/>
                  </a:lnTo>
                  <a:lnTo>
                    <a:pt x="201874" y="127764"/>
                  </a:lnTo>
                  <a:lnTo>
                    <a:pt x="199970" y="131032"/>
                  </a:lnTo>
                  <a:lnTo>
                    <a:pt x="199541" y="130790"/>
                  </a:lnTo>
                  <a:lnTo>
                    <a:pt x="198452" y="130175"/>
                  </a:lnTo>
                  <a:lnTo>
                    <a:pt x="196903" y="129300"/>
                  </a:lnTo>
                  <a:lnTo>
                    <a:pt x="195976" y="128776"/>
                  </a:lnTo>
                  <a:lnTo>
                    <a:pt x="195532" y="129263"/>
                  </a:lnTo>
                  <a:lnTo>
                    <a:pt x="195029" y="129815"/>
                  </a:lnTo>
                  <a:lnTo>
                    <a:pt x="193699" y="131417"/>
                  </a:lnTo>
                  <a:lnTo>
                    <a:pt x="192521" y="134019"/>
                  </a:lnTo>
                  <a:lnTo>
                    <a:pt x="194363" y="135877"/>
                  </a:lnTo>
                  <a:lnTo>
                    <a:pt x="194624" y="135765"/>
                  </a:lnTo>
                  <a:lnTo>
                    <a:pt x="194843" y="135591"/>
                  </a:lnTo>
                  <a:lnTo>
                    <a:pt x="195146" y="135352"/>
                  </a:lnTo>
                  <a:lnTo>
                    <a:pt x="196384" y="136415"/>
                  </a:lnTo>
                  <a:lnTo>
                    <a:pt x="196784" y="136760"/>
                  </a:lnTo>
                  <a:lnTo>
                    <a:pt x="198382" y="137382"/>
                  </a:lnTo>
                  <a:lnTo>
                    <a:pt x="198684" y="137500"/>
                  </a:lnTo>
                  <a:lnTo>
                    <a:pt x="200441" y="139369"/>
                  </a:lnTo>
                  <a:lnTo>
                    <a:pt x="200314" y="139528"/>
                  </a:lnTo>
                  <a:lnTo>
                    <a:pt x="199866" y="140087"/>
                  </a:lnTo>
                  <a:lnTo>
                    <a:pt x="199377" y="140697"/>
                  </a:lnTo>
                  <a:lnTo>
                    <a:pt x="197938" y="142183"/>
                  </a:lnTo>
                  <a:lnTo>
                    <a:pt x="197674" y="142575"/>
                  </a:lnTo>
                  <a:lnTo>
                    <a:pt x="197264" y="143185"/>
                  </a:lnTo>
                  <a:lnTo>
                    <a:pt x="197031" y="144011"/>
                  </a:lnTo>
                  <a:lnTo>
                    <a:pt x="198845" y="145184"/>
                  </a:lnTo>
                  <a:lnTo>
                    <a:pt x="199002" y="145285"/>
                  </a:lnTo>
                  <a:lnTo>
                    <a:pt x="199423" y="145135"/>
                  </a:lnTo>
                  <a:lnTo>
                    <a:pt x="199649" y="145055"/>
                  </a:lnTo>
                  <a:lnTo>
                    <a:pt x="200096" y="145390"/>
                  </a:lnTo>
                  <a:lnTo>
                    <a:pt x="200434" y="145645"/>
                  </a:lnTo>
                  <a:lnTo>
                    <a:pt x="201058" y="146115"/>
                  </a:lnTo>
                  <a:lnTo>
                    <a:pt x="201463" y="146419"/>
                  </a:lnTo>
                  <a:lnTo>
                    <a:pt x="203107" y="147657"/>
                  </a:lnTo>
                  <a:lnTo>
                    <a:pt x="203263" y="147648"/>
                  </a:lnTo>
                  <a:lnTo>
                    <a:pt x="203829" y="147618"/>
                  </a:lnTo>
                  <a:lnTo>
                    <a:pt x="205707" y="148928"/>
                  </a:lnTo>
                  <a:lnTo>
                    <a:pt x="206279" y="149327"/>
                  </a:lnTo>
                  <a:lnTo>
                    <a:pt x="207246" y="149504"/>
                  </a:lnTo>
                  <a:lnTo>
                    <a:pt x="206768" y="150159"/>
                  </a:lnTo>
                  <a:lnTo>
                    <a:pt x="206502" y="150523"/>
                  </a:lnTo>
                  <a:lnTo>
                    <a:pt x="205368" y="152077"/>
                  </a:lnTo>
                  <a:lnTo>
                    <a:pt x="205001" y="152580"/>
                  </a:lnTo>
                  <a:lnTo>
                    <a:pt x="204334" y="153494"/>
                  </a:lnTo>
                  <a:lnTo>
                    <a:pt x="204113" y="153797"/>
                  </a:lnTo>
                  <a:lnTo>
                    <a:pt x="201780" y="153469"/>
                  </a:lnTo>
                  <a:lnTo>
                    <a:pt x="201180" y="153385"/>
                  </a:lnTo>
                  <a:lnTo>
                    <a:pt x="197534" y="153021"/>
                  </a:lnTo>
                  <a:lnTo>
                    <a:pt x="196226" y="152580"/>
                  </a:lnTo>
                  <a:lnTo>
                    <a:pt x="189392" y="150280"/>
                  </a:lnTo>
                  <a:lnTo>
                    <a:pt x="189245" y="150230"/>
                  </a:lnTo>
                  <a:lnTo>
                    <a:pt x="188589" y="155870"/>
                  </a:lnTo>
                  <a:lnTo>
                    <a:pt x="188555" y="156166"/>
                  </a:lnTo>
                  <a:lnTo>
                    <a:pt x="204095" y="157360"/>
                  </a:lnTo>
                  <a:lnTo>
                    <a:pt x="205062" y="157811"/>
                  </a:lnTo>
                  <a:lnTo>
                    <a:pt x="207097" y="158761"/>
                  </a:lnTo>
                  <a:lnTo>
                    <a:pt x="207089" y="159062"/>
                  </a:lnTo>
                  <a:lnTo>
                    <a:pt x="207029" y="161132"/>
                  </a:lnTo>
                  <a:lnTo>
                    <a:pt x="206964" y="163383"/>
                  </a:lnTo>
                  <a:lnTo>
                    <a:pt x="206949" y="163898"/>
                  </a:lnTo>
                  <a:lnTo>
                    <a:pt x="206941" y="164164"/>
                  </a:lnTo>
                  <a:lnTo>
                    <a:pt x="206336" y="164117"/>
                  </a:lnTo>
                  <a:lnTo>
                    <a:pt x="200074" y="163616"/>
                  </a:lnTo>
                  <a:lnTo>
                    <a:pt x="198376" y="163484"/>
                  </a:lnTo>
                  <a:lnTo>
                    <a:pt x="194915" y="163207"/>
                  </a:lnTo>
                  <a:lnTo>
                    <a:pt x="192469" y="163011"/>
                  </a:lnTo>
                  <a:lnTo>
                    <a:pt x="187425" y="162607"/>
                  </a:lnTo>
                  <a:lnTo>
                    <a:pt x="184792" y="162424"/>
                  </a:lnTo>
                  <a:lnTo>
                    <a:pt x="182714" y="162261"/>
                  </a:lnTo>
                  <a:lnTo>
                    <a:pt x="182399" y="162234"/>
                  </a:lnTo>
                  <a:lnTo>
                    <a:pt x="166528" y="160856"/>
                  </a:lnTo>
                  <a:lnTo>
                    <a:pt x="166181" y="160827"/>
                  </a:lnTo>
                  <a:lnTo>
                    <a:pt x="165114" y="160742"/>
                  </a:lnTo>
                  <a:lnTo>
                    <a:pt x="163825" y="160638"/>
                  </a:lnTo>
                  <a:lnTo>
                    <a:pt x="162839" y="160558"/>
                  </a:lnTo>
                  <a:lnTo>
                    <a:pt x="152464" y="159802"/>
                  </a:lnTo>
                  <a:lnTo>
                    <a:pt x="145188" y="159272"/>
                  </a:lnTo>
                  <a:lnTo>
                    <a:pt x="144112" y="159193"/>
                  </a:lnTo>
                  <a:lnTo>
                    <a:pt x="139917" y="158887"/>
                  </a:lnTo>
                  <a:lnTo>
                    <a:pt x="139252" y="158839"/>
                  </a:lnTo>
                  <a:lnTo>
                    <a:pt x="139011" y="158821"/>
                  </a:lnTo>
                  <a:lnTo>
                    <a:pt x="138229" y="158762"/>
                  </a:lnTo>
                  <a:lnTo>
                    <a:pt x="131757" y="158271"/>
                  </a:lnTo>
                  <a:lnTo>
                    <a:pt x="127305" y="157933"/>
                  </a:lnTo>
                  <a:lnTo>
                    <a:pt x="121132" y="157464"/>
                  </a:lnTo>
                  <a:lnTo>
                    <a:pt x="115035" y="157002"/>
                  </a:lnTo>
                  <a:lnTo>
                    <a:pt x="115110" y="156055"/>
                  </a:lnTo>
                  <a:lnTo>
                    <a:pt x="115128" y="155848"/>
                  </a:lnTo>
                  <a:lnTo>
                    <a:pt x="115143" y="155672"/>
                  </a:lnTo>
                  <a:lnTo>
                    <a:pt x="115155" y="155534"/>
                  </a:lnTo>
                  <a:lnTo>
                    <a:pt x="115178" y="155269"/>
                  </a:lnTo>
                  <a:lnTo>
                    <a:pt x="115201" y="155005"/>
                  </a:lnTo>
                  <a:lnTo>
                    <a:pt x="115225" y="154726"/>
                  </a:lnTo>
                  <a:lnTo>
                    <a:pt x="115259" y="154342"/>
                  </a:lnTo>
                  <a:lnTo>
                    <a:pt x="115292" y="153963"/>
                  </a:lnTo>
                  <a:lnTo>
                    <a:pt x="115303" y="153825"/>
                  </a:lnTo>
                  <a:lnTo>
                    <a:pt x="115361" y="153157"/>
                  </a:lnTo>
                  <a:lnTo>
                    <a:pt x="115375" y="153004"/>
                  </a:lnTo>
                  <a:lnTo>
                    <a:pt x="115388" y="152855"/>
                  </a:lnTo>
                  <a:lnTo>
                    <a:pt x="115508" y="151466"/>
                  </a:lnTo>
                  <a:lnTo>
                    <a:pt x="115544" y="151055"/>
                  </a:lnTo>
                  <a:lnTo>
                    <a:pt x="115644" y="149909"/>
                  </a:lnTo>
                  <a:lnTo>
                    <a:pt x="115729" y="148975"/>
                  </a:lnTo>
                  <a:lnTo>
                    <a:pt x="116263" y="143155"/>
                  </a:lnTo>
                  <a:lnTo>
                    <a:pt x="116288" y="142886"/>
                  </a:lnTo>
                  <a:lnTo>
                    <a:pt x="116430" y="141336"/>
                  </a:lnTo>
                  <a:lnTo>
                    <a:pt x="116526" y="140299"/>
                  </a:lnTo>
                  <a:lnTo>
                    <a:pt x="116542" y="140125"/>
                  </a:lnTo>
                  <a:lnTo>
                    <a:pt x="116377" y="140113"/>
                  </a:lnTo>
                  <a:lnTo>
                    <a:pt x="109543" y="139609"/>
                  </a:lnTo>
                  <a:lnTo>
                    <a:pt x="108561" y="139537"/>
                  </a:lnTo>
                  <a:lnTo>
                    <a:pt x="108083" y="139112"/>
                  </a:lnTo>
                  <a:lnTo>
                    <a:pt x="103163" y="134745"/>
                  </a:lnTo>
                  <a:lnTo>
                    <a:pt x="101080" y="132897"/>
                  </a:lnTo>
                  <a:lnTo>
                    <a:pt x="100812" y="132659"/>
                  </a:lnTo>
                  <a:lnTo>
                    <a:pt x="99767" y="133093"/>
                  </a:lnTo>
                  <a:lnTo>
                    <a:pt x="97817" y="133510"/>
                  </a:lnTo>
                  <a:lnTo>
                    <a:pt x="90807" y="135012"/>
                  </a:lnTo>
                  <a:lnTo>
                    <a:pt x="90610" y="135054"/>
                  </a:lnTo>
                  <a:lnTo>
                    <a:pt x="87777" y="135425"/>
                  </a:lnTo>
                  <a:lnTo>
                    <a:pt x="86356" y="132614"/>
                  </a:lnTo>
                  <a:lnTo>
                    <a:pt x="86119" y="132144"/>
                  </a:lnTo>
                  <a:lnTo>
                    <a:pt x="85389" y="130701"/>
                  </a:lnTo>
                  <a:lnTo>
                    <a:pt x="85255" y="130435"/>
                  </a:lnTo>
                  <a:lnTo>
                    <a:pt x="85141" y="130209"/>
                  </a:lnTo>
                  <a:lnTo>
                    <a:pt x="85068" y="128959"/>
                  </a:lnTo>
                  <a:lnTo>
                    <a:pt x="85040" y="128476"/>
                  </a:lnTo>
                  <a:lnTo>
                    <a:pt x="83141" y="124687"/>
                  </a:lnTo>
                  <a:lnTo>
                    <a:pt x="83057" y="124463"/>
                  </a:lnTo>
                  <a:lnTo>
                    <a:pt x="82716" y="123561"/>
                  </a:lnTo>
                  <a:lnTo>
                    <a:pt x="81792" y="121114"/>
                  </a:lnTo>
                  <a:lnTo>
                    <a:pt x="82131" y="120528"/>
                  </a:lnTo>
                  <a:lnTo>
                    <a:pt x="80897" y="116715"/>
                  </a:lnTo>
                  <a:lnTo>
                    <a:pt x="80188" y="114523"/>
                  </a:lnTo>
                  <a:lnTo>
                    <a:pt x="79765" y="113217"/>
                  </a:lnTo>
                  <a:lnTo>
                    <a:pt x="78284" y="111120"/>
                  </a:lnTo>
                  <a:lnTo>
                    <a:pt x="76481" y="110526"/>
                  </a:lnTo>
                  <a:lnTo>
                    <a:pt x="76091" y="110398"/>
                  </a:lnTo>
                  <a:lnTo>
                    <a:pt x="75800" y="110526"/>
                  </a:lnTo>
                  <a:lnTo>
                    <a:pt x="74048" y="111291"/>
                  </a:lnTo>
                  <a:lnTo>
                    <a:pt x="72957" y="110526"/>
                  </a:lnTo>
                  <a:lnTo>
                    <a:pt x="70342" y="108692"/>
                  </a:lnTo>
                  <a:lnTo>
                    <a:pt x="69037" y="107995"/>
                  </a:lnTo>
                  <a:lnTo>
                    <a:pt x="68867" y="107905"/>
                  </a:lnTo>
                  <a:lnTo>
                    <a:pt x="68188" y="107649"/>
                  </a:lnTo>
                  <a:lnTo>
                    <a:pt x="67022" y="108203"/>
                  </a:lnTo>
                  <a:lnTo>
                    <a:pt x="63752" y="103196"/>
                  </a:lnTo>
                  <a:lnTo>
                    <a:pt x="63644" y="102780"/>
                  </a:lnTo>
                  <a:lnTo>
                    <a:pt x="62900" y="99919"/>
                  </a:lnTo>
                  <a:lnTo>
                    <a:pt x="62561" y="98616"/>
                  </a:lnTo>
                  <a:lnTo>
                    <a:pt x="61923" y="97944"/>
                  </a:lnTo>
                  <a:lnTo>
                    <a:pt x="58840" y="94698"/>
                  </a:lnTo>
                  <a:lnTo>
                    <a:pt x="55351" y="98465"/>
                  </a:lnTo>
                  <a:lnTo>
                    <a:pt x="55225" y="98601"/>
                  </a:lnTo>
                  <a:lnTo>
                    <a:pt x="53368" y="97037"/>
                  </a:lnTo>
                  <a:lnTo>
                    <a:pt x="51868" y="95774"/>
                  </a:lnTo>
                  <a:lnTo>
                    <a:pt x="50632" y="95104"/>
                  </a:lnTo>
                  <a:lnTo>
                    <a:pt x="48873" y="93948"/>
                  </a:lnTo>
                  <a:lnTo>
                    <a:pt x="48654" y="93805"/>
                  </a:lnTo>
                  <a:lnTo>
                    <a:pt x="47125" y="92800"/>
                  </a:lnTo>
                  <a:lnTo>
                    <a:pt x="45251" y="91569"/>
                  </a:lnTo>
                  <a:lnTo>
                    <a:pt x="44738" y="91231"/>
                  </a:lnTo>
                  <a:lnTo>
                    <a:pt x="41724" y="89791"/>
                  </a:lnTo>
                  <a:lnTo>
                    <a:pt x="39961" y="88948"/>
                  </a:lnTo>
                  <a:lnTo>
                    <a:pt x="38860" y="88421"/>
                  </a:lnTo>
                  <a:lnTo>
                    <a:pt x="37861" y="87944"/>
                  </a:lnTo>
                  <a:lnTo>
                    <a:pt x="35983" y="85391"/>
                  </a:lnTo>
                  <a:lnTo>
                    <a:pt x="34208" y="84144"/>
                  </a:lnTo>
                  <a:lnTo>
                    <a:pt x="31612" y="82321"/>
                  </a:lnTo>
                  <a:lnTo>
                    <a:pt x="30565" y="81127"/>
                  </a:lnTo>
                  <a:lnTo>
                    <a:pt x="29389" y="79787"/>
                  </a:lnTo>
                  <a:lnTo>
                    <a:pt x="29056" y="79425"/>
                  </a:lnTo>
                  <a:lnTo>
                    <a:pt x="26538" y="76692"/>
                  </a:lnTo>
                  <a:lnTo>
                    <a:pt x="22464" y="71818"/>
                  </a:lnTo>
                  <a:lnTo>
                    <a:pt x="21553" y="70728"/>
                  </a:lnTo>
                  <a:lnTo>
                    <a:pt x="20755" y="71106"/>
                  </a:lnTo>
                  <a:lnTo>
                    <a:pt x="20602" y="70834"/>
                  </a:lnTo>
                  <a:lnTo>
                    <a:pt x="19477" y="68828"/>
                  </a:lnTo>
                  <a:lnTo>
                    <a:pt x="19253" y="68429"/>
                  </a:lnTo>
                  <a:lnTo>
                    <a:pt x="16573" y="63651"/>
                  </a:lnTo>
                  <a:lnTo>
                    <a:pt x="14936" y="61849"/>
                  </a:lnTo>
                  <a:lnTo>
                    <a:pt x="12325" y="58973"/>
                  </a:lnTo>
                  <a:lnTo>
                    <a:pt x="11608" y="58184"/>
                  </a:lnTo>
                  <a:lnTo>
                    <a:pt x="10011" y="56426"/>
                  </a:lnTo>
                  <a:lnTo>
                    <a:pt x="6506" y="52115"/>
                  </a:lnTo>
                  <a:lnTo>
                    <a:pt x="5469" y="50983"/>
                  </a:lnTo>
                  <a:lnTo>
                    <a:pt x="0" y="45010"/>
                  </a:lnTo>
                  <a:lnTo>
                    <a:pt x="2715" y="41678"/>
                  </a:lnTo>
                  <a:lnTo>
                    <a:pt x="4966" y="39988"/>
                  </a:lnTo>
                  <a:lnTo>
                    <a:pt x="3258" y="38265"/>
                  </a:lnTo>
                  <a:lnTo>
                    <a:pt x="577" y="35561"/>
                  </a:lnTo>
                  <a:lnTo>
                    <a:pt x="993" y="35167"/>
                  </a:lnTo>
                  <a:lnTo>
                    <a:pt x="5251" y="31133"/>
                  </a:lnTo>
                  <a:lnTo>
                    <a:pt x="9086" y="34709"/>
                  </a:lnTo>
                  <a:lnTo>
                    <a:pt x="14710" y="39321"/>
                  </a:lnTo>
                  <a:lnTo>
                    <a:pt x="15765" y="38538"/>
                  </a:lnTo>
                  <a:lnTo>
                    <a:pt x="17473" y="35851"/>
                  </a:lnTo>
                  <a:lnTo>
                    <a:pt x="27286" y="37457"/>
                  </a:lnTo>
                  <a:lnTo>
                    <a:pt x="30420" y="29946"/>
                  </a:lnTo>
                  <a:lnTo>
                    <a:pt x="18587" y="24754"/>
                  </a:lnTo>
                  <a:lnTo>
                    <a:pt x="18631" y="24392"/>
                  </a:lnTo>
                  <a:lnTo>
                    <a:pt x="19181" y="18693"/>
                  </a:lnTo>
                  <a:lnTo>
                    <a:pt x="15481" y="15899"/>
                  </a:lnTo>
                  <a:lnTo>
                    <a:pt x="15971" y="15135"/>
                  </a:lnTo>
                  <a:lnTo>
                    <a:pt x="16312" y="14571"/>
                  </a:lnTo>
                  <a:lnTo>
                    <a:pt x="18416" y="11093"/>
                  </a:lnTo>
                  <a:lnTo>
                    <a:pt x="20931" y="11638"/>
                  </a:lnTo>
                  <a:lnTo>
                    <a:pt x="23515" y="12198"/>
                  </a:lnTo>
                  <a:lnTo>
                    <a:pt x="30720" y="13759"/>
                  </a:lnTo>
                  <a:lnTo>
                    <a:pt x="31404" y="13907"/>
                  </a:lnTo>
                  <a:lnTo>
                    <a:pt x="33803" y="12632"/>
                  </a:lnTo>
                  <a:lnTo>
                    <a:pt x="31923" y="9527"/>
                  </a:lnTo>
                  <a:lnTo>
                    <a:pt x="31208" y="8347"/>
                  </a:lnTo>
                  <a:lnTo>
                    <a:pt x="31128" y="8215"/>
                  </a:lnTo>
                  <a:lnTo>
                    <a:pt x="30282" y="7190"/>
                  </a:lnTo>
                  <a:lnTo>
                    <a:pt x="30087" y="6954"/>
                  </a:lnTo>
                  <a:lnTo>
                    <a:pt x="30489" y="6973"/>
                  </a:lnTo>
                  <a:lnTo>
                    <a:pt x="30683" y="6985"/>
                  </a:lnTo>
                  <a:lnTo>
                    <a:pt x="32263" y="7083"/>
                  </a:lnTo>
                  <a:lnTo>
                    <a:pt x="32596" y="7103"/>
                  </a:lnTo>
                  <a:lnTo>
                    <a:pt x="33042" y="7004"/>
                  </a:lnTo>
                  <a:lnTo>
                    <a:pt x="34054" y="6781"/>
                  </a:lnTo>
                  <a:lnTo>
                    <a:pt x="34876" y="6598"/>
                  </a:lnTo>
                  <a:lnTo>
                    <a:pt x="35828" y="6235"/>
                  </a:lnTo>
                  <a:lnTo>
                    <a:pt x="37726" y="5511"/>
                  </a:lnTo>
                  <a:lnTo>
                    <a:pt x="37932" y="5366"/>
                  </a:lnTo>
                  <a:lnTo>
                    <a:pt x="39056" y="4579"/>
                  </a:lnTo>
                  <a:lnTo>
                    <a:pt x="40587" y="3347"/>
                  </a:lnTo>
                  <a:lnTo>
                    <a:pt x="41140" y="2677"/>
                  </a:lnTo>
                  <a:lnTo>
                    <a:pt x="41300" y="2483"/>
                  </a:lnTo>
                  <a:lnTo>
                    <a:pt x="41555" y="2184"/>
                  </a:lnTo>
                  <a:lnTo>
                    <a:pt x="42969" y="967"/>
                  </a:lnTo>
                  <a:lnTo>
                    <a:pt x="44033" y="346"/>
                  </a:lnTo>
                  <a:lnTo>
                    <a:pt x="44636" y="161"/>
                  </a:lnTo>
                  <a:lnTo>
                    <a:pt x="45280" y="0"/>
                  </a:lnTo>
                  <a:lnTo>
                    <a:pt x="45984" y="23"/>
                  </a:lnTo>
                  <a:lnTo>
                    <a:pt x="46351" y="35"/>
                  </a:lnTo>
                  <a:lnTo>
                    <a:pt x="47035" y="268"/>
                  </a:lnTo>
                  <a:lnTo>
                    <a:pt x="46996" y="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458290" y="3327016"/>
              <a:ext cx="236135" cy="143004"/>
            </a:xfrm>
            <a:custGeom>
              <a:avLst/>
              <a:pathLst>
                <a:path w="236135" h="143004">
                  <a:moveTo>
                    <a:pt x="41572" y="4893"/>
                  </a:moveTo>
                  <a:lnTo>
                    <a:pt x="40774" y="12525"/>
                  </a:lnTo>
                  <a:lnTo>
                    <a:pt x="42075" y="15805"/>
                  </a:lnTo>
                  <a:lnTo>
                    <a:pt x="42243" y="16230"/>
                  </a:lnTo>
                  <a:lnTo>
                    <a:pt x="43339" y="18991"/>
                  </a:lnTo>
                  <a:lnTo>
                    <a:pt x="45284" y="20642"/>
                  </a:lnTo>
                  <a:lnTo>
                    <a:pt x="46359" y="21554"/>
                  </a:lnTo>
                  <a:lnTo>
                    <a:pt x="46907" y="21652"/>
                  </a:lnTo>
                  <a:lnTo>
                    <a:pt x="52230" y="22603"/>
                  </a:lnTo>
                  <a:lnTo>
                    <a:pt x="51429" y="28250"/>
                  </a:lnTo>
                  <a:lnTo>
                    <a:pt x="53312" y="29011"/>
                  </a:lnTo>
                  <a:lnTo>
                    <a:pt x="54427" y="28047"/>
                  </a:lnTo>
                  <a:lnTo>
                    <a:pt x="58204" y="31536"/>
                  </a:lnTo>
                  <a:lnTo>
                    <a:pt x="57522" y="34825"/>
                  </a:lnTo>
                  <a:lnTo>
                    <a:pt x="59216" y="36348"/>
                  </a:lnTo>
                  <a:lnTo>
                    <a:pt x="67651" y="35953"/>
                  </a:lnTo>
                  <a:lnTo>
                    <a:pt x="69698" y="35915"/>
                  </a:lnTo>
                  <a:lnTo>
                    <a:pt x="69521" y="39027"/>
                  </a:lnTo>
                  <a:lnTo>
                    <a:pt x="69793" y="42438"/>
                  </a:lnTo>
                  <a:lnTo>
                    <a:pt x="69898" y="43750"/>
                  </a:lnTo>
                  <a:lnTo>
                    <a:pt x="84830" y="41187"/>
                  </a:lnTo>
                  <a:lnTo>
                    <a:pt x="84568" y="34219"/>
                  </a:lnTo>
                  <a:lnTo>
                    <a:pt x="84515" y="33534"/>
                  </a:lnTo>
                  <a:lnTo>
                    <a:pt x="95572" y="31126"/>
                  </a:lnTo>
                  <a:lnTo>
                    <a:pt x="96315" y="35856"/>
                  </a:lnTo>
                  <a:lnTo>
                    <a:pt x="98252" y="36089"/>
                  </a:lnTo>
                  <a:lnTo>
                    <a:pt x="99506" y="45061"/>
                  </a:lnTo>
                  <a:lnTo>
                    <a:pt x="107269" y="44575"/>
                  </a:lnTo>
                  <a:lnTo>
                    <a:pt x="108863" y="45650"/>
                  </a:lnTo>
                  <a:lnTo>
                    <a:pt x="113365" y="48688"/>
                  </a:lnTo>
                  <a:lnTo>
                    <a:pt x="121795" y="55193"/>
                  </a:lnTo>
                  <a:lnTo>
                    <a:pt x="119895" y="58616"/>
                  </a:lnTo>
                  <a:lnTo>
                    <a:pt x="120397" y="58769"/>
                  </a:lnTo>
                  <a:lnTo>
                    <a:pt x="127672" y="61000"/>
                  </a:lnTo>
                  <a:lnTo>
                    <a:pt x="127895" y="61068"/>
                  </a:lnTo>
                  <a:lnTo>
                    <a:pt x="128175" y="58697"/>
                  </a:lnTo>
                  <a:lnTo>
                    <a:pt x="128360" y="57125"/>
                  </a:lnTo>
                  <a:lnTo>
                    <a:pt x="134421" y="55281"/>
                  </a:lnTo>
                  <a:lnTo>
                    <a:pt x="135124" y="55067"/>
                  </a:lnTo>
                  <a:lnTo>
                    <a:pt x="135553" y="54937"/>
                  </a:lnTo>
                  <a:lnTo>
                    <a:pt x="136033" y="51674"/>
                  </a:lnTo>
                  <a:lnTo>
                    <a:pt x="139369" y="48939"/>
                  </a:lnTo>
                  <a:lnTo>
                    <a:pt x="140700" y="47848"/>
                  </a:lnTo>
                  <a:lnTo>
                    <a:pt x="140844" y="44909"/>
                  </a:lnTo>
                  <a:lnTo>
                    <a:pt x="141115" y="45029"/>
                  </a:lnTo>
                  <a:lnTo>
                    <a:pt x="144077" y="46346"/>
                  </a:lnTo>
                  <a:lnTo>
                    <a:pt x="153101" y="48381"/>
                  </a:lnTo>
                  <a:lnTo>
                    <a:pt x="157222" y="49310"/>
                  </a:lnTo>
                  <a:lnTo>
                    <a:pt x="162140" y="47567"/>
                  </a:lnTo>
                  <a:lnTo>
                    <a:pt x="162295" y="47871"/>
                  </a:lnTo>
                  <a:lnTo>
                    <a:pt x="162360" y="48000"/>
                  </a:lnTo>
                  <a:lnTo>
                    <a:pt x="162499" y="48273"/>
                  </a:lnTo>
                  <a:lnTo>
                    <a:pt x="163782" y="50800"/>
                  </a:lnTo>
                  <a:lnTo>
                    <a:pt x="165103" y="53404"/>
                  </a:lnTo>
                  <a:lnTo>
                    <a:pt x="166906" y="53975"/>
                  </a:lnTo>
                  <a:lnTo>
                    <a:pt x="170454" y="55873"/>
                  </a:lnTo>
                  <a:lnTo>
                    <a:pt x="177643" y="59718"/>
                  </a:lnTo>
                  <a:lnTo>
                    <a:pt x="178763" y="60317"/>
                  </a:lnTo>
                  <a:lnTo>
                    <a:pt x="178979" y="60067"/>
                  </a:lnTo>
                  <a:lnTo>
                    <a:pt x="179397" y="59583"/>
                  </a:lnTo>
                  <a:lnTo>
                    <a:pt x="179568" y="59397"/>
                  </a:lnTo>
                  <a:lnTo>
                    <a:pt x="180393" y="58642"/>
                  </a:lnTo>
                  <a:lnTo>
                    <a:pt x="180900" y="58204"/>
                  </a:lnTo>
                  <a:lnTo>
                    <a:pt x="183692" y="60198"/>
                  </a:lnTo>
                  <a:lnTo>
                    <a:pt x="186149" y="61953"/>
                  </a:lnTo>
                  <a:lnTo>
                    <a:pt x="186114" y="66063"/>
                  </a:lnTo>
                  <a:lnTo>
                    <a:pt x="186107" y="70966"/>
                  </a:lnTo>
                  <a:lnTo>
                    <a:pt x="186104" y="72759"/>
                  </a:lnTo>
                  <a:lnTo>
                    <a:pt x="186965" y="76266"/>
                  </a:lnTo>
                  <a:lnTo>
                    <a:pt x="189827" y="79769"/>
                  </a:lnTo>
                  <a:lnTo>
                    <a:pt x="190195" y="80189"/>
                  </a:lnTo>
                  <a:lnTo>
                    <a:pt x="190500" y="79900"/>
                  </a:lnTo>
                  <a:lnTo>
                    <a:pt x="195524" y="75133"/>
                  </a:lnTo>
                  <a:lnTo>
                    <a:pt x="200560" y="70354"/>
                  </a:lnTo>
                  <a:lnTo>
                    <a:pt x="205495" y="65672"/>
                  </a:lnTo>
                  <a:lnTo>
                    <a:pt x="206405" y="64887"/>
                  </a:lnTo>
                  <a:lnTo>
                    <a:pt x="206783" y="65310"/>
                  </a:lnTo>
                  <a:lnTo>
                    <a:pt x="206955" y="65503"/>
                  </a:lnTo>
                  <a:lnTo>
                    <a:pt x="211985" y="71134"/>
                  </a:lnTo>
                  <a:lnTo>
                    <a:pt x="220543" y="80715"/>
                  </a:lnTo>
                  <a:lnTo>
                    <a:pt x="224787" y="85438"/>
                  </a:lnTo>
                  <a:lnTo>
                    <a:pt x="224982" y="87337"/>
                  </a:lnTo>
                  <a:lnTo>
                    <a:pt x="225128" y="88754"/>
                  </a:lnTo>
                  <a:lnTo>
                    <a:pt x="225753" y="94838"/>
                  </a:lnTo>
                  <a:lnTo>
                    <a:pt x="225851" y="95451"/>
                  </a:lnTo>
                  <a:lnTo>
                    <a:pt x="226149" y="96003"/>
                  </a:lnTo>
                  <a:lnTo>
                    <a:pt x="226991" y="97563"/>
                  </a:lnTo>
                  <a:lnTo>
                    <a:pt x="229029" y="99252"/>
                  </a:lnTo>
                  <a:lnTo>
                    <a:pt x="232045" y="101287"/>
                  </a:lnTo>
                  <a:lnTo>
                    <a:pt x="235863" y="101540"/>
                  </a:lnTo>
                  <a:lnTo>
                    <a:pt x="236135" y="101570"/>
                  </a:lnTo>
                  <a:lnTo>
                    <a:pt x="235749" y="102172"/>
                  </a:lnTo>
                  <a:lnTo>
                    <a:pt x="235616" y="102379"/>
                  </a:lnTo>
                  <a:lnTo>
                    <a:pt x="235087" y="103203"/>
                  </a:lnTo>
                  <a:lnTo>
                    <a:pt x="232221" y="107671"/>
                  </a:lnTo>
                  <a:lnTo>
                    <a:pt x="231897" y="108175"/>
                  </a:lnTo>
                  <a:lnTo>
                    <a:pt x="230154" y="110892"/>
                  </a:lnTo>
                  <a:lnTo>
                    <a:pt x="229011" y="112673"/>
                  </a:lnTo>
                  <a:lnTo>
                    <a:pt x="227834" y="114508"/>
                  </a:lnTo>
                  <a:lnTo>
                    <a:pt x="227414" y="115163"/>
                  </a:lnTo>
                  <a:lnTo>
                    <a:pt x="223586" y="121128"/>
                  </a:lnTo>
                  <a:lnTo>
                    <a:pt x="223195" y="121749"/>
                  </a:lnTo>
                  <a:lnTo>
                    <a:pt x="223121" y="121884"/>
                  </a:lnTo>
                  <a:lnTo>
                    <a:pt x="222148" y="123650"/>
                  </a:lnTo>
                  <a:lnTo>
                    <a:pt x="221439" y="124940"/>
                  </a:lnTo>
                  <a:lnTo>
                    <a:pt x="220879" y="125956"/>
                  </a:lnTo>
                  <a:lnTo>
                    <a:pt x="219453" y="128546"/>
                  </a:lnTo>
                  <a:lnTo>
                    <a:pt x="219244" y="128896"/>
                  </a:lnTo>
                  <a:lnTo>
                    <a:pt x="216916" y="132758"/>
                  </a:lnTo>
                  <a:lnTo>
                    <a:pt x="216275" y="132308"/>
                  </a:lnTo>
                  <a:lnTo>
                    <a:pt x="208041" y="126532"/>
                  </a:lnTo>
                  <a:lnTo>
                    <a:pt x="207732" y="126981"/>
                  </a:lnTo>
                  <a:lnTo>
                    <a:pt x="205939" y="129527"/>
                  </a:lnTo>
                  <a:lnTo>
                    <a:pt x="206033" y="129692"/>
                  </a:lnTo>
                  <a:lnTo>
                    <a:pt x="207168" y="130636"/>
                  </a:lnTo>
                  <a:lnTo>
                    <a:pt x="209759" y="132788"/>
                  </a:lnTo>
                  <a:lnTo>
                    <a:pt x="212218" y="134831"/>
                  </a:lnTo>
                  <a:lnTo>
                    <a:pt x="211416" y="136599"/>
                  </a:lnTo>
                  <a:lnTo>
                    <a:pt x="210727" y="137189"/>
                  </a:lnTo>
                  <a:lnTo>
                    <a:pt x="210255" y="137593"/>
                  </a:lnTo>
                  <a:lnTo>
                    <a:pt x="210062" y="137759"/>
                  </a:lnTo>
                  <a:lnTo>
                    <a:pt x="209108" y="136970"/>
                  </a:lnTo>
                  <a:lnTo>
                    <a:pt x="207578" y="135617"/>
                  </a:lnTo>
                  <a:lnTo>
                    <a:pt x="204023" y="132471"/>
                  </a:lnTo>
                  <a:lnTo>
                    <a:pt x="203756" y="132261"/>
                  </a:lnTo>
                  <a:lnTo>
                    <a:pt x="200334" y="129591"/>
                  </a:lnTo>
                  <a:lnTo>
                    <a:pt x="199012" y="130910"/>
                  </a:lnTo>
                  <a:lnTo>
                    <a:pt x="199176" y="131329"/>
                  </a:lnTo>
                  <a:lnTo>
                    <a:pt x="199763" y="132832"/>
                  </a:lnTo>
                  <a:lnTo>
                    <a:pt x="193971" y="139779"/>
                  </a:lnTo>
                  <a:lnTo>
                    <a:pt x="193818" y="139962"/>
                  </a:lnTo>
                  <a:lnTo>
                    <a:pt x="192368" y="141702"/>
                  </a:lnTo>
                  <a:lnTo>
                    <a:pt x="191377" y="143004"/>
                  </a:lnTo>
                  <a:lnTo>
                    <a:pt x="189421" y="141826"/>
                  </a:lnTo>
                  <a:lnTo>
                    <a:pt x="186634" y="140148"/>
                  </a:lnTo>
                  <a:lnTo>
                    <a:pt x="183352" y="137348"/>
                  </a:lnTo>
                  <a:lnTo>
                    <a:pt x="179428" y="131816"/>
                  </a:lnTo>
                  <a:lnTo>
                    <a:pt x="178698" y="127669"/>
                  </a:lnTo>
                  <a:lnTo>
                    <a:pt x="179248" y="127500"/>
                  </a:lnTo>
                  <a:lnTo>
                    <a:pt x="181650" y="126674"/>
                  </a:lnTo>
                  <a:lnTo>
                    <a:pt x="184294" y="129482"/>
                  </a:lnTo>
                  <a:lnTo>
                    <a:pt x="185807" y="128227"/>
                  </a:lnTo>
                  <a:lnTo>
                    <a:pt x="190796" y="123366"/>
                  </a:lnTo>
                  <a:lnTo>
                    <a:pt x="191155" y="123059"/>
                  </a:lnTo>
                  <a:lnTo>
                    <a:pt x="192711" y="121726"/>
                  </a:lnTo>
                  <a:lnTo>
                    <a:pt x="193669" y="120905"/>
                  </a:lnTo>
                  <a:lnTo>
                    <a:pt x="192546" y="116930"/>
                  </a:lnTo>
                  <a:lnTo>
                    <a:pt x="190542" y="118457"/>
                  </a:lnTo>
                  <a:lnTo>
                    <a:pt x="187134" y="115044"/>
                  </a:lnTo>
                  <a:lnTo>
                    <a:pt x="186696" y="115404"/>
                  </a:lnTo>
                  <a:lnTo>
                    <a:pt x="183125" y="118342"/>
                  </a:lnTo>
                  <a:lnTo>
                    <a:pt x="180970" y="120116"/>
                  </a:lnTo>
                  <a:lnTo>
                    <a:pt x="179265" y="118588"/>
                  </a:lnTo>
                  <a:lnTo>
                    <a:pt x="177365" y="116884"/>
                  </a:lnTo>
                  <a:lnTo>
                    <a:pt x="172283" y="115282"/>
                  </a:lnTo>
                  <a:lnTo>
                    <a:pt x="171502" y="117045"/>
                  </a:lnTo>
                  <a:lnTo>
                    <a:pt x="169324" y="116471"/>
                  </a:lnTo>
                  <a:lnTo>
                    <a:pt x="167968" y="116113"/>
                  </a:lnTo>
                  <a:lnTo>
                    <a:pt x="167041" y="117387"/>
                  </a:lnTo>
                  <a:lnTo>
                    <a:pt x="156588" y="108337"/>
                  </a:lnTo>
                  <a:lnTo>
                    <a:pt x="158148" y="104229"/>
                  </a:lnTo>
                  <a:lnTo>
                    <a:pt x="154280" y="103055"/>
                  </a:lnTo>
                  <a:lnTo>
                    <a:pt x="155767" y="98475"/>
                  </a:lnTo>
                  <a:lnTo>
                    <a:pt x="150961" y="95812"/>
                  </a:lnTo>
                  <a:lnTo>
                    <a:pt x="150383" y="95428"/>
                  </a:lnTo>
                  <a:lnTo>
                    <a:pt x="150306" y="94797"/>
                  </a:lnTo>
                  <a:lnTo>
                    <a:pt x="150912" y="93454"/>
                  </a:lnTo>
                  <a:lnTo>
                    <a:pt x="148797" y="92413"/>
                  </a:lnTo>
                  <a:lnTo>
                    <a:pt x="147598" y="93881"/>
                  </a:lnTo>
                  <a:lnTo>
                    <a:pt x="146790" y="94961"/>
                  </a:lnTo>
                  <a:lnTo>
                    <a:pt x="144841" y="101498"/>
                  </a:lnTo>
                  <a:lnTo>
                    <a:pt x="134318" y="97882"/>
                  </a:lnTo>
                  <a:lnTo>
                    <a:pt x="120784" y="93950"/>
                  </a:lnTo>
                  <a:lnTo>
                    <a:pt x="120576" y="93890"/>
                  </a:lnTo>
                  <a:lnTo>
                    <a:pt x="119931" y="93922"/>
                  </a:lnTo>
                  <a:lnTo>
                    <a:pt x="119033" y="95535"/>
                  </a:lnTo>
                  <a:lnTo>
                    <a:pt x="115755" y="94132"/>
                  </a:lnTo>
                  <a:lnTo>
                    <a:pt x="111961" y="91262"/>
                  </a:lnTo>
                  <a:lnTo>
                    <a:pt x="105181" y="88264"/>
                  </a:lnTo>
                  <a:lnTo>
                    <a:pt x="104575" y="87996"/>
                  </a:lnTo>
                  <a:lnTo>
                    <a:pt x="104364" y="87801"/>
                  </a:lnTo>
                  <a:lnTo>
                    <a:pt x="102182" y="85782"/>
                  </a:lnTo>
                  <a:lnTo>
                    <a:pt x="97380" y="82695"/>
                  </a:lnTo>
                  <a:lnTo>
                    <a:pt x="96154" y="82105"/>
                  </a:lnTo>
                  <a:lnTo>
                    <a:pt x="90873" y="79563"/>
                  </a:lnTo>
                  <a:lnTo>
                    <a:pt x="81914" y="76407"/>
                  </a:lnTo>
                  <a:lnTo>
                    <a:pt x="75315" y="76866"/>
                  </a:lnTo>
                  <a:lnTo>
                    <a:pt x="68161" y="77487"/>
                  </a:lnTo>
                  <a:lnTo>
                    <a:pt x="67592" y="77536"/>
                  </a:lnTo>
                  <a:lnTo>
                    <a:pt x="57734" y="78500"/>
                  </a:lnTo>
                  <a:lnTo>
                    <a:pt x="56024" y="80539"/>
                  </a:lnTo>
                  <a:lnTo>
                    <a:pt x="54594" y="80297"/>
                  </a:lnTo>
                  <a:lnTo>
                    <a:pt x="48990" y="79350"/>
                  </a:lnTo>
                  <a:lnTo>
                    <a:pt x="44599" y="78608"/>
                  </a:lnTo>
                  <a:lnTo>
                    <a:pt x="43961" y="78500"/>
                  </a:lnTo>
                  <a:lnTo>
                    <a:pt x="35412" y="81316"/>
                  </a:lnTo>
                  <a:lnTo>
                    <a:pt x="31327" y="88112"/>
                  </a:lnTo>
                  <a:lnTo>
                    <a:pt x="26958" y="90443"/>
                  </a:lnTo>
                  <a:lnTo>
                    <a:pt x="17510" y="97000"/>
                  </a:lnTo>
                  <a:lnTo>
                    <a:pt x="14619" y="97610"/>
                  </a:lnTo>
                  <a:lnTo>
                    <a:pt x="9940" y="91876"/>
                  </a:lnTo>
                  <a:lnTo>
                    <a:pt x="9696" y="89201"/>
                  </a:lnTo>
                  <a:lnTo>
                    <a:pt x="11284" y="87141"/>
                  </a:lnTo>
                  <a:lnTo>
                    <a:pt x="8644" y="77656"/>
                  </a:lnTo>
                  <a:lnTo>
                    <a:pt x="0" y="69963"/>
                  </a:lnTo>
                  <a:lnTo>
                    <a:pt x="5104" y="62837"/>
                  </a:lnTo>
                  <a:lnTo>
                    <a:pt x="10100" y="60220"/>
                  </a:lnTo>
                  <a:lnTo>
                    <a:pt x="12256" y="57705"/>
                  </a:lnTo>
                  <a:lnTo>
                    <a:pt x="31815" y="65783"/>
                  </a:lnTo>
                  <a:lnTo>
                    <a:pt x="32733" y="61950"/>
                  </a:lnTo>
                  <a:lnTo>
                    <a:pt x="33949" y="56571"/>
                  </a:lnTo>
                  <a:lnTo>
                    <a:pt x="35293" y="52348"/>
                  </a:lnTo>
                  <a:lnTo>
                    <a:pt x="45489" y="54416"/>
                  </a:lnTo>
                  <a:lnTo>
                    <a:pt x="46551" y="49728"/>
                  </a:lnTo>
                  <a:lnTo>
                    <a:pt x="44467" y="49002"/>
                  </a:lnTo>
                  <a:lnTo>
                    <a:pt x="45608" y="43801"/>
                  </a:lnTo>
                  <a:lnTo>
                    <a:pt x="44592" y="37400"/>
                  </a:lnTo>
                  <a:lnTo>
                    <a:pt x="42689" y="36525"/>
                  </a:lnTo>
                  <a:lnTo>
                    <a:pt x="41190" y="37487"/>
                  </a:lnTo>
                  <a:lnTo>
                    <a:pt x="36784" y="40313"/>
                  </a:lnTo>
                  <a:lnTo>
                    <a:pt x="31977" y="37780"/>
                  </a:lnTo>
                  <a:lnTo>
                    <a:pt x="30099" y="36791"/>
                  </a:lnTo>
                  <a:lnTo>
                    <a:pt x="29375" y="36410"/>
                  </a:lnTo>
                  <a:lnTo>
                    <a:pt x="28121" y="28079"/>
                  </a:lnTo>
                  <a:lnTo>
                    <a:pt x="25442" y="22836"/>
                  </a:lnTo>
                  <a:lnTo>
                    <a:pt x="23961" y="19515"/>
                  </a:lnTo>
                  <a:lnTo>
                    <a:pt x="24327" y="19010"/>
                  </a:lnTo>
                  <a:lnTo>
                    <a:pt x="25100" y="17942"/>
                  </a:lnTo>
                  <a:lnTo>
                    <a:pt x="18786" y="14764"/>
                  </a:lnTo>
                  <a:lnTo>
                    <a:pt x="13873" y="12292"/>
                  </a:lnTo>
                  <a:lnTo>
                    <a:pt x="15823" y="6173"/>
                  </a:lnTo>
                  <a:lnTo>
                    <a:pt x="28559" y="9405"/>
                  </a:lnTo>
                  <a:lnTo>
                    <a:pt x="32125" y="4986"/>
                  </a:lnTo>
                  <a:lnTo>
                    <a:pt x="37405" y="4473"/>
                  </a:lnTo>
                  <a:lnTo>
                    <a:pt x="38494" y="0"/>
                  </a:lnTo>
                  <a:lnTo>
                    <a:pt x="43745" y="277"/>
                  </a:lnTo>
                  <a:lnTo>
                    <a:pt x="47328" y="466"/>
                  </a:lnTo>
                  <a:lnTo>
                    <a:pt x="46530" y="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805178" y="3275558"/>
              <a:ext cx="178407" cy="205585"/>
            </a:xfrm>
            <a:custGeom>
              <a:avLst/>
              <a:pathLst>
                <a:path w="178407" h="205585">
                  <a:moveTo>
                    <a:pt x="53592" y="169363"/>
                  </a:moveTo>
                  <a:lnTo>
                    <a:pt x="56323" y="166203"/>
                  </a:lnTo>
                  <a:lnTo>
                    <a:pt x="59410" y="151969"/>
                  </a:lnTo>
                  <a:lnTo>
                    <a:pt x="50624" y="149785"/>
                  </a:lnTo>
                  <a:lnTo>
                    <a:pt x="45906" y="150157"/>
                  </a:lnTo>
                  <a:lnTo>
                    <a:pt x="42510" y="146613"/>
                  </a:lnTo>
                  <a:lnTo>
                    <a:pt x="36763" y="147588"/>
                  </a:lnTo>
                  <a:lnTo>
                    <a:pt x="31284" y="137605"/>
                  </a:lnTo>
                  <a:lnTo>
                    <a:pt x="37936" y="137058"/>
                  </a:lnTo>
                  <a:lnTo>
                    <a:pt x="45031" y="126779"/>
                  </a:lnTo>
                  <a:lnTo>
                    <a:pt x="44955" y="119944"/>
                  </a:lnTo>
                  <a:lnTo>
                    <a:pt x="44176" y="111104"/>
                  </a:lnTo>
                  <a:lnTo>
                    <a:pt x="37166" y="111084"/>
                  </a:lnTo>
                  <a:lnTo>
                    <a:pt x="22213" y="111042"/>
                  </a:lnTo>
                  <a:lnTo>
                    <a:pt x="21830" y="111041"/>
                  </a:lnTo>
                  <a:lnTo>
                    <a:pt x="19807" y="100973"/>
                  </a:lnTo>
                  <a:lnTo>
                    <a:pt x="19538" y="96343"/>
                  </a:lnTo>
                  <a:lnTo>
                    <a:pt x="19300" y="95614"/>
                  </a:lnTo>
                  <a:lnTo>
                    <a:pt x="19063" y="93308"/>
                  </a:lnTo>
                  <a:lnTo>
                    <a:pt x="19775" y="91852"/>
                  </a:lnTo>
                  <a:lnTo>
                    <a:pt x="21556" y="91002"/>
                  </a:lnTo>
                  <a:lnTo>
                    <a:pt x="21319" y="88332"/>
                  </a:lnTo>
                  <a:lnTo>
                    <a:pt x="18350" y="83599"/>
                  </a:lnTo>
                  <a:lnTo>
                    <a:pt x="17282" y="82749"/>
                  </a:lnTo>
                  <a:lnTo>
                    <a:pt x="14788" y="78016"/>
                  </a:lnTo>
                  <a:lnTo>
                    <a:pt x="13957" y="74375"/>
                  </a:lnTo>
                  <a:lnTo>
                    <a:pt x="13482" y="70370"/>
                  </a:lnTo>
                  <a:lnTo>
                    <a:pt x="11345" y="63331"/>
                  </a:lnTo>
                  <a:lnTo>
                    <a:pt x="10276" y="58597"/>
                  </a:lnTo>
                  <a:lnTo>
                    <a:pt x="9207" y="54956"/>
                  </a:lnTo>
                  <a:lnTo>
                    <a:pt x="6951" y="50830"/>
                  </a:lnTo>
                  <a:lnTo>
                    <a:pt x="4220" y="50223"/>
                  </a:lnTo>
                  <a:lnTo>
                    <a:pt x="3033" y="46703"/>
                  </a:lnTo>
                  <a:lnTo>
                    <a:pt x="1964" y="42334"/>
                  </a:lnTo>
                  <a:lnTo>
                    <a:pt x="0" y="35092"/>
                  </a:lnTo>
                  <a:lnTo>
                    <a:pt x="442" y="33370"/>
                  </a:lnTo>
                  <a:lnTo>
                    <a:pt x="1155" y="28307"/>
                  </a:lnTo>
                  <a:lnTo>
                    <a:pt x="1214" y="22083"/>
                  </a:lnTo>
                  <a:lnTo>
                    <a:pt x="721" y="19956"/>
                  </a:lnTo>
                  <a:lnTo>
                    <a:pt x="144" y="18135"/>
                  </a:lnTo>
                  <a:lnTo>
                    <a:pt x="1650" y="17306"/>
                  </a:lnTo>
                  <a:lnTo>
                    <a:pt x="4171" y="15918"/>
                  </a:lnTo>
                  <a:lnTo>
                    <a:pt x="18680" y="6296"/>
                  </a:lnTo>
                  <a:lnTo>
                    <a:pt x="22736" y="3605"/>
                  </a:lnTo>
                  <a:lnTo>
                    <a:pt x="28174" y="0"/>
                  </a:lnTo>
                  <a:lnTo>
                    <a:pt x="28956" y="980"/>
                  </a:lnTo>
                  <a:lnTo>
                    <a:pt x="29763" y="1990"/>
                  </a:lnTo>
                  <a:lnTo>
                    <a:pt x="31159" y="3823"/>
                  </a:lnTo>
                  <a:lnTo>
                    <a:pt x="31723" y="4563"/>
                  </a:lnTo>
                  <a:lnTo>
                    <a:pt x="31963" y="4878"/>
                  </a:lnTo>
                  <a:lnTo>
                    <a:pt x="32580" y="5742"/>
                  </a:lnTo>
                  <a:lnTo>
                    <a:pt x="32779" y="6021"/>
                  </a:lnTo>
                  <a:lnTo>
                    <a:pt x="37730" y="12962"/>
                  </a:lnTo>
                  <a:lnTo>
                    <a:pt x="39248" y="15041"/>
                  </a:lnTo>
                  <a:lnTo>
                    <a:pt x="41153" y="17649"/>
                  </a:lnTo>
                  <a:lnTo>
                    <a:pt x="45899" y="24147"/>
                  </a:lnTo>
                  <a:lnTo>
                    <a:pt x="46398" y="24613"/>
                  </a:lnTo>
                  <a:lnTo>
                    <a:pt x="46773" y="24963"/>
                  </a:lnTo>
                  <a:lnTo>
                    <a:pt x="47332" y="25238"/>
                  </a:lnTo>
                  <a:lnTo>
                    <a:pt x="52148" y="27609"/>
                  </a:lnTo>
                  <a:lnTo>
                    <a:pt x="53004" y="28031"/>
                  </a:lnTo>
                  <a:lnTo>
                    <a:pt x="55467" y="32252"/>
                  </a:lnTo>
                  <a:lnTo>
                    <a:pt x="56288" y="33658"/>
                  </a:lnTo>
                  <a:lnTo>
                    <a:pt x="59118" y="38508"/>
                  </a:lnTo>
                  <a:lnTo>
                    <a:pt x="59938" y="39914"/>
                  </a:lnTo>
                  <a:lnTo>
                    <a:pt x="60824" y="41169"/>
                  </a:lnTo>
                  <a:lnTo>
                    <a:pt x="61407" y="41996"/>
                  </a:lnTo>
                  <a:lnTo>
                    <a:pt x="63461" y="44908"/>
                  </a:lnTo>
                  <a:lnTo>
                    <a:pt x="64737" y="46719"/>
                  </a:lnTo>
                  <a:lnTo>
                    <a:pt x="65112" y="47073"/>
                  </a:lnTo>
                  <a:lnTo>
                    <a:pt x="66051" y="47960"/>
                  </a:lnTo>
                  <a:lnTo>
                    <a:pt x="71808" y="53405"/>
                  </a:lnTo>
                  <a:lnTo>
                    <a:pt x="73390" y="55184"/>
                  </a:lnTo>
                  <a:lnTo>
                    <a:pt x="74621" y="56568"/>
                  </a:lnTo>
                  <a:lnTo>
                    <a:pt x="75117" y="57126"/>
                  </a:lnTo>
                  <a:lnTo>
                    <a:pt x="75304" y="57336"/>
                  </a:lnTo>
                  <a:lnTo>
                    <a:pt x="77688" y="60017"/>
                  </a:lnTo>
                  <a:lnTo>
                    <a:pt x="77799" y="60158"/>
                  </a:lnTo>
                  <a:lnTo>
                    <a:pt x="78406" y="59655"/>
                  </a:lnTo>
                  <a:lnTo>
                    <a:pt x="79320" y="58898"/>
                  </a:lnTo>
                  <a:lnTo>
                    <a:pt x="84359" y="54725"/>
                  </a:lnTo>
                  <a:lnTo>
                    <a:pt x="85448" y="53823"/>
                  </a:lnTo>
                  <a:lnTo>
                    <a:pt x="86522" y="52933"/>
                  </a:lnTo>
                  <a:lnTo>
                    <a:pt x="91805" y="48557"/>
                  </a:lnTo>
                  <a:lnTo>
                    <a:pt x="92826" y="47712"/>
                  </a:lnTo>
                  <a:lnTo>
                    <a:pt x="93767" y="46933"/>
                  </a:lnTo>
                  <a:lnTo>
                    <a:pt x="94911" y="45986"/>
                  </a:lnTo>
                  <a:lnTo>
                    <a:pt x="95954" y="45164"/>
                  </a:lnTo>
                  <a:lnTo>
                    <a:pt x="97139" y="44229"/>
                  </a:lnTo>
                  <a:lnTo>
                    <a:pt x="99342" y="42493"/>
                  </a:lnTo>
                  <a:lnTo>
                    <a:pt x="101425" y="40851"/>
                  </a:lnTo>
                  <a:lnTo>
                    <a:pt x="102803" y="39766"/>
                  </a:lnTo>
                  <a:lnTo>
                    <a:pt x="103569" y="39161"/>
                  </a:lnTo>
                  <a:lnTo>
                    <a:pt x="104030" y="38783"/>
                  </a:lnTo>
                  <a:lnTo>
                    <a:pt x="104715" y="38220"/>
                  </a:lnTo>
                  <a:lnTo>
                    <a:pt x="105546" y="37537"/>
                  </a:lnTo>
                  <a:lnTo>
                    <a:pt x="105694" y="37416"/>
                  </a:lnTo>
                  <a:lnTo>
                    <a:pt x="110792" y="33227"/>
                  </a:lnTo>
                  <a:lnTo>
                    <a:pt x="111321" y="32792"/>
                  </a:lnTo>
                  <a:lnTo>
                    <a:pt x="111896" y="32282"/>
                  </a:lnTo>
                  <a:lnTo>
                    <a:pt x="112943" y="31355"/>
                  </a:lnTo>
                  <a:lnTo>
                    <a:pt x="116826" y="27915"/>
                  </a:lnTo>
                  <a:lnTo>
                    <a:pt x="117268" y="27523"/>
                  </a:lnTo>
                  <a:lnTo>
                    <a:pt x="118160" y="26733"/>
                  </a:lnTo>
                  <a:lnTo>
                    <a:pt x="118383" y="26638"/>
                  </a:lnTo>
                  <a:lnTo>
                    <a:pt x="118977" y="26384"/>
                  </a:lnTo>
                  <a:lnTo>
                    <a:pt x="120231" y="27141"/>
                  </a:lnTo>
                  <a:lnTo>
                    <a:pt x="119946" y="29588"/>
                  </a:lnTo>
                  <a:lnTo>
                    <a:pt x="119192" y="31355"/>
                  </a:lnTo>
                  <a:lnTo>
                    <a:pt x="117609" y="35064"/>
                  </a:lnTo>
                  <a:lnTo>
                    <a:pt x="117219" y="35915"/>
                  </a:lnTo>
                  <a:lnTo>
                    <a:pt x="116530" y="37416"/>
                  </a:lnTo>
                  <a:lnTo>
                    <a:pt x="115044" y="40657"/>
                  </a:lnTo>
                  <a:lnTo>
                    <a:pt x="114709" y="42493"/>
                  </a:lnTo>
                  <a:lnTo>
                    <a:pt x="114385" y="44270"/>
                  </a:lnTo>
                  <a:lnTo>
                    <a:pt x="114056" y="46074"/>
                  </a:lnTo>
                  <a:lnTo>
                    <a:pt x="113567" y="48227"/>
                  </a:lnTo>
                  <a:lnTo>
                    <a:pt x="113519" y="48436"/>
                  </a:lnTo>
                  <a:lnTo>
                    <a:pt x="113375" y="49067"/>
                  </a:lnTo>
                  <a:lnTo>
                    <a:pt x="111714" y="56368"/>
                  </a:lnTo>
                  <a:lnTo>
                    <a:pt x="111682" y="56512"/>
                  </a:lnTo>
                  <a:lnTo>
                    <a:pt x="111740" y="56672"/>
                  </a:lnTo>
                  <a:lnTo>
                    <a:pt x="112251" y="58066"/>
                  </a:lnTo>
                  <a:lnTo>
                    <a:pt x="114484" y="60202"/>
                  </a:lnTo>
                  <a:lnTo>
                    <a:pt x="118568" y="61804"/>
                  </a:lnTo>
                  <a:lnTo>
                    <a:pt x="122946" y="61804"/>
                  </a:lnTo>
                  <a:lnTo>
                    <a:pt x="124338" y="61804"/>
                  </a:lnTo>
                  <a:lnTo>
                    <a:pt x="125336" y="61804"/>
                  </a:lnTo>
                  <a:lnTo>
                    <a:pt x="126453" y="61804"/>
                  </a:lnTo>
                  <a:lnTo>
                    <a:pt x="128189" y="61831"/>
                  </a:lnTo>
                  <a:lnTo>
                    <a:pt x="131890" y="61888"/>
                  </a:lnTo>
                  <a:lnTo>
                    <a:pt x="136808" y="61965"/>
                  </a:lnTo>
                  <a:lnTo>
                    <a:pt x="141176" y="62033"/>
                  </a:lnTo>
                  <a:lnTo>
                    <a:pt x="145166" y="62095"/>
                  </a:lnTo>
                  <a:lnTo>
                    <a:pt x="144805" y="66955"/>
                  </a:lnTo>
                  <a:lnTo>
                    <a:pt x="144643" y="69134"/>
                  </a:lnTo>
                  <a:lnTo>
                    <a:pt x="142730" y="71329"/>
                  </a:lnTo>
                  <a:lnTo>
                    <a:pt x="140151" y="71760"/>
                  </a:lnTo>
                  <a:lnTo>
                    <a:pt x="125455" y="74216"/>
                  </a:lnTo>
                  <a:lnTo>
                    <a:pt x="122327" y="74739"/>
                  </a:lnTo>
                  <a:lnTo>
                    <a:pt x="119322" y="77007"/>
                  </a:lnTo>
                  <a:lnTo>
                    <a:pt x="120157" y="78517"/>
                  </a:lnTo>
                  <a:lnTo>
                    <a:pt x="123626" y="84793"/>
                  </a:lnTo>
                  <a:lnTo>
                    <a:pt x="127270" y="90954"/>
                  </a:lnTo>
                  <a:lnTo>
                    <a:pt x="141753" y="86377"/>
                  </a:lnTo>
                  <a:lnTo>
                    <a:pt x="141895" y="86811"/>
                  </a:lnTo>
                  <a:lnTo>
                    <a:pt x="142589" y="88940"/>
                  </a:lnTo>
                  <a:lnTo>
                    <a:pt x="147618" y="88552"/>
                  </a:lnTo>
                  <a:lnTo>
                    <a:pt x="150585" y="88323"/>
                  </a:lnTo>
                  <a:lnTo>
                    <a:pt x="150990" y="90199"/>
                  </a:lnTo>
                  <a:lnTo>
                    <a:pt x="151543" y="92762"/>
                  </a:lnTo>
                  <a:lnTo>
                    <a:pt x="153193" y="92862"/>
                  </a:lnTo>
                  <a:lnTo>
                    <a:pt x="156957" y="93092"/>
                  </a:lnTo>
                  <a:lnTo>
                    <a:pt x="160430" y="92727"/>
                  </a:lnTo>
                  <a:lnTo>
                    <a:pt x="160912" y="92308"/>
                  </a:lnTo>
                  <a:lnTo>
                    <a:pt x="164290" y="89371"/>
                  </a:lnTo>
                  <a:lnTo>
                    <a:pt x="166118" y="87781"/>
                  </a:lnTo>
                  <a:lnTo>
                    <a:pt x="170210" y="84250"/>
                  </a:lnTo>
                  <a:lnTo>
                    <a:pt x="174702" y="80374"/>
                  </a:lnTo>
                  <a:lnTo>
                    <a:pt x="178407" y="84403"/>
                  </a:lnTo>
                  <a:lnTo>
                    <a:pt x="172160" y="90184"/>
                  </a:lnTo>
                  <a:lnTo>
                    <a:pt x="172480" y="101804"/>
                  </a:lnTo>
                  <a:lnTo>
                    <a:pt x="172802" y="113541"/>
                  </a:lnTo>
                  <a:lnTo>
                    <a:pt x="172881" y="115828"/>
                  </a:lnTo>
                  <a:lnTo>
                    <a:pt x="172937" y="117482"/>
                  </a:lnTo>
                  <a:lnTo>
                    <a:pt x="173227" y="125965"/>
                  </a:lnTo>
                  <a:lnTo>
                    <a:pt x="173341" y="129283"/>
                  </a:lnTo>
                  <a:lnTo>
                    <a:pt x="173373" y="130221"/>
                  </a:lnTo>
                  <a:lnTo>
                    <a:pt x="173373" y="130734"/>
                  </a:lnTo>
                  <a:lnTo>
                    <a:pt x="173773" y="133297"/>
                  </a:lnTo>
                  <a:lnTo>
                    <a:pt x="173879" y="133977"/>
                  </a:lnTo>
                  <a:lnTo>
                    <a:pt x="174940" y="140784"/>
                  </a:lnTo>
                  <a:lnTo>
                    <a:pt x="175528" y="143617"/>
                  </a:lnTo>
                  <a:lnTo>
                    <a:pt x="177923" y="155170"/>
                  </a:lnTo>
                  <a:lnTo>
                    <a:pt x="162055" y="156469"/>
                  </a:lnTo>
                  <a:lnTo>
                    <a:pt x="162118" y="157402"/>
                  </a:lnTo>
                  <a:lnTo>
                    <a:pt x="162134" y="157665"/>
                  </a:lnTo>
                  <a:lnTo>
                    <a:pt x="162154" y="157988"/>
                  </a:lnTo>
                  <a:lnTo>
                    <a:pt x="162212" y="158945"/>
                  </a:lnTo>
                  <a:lnTo>
                    <a:pt x="162239" y="159399"/>
                  </a:lnTo>
                  <a:lnTo>
                    <a:pt x="162270" y="159919"/>
                  </a:lnTo>
                  <a:lnTo>
                    <a:pt x="162141" y="160689"/>
                  </a:lnTo>
                  <a:lnTo>
                    <a:pt x="162109" y="160881"/>
                  </a:lnTo>
                  <a:lnTo>
                    <a:pt x="161680" y="163432"/>
                  </a:lnTo>
                  <a:lnTo>
                    <a:pt x="167075" y="162703"/>
                  </a:lnTo>
                  <a:lnTo>
                    <a:pt x="167417" y="162800"/>
                  </a:lnTo>
                  <a:lnTo>
                    <a:pt x="167744" y="162893"/>
                  </a:lnTo>
                  <a:lnTo>
                    <a:pt x="168827" y="163286"/>
                  </a:lnTo>
                  <a:lnTo>
                    <a:pt x="169540" y="163868"/>
                  </a:lnTo>
                  <a:lnTo>
                    <a:pt x="169939" y="164417"/>
                  </a:lnTo>
                  <a:lnTo>
                    <a:pt x="167511" y="165691"/>
                  </a:lnTo>
                  <a:lnTo>
                    <a:pt x="163649" y="167719"/>
                  </a:lnTo>
                  <a:lnTo>
                    <a:pt x="159052" y="170133"/>
                  </a:lnTo>
                  <a:lnTo>
                    <a:pt x="156642" y="171432"/>
                  </a:lnTo>
                  <a:lnTo>
                    <a:pt x="154160" y="172770"/>
                  </a:lnTo>
                  <a:lnTo>
                    <a:pt x="153861" y="172931"/>
                  </a:lnTo>
                  <a:lnTo>
                    <a:pt x="151013" y="174787"/>
                  </a:lnTo>
                  <a:lnTo>
                    <a:pt x="150566" y="175079"/>
                  </a:lnTo>
                  <a:lnTo>
                    <a:pt x="148495" y="176429"/>
                  </a:lnTo>
                  <a:lnTo>
                    <a:pt x="148863" y="176967"/>
                  </a:lnTo>
                  <a:lnTo>
                    <a:pt x="143880" y="180520"/>
                  </a:lnTo>
                  <a:lnTo>
                    <a:pt x="142181" y="181731"/>
                  </a:lnTo>
                  <a:lnTo>
                    <a:pt x="136436" y="185827"/>
                  </a:lnTo>
                  <a:lnTo>
                    <a:pt x="136455" y="186198"/>
                  </a:lnTo>
                  <a:lnTo>
                    <a:pt x="136470" y="186502"/>
                  </a:lnTo>
                  <a:lnTo>
                    <a:pt x="136595" y="188958"/>
                  </a:lnTo>
                  <a:lnTo>
                    <a:pt x="136632" y="189692"/>
                  </a:lnTo>
                  <a:lnTo>
                    <a:pt x="136792" y="192856"/>
                  </a:lnTo>
                  <a:lnTo>
                    <a:pt x="136807" y="193149"/>
                  </a:lnTo>
                  <a:lnTo>
                    <a:pt x="137143" y="199784"/>
                  </a:lnTo>
                  <a:lnTo>
                    <a:pt x="137138" y="200013"/>
                  </a:lnTo>
                  <a:lnTo>
                    <a:pt x="137096" y="201775"/>
                  </a:lnTo>
                  <a:lnTo>
                    <a:pt x="136241" y="203984"/>
                  </a:lnTo>
                  <a:lnTo>
                    <a:pt x="135457" y="205027"/>
                  </a:lnTo>
                  <a:lnTo>
                    <a:pt x="135221" y="205204"/>
                  </a:lnTo>
                  <a:lnTo>
                    <a:pt x="134745" y="205561"/>
                  </a:lnTo>
                  <a:lnTo>
                    <a:pt x="134465" y="205516"/>
                  </a:lnTo>
                  <a:lnTo>
                    <a:pt x="132655" y="205221"/>
                  </a:lnTo>
                  <a:lnTo>
                    <a:pt x="131764" y="204934"/>
                  </a:lnTo>
                  <a:lnTo>
                    <a:pt x="130666" y="204581"/>
                  </a:lnTo>
                  <a:lnTo>
                    <a:pt x="130470" y="204518"/>
                  </a:lnTo>
                  <a:lnTo>
                    <a:pt x="128072" y="203377"/>
                  </a:lnTo>
                  <a:lnTo>
                    <a:pt x="125223" y="201755"/>
                  </a:lnTo>
                  <a:lnTo>
                    <a:pt x="124829" y="201531"/>
                  </a:lnTo>
                  <a:lnTo>
                    <a:pt x="123531" y="200792"/>
                  </a:lnTo>
                  <a:lnTo>
                    <a:pt x="120140" y="198862"/>
                  </a:lnTo>
                  <a:lnTo>
                    <a:pt x="119721" y="198532"/>
                  </a:lnTo>
                  <a:lnTo>
                    <a:pt x="119044" y="199352"/>
                  </a:lnTo>
                  <a:lnTo>
                    <a:pt x="117756" y="201335"/>
                  </a:lnTo>
                  <a:lnTo>
                    <a:pt x="117207" y="202181"/>
                  </a:lnTo>
                  <a:lnTo>
                    <a:pt x="114997" y="205585"/>
                  </a:lnTo>
                  <a:lnTo>
                    <a:pt x="110856" y="202873"/>
                  </a:lnTo>
                  <a:lnTo>
                    <a:pt x="108924" y="201607"/>
                  </a:lnTo>
                  <a:lnTo>
                    <a:pt x="108548" y="201361"/>
                  </a:lnTo>
                  <a:lnTo>
                    <a:pt x="103502" y="198056"/>
                  </a:lnTo>
                  <a:lnTo>
                    <a:pt x="103086" y="197783"/>
                  </a:lnTo>
                  <a:lnTo>
                    <a:pt x="102855" y="197631"/>
                  </a:lnTo>
                  <a:lnTo>
                    <a:pt x="98303" y="194617"/>
                  </a:lnTo>
                  <a:lnTo>
                    <a:pt x="97245" y="193915"/>
                  </a:lnTo>
                  <a:lnTo>
                    <a:pt x="96689" y="193547"/>
                  </a:lnTo>
                  <a:lnTo>
                    <a:pt x="95579" y="192812"/>
                  </a:lnTo>
                  <a:lnTo>
                    <a:pt x="95282" y="192623"/>
                  </a:lnTo>
                  <a:lnTo>
                    <a:pt x="94080" y="191859"/>
                  </a:lnTo>
                  <a:lnTo>
                    <a:pt x="93912" y="191752"/>
                  </a:lnTo>
                  <a:lnTo>
                    <a:pt x="90164" y="189369"/>
                  </a:lnTo>
                  <a:lnTo>
                    <a:pt x="89975" y="189248"/>
                  </a:lnTo>
                  <a:lnTo>
                    <a:pt x="88589" y="188292"/>
                  </a:lnTo>
                  <a:lnTo>
                    <a:pt x="88062" y="187928"/>
                  </a:lnTo>
                  <a:lnTo>
                    <a:pt x="87602" y="187643"/>
                  </a:lnTo>
                  <a:lnTo>
                    <a:pt x="80769" y="183418"/>
                  </a:lnTo>
                  <a:lnTo>
                    <a:pt x="78467" y="181914"/>
                  </a:lnTo>
                  <a:lnTo>
                    <a:pt x="78106" y="181677"/>
                  </a:lnTo>
                  <a:lnTo>
                    <a:pt x="77748" y="181444"/>
                  </a:lnTo>
                  <a:lnTo>
                    <a:pt x="77321" y="181164"/>
                  </a:lnTo>
                  <a:lnTo>
                    <a:pt x="70391" y="176949"/>
                  </a:lnTo>
                  <a:lnTo>
                    <a:pt x="69895" y="176647"/>
                  </a:lnTo>
                  <a:lnTo>
                    <a:pt x="69479" y="176394"/>
                  </a:lnTo>
                  <a:lnTo>
                    <a:pt x="68440" y="175487"/>
                  </a:lnTo>
                  <a:lnTo>
                    <a:pt x="68083" y="175198"/>
                  </a:lnTo>
                  <a:lnTo>
                    <a:pt x="67677" y="174868"/>
                  </a:lnTo>
                  <a:lnTo>
                    <a:pt x="65931" y="173453"/>
                  </a:lnTo>
                  <a:lnTo>
                    <a:pt x="59611" y="170150"/>
                  </a:lnTo>
                  <a:lnTo>
                    <a:pt x="59252" y="169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63876" y="3508278"/>
              <a:ext cx="142003" cy="134863"/>
            </a:xfrm>
            <a:custGeom>
              <a:avLst/>
              <a:pathLst>
                <a:path w="142003" h="134863">
                  <a:moveTo>
                    <a:pt x="123153" y="89724"/>
                  </a:moveTo>
                  <a:lnTo>
                    <a:pt x="142003" y="124198"/>
                  </a:lnTo>
                  <a:lnTo>
                    <a:pt x="140380" y="134863"/>
                  </a:lnTo>
                  <a:lnTo>
                    <a:pt x="134569" y="134710"/>
                  </a:lnTo>
                  <a:lnTo>
                    <a:pt x="127868" y="134533"/>
                  </a:lnTo>
                  <a:lnTo>
                    <a:pt x="125221" y="134464"/>
                  </a:lnTo>
                  <a:lnTo>
                    <a:pt x="118247" y="134280"/>
                  </a:lnTo>
                  <a:lnTo>
                    <a:pt x="102384" y="128746"/>
                  </a:lnTo>
                  <a:lnTo>
                    <a:pt x="98353" y="127985"/>
                  </a:lnTo>
                  <a:lnTo>
                    <a:pt x="91799" y="129199"/>
                  </a:lnTo>
                  <a:lnTo>
                    <a:pt x="88712" y="127257"/>
                  </a:lnTo>
                  <a:lnTo>
                    <a:pt x="82490" y="122684"/>
                  </a:lnTo>
                  <a:lnTo>
                    <a:pt x="78978" y="120386"/>
                  </a:lnTo>
                  <a:lnTo>
                    <a:pt x="79524" y="118208"/>
                  </a:lnTo>
                  <a:lnTo>
                    <a:pt x="79147" y="118064"/>
                  </a:lnTo>
                  <a:lnTo>
                    <a:pt x="78484" y="117809"/>
                  </a:lnTo>
                  <a:lnTo>
                    <a:pt x="74713" y="116362"/>
                  </a:lnTo>
                  <a:lnTo>
                    <a:pt x="72007" y="115323"/>
                  </a:lnTo>
                  <a:lnTo>
                    <a:pt x="71808" y="115247"/>
                  </a:lnTo>
                  <a:lnTo>
                    <a:pt x="70669" y="114809"/>
                  </a:lnTo>
                  <a:lnTo>
                    <a:pt x="70101" y="114688"/>
                  </a:lnTo>
                  <a:lnTo>
                    <a:pt x="65975" y="113810"/>
                  </a:lnTo>
                  <a:lnTo>
                    <a:pt x="65187" y="113686"/>
                  </a:lnTo>
                  <a:lnTo>
                    <a:pt x="64420" y="113565"/>
                  </a:lnTo>
                  <a:lnTo>
                    <a:pt x="61547" y="113112"/>
                  </a:lnTo>
                  <a:lnTo>
                    <a:pt x="59953" y="112861"/>
                  </a:lnTo>
                  <a:lnTo>
                    <a:pt x="58014" y="113020"/>
                  </a:lnTo>
                  <a:lnTo>
                    <a:pt x="57160" y="106660"/>
                  </a:lnTo>
                  <a:lnTo>
                    <a:pt x="53431" y="106011"/>
                  </a:lnTo>
                  <a:lnTo>
                    <a:pt x="50777" y="105704"/>
                  </a:lnTo>
                  <a:lnTo>
                    <a:pt x="40783" y="104375"/>
                  </a:lnTo>
                  <a:lnTo>
                    <a:pt x="40791" y="103396"/>
                  </a:lnTo>
                  <a:lnTo>
                    <a:pt x="37924" y="101015"/>
                  </a:lnTo>
                  <a:lnTo>
                    <a:pt x="37383" y="100439"/>
                  </a:lnTo>
                  <a:lnTo>
                    <a:pt x="35823" y="98778"/>
                  </a:lnTo>
                  <a:lnTo>
                    <a:pt x="35241" y="98158"/>
                  </a:lnTo>
                  <a:lnTo>
                    <a:pt x="34404" y="97526"/>
                  </a:lnTo>
                  <a:lnTo>
                    <a:pt x="32220" y="95849"/>
                  </a:lnTo>
                  <a:lnTo>
                    <a:pt x="31474" y="94883"/>
                  </a:lnTo>
                  <a:lnTo>
                    <a:pt x="29405" y="92205"/>
                  </a:lnTo>
                  <a:lnTo>
                    <a:pt x="28101" y="90518"/>
                  </a:lnTo>
                  <a:lnTo>
                    <a:pt x="26540" y="88223"/>
                  </a:lnTo>
                  <a:lnTo>
                    <a:pt x="26704" y="88076"/>
                  </a:lnTo>
                  <a:lnTo>
                    <a:pt x="29405" y="85661"/>
                  </a:lnTo>
                  <a:lnTo>
                    <a:pt x="29699" y="85397"/>
                  </a:lnTo>
                  <a:lnTo>
                    <a:pt x="31865" y="83460"/>
                  </a:lnTo>
                  <a:lnTo>
                    <a:pt x="32113" y="83141"/>
                  </a:lnTo>
                  <a:lnTo>
                    <a:pt x="31182" y="81723"/>
                  </a:lnTo>
                  <a:lnTo>
                    <a:pt x="30904" y="81300"/>
                  </a:lnTo>
                  <a:lnTo>
                    <a:pt x="30102" y="80079"/>
                  </a:lnTo>
                  <a:lnTo>
                    <a:pt x="29405" y="79393"/>
                  </a:lnTo>
                  <a:lnTo>
                    <a:pt x="28499" y="78501"/>
                  </a:lnTo>
                  <a:lnTo>
                    <a:pt x="28180" y="77702"/>
                  </a:lnTo>
                  <a:lnTo>
                    <a:pt x="27953" y="77131"/>
                  </a:lnTo>
                  <a:lnTo>
                    <a:pt x="27193" y="75224"/>
                  </a:lnTo>
                  <a:lnTo>
                    <a:pt x="22957" y="73134"/>
                  </a:lnTo>
                  <a:lnTo>
                    <a:pt x="22047" y="71594"/>
                  </a:lnTo>
                  <a:lnTo>
                    <a:pt x="19957" y="68057"/>
                  </a:lnTo>
                  <a:lnTo>
                    <a:pt x="19189" y="66540"/>
                  </a:lnTo>
                  <a:lnTo>
                    <a:pt x="18868" y="65905"/>
                  </a:lnTo>
                  <a:lnTo>
                    <a:pt x="17353" y="62911"/>
                  </a:lnTo>
                  <a:lnTo>
                    <a:pt x="16521" y="61527"/>
                  </a:lnTo>
                  <a:lnTo>
                    <a:pt x="13563" y="56606"/>
                  </a:lnTo>
                  <a:lnTo>
                    <a:pt x="13470" y="56450"/>
                  </a:lnTo>
                  <a:lnTo>
                    <a:pt x="10342" y="51082"/>
                  </a:lnTo>
                  <a:lnTo>
                    <a:pt x="10077" y="50625"/>
                  </a:lnTo>
                  <a:lnTo>
                    <a:pt x="6738" y="44896"/>
                  </a:lnTo>
                  <a:lnTo>
                    <a:pt x="5335" y="42487"/>
                  </a:lnTo>
                  <a:lnTo>
                    <a:pt x="4720" y="41432"/>
                  </a:lnTo>
                  <a:lnTo>
                    <a:pt x="4576" y="41183"/>
                  </a:lnTo>
                  <a:lnTo>
                    <a:pt x="3766" y="39546"/>
                  </a:lnTo>
                  <a:lnTo>
                    <a:pt x="3316" y="38638"/>
                  </a:lnTo>
                  <a:lnTo>
                    <a:pt x="2052" y="36083"/>
                  </a:lnTo>
                  <a:lnTo>
                    <a:pt x="1963" y="35904"/>
                  </a:lnTo>
                  <a:lnTo>
                    <a:pt x="1581" y="34874"/>
                  </a:lnTo>
                  <a:lnTo>
                    <a:pt x="746" y="32625"/>
                  </a:lnTo>
                  <a:lnTo>
                    <a:pt x="357" y="31576"/>
                  </a:lnTo>
                  <a:lnTo>
                    <a:pt x="0" y="30517"/>
                  </a:lnTo>
                  <a:lnTo>
                    <a:pt x="751" y="29389"/>
                  </a:lnTo>
                  <a:lnTo>
                    <a:pt x="1527" y="28239"/>
                  </a:lnTo>
                  <a:lnTo>
                    <a:pt x="4447" y="23914"/>
                  </a:lnTo>
                  <a:lnTo>
                    <a:pt x="9344" y="16662"/>
                  </a:lnTo>
                  <a:lnTo>
                    <a:pt x="9886" y="15859"/>
                  </a:lnTo>
                  <a:lnTo>
                    <a:pt x="11729" y="13128"/>
                  </a:lnTo>
                  <a:lnTo>
                    <a:pt x="20499" y="139"/>
                  </a:lnTo>
                  <a:lnTo>
                    <a:pt x="20593" y="0"/>
                  </a:lnTo>
                  <a:lnTo>
                    <a:pt x="23698" y="2202"/>
                  </a:lnTo>
                  <a:lnTo>
                    <a:pt x="29134" y="6058"/>
                  </a:lnTo>
                  <a:lnTo>
                    <a:pt x="29280" y="6157"/>
                  </a:lnTo>
                  <a:lnTo>
                    <a:pt x="33015" y="8718"/>
                  </a:lnTo>
                  <a:lnTo>
                    <a:pt x="33367" y="8959"/>
                  </a:lnTo>
                  <a:lnTo>
                    <a:pt x="38215" y="12282"/>
                  </a:lnTo>
                  <a:lnTo>
                    <a:pt x="38768" y="12662"/>
                  </a:lnTo>
                  <a:lnTo>
                    <a:pt x="43934" y="16203"/>
                  </a:lnTo>
                  <a:lnTo>
                    <a:pt x="44509" y="16596"/>
                  </a:lnTo>
                  <a:lnTo>
                    <a:pt x="44724" y="16744"/>
                  </a:lnTo>
                  <a:lnTo>
                    <a:pt x="54389" y="23369"/>
                  </a:lnTo>
                  <a:lnTo>
                    <a:pt x="54706" y="23587"/>
                  </a:lnTo>
                  <a:lnTo>
                    <a:pt x="56434" y="24771"/>
                  </a:lnTo>
                  <a:lnTo>
                    <a:pt x="57554" y="25618"/>
                  </a:lnTo>
                  <a:lnTo>
                    <a:pt x="58306" y="26187"/>
                  </a:lnTo>
                  <a:lnTo>
                    <a:pt x="61168" y="28353"/>
                  </a:lnTo>
                  <a:lnTo>
                    <a:pt x="63481" y="30380"/>
                  </a:lnTo>
                  <a:lnTo>
                    <a:pt x="64282" y="30819"/>
                  </a:lnTo>
                  <a:lnTo>
                    <a:pt x="66112" y="31821"/>
                  </a:lnTo>
                  <a:lnTo>
                    <a:pt x="67205" y="32419"/>
                  </a:lnTo>
                  <a:lnTo>
                    <a:pt x="71336" y="35104"/>
                  </a:lnTo>
                  <a:lnTo>
                    <a:pt x="72434" y="35971"/>
                  </a:lnTo>
                  <a:lnTo>
                    <a:pt x="78435" y="39160"/>
                  </a:lnTo>
                  <a:lnTo>
                    <a:pt x="79223" y="39579"/>
                  </a:lnTo>
                  <a:lnTo>
                    <a:pt x="79168" y="42921"/>
                  </a:lnTo>
                  <a:lnTo>
                    <a:pt x="79603" y="42933"/>
                  </a:lnTo>
                  <a:lnTo>
                    <a:pt x="79977" y="42944"/>
                  </a:lnTo>
                  <a:lnTo>
                    <a:pt x="84632" y="43652"/>
                  </a:lnTo>
                  <a:lnTo>
                    <a:pt x="84670" y="44008"/>
                  </a:lnTo>
                  <a:lnTo>
                    <a:pt x="84791" y="45130"/>
                  </a:lnTo>
                  <a:lnTo>
                    <a:pt x="87093" y="45948"/>
                  </a:lnTo>
                  <a:lnTo>
                    <a:pt x="88303" y="46379"/>
                  </a:lnTo>
                  <a:lnTo>
                    <a:pt x="89049" y="46644"/>
                  </a:lnTo>
                  <a:lnTo>
                    <a:pt x="93452" y="48295"/>
                  </a:lnTo>
                  <a:lnTo>
                    <a:pt x="93984" y="50062"/>
                  </a:lnTo>
                  <a:lnTo>
                    <a:pt x="94525" y="52393"/>
                  </a:lnTo>
                  <a:lnTo>
                    <a:pt x="106782" y="53489"/>
                  </a:lnTo>
                  <a:lnTo>
                    <a:pt x="108692" y="53660"/>
                  </a:lnTo>
                  <a:lnTo>
                    <a:pt x="108667" y="65450"/>
                  </a:lnTo>
                  <a:lnTo>
                    <a:pt x="104155" y="69334"/>
                  </a:lnTo>
                  <a:lnTo>
                    <a:pt x="103562" y="72975"/>
                  </a:lnTo>
                  <a:lnTo>
                    <a:pt x="104630" y="76495"/>
                  </a:lnTo>
                  <a:lnTo>
                    <a:pt x="110092" y="79165"/>
                  </a:lnTo>
                  <a:lnTo>
                    <a:pt x="112586" y="8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73512" y="3687030"/>
              <a:ext cx="165040" cy="132668"/>
            </a:xfrm>
            <a:custGeom>
              <a:avLst/>
              <a:pathLst>
                <a:path w="165040" h="132668">
                  <a:moveTo>
                    <a:pt x="31478" y="9093"/>
                  </a:moveTo>
                  <a:lnTo>
                    <a:pt x="31527" y="9321"/>
                  </a:lnTo>
                  <a:lnTo>
                    <a:pt x="33822" y="8913"/>
                  </a:lnTo>
                  <a:lnTo>
                    <a:pt x="33767" y="8481"/>
                  </a:lnTo>
                  <a:lnTo>
                    <a:pt x="33623" y="7340"/>
                  </a:lnTo>
                  <a:lnTo>
                    <a:pt x="33968" y="7268"/>
                  </a:lnTo>
                  <a:lnTo>
                    <a:pt x="36986" y="6642"/>
                  </a:lnTo>
                  <a:lnTo>
                    <a:pt x="37847" y="8350"/>
                  </a:lnTo>
                  <a:lnTo>
                    <a:pt x="37947" y="8546"/>
                  </a:lnTo>
                  <a:lnTo>
                    <a:pt x="39863" y="12344"/>
                  </a:lnTo>
                  <a:lnTo>
                    <a:pt x="38456" y="14447"/>
                  </a:lnTo>
                  <a:lnTo>
                    <a:pt x="38591" y="14880"/>
                  </a:lnTo>
                  <a:lnTo>
                    <a:pt x="38968" y="16082"/>
                  </a:lnTo>
                  <a:lnTo>
                    <a:pt x="39434" y="18314"/>
                  </a:lnTo>
                  <a:lnTo>
                    <a:pt x="39566" y="19165"/>
                  </a:lnTo>
                  <a:lnTo>
                    <a:pt x="43163" y="20554"/>
                  </a:lnTo>
                  <a:lnTo>
                    <a:pt x="45211" y="21063"/>
                  </a:lnTo>
                  <a:lnTo>
                    <a:pt x="46439" y="21154"/>
                  </a:lnTo>
                  <a:lnTo>
                    <a:pt x="48392" y="21300"/>
                  </a:lnTo>
                  <a:lnTo>
                    <a:pt x="49372" y="21373"/>
                  </a:lnTo>
                  <a:lnTo>
                    <a:pt x="52299" y="26869"/>
                  </a:lnTo>
                  <a:lnTo>
                    <a:pt x="52698" y="28850"/>
                  </a:lnTo>
                  <a:lnTo>
                    <a:pt x="52735" y="30042"/>
                  </a:lnTo>
                  <a:lnTo>
                    <a:pt x="54387" y="30508"/>
                  </a:lnTo>
                  <a:lnTo>
                    <a:pt x="59325" y="30278"/>
                  </a:lnTo>
                  <a:lnTo>
                    <a:pt x="61379" y="30182"/>
                  </a:lnTo>
                  <a:lnTo>
                    <a:pt x="62464" y="30132"/>
                  </a:lnTo>
                  <a:lnTo>
                    <a:pt x="65432" y="30472"/>
                  </a:lnTo>
                  <a:lnTo>
                    <a:pt x="66423" y="30692"/>
                  </a:lnTo>
                  <a:lnTo>
                    <a:pt x="69539" y="31384"/>
                  </a:lnTo>
                  <a:lnTo>
                    <a:pt x="71698" y="31773"/>
                  </a:lnTo>
                  <a:lnTo>
                    <a:pt x="74347" y="32557"/>
                  </a:lnTo>
                  <a:lnTo>
                    <a:pt x="74853" y="32707"/>
                  </a:lnTo>
                  <a:lnTo>
                    <a:pt x="76549" y="32809"/>
                  </a:lnTo>
                  <a:lnTo>
                    <a:pt x="77297" y="32899"/>
                  </a:lnTo>
                  <a:lnTo>
                    <a:pt x="79728" y="33193"/>
                  </a:lnTo>
                  <a:lnTo>
                    <a:pt x="81360" y="33389"/>
                  </a:lnTo>
                  <a:lnTo>
                    <a:pt x="82220" y="33493"/>
                  </a:lnTo>
                  <a:lnTo>
                    <a:pt x="83431" y="33508"/>
                  </a:lnTo>
                  <a:lnTo>
                    <a:pt x="83850" y="33513"/>
                  </a:lnTo>
                  <a:lnTo>
                    <a:pt x="83720" y="34745"/>
                  </a:lnTo>
                  <a:lnTo>
                    <a:pt x="84052" y="35390"/>
                  </a:lnTo>
                  <a:lnTo>
                    <a:pt x="85168" y="36823"/>
                  </a:lnTo>
                  <a:lnTo>
                    <a:pt x="85392" y="37080"/>
                  </a:lnTo>
                  <a:lnTo>
                    <a:pt x="86522" y="38376"/>
                  </a:lnTo>
                  <a:lnTo>
                    <a:pt x="89071" y="40730"/>
                  </a:lnTo>
                  <a:lnTo>
                    <a:pt x="90705" y="40759"/>
                  </a:lnTo>
                  <a:lnTo>
                    <a:pt x="91645" y="39798"/>
                  </a:lnTo>
                  <a:lnTo>
                    <a:pt x="93070" y="38953"/>
                  </a:lnTo>
                  <a:lnTo>
                    <a:pt x="94438" y="39012"/>
                  </a:lnTo>
                  <a:lnTo>
                    <a:pt x="95462" y="39467"/>
                  </a:lnTo>
                  <a:lnTo>
                    <a:pt x="97731" y="40790"/>
                  </a:lnTo>
                  <a:lnTo>
                    <a:pt x="100115" y="39115"/>
                  </a:lnTo>
                  <a:lnTo>
                    <a:pt x="101462" y="37809"/>
                  </a:lnTo>
                  <a:lnTo>
                    <a:pt x="102431" y="36851"/>
                  </a:lnTo>
                  <a:lnTo>
                    <a:pt x="105255" y="34057"/>
                  </a:lnTo>
                  <a:lnTo>
                    <a:pt x="107811" y="34790"/>
                  </a:lnTo>
                  <a:lnTo>
                    <a:pt x="110082" y="37944"/>
                  </a:lnTo>
                  <a:lnTo>
                    <a:pt x="110871" y="39039"/>
                  </a:lnTo>
                  <a:lnTo>
                    <a:pt x="114741" y="36928"/>
                  </a:lnTo>
                  <a:lnTo>
                    <a:pt x="115149" y="37184"/>
                  </a:lnTo>
                  <a:lnTo>
                    <a:pt x="116996" y="38349"/>
                  </a:lnTo>
                  <a:lnTo>
                    <a:pt x="117282" y="38530"/>
                  </a:lnTo>
                  <a:lnTo>
                    <a:pt x="117587" y="38723"/>
                  </a:lnTo>
                  <a:lnTo>
                    <a:pt x="119506" y="39944"/>
                  </a:lnTo>
                  <a:lnTo>
                    <a:pt x="119974" y="40253"/>
                  </a:lnTo>
                  <a:lnTo>
                    <a:pt x="120464" y="40790"/>
                  </a:lnTo>
                  <a:lnTo>
                    <a:pt x="122638" y="43165"/>
                  </a:lnTo>
                  <a:lnTo>
                    <a:pt x="124134" y="44801"/>
                  </a:lnTo>
                  <a:lnTo>
                    <a:pt x="124975" y="45720"/>
                  </a:lnTo>
                  <a:lnTo>
                    <a:pt x="127683" y="48681"/>
                  </a:lnTo>
                  <a:lnTo>
                    <a:pt x="129741" y="50931"/>
                  </a:lnTo>
                  <a:lnTo>
                    <a:pt x="136280" y="56883"/>
                  </a:lnTo>
                  <a:lnTo>
                    <a:pt x="137595" y="58080"/>
                  </a:lnTo>
                  <a:lnTo>
                    <a:pt x="148509" y="67474"/>
                  </a:lnTo>
                  <a:lnTo>
                    <a:pt x="147869" y="67864"/>
                  </a:lnTo>
                  <a:lnTo>
                    <a:pt x="147721" y="67954"/>
                  </a:lnTo>
                  <a:lnTo>
                    <a:pt x="145982" y="69309"/>
                  </a:lnTo>
                  <a:lnTo>
                    <a:pt x="145331" y="70355"/>
                  </a:lnTo>
                  <a:lnTo>
                    <a:pt x="144883" y="71250"/>
                  </a:lnTo>
                  <a:lnTo>
                    <a:pt x="144760" y="71497"/>
                  </a:lnTo>
                  <a:lnTo>
                    <a:pt x="144421" y="72174"/>
                  </a:lnTo>
                  <a:lnTo>
                    <a:pt x="143497" y="73249"/>
                  </a:lnTo>
                  <a:lnTo>
                    <a:pt x="141954" y="74334"/>
                  </a:lnTo>
                  <a:lnTo>
                    <a:pt x="139913" y="75536"/>
                  </a:lnTo>
                  <a:lnTo>
                    <a:pt x="139634" y="75747"/>
                  </a:lnTo>
                  <a:lnTo>
                    <a:pt x="138753" y="79451"/>
                  </a:lnTo>
                  <a:lnTo>
                    <a:pt x="138256" y="81541"/>
                  </a:lnTo>
                  <a:lnTo>
                    <a:pt x="136774" y="86631"/>
                  </a:lnTo>
                  <a:lnTo>
                    <a:pt x="137059" y="87262"/>
                  </a:lnTo>
                  <a:lnTo>
                    <a:pt x="139274" y="89013"/>
                  </a:lnTo>
                  <a:lnTo>
                    <a:pt x="141963" y="91227"/>
                  </a:lnTo>
                  <a:lnTo>
                    <a:pt x="144653" y="93804"/>
                  </a:lnTo>
                  <a:lnTo>
                    <a:pt x="148068" y="97454"/>
                  </a:lnTo>
                  <a:lnTo>
                    <a:pt x="151596" y="101142"/>
                  </a:lnTo>
                  <a:lnTo>
                    <a:pt x="154154" y="103894"/>
                  </a:lnTo>
                  <a:lnTo>
                    <a:pt x="155361" y="105191"/>
                  </a:lnTo>
                  <a:lnTo>
                    <a:pt x="156514" y="106428"/>
                  </a:lnTo>
                  <a:lnTo>
                    <a:pt x="157854" y="107653"/>
                  </a:lnTo>
                  <a:lnTo>
                    <a:pt x="159589" y="109007"/>
                  </a:lnTo>
                  <a:lnTo>
                    <a:pt x="161440" y="110408"/>
                  </a:lnTo>
                  <a:lnTo>
                    <a:pt x="163092" y="111841"/>
                  </a:lnTo>
                  <a:lnTo>
                    <a:pt x="164018" y="113006"/>
                  </a:lnTo>
                  <a:lnTo>
                    <a:pt x="164506" y="113994"/>
                  </a:lnTo>
                  <a:lnTo>
                    <a:pt x="165040" y="114468"/>
                  </a:lnTo>
                  <a:lnTo>
                    <a:pt x="164945" y="114882"/>
                  </a:lnTo>
                  <a:lnTo>
                    <a:pt x="164427" y="117116"/>
                  </a:lnTo>
                  <a:lnTo>
                    <a:pt x="163908" y="118896"/>
                  </a:lnTo>
                  <a:lnTo>
                    <a:pt x="163717" y="119551"/>
                  </a:lnTo>
                  <a:lnTo>
                    <a:pt x="163596" y="119967"/>
                  </a:lnTo>
                  <a:lnTo>
                    <a:pt x="163046" y="120500"/>
                  </a:lnTo>
                  <a:lnTo>
                    <a:pt x="162850" y="120689"/>
                  </a:lnTo>
                  <a:lnTo>
                    <a:pt x="160190" y="123263"/>
                  </a:lnTo>
                  <a:lnTo>
                    <a:pt x="159640" y="123765"/>
                  </a:lnTo>
                  <a:lnTo>
                    <a:pt x="157263" y="124275"/>
                  </a:lnTo>
                  <a:lnTo>
                    <a:pt x="151751" y="127474"/>
                  </a:lnTo>
                  <a:lnTo>
                    <a:pt x="147856" y="129852"/>
                  </a:lnTo>
                  <a:lnTo>
                    <a:pt x="145861" y="132668"/>
                  </a:lnTo>
                  <a:lnTo>
                    <a:pt x="145922" y="124884"/>
                  </a:lnTo>
                  <a:lnTo>
                    <a:pt x="145209" y="121972"/>
                  </a:lnTo>
                  <a:lnTo>
                    <a:pt x="144069" y="118913"/>
                  </a:lnTo>
                  <a:lnTo>
                    <a:pt x="143214" y="114835"/>
                  </a:lnTo>
                  <a:lnTo>
                    <a:pt x="143273" y="110651"/>
                  </a:lnTo>
                  <a:lnTo>
                    <a:pt x="142568" y="109254"/>
                  </a:lnTo>
                  <a:lnTo>
                    <a:pt x="139766" y="104933"/>
                  </a:lnTo>
                  <a:lnTo>
                    <a:pt x="138531" y="103671"/>
                  </a:lnTo>
                  <a:lnTo>
                    <a:pt x="132879" y="101098"/>
                  </a:lnTo>
                  <a:lnTo>
                    <a:pt x="130362" y="100904"/>
                  </a:lnTo>
                  <a:lnTo>
                    <a:pt x="129230" y="100904"/>
                  </a:lnTo>
                  <a:lnTo>
                    <a:pt x="127655" y="100904"/>
                  </a:lnTo>
                  <a:lnTo>
                    <a:pt x="126468" y="100516"/>
                  </a:lnTo>
                  <a:lnTo>
                    <a:pt x="126183" y="99399"/>
                  </a:lnTo>
                  <a:lnTo>
                    <a:pt x="126088" y="98088"/>
                  </a:lnTo>
                  <a:lnTo>
                    <a:pt x="126040" y="95467"/>
                  </a:lnTo>
                  <a:lnTo>
                    <a:pt x="125518" y="94059"/>
                  </a:lnTo>
                  <a:lnTo>
                    <a:pt x="123665" y="92748"/>
                  </a:lnTo>
                  <a:lnTo>
                    <a:pt x="122383" y="91971"/>
                  </a:lnTo>
                  <a:lnTo>
                    <a:pt x="121338" y="90855"/>
                  </a:lnTo>
                  <a:lnTo>
                    <a:pt x="121006" y="89398"/>
                  </a:lnTo>
                  <a:lnTo>
                    <a:pt x="120325" y="87061"/>
                  </a:lnTo>
                  <a:lnTo>
                    <a:pt x="119343" y="84689"/>
                  </a:lnTo>
                  <a:lnTo>
                    <a:pt x="118868" y="82796"/>
                  </a:lnTo>
                  <a:lnTo>
                    <a:pt x="118868" y="81582"/>
                  </a:lnTo>
                  <a:lnTo>
                    <a:pt x="119723" y="80660"/>
                  </a:lnTo>
                  <a:lnTo>
                    <a:pt x="120731" y="79998"/>
                  </a:lnTo>
                  <a:lnTo>
                    <a:pt x="117420" y="72650"/>
                  </a:lnTo>
                  <a:lnTo>
                    <a:pt x="117212" y="72337"/>
                  </a:lnTo>
                  <a:lnTo>
                    <a:pt x="111962" y="75039"/>
                  </a:lnTo>
                  <a:lnTo>
                    <a:pt x="111053" y="75662"/>
                  </a:lnTo>
                  <a:lnTo>
                    <a:pt x="108618" y="77331"/>
                  </a:lnTo>
                  <a:lnTo>
                    <a:pt x="106242" y="79486"/>
                  </a:lnTo>
                  <a:lnTo>
                    <a:pt x="106051" y="80173"/>
                  </a:lnTo>
                  <a:lnTo>
                    <a:pt x="105829" y="80971"/>
                  </a:lnTo>
                  <a:lnTo>
                    <a:pt x="105566" y="83122"/>
                  </a:lnTo>
                  <a:lnTo>
                    <a:pt x="104886" y="84241"/>
                  </a:lnTo>
                  <a:lnTo>
                    <a:pt x="104398" y="85044"/>
                  </a:lnTo>
                  <a:lnTo>
                    <a:pt x="102944" y="85992"/>
                  </a:lnTo>
                  <a:lnTo>
                    <a:pt x="103315" y="88423"/>
                  </a:lnTo>
                  <a:lnTo>
                    <a:pt x="103679" y="89406"/>
                  </a:lnTo>
                  <a:lnTo>
                    <a:pt x="104043" y="90373"/>
                  </a:lnTo>
                  <a:lnTo>
                    <a:pt x="104683" y="91540"/>
                  </a:lnTo>
                  <a:lnTo>
                    <a:pt x="105420" y="92525"/>
                  </a:lnTo>
                  <a:lnTo>
                    <a:pt x="103585" y="92583"/>
                  </a:lnTo>
                  <a:lnTo>
                    <a:pt x="102036" y="92631"/>
                  </a:lnTo>
                  <a:lnTo>
                    <a:pt x="98281" y="92749"/>
                  </a:lnTo>
                  <a:lnTo>
                    <a:pt x="95395" y="92839"/>
                  </a:lnTo>
                  <a:lnTo>
                    <a:pt x="94488" y="92854"/>
                  </a:lnTo>
                  <a:lnTo>
                    <a:pt x="93022" y="92900"/>
                  </a:lnTo>
                  <a:lnTo>
                    <a:pt x="91770" y="92939"/>
                  </a:lnTo>
                  <a:lnTo>
                    <a:pt x="91626" y="92943"/>
                  </a:lnTo>
                  <a:lnTo>
                    <a:pt x="85829" y="93069"/>
                  </a:lnTo>
                  <a:lnTo>
                    <a:pt x="85015" y="93086"/>
                  </a:lnTo>
                  <a:lnTo>
                    <a:pt x="83313" y="93123"/>
                  </a:lnTo>
                  <a:lnTo>
                    <a:pt x="83316" y="92141"/>
                  </a:lnTo>
                  <a:lnTo>
                    <a:pt x="79828" y="91870"/>
                  </a:lnTo>
                  <a:lnTo>
                    <a:pt x="76174" y="91587"/>
                  </a:lnTo>
                  <a:lnTo>
                    <a:pt x="76207" y="88990"/>
                  </a:lnTo>
                  <a:lnTo>
                    <a:pt x="76381" y="87452"/>
                  </a:lnTo>
                  <a:lnTo>
                    <a:pt x="76554" y="85918"/>
                  </a:lnTo>
                  <a:lnTo>
                    <a:pt x="72651" y="84808"/>
                  </a:lnTo>
                  <a:lnTo>
                    <a:pt x="70465" y="85631"/>
                  </a:lnTo>
                  <a:lnTo>
                    <a:pt x="68607" y="86299"/>
                  </a:lnTo>
                  <a:lnTo>
                    <a:pt x="66897" y="86913"/>
                  </a:lnTo>
                  <a:lnTo>
                    <a:pt x="62380" y="87445"/>
                  </a:lnTo>
                  <a:lnTo>
                    <a:pt x="60579" y="87658"/>
                  </a:lnTo>
                  <a:lnTo>
                    <a:pt x="60001" y="88059"/>
                  </a:lnTo>
                  <a:lnTo>
                    <a:pt x="59698" y="88270"/>
                  </a:lnTo>
                  <a:lnTo>
                    <a:pt x="59180" y="88631"/>
                  </a:lnTo>
                  <a:lnTo>
                    <a:pt x="58953" y="88775"/>
                  </a:lnTo>
                  <a:lnTo>
                    <a:pt x="57469" y="84548"/>
                  </a:lnTo>
                  <a:lnTo>
                    <a:pt x="56819" y="82930"/>
                  </a:lnTo>
                  <a:lnTo>
                    <a:pt x="56375" y="81825"/>
                  </a:lnTo>
                  <a:lnTo>
                    <a:pt x="56254" y="81524"/>
                  </a:lnTo>
                  <a:lnTo>
                    <a:pt x="56708" y="80728"/>
                  </a:lnTo>
                  <a:lnTo>
                    <a:pt x="56386" y="76744"/>
                  </a:lnTo>
                  <a:lnTo>
                    <a:pt x="56111" y="73359"/>
                  </a:lnTo>
                  <a:lnTo>
                    <a:pt x="53112" y="72948"/>
                  </a:lnTo>
                  <a:lnTo>
                    <a:pt x="51369" y="72709"/>
                  </a:lnTo>
                  <a:lnTo>
                    <a:pt x="48493" y="72315"/>
                  </a:lnTo>
                  <a:lnTo>
                    <a:pt x="47962" y="72242"/>
                  </a:lnTo>
                  <a:lnTo>
                    <a:pt x="44147" y="75784"/>
                  </a:lnTo>
                  <a:lnTo>
                    <a:pt x="43361" y="76497"/>
                  </a:lnTo>
                  <a:lnTo>
                    <a:pt x="43027" y="76800"/>
                  </a:lnTo>
                  <a:lnTo>
                    <a:pt x="42350" y="75470"/>
                  </a:lnTo>
                  <a:lnTo>
                    <a:pt x="40387" y="72333"/>
                  </a:lnTo>
                  <a:lnTo>
                    <a:pt x="39997" y="72050"/>
                  </a:lnTo>
                  <a:lnTo>
                    <a:pt x="38933" y="71278"/>
                  </a:lnTo>
                  <a:lnTo>
                    <a:pt x="38731" y="71132"/>
                  </a:lnTo>
                  <a:lnTo>
                    <a:pt x="38232" y="70769"/>
                  </a:lnTo>
                  <a:lnTo>
                    <a:pt x="37633" y="70371"/>
                  </a:lnTo>
                  <a:lnTo>
                    <a:pt x="34110" y="68162"/>
                  </a:lnTo>
                  <a:lnTo>
                    <a:pt x="33274" y="67638"/>
                  </a:lnTo>
                  <a:lnTo>
                    <a:pt x="32570" y="67197"/>
                  </a:lnTo>
                  <a:lnTo>
                    <a:pt x="27865" y="64117"/>
                  </a:lnTo>
                  <a:lnTo>
                    <a:pt x="27570" y="63924"/>
                  </a:lnTo>
                  <a:lnTo>
                    <a:pt x="27231" y="63702"/>
                  </a:lnTo>
                  <a:lnTo>
                    <a:pt x="26830" y="63440"/>
                  </a:lnTo>
                  <a:lnTo>
                    <a:pt x="22163" y="60216"/>
                  </a:lnTo>
                  <a:lnTo>
                    <a:pt x="16785" y="56503"/>
                  </a:lnTo>
                  <a:lnTo>
                    <a:pt x="11184" y="52634"/>
                  </a:lnTo>
                  <a:lnTo>
                    <a:pt x="7641" y="50090"/>
                  </a:lnTo>
                  <a:lnTo>
                    <a:pt x="7518" y="49235"/>
                  </a:lnTo>
                  <a:lnTo>
                    <a:pt x="7027" y="45836"/>
                  </a:lnTo>
                  <a:lnTo>
                    <a:pt x="6161" y="39837"/>
                  </a:lnTo>
                  <a:lnTo>
                    <a:pt x="5607" y="34795"/>
                  </a:lnTo>
                  <a:lnTo>
                    <a:pt x="5000" y="34355"/>
                  </a:lnTo>
                  <a:lnTo>
                    <a:pt x="922" y="31392"/>
                  </a:lnTo>
                  <a:lnTo>
                    <a:pt x="0" y="30721"/>
                  </a:lnTo>
                  <a:lnTo>
                    <a:pt x="1189" y="29026"/>
                  </a:lnTo>
                  <a:lnTo>
                    <a:pt x="3690" y="25462"/>
                  </a:lnTo>
                  <a:lnTo>
                    <a:pt x="4371" y="23676"/>
                  </a:lnTo>
                  <a:lnTo>
                    <a:pt x="4825" y="22486"/>
                  </a:lnTo>
                  <a:lnTo>
                    <a:pt x="5001" y="22025"/>
                  </a:lnTo>
                  <a:lnTo>
                    <a:pt x="5542" y="20831"/>
                  </a:lnTo>
                  <a:lnTo>
                    <a:pt x="5960" y="20000"/>
                  </a:lnTo>
                  <a:lnTo>
                    <a:pt x="7125" y="17681"/>
                  </a:lnTo>
                  <a:lnTo>
                    <a:pt x="7786" y="16436"/>
                  </a:lnTo>
                  <a:lnTo>
                    <a:pt x="9462" y="13282"/>
                  </a:lnTo>
                  <a:lnTo>
                    <a:pt x="10341" y="11889"/>
                  </a:lnTo>
                  <a:lnTo>
                    <a:pt x="11557" y="9962"/>
                  </a:lnTo>
                  <a:lnTo>
                    <a:pt x="11666" y="9788"/>
                  </a:lnTo>
                  <a:lnTo>
                    <a:pt x="11998" y="9263"/>
                  </a:lnTo>
                  <a:lnTo>
                    <a:pt x="15253" y="5427"/>
                  </a:lnTo>
                  <a:lnTo>
                    <a:pt x="15569" y="5055"/>
                  </a:lnTo>
                  <a:lnTo>
                    <a:pt x="16323" y="4166"/>
                  </a:lnTo>
                  <a:lnTo>
                    <a:pt x="16883" y="3342"/>
                  </a:lnTo>
                  <a:lnTo>
                    <a:pt x="17296" y="2733"/>
                  </a:lnTo>
                  <a:lnTo>
                    <a:pt x="17668" y="2185"/>
                  </a:lnTo>
                  <a:lnTo>
                    <a:pt x="18142" y="1487"/>
                  </a:lnTo>
                  <a:lnTo>
                    <a:pt x="20037" y="1233"/>
                  </a:lnTo>
                  <a:lnTo>
                    <a:pt x="20222" y="1209"/>
                  </a:lnTo>
                  <a:lnTo>
                    <a:pt x="23108" y="822"/>
                  </a:lnTo>
                  <a:lnTo>
                    <a:pt x="28214" y="139"/>
                  </a:lnTo>
                  <a:lnTo>
                    <a:pt x="28712" y="86"/>
                  </a:lnTo>
                  <a:lnTo>
                    <a:pt x="29529" y="0"/>
                  </a:lnTo>
                  <a:lnTo>
                    <a:pt x="30681" y="5375"/>
                  </a:lnTo>
                  <a:lnTo>
                    <a:pt x="31275" y="8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98695" y="3179395"/>
              <a:ext cx="281940" cy="166483"/>
            </a:xfrm>
            <a:custGeom>
              <a:avLst/>
              <a:pathLst>
                <a:path w="281940" h="166483">
                  <a:moveTo>
                    <a:pt x="151310" y="14667"/>
                  </a:moveTo>
                  <a:lnTo>
                    <a:pt x="151908" y="15821"/>
                  </a:lnTo>
                  <a:lnTo>
                    <a:pt x="156667" y="14783"/>
                  </a:lnTo>
                  <a:lnTo>
                    <a:pt x="163270" y="10565"/>
                  </a:lnTo>
                  <a:lnTo>
                    <a:pt x="170900" y="8091"/>
                  </a:lnTo>
                  <a:lnTo>
                    <a:pt x="186219" y="4407"/>
                  </a:lnTo>
                  <a:lnTo>
                    <a:pt x="192163" y="2977"/>
                  </a:lnTo>
                  <a:lnTo>
                    <a:pt x="193941" y="2550"/>
                  </a:lnTo>
                  <a:lnTo>
                    <a:pt x="203713" y="3659"/>
                  </a:lnTo>
                  <a:lnTo>
                    <a:pt x="208304" y="4181"/>
                  </a:lnTo>
                  <a:lnTo>
                    <a:pt x="218655" y="10752"/>
                  </a:lnTo>
                  <a:lnTo>
                    <a:pt x="219133" y="11055"/>
                  </a:lnTo>
                  <a:lnTo>
                    <a:pt x="218833" y="22963"/>
                  </a:lnTo>
                  <a:lnTo>
                    <a:pt x="212777" y="22939"/>
                  </a:lnTo>
                  <a:lnTo>
                    <a:pt x="211838" y="35523"/>
                  </a:lnTo>
                  <a:lnTo>
                    <a:pt x="229278" y="37270"/>
                  </a:lnTo>
                  <a:lnTo>
                    <a:pt x="229050" y="40067"/>
                  </a:lnTo>
                  <a:lnTo>
                    <a:pt x="241816" y="49155"/>
                  </a:lnTo>
                  <a:lnTo>
                    <a:pt x="242854" y="48152"/>
                  </a:lnTo>
                  <a:lnTo>
                    <a:pt x="243122" y="47894"/>
                  </a:lnTo>
                  <a:lnTo>
                    <a:pt x="248087" y="43097"/>
                  </a:lnTo>
                  <a:lnTo>
                    <a:pt x="249253" y="41969"/>
                  </a:lnTo>
                  <a:lnTo>
                    <a:pt x="262448" y="50087"/>
                  </a:lnTo>
                  <a:lnTo>
                    <a:pt x="258159" y="57332"/>
                  </a:lnTo>
                  <a:lnTo>
                    <a:pt x="265076" y="60384"/>
                  </a:lnTo>
                  <a:lnTo>
                    <a:pt x="273163" y="63952"/>
                  </a:lnTo>
                  <a:lnTo>
                    <a:pt x="272821" y="71642"/>
                  </a:lnTo>
                  <a:lnTo>
                    <a:pt x="276355" y="80031"/>
                  </a:lnTo>
                  <a:lnTo>
                    <a:pt x="278116" y="81381"/>
                  </a:lnTo>
                  <a:lnTo>
                    <a:pt x="280914" y="83526"/>
                  </a:lnTo>
                  <a:lnTo>
                    <a:pt x="281646" y="89676"/>
                  </a:lnTo>
                  <a:lnTo>
                    <a:pt x="281940" y="92148"/>
                  </a:lnTo>
                  <a:lnTo>
                    <a:pt x="276925" y="105780"/>
                  </a:lnTo>
                  <a:lnTo>
                    <a:pt x="275424" y="112909"/>
                  </a:lnTo>
                  <a:lnTo>
                    <a:pt x="273049" y="124189"/>
                  </a:lnTo>
                  <a:lnTo>
                    <a:pt x="271542" y="124863"/>
                  </a:lnTo>
                  <a:lnTo>
                    <a:pt x="267578" y="126636"/>
                  </a:lnTo>
                  <a:lnTo>
                    <a:pt x="266968" y="131441"/>
                  </a:lnTo>
                  <a:lnTo>
                    <a:pt x="268631" y="133869"/>
                  </a:lnTo>
                  <a:lnTo>
                    <a:pt x="269771" y="138311"/>
                  </a:lnTo>
                  <a:lnTo>
                    <a:pt x="270351" y="141875"/>
                  </a:lnTo>
                  <a:lnTo>
                    <a:pt x="272809" y="147634"/>
                  </a:lnTo>
                  <a:lnTo>
                    <a:pt x="272763" y="151346"/>
                  </a:lnTo>
                  <a:lnTo>
                    <a:pt x="271837" y="153094"/>
                  </a:lnTo>
                  <a:lnTo>
                    <a:pt x="271267" y="155205"/>
                  </a:lnTo>
                  <a:lnTo>
                    <a:pt x="270555" y="159210"/>
                  </a:lnTo>
                  <a:lnTo>
                    <a:pt x="270270" y="160812"/>
                  </a:lnTo>
                  <a:lnTo>
                    <a:pt x="266554" y="162889"/>
                  </a:lnTo>
                  <a:lnTo>
                    <a:pt x="255837" y="166483"/>
                  </a:lnTo>
                  <a:lnTo>
                    <a:pt x="251126" y="165298"/>
                  </a:lnTo>
                  <a:lnTo>
                    <a:pt x="251288" y="163118"/>
                  </a:lnTo>
                  <a:lnTo>
                    <a:pt x="251631" y="158258"/>
                  </a:lnTo>
                  <a:lnTo>
                    <a:pt x="247659" y="158197"/>
                  </a:lnTo>
                  <a:lnTo>
                    <a:pt x="243291" y="158129"/>
                  </a:lnTo>
                  <a:lnTo>
                    <a:pt x="238373" y="158052"/>
                  </a:lnTo>
                  <a:lnTo>
                    <a:pt x="234673" y="157994"/>
                  </a:lnTo>
                  <a:lnTo>
                    <a:pt x="232936" y="157967"/>
                  </a:lnTo>
                  <a:lnTo>
                    <a:pt x="231819" y="157967"/>
                  </a:lnTo>
                  <a:lnTo>
                    <a:pt x="230821" y="157967"/>
                  </a:lnTo>
                  <a:lnTo>
                    <a:pt x="229429" y="157967"/>
                  </a:lnTo>
                  <a:lnTo>
                    <a:pt x="225051" y="157967"/>
                  </a:lnTo>
                  <a:lnTo>
                    <a:pt x="220967" y="156365"/>
                  </a:lnTo>
                  <a:lnTo>
                    <a:pt x="218735" y="154229"/>
                  </a:lnTo>
                  <a:lnTo>
                    <a:pt x="218223" y="152836"/>
                  </a:lnTo>
                  <a:lnTo>
                    <a:pt x="218165" y="152676"/>
                  </a:lnTo>
                  <a:lnTo>
                    <a:pt x="218197" y="152532"/>
                  </a:lnTo>
                  <a:lnTo>
                    <a:pt x="219859" y="145231"/>
                  </a:lnTo>
                  <a:lnTo>
                    <a:pt x="220002" y="144599"/>
                  </a:lnTo>
                  <a:lnTo>
                    <a:pt x="220050" y="144390"/>
                  </a:lnTo>
                  <a:lnTo>
                    <a:pt x="220539" y="142238"/>
                  </a:lnTo>
                  <a:lnTo>
                    <a:pt x="220869" y="140433"/>
                  </a:lnTo>
                  <a:lnTo>
                    <a:pt x="221192" y="138657"/>
                  </a:lnTo>
                  <a:lnTo>
                    <a:pt x="221527" y="136820"/>
                  </a:lnTo>
                  <a:lnTo>
                    <a:pt x="223013" y="133580"/>
                  </a:lnTo>
                  <a:lnTo>
                    <a:pt x="223702" y="132079"/>
                  </a:lnTo>
                  <a:lnTo>
                    <a:pt x="224092" y="131228"/>
                  </a:lnTo>
                  <a:lnTo>
                    <a:pt x="225675" y="127518"/>
                  </a:lnTo>
                  <a:lnTo>
                    <a:pt x="226429" y="125752"/>
                  </a:lnTo>
                  <a:lnTo>
                    <a:pt x="226688" y="123289"/>
                  </a:lnTo>
                  <a:lnTo>
                    <a:pt x="225460" y="122547"/>
                  </a:lnTo>
                  <a:lnTo>
                    <a:pt x="224866" y="122802"/>
                  </a:lnTo>
                  <a:lnTo>
                    <a:pt x="224643" y="122897"/>
                  </a:lnTo>
                  <a:lnTo>
                    <a:pt x="223752" y="123687"/>
                  </a:lnTo>
                  <a:lnTo>
                    <a:pt x="223310" y="124078"/>
                  </a:lnTo>
                  <a:lnTo>
                    <a:pt x="219426" y="127518"/>
                  </a:lnTo>
                  <a:lnTo>
                    <a:pt x="218379" y="128446"/>
                  </a:lnTo>
                  <a:lnTo>
                    <a:pt x="217804" y="128956"/>
                  </a:lnTo>
                  <a:lnTo>
                    <a:pt x="217275" y="129390"/>
                  </a:lnTo>
                  <a:lnTo>
                    <a:pt x="212177" y="133580"/>
                  </a:lnTo>
                  <a:lnTo>
                    <a:pt x="212029" y="133701"/>
                  </a:lnTo>
                  <a:lnTo>
                    <a:pt x="211198" y="134383"/>
                  </a:lnTo>
                  <a:lnTo>
                    <a:pt x="210513" y="134946"/>
                  </a:lnTo>
                  <a:lnTo>
                    <a:pt x="210053" y="135325"/>
                  </a:lnTo>
                  <a:lnTo>
                    <a:pt x="209286" y="135929"/>
                  </a:lnTo>
                  <a:lnTo>
                    <a:pt x="207908" y="137015"/>
                  </a:lnTo>
                  <a:lnTo>
                    <a:pt x="205825" y="138657"/>
                  </a:lnTo>
                  <a:lnTo>
                    <a:pt x="203622" y="140393"/>
                  </a:lnTo>
                  <a:lnTo>
                    <a:pt x="202437" y="141327"/>
                  </a:lnTo>
                  <a:lnTo>
                    <a:pt x="201394" y="142149"/>
                  </a:lnTo>
                  <a:lnTo>
                    <a:pt x="200250" y="143096"/>
                  </a:lnTo>
                  <a:lnTo>
                    <a:pt x="199309" y="143876"/>
                  </a:lnTo>
                  <a:lnTo>
                    <a:pt x="198288" y="144721"/>
                  </a:lnTo>
                  <a:lnTo>
                    <a:pt x="193005" y="149097"/>
                  </a:lnTo>
                  <a:lnTo>
                    <a:pt x="191931" y="149986"/>
                  </a:lnTo>
                  <a:lnTo>
                    <a:pt x="190842" y="150888"/>
                  </a:lnTo>
                  <a:lnTo>
                    <a:pt x="185803" y="155062"/>
                  </a:lnTo>
                  <a:lnTo>
                    <a:pt x="184889" y="155819"/>
                  </a:lnTo>
                  <a:lnTo>
                    <a:pt x="184282" y="156321"/>
                  </a:lnTo>
                  <a:lnTo>
                    <a:pt x="184172" y="156181"/>
                  </a:lnTo>
                  <a:lnTo>
                    <a:pt x="181787" y="153500"/>
                  </a:lnTo>
                  <a:lnTo>
                    <a:pt x="181600" y="153289"/>
                  </a:lnTo>
                  <a:lnTo>
                    <a:pt x="181104" y="152731"/>
                  </a:lnTo>
                  <a:lnTo>
                    <a:pt x="179873" y="151347"/>
                  </a:lnTo>
                  <a:lnTo>
                    <a:pt x="178292" y="149569"/>
                  </a:lnTo>
                  <a:lnTo>
                    <a:pt x="172534" y="144124"/>
                  </a:lnTo>
                  <a:lnTo>
                    <a:pt x="171595" y="143236"/>
                  </a:lnTo>
                  <a:lnTo>
                    <a:pt x="171221" y="142882"/>
                  </a:lnTo>
                  <a:lnTo>
                    <a:pt x="169944" y="141072"/>
                  </a:lnTo>
                  <a:lnTo>
                    <a:pt x="167890" y="138160"/>
                  </a:lnTo>
                  <a:lnTo>
                    <a:pt x="167307" y="137333"/>
                  </a:lnTo>
                  <a:lnTo>
                    <a:pt x="166422" y="136078"/>
                  </a:lnTo>
                  <a:lnTo>
                    <a:pt x="165601" y="134672"/>
                  </a:lnTo>
                  <a:lnTo>
                    <a:pt x="162771" y="129821"/>
                  </a:lnTo>
                  <a:lnTo>
                    <a:pt x="161951" y="128416"/>
                  </a:lnTo>
                  <a:lnTo>
                    <a:pt x="159487" y="124194"/>
                  </a:lnTo>
                  <a:lnTo>
                    <a:pt x="158632" y="123773"/>
                  </a:lnTo>
                  <a:lnTo>
                    <a:pt x="153815" y="121402"/>
                  </a:lnTo>
                  <a:lnTo>
                    <a:pt x="153256" y="121126"/>
                  </a:lnTo>
                  <a:lnTo>
                    <a:pt x="152881" y="120776"/>
                  </a:lnTo>
                  <a:lnTo>
                    <a:pt x="152382" y="120311"/>
                  </a:lnTo>
                  <a:lnTo>
                    <a:pt x="147636" y="113813"/>
                  </a:lnTo>
                  <a:lnTo>
                    <a:pt x="145732" y="111205"/>
                  </a:lnTo>
                  <a:lnTo>
                    <a:pt x="144213" y="109125"/>
                  </a:lnTo>
                  <a:lnTo>
                    <a:pt x="139262" y="102185"/>
                  </a:lnTo>
                  <a:lnTo>
                    <a:pt x="139063" y="101906"/>
                  </a:lnTo>
                  <a:lnTo>
                    <a:pt x="138446" y="101042"/>
                  </a:lnTo>
                  <a:lnTo>
                    <a:pt x="138207" y="100727"/>
                  </a:lnTo>
                  <a:lnTo>
                    <a:pt x="137643" y="99987"/>
                  </a:lnTo>
                  <a:lnTo>
                    <a:pt x="136246" y="98154"/>
                  </a:lnTo>
                  <a:lnTo>
                    <a:pt x="135439" y="97144"/>
                  </a:lnTo>
                  <a:lnTo>
                    <a:pt x="134657" y="96163"/>
                  </a:lnTo>
                  <a:lnTo>
                    <a:pt x="129220" y="99769"/>
                  </a:lnTo>
                  <a:lnTo>
                    <a:pt x="125163" y="102459"/>
                  </a:lnTo>
                  <a:lnTo>
                    <a:pt x="110654" y="112081"/>
                  </a:lnTo>
                  <a:lnTo>
                    <a:pt x="108133" y="113470"/>
                  </a:lnTo>
                  <a:lnTo>
                    <a:pt x="106619" y="114304"/>
                  </a:lnTo>
                  <a:lnTo>
                    <a:pt x="105856" y="111935"/>
                  </a:lnTo>
                  <a:lnTo>
                    <a:pt x="104343" y="108900"/>
                  </a:lnTo>
                  <a:lnTo>
                    <a:pt x="103066" y="107930"/>
                  </a:lnTo>
                  <a:lnTo>
                    <a:pt x="101047" y="106959"/>
                  </a:lnTo>
                  <a:lnTo>
                    <a:pt x="100098" y="106049"/>
                  </a:lnTo>
                  <a:lnTo>
                    <a:pt x="97307" y="102226"/>
                  </a:lnTo>
                  <a:lnTo>
                    <a:pt x="94680" y="100328"/>
                  </a:lnTo>
                  <a:lnTo>
                    <a:pt x="91845" y="98281"/>
                  </a:lnTo>
                  <a:lnTo>
                    <a:pt x="91123" y="97933"/>
                  </a:lnTo>
                  <a:lnTo>
                    <a:pt x="87571" y="96218"/>
                  </a:lnTo>
                  <a:lnTo>
                    <a:pt x="80166" y="94609"/>
                  </a:lnTo>
                  <a:lnTo>
                    <a:pt x="79594" y="94447"/>
                  </a:lnTo>
                  <a:lnTo>
                    <a:pt x="77132" y="93747"/>
                  </a:lnTo>
                  <a:lnTo>
                    <a:pt x="73441" y="92699"/>
                  </a:lnTo>
                  <a:lnTo>
                    <a:pt x="67920" y="91667"/>
                  </a:lnTo>
                  <a:lnTo>
                    <a:pt x="63820" y="91667"/>
                  </a:lnTo>
                  <a:lnTo>
                    <a:pt x="62120" y="91715"/>
                  </a:lnTo>
                  <a:lnTo>
                    <a:pt x="59549" y="91788"/>
                  </a:lnTo>
                  <a:lnTo>
                    <a:pt x="57768" y="91667"/>
                  </a:lnTo>
                  <a:lnTo>
                    <a:pt x="55630" y="90757"/>
                  </a:lnTo>
                  <a:lnTo>
                    <a:pt x="53931" y="88347"/>
                  </a:lnTo>
                  <a:lnTo>
                    <a:pt x="52188" y="85188"/>
                  </a:lnTo>
                  <a:lnTo>
                    <a:pt x="50721" y="82476"/>
                  </a:lnTo>
                  <a:lnTo>
                    <a:pt x="50511" y="81908"/>
                  </a:lnTo>
                  <a:lnTo>
                    <a:pt x="50194" y="81052"/>
                  </a:lnTo>
                  <a:lnTo>
                    <a:pt x="49956" y="80400"/>
                  </a:lnTo>
                  <a:lnTo>
                    <a:pt x="48862" y="77406"/>
                  </a:lnTo>
                  <a:lnTo>
                    <a:pt x="48072" y="76047"/>
                  </a:lnTo>
                  <a:lnTo>
                    <a:pt x="44438" y="55948"/>
                  </a:lnTo>
                  <a:lnTo>
                    <a:pt x="43932" y="53655"/>
                  </a:lnTo>
                  <a:lnTo>
                    <a:pt x="43077" y="50645"/>
                  </a:lnTo>
                  <a:lnTo>
                    <a:pt x="42793" y="50062"/>
                  </a:lnTo>
                  <a:lnTo>
                    <a:pt x="41843" y="49674"/>
                  </a:lnTo>
                  <a:lnTo>
                    <a:pt x="41130" y="49577"/>
                  </a:lnTo>
                  <a:lnTo>
                    <a:pt x="40130" y="49832"/>
                  </a:lnTo>
                  <a:lnTo>
                    <a:pt x="38850" y="50159"/>
                  </a:lnTo>
                  <a:lnTo>
                    <a:pt x="32866" y="53072"/>
                  </a:lnTo>
                  <a:lnTo>
                    <a:pt x="30749" y="54256"/>
                  </a:lnTo>
                  <a:lnTo>
                    <a:pt x="25114" y="57406"/>
                  </a:lnTo>
                  <a:lnTo>
                    <a:pt x="21563" y="58512"/>
                  </a:lnTo>
                  <a:lnTo>
                    <a:pt x="13242" y="61102"/>
                  </a:lnTo>
                  <a:lnTo>
                    <a:pt x="3099" y="63194"/>
                  </a:lnTo>
                  <a:lnTo>
                    <a:pt x="237" y="62490"/>
                  </a:lnTo>
                  <a:lnTo>
                    <a:pt x="214" y="62323"/>
                  </a:lnTo>
                  <a:lnTo>
                    <a:pt x="105" y="61518"/>
                  </a:lnTo>
                  <a:lnTo>
                    <a:pt x="0" y="60743"/>
                  </a:lnTo>
                  <a:lnTo>
                    <a:pt x="379" y="59480"/>
                  </a:lnTo>
                  <a:lnTo>
                    <a:pt x="2067" y="58764"/>
                  </a:lnTo>
                  <a:lnTo>
                    <a:pt x="5414" y="57344"/>
                  </a:lnTo>
                  <a:lnTo>
                    <a:pt x="7694" y="56325"/>
                  </a:lnTo>
                  <a:lnTo>
                    <a:pt x="9277" y="55234"/>
                  </a:lnTo>
                  <a:lnTo>
                    <a:pt x="10971" y="52975"/>
                  </a:lnTo>
                  <a:lnTo>
                    <a:pt x="13393" y="49771"/>
                  </a:lnTo>
                  <a:lnTo>
                    <a:pt x="14820" y="46411"/>
                  </a:lnTo>
                  <a:lnTo>
                    <a:pt x="15208" y="45776"/>
                  </a:lnTo>
                  <a:lnTo>
                    <a:pt x="14973" y="44480"/>
                  </a:lnTo>
                  <a:lnTo>
                    <a:pt x="13527" y="36498"/>
                  </a:lnTo>
                  <a:lnTo>
                    <a:pt x="13498" y="36338"/>
                  </a:lnTo>
                  <a:lnTo>
                    <a:pt x="25454" y="20737"/>
                  </a:lnTo>
                  <a:lnTo>
                    <a:pt x="29571" y="15366"/>
                  </a:lnTo>
                  <a:lnTo>
                    <a:pt x="51456" y="16648"/>
                  </a:lnTo>
                  <a:lnTo>
                    <a:pt x="64740" y="24110"/>
                  </a:lnTo>
                  <a:lnTo>
                    <a:pt x="66389" y="25037"/>
                  </a:lnTo>
                  <a:lnTo>
                    <a:pt x="69011" y="29697"/>
                  </a:lnTo>
                  <a:lnTo>
                    <a:pt x="70933" y="29881"/>
                  </a:lnTo>
                  <a:lnTo>
                    <a:pt x="73000" y="29231"/>
                  </a:lnTo>
                  <a:lnTo>
                    <a:pt x="75422" y="26459"/>
                  </a:lnTo>
                  <a:lnTo>
                    <a:pt x="79953" y="24687"/>
                  </a:lnTo>
                  <a:lnTo>
                    <a:pt x="82511" y="18452"/>
                  </a:lnTo>
                  <a:lnTo>
                    <a:pt x="85720" y="16190"/>
                  </a:lnTo>
                  <a:lnTo>
                    <a:pt x="89600" y="14427"/>
                  </a:lnTo>
                  <a:lnTo>
                    <a:pt x="93156" y="14267"/>
                  </a:lnTo>
                  <a:lnTo>
                    <a:pt x="104917" y="17347"/>
                  </a:lnTo>
                  <a:lnTo>
                    <a:pt x="112554" y="18978"/>
                  </a:lnTo>
                  <a:lnTo>
                    <a:pt x="117683" y="18162"/>
                  </a:lnTo>
                  <a:lnTo>
                    <a:pt x="136833" y="7094"/>
                  </a:lnTo>
                  <a:lnTo>
                    <a:pt x="140187" y="2091"/>
                  </a:lnTo>
                  <a:lnTo>
                    <a:pt x="142229" y="528"/>
                  </a:lnTo>
                  <a:lnTo>
                    <a:pt x="144505" y="0"/>
                  </a:lnTo>
                  <a:lnTo>
                    <a:pt x="146763" y="515"/>
                  </a:lnTo>
                  <a:lnTo>
                    <a:pt x="147804" y="753"/>
                  </a:lnTo>
                  <a:lnTo>
                    <a:pt x="149486" y="3948"/>
                  </a:lnTo>
                  <a:lnTo>
                    <a:pt x="150604" y="10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567004" y="3665318"/>
              <a:ext cx="169759" cy="99333"/>
            </a:xfrm>
            <a:custGeom>
              <a:avLst/>
              <a:pathLst>
                <a:path w="169759" h="99333">
                  <a:moveTo>
                    <a:pt x="106627" y="5090"/>
                  </a:moveTo>
                  <a:lnTo>
                    <a:pt x="115361" y="11109"/>
                  </a:lnTo>
                  <a:lnTo>
                    <a:pt x="115663" y="11317"/>
                  </a:lnTo>
                  <a:lnTo>
                    <a:pt x="119140" y="13713"/>
                  </a:lnTo>
                  <a:lnTo>
                    <a:pt x="119855" y="14205"/>
                  </a:lnTo>
                  <a:lnTo>
                    <a:pt x="120500" y="14645"/>
                  </a:lnTo>
                  <a:lnTo>
                    <a:pt x="120667" y="14759"/>
                  </a:lnTo>
                  <a:lnTo>
                    <a:pt x="126468" y="18715"/>
                  </a:lnTo>
                  <a:lnTo>
                    <a:pt x="126611" y="18813"/>
                  </a:lnTo>
                  <a:lnTo>
                    <a:pt x="127971" y="19740"/>
                  </a:lnTo>
                  <a:lnTo>
                    <a:pt x="131945" y="22451"/>
                  </a:lnTo>
                  <a:lnTo>
                    <a:pt x="139664" y="27716"/>
                  </a:lnTo>
                  <a:lnTo>
                    <a:pt x="141143" y="28724"/>
                  </a:lnTo>
                  <a:lnTo>
                    <a:pt x="141273" y="28813"/>
                  </a:lnTo>
                  <a:lnTo>
                    <a:pt x="141659" y="29041"/>
                  </a:lnTo>
                  <a:lnTo>
                    <a:pt x="142452" y="29508"/>
                  </a:lnTo>
                  <a:lnTo>
                    <a:pt x="143857" y="27238"/>
                  </a:lnTo>
                  <a:lnTo>
                    <a:pt x="146525" y="22926"/>
                  </a:lnTo>
                  <a:lnTo>
                    <a:pt x="147142" y="21929"/>
                  </a:lnTo>
                  <a:lnTo>
                    <a:pt x="147970" y="22567"/>
                  </a:lnTo>
                  <a:lnTo>
                    <a:pt x="148903" y="23173"/>
                  </a:lnTo>
                  <a:lnTo>
                    <a:pt x="149185" y="23356"/>
                  </a:lnTo>
                  <a:lnTo>
                    <a:pt x="150086" y="23825"/>
                  </a:lnTo>
                  <a:lnTo>
                    <a:pt x="150349" y="23962"/>
                  </a:lnTo>
                  <a:lnTo>
                    <a:pt x="169759" y="37283"/>
                  </a:lnTo>
                  <a:lnTo>
                    <a:pt x="169645" y="37453"/>
                  </a:lnTo>
                  <a:lnTo>
                    <a:pt x="165092" y="44207"/>
                  </a:lnTo>
                  <a:lnTo>
                    <a:pt x="164887" y="44523"/>
                  </a:lnTo>
                  <a:lnTo>
                    <a:pt x="164727" y="44767"/>
                  </a:lnTo>
                  <a:lnTo>
                    <a:pt x="161876" y="49139"/>
                  </a:lnTo>
                  <a:lnTo>
                    <a:pt x="160998" y="50486"/>
                  </a:lnTo>
                  <a:lnTo>
                    <a:pt x="160160" y="51770"/>
                  </a:lnTo>
                  <a:lnTo>
                    <a:pt x="159872" y="52212"/>
                  </a:lnTo>
                  <a:lnTo>
                    <a:pt x="158079" y="54885"/>
                  </a:lnTo>
                  <a:lnTo>
                    <a:pt x="155978" y="58018"/>
                  </a:lnTo>
                  <a:lnTo>
                    <a:pt x="155489" y="58756"/>
                  </a:lnTo>
                  <a:lnTo>
                    <a:pt x="154665" y="60001"/>
                  </a:lnTo>
                  <a:lnTo>
                    <a:pt x="154564" y="60154"/>
                  </a:lnTo>
                  <a:lnTo>
                    <a:pt x="152729" y="62926"/>
                  </a:lnTo>
                  <a:lnTo>
                    <a:pt x="152121" y="63844"/>
                  </a:lnTo>
                  <a:lnTo>
                    <a:pt x="148207" y="69631"/>
                  </a:lnTo>
                  <a:lnTo>
                    <a:pt x="147971" y="69980"/>
                  </a:lnTo>
                  <a:lnTo>
                    <a:pt x="144351" y="75321"/>
                  </a:lnTo>
                  <a:lnTo>
                    <a:pt x="140907" y="80272"/>
                  </a:lnTo>
                  <a:lnTo>
                    <a:pt x="140380" y="81030"/>
                  </a:lnTo>
                  <a:lnTo>
                    <a:pt x="140146" y="81412"/>
                  </a:lnTo>
                  <a:lnTo>
                    <a:pt x="140034" y="81568"/>
                  </a:lnTo>
                  <a:lnTo>
                    <a:pt x="139442" y="82385"/>
                  </a:lnTo>
                  <a:lnTo>
                    <a:pt x="138577" y="83580"/>
                  </a:lnTo>
                  <a:lnTo>
                    <a:pt x="138355" y="83886"/>
                  </a:lnTo>
                  <a:lnTo>
                    <a:pt x="136053" y="87066"/>
                  </a:lnTo>
                  <a:lnTo>
                    <a:pt x="134177" y="89821"/>
                  </a:lnTo>
                  <a:lnTo>
                    <a:pt x="132918" y="91669"/>
                  </a:lnTo>
                  <a:lnTo>
                    <a:pt x="132321" y="92545"/>
                  </a:lnTo>
                  <a:lnTo>
                    <a:pt x="131925" y="93126"/>
                  </a:lnTo>
                  <a:lnTo>
                    <a:pt x="128524" y="98421"/>
                  </a:lnTo>
                  <a:lnTo>
                    <a:pt x="128240" y="98863"/>
                  </a:lnTo>
                  <a:lnTo>
                    <a:pt x="127939" y="99333"/>
                  </a:lnTo>
                  <a:lnTo>
                    <a:pt x="110871" y="87510"/>
                  </a:lnTo>
                  <a:lnTo>
                    <a:pt x="108219" y="85673"/>
                  </a:lnTo>
                  <a:lnTo>
                    <a:pt x="108017" y="85533"/>
                  </a:lnTo>
                  <a:lnTo>
                    <a:pt x="105881" y="88407"/>
                  </a:lnTo>
                  <a:lnTo>
                    <a:pt x="105697" y="88654"/>
                  </a:lnTo>
                  <a:lnTo>
                    <a:pt x="103480" y="90939"/>
                  </a:lnTo>
                  <a:lnTo>
                    <a:pt x="103241" y="91177"/>
                  </a:lnTo>
                  <a:lnTo>
                    <a:pt x="102952" y="91463"/>
                  </a:lnTo>
                  <a:lnTo>
                    <a:pt x="100425" y="93968"/>
                  </a:lnTo>
                  <a:lnTo>
                    <a:pt x="98582" y="96118"/>
                  </a:lnTo>
                  <a:lnTo>
                    <a:pt x="98434" y="96291"/>
                  </a:lnTo>
                  <a:lnTo>
                    <a:pt x="97573" y="97373"/>
                  </a:lnTo>
                  <a:lnTo>
                    <a:pt x="97060" y="98017"/>
                  </a:lnTo>
                  <a:lnTo>
                    <a:pt x="96728" y="98609"/>
                  </a:lnTo>
                  <a:lnTo>
                    <a:pt x="94760" y="97153"/>
                  </a:lnTo>
                  <a:lnTo>
                    <a:pt x="92775" y="95686"/>
                  </a:lnTo>
                  <a:lnTo>
                    <a:pt x="90669" y="94160"/>
                  </a:lnTo>
                  <a:lnTo>
                    <a:pt x="88943" y="92909"/>
                  </a:lnTo>
                  <a:lnTo>
                    <a:pt x="88632" y="92684"/>
                  </a:lnTo>
                  <a:lnTo>
                    <a:pt x="88001" y="93452"/>
                  </a:lnTo>
                  <a:lnTo>
                    <a:pt x="87739" y="93600"/>
                  </a:lnTo>
                  <a:lnTo>
                    <a:pt x="85934" y="95226"/>
                  </a:lnTo>
                  <a:lnTo>
                    <a:pt x="85265" y="94560"/>
                  </a:lnTo>
                  <a:lnTo>
                    <a:pt x="82829" y="91720"/>
                  </a:lnTo>
                  <a:lnTo>
                    <a:pt x="84011" y="88559"/>
                  </a:lnTo>
                  <a:lnTo>
                    <a:pt x="81993" y="90816"/>
                  </a:lnTo>
                  <a:lnTo>
                    <a:pt x="79274" y="93857"/>
                  </a:lnTo>
                  <a:lnTo>
                    <a:pt x="77091" y="91703"/>
                  </a:lnTo>
                  <a:lnTo>
                    <a:pt x="77005" y="91944"/>
                  </a:lnTo>
                  <a:lnTo>
                    <a:pt x="76577" y="93138"/>
                  </a:lnTo>
                  <a:lnTo>
                    <a:pt x="75780" y="94944"/>
                  </a:lnTo>
                  <a:lnTo>
                    <a:pt x="75305" y="94798"/>
                  </a:lnTo>
                  <a:lnTo>
                    <a:pt x="73037" y="93215"/>
                  </a:lnTo>
                  <a:lnTo>
                    <a:pt x="69751" y="91526"/>
                  </a:lnTo>
                  <a:lnTo>
                    <a:pt x="67836" y="92862"/>
                  </a:lnTo>
                  <a:lnTo>
                    <a:pt x="66281" y="94750"/>
                  </a:lnTo>
                  <a:lnTo>
                    <a:pt x="62840" y="92687"/>
                  </a:lnTo>
                  <a:lnTo>
                    <a:pt x="58793" y="88687"/>
                  </a:lnTo>
                  <a:lnTo>
                    <a:pt x="65111" y="83188"/>
                  </a:lnTo>
                  <a:lnTo>
                    <a:pt x="63061" y="81551"/>
                  </a:lnTo>
                  <a:lnTo>
                    <a:pt x="61969" y="80680"/>
                  </a:lnTo>
                  <a:lnTo>
                    <a:pt x="58595" y="80974"/>
                  </a:lnTo>
                  <a:lnTo>
                    <a:pt x="56882" y="81644"/>
                  </a:lnTo>
                  <a:lnTo>
                    <a:pt x="55941" y="82012"/>
                  </a:lnTo>
                  <a:lnTo>
                    <a:pt x="54920" y="82411"/>
                  </a:lnTo>
                  <a:lnTo>
                    <a:pt x="53700" y="83113"/>
                  </a:lnTo>
                  <a:lnTo>
                    <a:pt x="52857" y="83597"/>
                  </a:lnTo>
                  <a:lnTo>
                    <a:pt x="52505" y="83799"/>
                  </a:lnTo>
                  <a:lnTo>
                    <a:pt x="50912" y="83766"/>
                  </a:lnTo>
                  <a:lnTo>
                    <a:pt x="50114" y="83750"/>
                  </a:lnTo>
                  <a:lnTo>
                    <a:pt x="48902" y="83725"/>
                  </a:lnTo>
                  <a:lnTo>
                    <a:pt x="47687" y="83113"/>
                  </a:lnTo>
                  <a:lnTo>
                    <a:pt x="45888" y="82206"/>
                  </a:lnTo>
                  <a:lnTo>
                    <a:pt x="43839" y="85422"/>
                  </a:lnTo>
                  <a:lnTo>
                    <a:pt x="28787" y="73704"/>
                  </a:lnTo>
                  <a:lnTo>
                    <a:pt x="20523" y="65257"/>
                  </a:lnTo>
                  <a:lnTo>
                    <a:pt x="11119" y="58266"/>
                  </a:lnTo>
                  <a:lnTo>
                    <a:pt x="5899" y="56655"/>
                  </a:lnTo>
                  <a:lnTo>
                    <a:pt x="7201" y="54649"/>
                  </a:lnTo>
                  <a:lnTo>
                    <a:pt x="6055" y="51488"/>
                  </a:lnTo>
                  <a:lnTo>
                    <a:pt x="0" y="43418"/>
                  </a:lnTo>
                  <a:lnTo>
                    <a:pt x="4452" y="38484"/>
                  </a:lnTo>
                  <a:lnTo>
                    <a:pt x="6953" y="37540"/>
                  </a:lnTo>
                  <a:lnTo>
                    <a:pt x="7877" y="37256"/>
                  </a:lnTo>
                  <a:lnTo>
                    <a:pt x="8615" y="37030"/>
                  </a:lnTo>
                  <a:lnTo>
                    <a:pt x="8499" y="36635"/>
                  </a:lnTo>
                  <a:lnTo>
                    <a:pt x="8401" y="36302"/>
                  </a:lnTo>
                  <a:lnTo>
                    <a:pt x="9038" y="36180"/>
                  </a:lnTo>
                  <a:lnTo>
                    <a:pt x="9322" y="36125"/>
                  </a:lnTo>
                  <a:lnTo>
                    <a:pt x="9706" y="34347"/>
                  </a:lnTo>
                  <a:lnTo>
                    <a:pt x="9881" y="33540"/>
                  </a:lnTo>
                  <a:lnTo>
                    <a:pt x="9857" y="33171"/>
                  </a:lnTo>
                  <a:lnTo>
                    <a:pt x="10163" y="32049"/>
                  </a:lnTo>
                  <a:lnTo>
                    <a:pt x="10087" y="29715"/>
                  </a:lnTo>
                  <a:lnTo>
                    <a:pt x="10978" y="29794"/>
                  </a:lnTo>
                  <a:lnTo>
                    <a:pt x="11754" y="29863"/>
                  </a:lnTo>
                  <a:lnTo>
                    <a:pt x="12609" y="29939"/>
                  </a:lnTo>
                  <a:lnTo>
                    <a:pt x="16086" y="30754"/>
                  </a:lnTo>
                  <a:lnTo>
                    <a:pt x="16146" y="30345"/>
                  </a:lnTo>
                  <a:lnTo>
                    <a:pt x="16427" y="28440"/>
                  </a:lnTo>
                  <a:lnTo>
                    <a:pt x="16732" y="26375"/>
                  </a:lnTo>
                  <a:lnTo>
                    <a:pt x="16740" y="25819"/>
                  </a:lnTo>
                  <a:lnTo>
                    <a:pt x="16781" y="23173"/>
                  </a:lnTo>
                  <a:lnTo>
                    <a:pt x="16788" y="22699"/>
                  </a:lnTo>
                  <a:lnTo>
                    <a:pt x="18500" y="22682"/>
                  </a:lnTo>
                  <a:lnTo>
                    <a:pt x="20629" y="22660"/>
                  </a:lnTo>
                  <a:lnTo>
                    <a:pt x="21070" y="22656"/>
                  </a:lnTo>
                  <a:lnTo>
                    <a:pt x="21134" y="21426"/>
                  </a:lnTo>
                  <a:lnTo>
                    <a:pt x="22744" y="21391"/>
                  </a:lnTo>
                  <a:lnTo>
                    <a:pt x="26549" y="21310"/>
                  </a:lnTo>
                  <a:lnTo>
                    <a:pt x="28107" y="21018"/>
                  </a:lnTo>
                  <a:lnTo>
                    <a:pt x="28069" y="20789"/>
                  </a:lnTo>
                  <a:lnTo>
                    <a:pt x="28031" y="20558"/>
                  </a:lnTo>
                  <a:lnTo>
                    <a:pt x="27513" y="17425"/>
                  </a:lnTo>
                  <a:lnTo>
                    <a:pt x="27353" y="16449"/>
                  </a:lnTo>
                  <a:lnTo>
                    <a:pt x="27329" y="15693"/>
                  </a:lnTo>
                  <a:lnTo>
                    <a:pt x="27265" y="13740"/>
                  </a:lnTo>
                  <a:lnTo>
                    <a:pt x="27229" y="12614"/>
                  </a:lnTo>
                  <a:lnTo>
                    <a:pt x="27215" y="12184"/>
                  </a:lnTo>
                  <a:lnTo>
                    <a:pt x="32536" y="11981"/>
                  </a:lnTo>
                  <a:lnTo>
                    <a:pt x="32481" y="11569"/>
                  </a:lnTo>
                  <a:lnTo>
                    <a:pt x="32223" y="9626"/>
                  </a:lnTo>
                  <a:lnTo>
                    <a:pt x="31934" y="7457"/>
                  </a:lnTo>
                  <a:lnTo>
                    <a:pt x="32156" y="7472"/>
                  </a:lnTo>
                  <a:lnTo>
                    <a:pt x="34590" y="7640"/>
                  </a:lnTo>
                  <a:lnTo>
                    <a:pt x="35822" y="7724"/>
                  </a:lnTo>
                  <a:lnTo>
                    <a:pt x="36911" y="7631"/>
                  </a:lnTo>
                  <a:lnTo>
                    <a:pt x="41909" y="7204"/>
                  </a:lnTo>
                  <a:lnTo>
                    <a:pt x="42171" y="7276"/>
                  </a:lnTo>
                  <a:lnTo>
                    <a:pt x="42707" y="7423"/>
                  </a:lnTo>
                  <a:lnTo>
                    <a:pt x="44089" y="7350"/>
                  </a:lnTo>
                  <a:lnTo>
                    <a:pt x="44283" y="7325"/>
                  </a:lnTo>
                  <a:lnTo>
                    <a:pt x="45251" y="7202"/>
                  </a:lnTo>
                  <a:lnTo>
                    <a:pt x="49182" y="6701"/>
                  </a:lnTo>
                  <a:lnTo>
                    <a:pt x="50411" y="6618"/>
                  </a:lnTo>
                  <a:lnTo>
                    <a:pt x="52997" y="6443"/>
                  </a:lnTo>
                  <a:lnTo>
                    <a:pt x="54020" y="6374"/>
                  </a:lnTo>
                  <a:lnTo>
                    <a:pt x="54238" y="6135"/>
                  </a:lnTo>
                  <a:lnTo>
                    <a:pt x="55520" y="4728"/>
                  </a:lnTo>
                  <a:lnTo>
                    <a:pt x="55917" y="4292"/>
                  </a:lnTo>
                  <a:lnTo>
                    <a:pt x="56522" y="3650"/>
                  </a:lnTo>
                  <a:lnTo>
                    <a:pt x="57554" y="4684"/>
                  </a:lnTo>
                  <a:lnTo>
                    <a:pt x="58208" y="5779"/>
                  </a:lnTo>
                  <a:lnTo>
                    <a:pt x="58338" y="5998"/>
                  </a:lnTo>
                  <a:lnTo>
                    <a:pt x="60223" y="9155"/>
                  </a:lnTo>
                  <a:lnTo>
                    <a:pt x="62960" y="8366"/>
                  </a:lnTo>
                  <a:lnTo>
                    <a:pt x="65359" y="7675"/>
                  </a:lnTo>
                  <a:lnTo>
                    <a:pt x="66130" y="7452"/>
                  </a:lnTo>
                  <a:lnTo>
                    <a:pt x="66345" y="7876"/>
                  </a:lnTo>
                  <a:lnTo>
                    <a:pt x="66741" y="8654"/>
                  </a:lnTo>
                  <a:lnTo>
                    <a:pt x="66885" y="8938"/>
                  </a:lnTo>
                  <a:lnTo>
                    <a:pt x="66970" y="9073"/>
                  </a:lnTo>
                  <a:lnTo>
                    <a:pt x="67564" y="10021"/>
                  </a:lnTo>
                  <a:lnTo>
                    <a:pt x="68258" y="11126"/>
                  </a:lnTo>
                  <a:lnTo>
                    <a:pt x="68382" y="11324"/>
                  </a:lnTo>
                  <a:lnTo>
                    <a:pt x="68893" y="12138"/>
                  </a:lnTo>
                  <a:lnTo>
                    <a:pt x="69005" y="12326"/>
                  </a:lnTo>
                  <a:lnTo>
                    <a:pt x="70872" y="15427"/>
                  </a:lnTo>
                  <a:lnTo>
                    <a:pt x="71628" y="16544"/>
                  </a:lnTo>
                  <a:lnTo>
                    <a:pt x="71934" y="16123"/>
                  </a:lnTo>
                  <a:lnTo>
                    <a:pt x="72628" y="15171"/>
                  </a:lnTo>
                  <a:lnTo>
                    <a:pt x="73158" y="14435"/>
                  </a:lnTo>
                  <a:lnTo>
                    <a:pt x="73853" y="13445"/>
                  </a:lnTo>
                  <a:lnTo>
                    <a:pt x="74326" y="12770"/>
                  </a:lnTo>
                  <a:lnTo>
                    <a:pt x="75449" y="11170"/>
                  </a:lnTo>
                  <a:lnTo>
                    <a:pt x="75856" y="10590"/>
                  </a:lnTo>
                  <a:lnTo>
                    <a:pt x="76014" y="10365"/>
                  </a:lnTo>
                  <a:lnTo>
                    <a:pt x="76450" y="9744"/>
                  </a:lnTo>
                  <a:lnTo>
                    <a:pt x="76582" y="9555"/>
                  </a:lnTo>
                  <a:lnTo>
                    <a:pt x="77052" y="8885"/>
                  </a:lnTo>
                  <a:lnTo>
                    <a:pt x="77253" y="8600"/>
                  </a:lnTo>
                  <a:lnTo>
                    <a:pt x="77561" y="8160"/>
                  </a:lnTo>
                  <a:lnTo>
                    <a:pt x="77940" y="7620"/>
                  </a:lnTo>
                  <a:lnTo>
                    <a:pt x="78599" y="6681"/>
                  </a:lnTo>
                  <a:lnTo>
                    <a:pt x="79091" y="5979"/>
                  </a:lnTo>
                  <a:lnTo>
                    <a:pt x="79214" y="5804"/>
                  </a:lnTo>
                  <a:lnTo>
                    <a:pt x="79438" y="5484"/>
                  </a:lnTo>
                  <a:lnTo>
                    <a:pt x="80294" y="4265"/>
                  </a:lnTo>
                  <a:lnTo>
                    <a:pt x="80605" y="3822"/>
                  </a:lnTo>
                  <a:lnTo>
                    <a:pt x="81292" y="2843"/>
                  </a:lnTo>
                  <a:lnTo>
                    <a:pt x="81681" y="2288"/>
                  </a:lnTo>
                  <a:lnTo>
                    <a:pt x="81880" y="2005"/>
                  </a:lnTo>
                  <a:lnTo>
                    <a:pt x="83081" y="293"/>
                  </a:lnTo>
                  <a:lnTo>
                    <a:pt x="83328" y="458"/>
                  </a:lnTo>
                  <a:lnTo>
                    <a:pt x="92013" y="6245"/>
                  </a:lnTo>
                  <a:lnTo>
                    <a:pt x="92170" y="6349"/>
                  </a:lnTo>
                  <a:lnTo>
                    <a:pt x="93191" y="7029"/>
                  </a:lnTo>
                  <a:lnTo>
                    <a:pt x="94085" y="7625"/>
                  </a:lnTo>
                  <a:lnTo>
                    <a:pt x="99239" y="0"/>
                  </a:lnTo>
                  <a:lnTo>
                    <a:pt x="99813" y="395"/>
                  </a:lnTo>
                  <a:lnTo>
                    <a:pt x="105676" y="4435"/>
                  </a:lnTo>
                  <a:lnTo>
                    <a:pt x="105835" y="4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537662" y="3718924"/>
              <a:ext cx="73181" cy="165445"/>
            </a:xfrm>
            <a:custGeom>
              <a:avLst/>
              <a:pathLst>
                <a:path w="73181" h="165445">
                  <a:moveTo>
                    <a:pt x="58129" y="20098"/>
                  </a:moveTo>
                  <a:lnTo>
                    <a:pt x="73181" y="31816"/>
                  </a:lnTo>
                  <a:lnTo>
                    <a:pt x="64186" y="29896"/>
                  </a:lnTo>
                  <a:lnTo>
                    <a:pt x="62734" y="29168"/>
                  </a:lnTo>
                  <a:lnTo>
                    <a:pt x="58373" y="26983"/>
                  </a:lnTo>
                  <a:lnTo>
                    <a:pt x="54924" y="26072"/>
                  </a:lnTo>
                  <a:lnTo>
                    <a:pt x="49098" y="24533"/>
                  </a:lnTo>
                  <a:lnTo>
                    <a:pt x="44712" y="32793"/>
                  </a:lnTo>
                  <a:lnTo>
                    <a:pt x="46290" y="36828"/>
                  </a:lnTo>
                  <a:lnTo>
                    <a:pt x="49620" y="35871"/>
                  </a:lnTo>
                  <a:lnTo>
                    <a:pt x="51761" y="35255"/>
                  </a:lnTo>
                  <a:lnTo>
                    <a:pt x="51727" y="35905"/>
                  </a:lnTo>
                  <a:lnTo>
                    <a:pt x="51591" y="38518"/>
                  </a:lnTo>
                  <a:lnTo>
                    <a:pt x="50907" y="43586"/>
                  </a:lnTo>
                  <a:lnTo>
                    <a:pt x="51975" y="43963"/>
                  </a:lnTo>
                  <a:lnTo>
                    <a:pt x="52559" y="44168"/>
                  </a:lnTo>
                  <a:lnTo>
                    <a:pt x="52087" y="46810"/>
                  </a:lnTo>
                  <a:lnTo>
                    <a:pt x="51477" y="50227"/>
                  </a:lnTo>
                  <a:lnTo>
                    <a:pt x="52228" y="50372"/>
                  </a:lnTo>
                  <a:lnTo>
                    <a:pt x="55090" y="50925"/>
                  </a:lnTo>
                  <a:lnTo>
                    <a:pt x="53931" y="53698"/>
                  </a:lnTo>
                  <a:lnTo>
                    <a:pt x="55285" y="58245"/>
                  </a:lnTo>
                  <a:lnTo>
                    <a:pt x="55383" y="59837"/>
                  </a:lnTo>
                  <a:lnTo>
                    <a:pt x="55570" y="62873"/>
                  </a:lnTo>
                  <a:lnTo>
                    <a:pt x="55675" y="64575"/>
                  </a:lnTo>
                  <a:lnTo>
                    <a:pt x="56967" y="70265"/>
                  </a:lnTo>
                  <a:lnTo>
                    <a:pt x="57129" y="70815"/>
                  </a:lnTo>
                  <a:lnTo>
                    <a:pt x="57305" y="71041"/>
                  </a:lnTo>
                  <a:lnTo>
                    <a:pt x="58683" y="72809"/>
                  </a:lnTo>
                  <a:lnTo>
                    <a:pt x="58558" y="72961"/>
                  </a:lnTo>
                  <a:lnTo>
                    <a:pt x="56498" y="75329"/>
                  </a:lnTo>
                  <a:lnTo>
                    <a:pt x="56430" y="76719"/>
                  </a:lnTo>
                  <a:lnTo>
                    <a:pt x="57190" y="80238"/>
                  </a:lnTo>
                  <a:lnTo>
                    <a:pt x="58062" y="82977"/>
                  </a:lnTo>
                  <a:lnTo>
                    <a:pt x="60161" y="85295"/>
                  </a:lnTo>
                  <a:lnTo>
                    <a:pt x="60428" y="85696"/>
                  </a:lnTo>
                  <a:lnTo>
                    <a:pt x="59880" y="86318"/>
                  </a:lnTo>
                  <a:lnTo>
                    <a:pt x="59536" y="86709"/>
                  </a:lnTo>
                  <a:lnTo>
                    <a:pt x="61398" y="88695"/>
                  </a:lnTo>
                  <a:lnTo>
                    <a:pt x="64617" y="92128"/>
                  </a:lnTo>
                  <a:lnTo>
                    <a:pt x="64141" y="92676"/>
                  </a:lnTo>
                  <a:lnTo>
                    <a:pt x="63732" y="93147"/>
                  </a:lnTo>
                  <a:lnTo>
                    <a:pt x="61245" y="96012"/>
                  </a:lnTo>
                  <a:lnTo>
                    <a:pt x="58845" y="98464"/>
                  </a:lnTo>
                  <a:lnTo>
                    <a:pt x="57445" y="99896"/>
                  </a:lnTo>
                  <a:lnTo>
                    <a:pt x="55694" y="101829"/>
                  </a:lnTo>
                  <a:lnTo>
                    <a:pt x="52096" y="105801"/>
                  </a:lnTo>
                  <a:lnTo>
                    <a:pt x="49133" y="109071"/>
                  </a:lnTo>
                  <a:lnTo>
                    <a:pt x="53564" y="113515"/>
                  </a:lnTo>
                  <a:lnTo>
                    <a:pt x="55819" y="115551"/>
                  </a:lnTo>
                  <a:lnTo>
                    <a:pt x="61963" y="121101"/>
                  </a:lnTo>
                  <a:lnTo>
                    <a:pt x="62299" y="121359"/>
                  </a:lnTo>
                  <a:lnTo>
                    <a:pt x="68611" y="126197"/>
                  </a:lnTo>
                  <a:lnTo>
                    <a:pt x="68200" y="126674"/>
                  </a:lnTo>
                  <a:lnTo>
                    <a:pt x="61777" y="134126"/>
                  </a:lnTo>
                  <a:lnTo>
                    <a:pt x="61473" y="134487"/>
                  </a:lnTo>
                  <a:lnTo>
                    <a:pt x="61026" y="135016"/>
                  </a:lnTo>
                  <a:lnTo>
                    <a:pt x="58927" y="137505"/>
                  </a:lnTo>
                  <a:lnTo>
                    <a:pt x="56967" y="140052"/>
                  </a:lnTo>
                  <a:lnTo>
                    <a:pt x="56754" y="140329"/>
                  </a:lnTo>
                  <a:lnTo>
                    <a:pt x="56364" y="140678"/>
                  </a:lnTo>
                  <a:lnTo>
                    <a:pt x="54492" y="142355"/>
                  </a:lnTo>
                  <a:lnTo>
                    <a:pt x="54161" y="142763"/>
                  </a:lnTo>
                  <a:lnTo>
                    <a:pt x="51952" y="145486"/>
                  </a:lnTo>
                  <a:lnTo>
                    <a:pt x="51624" y="145890"/>
                  </a:lnTo>
                  <a:lnTo>
                    <a:pt x="51500" y="146044"/>
                  </a:lnTo>
                  <a:lnTo>
                    <a:pt x="51272" y="146325"/>
                  </a:lnTo>
                  <a:lnTo>
                    <a:pt x="49412" y="146642"/>
                  </a:lnTo>
                  <a:lnTo>
                    <a:pt x="35985" y="147705"/>
                  </a:lnTo>
                  <a:lnTo>
                    <a:pt x="36370" y="149091"/>
                  </a:lnTo>
                  <a:lnTo>
                    <a:pt x="37053" y="151547"/>
                  </a:lnTo>
                  <a:lnTo>
                    <a:pt x="37097" y="151706"/>
                  </a:lnTo>
                  <a:lnTo>
                    <a:pt x="37165" y="151951"/>
                  </a:lnTo>
                  <a:lnTo>
                    <a:pt x="37214" y="152127"/>
                  </a:lnTo>
                  <a:lnTo>
                    <a:pt x="37425" y="152889"/>
                  </a:lnTo>
                  <a:lnTo>
                    <a:pt x="37931" y="154428"/>
                  </a:lnTo>
                  <a:lnTo>
                    <a:pt x="38043" y="154769"/>
                  </a:lnTo>
                  <a:lnTo>
                    <a:pt x="38749" y="156919"/>
                  </a:lnTo>
                  <a:lnTo>
                    <a:pt x="39068" y="157891"/>
                  </a:lnTo>
                  <a:lnTo>
                    <a:pt x="39140" y="158133"/>
                  </a:lnTo>
                  <a:lnTo>
                    <a:pt x="39590" y="159650"/>
                  </a:lnTo>
                  <a:lnTo>
                    <a:pt x="40377" y="162300"/>
                  </a:lnTo>
                  <a:lnTo>
                    <a:pt x="38504" y="162342"/>
                  </a:lnTo>
                  <a:lnTo>
                    <a:pt x="38467" y="162824"/>
                  </a:lnTo>
                  <a:lnTo>
                    <a:pt x="33138" y="163507"/>
                  </a:lnTo>
                  <a:lnTo>
                    <a:pt x="31108" y="164551"/>
                  </a:lnTo>
                  <a:lnTo>
                    <a:pt x="31329" y="165295"/>
                  </a:lnTo>
                  <a:lnTo>
                    <a:pt x="28942" y="165445"/>
                  </a:lnTo>
                  <a:lnTo>
                    <a:pt x="27572" y="165321"/>
                  </a:lnTo>
                  <a:lnTo>
                    <a:pt x="26484" y="165223"/>
                  </a:lnTo>
                  <a:lnTo>
                    <a:pt x="25889" y="165255"/>
                  </a:lnTo>
                  <a:lnTo>
                    <a:pt x="23777" y="165368"/>
                  </a:lnTo>
                  <a:lnTo>
                    <a:pt x="21046" y="164931"/>
                  </a:lnTo>
                  <a:lnTo>
                    <a:pt x="19041" y="163686"/>
                  </a:lnTo>
                  <a:lnTo>
                    <a:pt x="18888" y="163591"/>
                  </a:lnTo>
                  <a:lnTo>
                    <a:pt x="16629" y="162188"/>
                  </a:lnTo>
                  <a:lnTo>
                    <a:pt x="16724" y="161266"/>
                  </a:lnTo>
                  <a:lnTo>
                    <a:pt x="17317" y="160185"/>
                  </a:lnTo>
                  <a:lnTo>
                    <a:pt x="17602" y="159664"/>
                  </a:lnTo>
                  <a:lnTo>
                    <a:pt x="17595" y="159380"/>
                  </a:lnTo>
                  <a:lnTo>
                    <a:pt x="17579" y="158766"/>
                  </a:lnTo>
                  <a:lnTo>
                    <a:pt x="17674" y="157431"/>
                  </a:lnTo>
                  <a:lnTo>
                    <a:pt x="17637" y="156590"/>
                  </a:lnTo>
                  <a:lnTo>
                    <a:pt x="17602" y="155780"/>
                  </a:lnTo>
                  <a:lnTo>
                    <a:pt x="17579" y="154275"/>
                  </a:lnTo>
                  <a:lnTo>
                    <a:pt x="18244" y="153147"/>
                  </a:lnTo>
                  <a:lnTo>
                    <a:pt x="17412" y="149870"/>
                  </a:lnTo>
                  <a:lnTo>
                    <a:pt x="20946" y="148998"/>
                  </a:lnTo>
                  <a:lnTo>
                    <a:pt x="26378" y="143031"/>
                  </a:lnTo>
                  <a:lnTo>
                    <a:pt x="25312" y="142100"/>
                  </a:lnTo>
                  <a:lnTo>
                    <a:pt x="18099" y="135898"/>
                  </a:lnTo>
                  <a:lnTo>
                    <a:pt x="17791" y="135634"/>
                  </a:lnTo>
                  <a:lnTo>
                    <a:pt x="16283" y="134529"/>
                  </a:lnTo>
                  <a:lnTo>
                    <a:pt x="12682" y="131890"/>
                  </a:lnTo>
                  <a:lnTo>
                    <a:pt x="8080" y="128120"/>
                  </a:lnTo>
                  <a:lnTo>
                    <a:pt x="7653" y="127771"/>
                  </a:lnTo>
                  <a:lnTo>
                    <a:pt x="12868" y="121479"/>
                  </a:lnTo>
                  <a:lnTo>
                    <a:pt x="14333" y="119633"/>
                  </a:lnTo>
                  <a:lnTo>
                    <a:pt x="16288" y="117168"/>
                  </a:lnTo>
                  <a:lnTo>
                    <a:pt x="13609" y="114809"/>
                  </a:lnTo>
                  <a:lnTo>
                    <a:pt x="13220" y="114474"/>
                  </a:lnTo>
                  <a:lnTo>
                    <a:pt x="12688" y="114017"/>
                  </a:lnTo>
                  <a:lnTo>
                    <a:pt x="8105" y="110076"/>
                  </a:lnTo>
                  <a:lnTo>
                    <a:pt x="7326" y="109512"/>
                  </a:lnTo>
                  <a:lnTo>
                    <a:pt x="10866" y="104799"/>
                  </a:lnTo>
                  <a:lnTo>
                    <a:pt x="11410" y="104075"/>
                  </a:lnTo>
                  <a:lnTo>
                    <a:pt x="8162" y="101298"/>
                  </a:lnTo>
                  <a:lnTo>
                    <a:pt x="3830" y="102522"/>
                  </a:lnTo>
                  <a:lnTo>
                    <a:pt x="3481" y="102536"/>
                  </a:lnTo>
                  <a:lnTo>
                    <a:pt x="1248" y="102629"/>
                  </a:lnTo>
                  <a:lnTo>
                    <a:pt x="0" y="102536"/>
                  </a:lnTo>
                  <a:lnTo>
                    <a:pt x="186" y="101208"/>
                  </a:lnTo>
                  <a:lnTo>
                    <a:pt x="1732" y="95667"/>
                  </a:lnTo>
                  <a:lnTo>
                    <a:pt x="1112" y="95492"/>
                  </a:lnTo>
                  <a:lnTo>
                    <a:pt x="1233" y="91822"/>
                  </a:lnTo>
                  <a:lnTo>
                    <a:pt x="1248" y="90475"/>
                  </a:lnTo>
                  <a:lnTo>
                    <a:pt x="1440" y="88356"/>
                  </a:lnTo>
                  <a:lnTo>
                    <a:pt x="1390" y="84991"/>
                  </a:lnTo>
                  <a:lnTo>
                    <a:pt x="3504" y="85084"/>
                  </a:lnTo>
                  <a:lnTo>
                    <a:pt x="6762" y="84967"/>
                  </a:lnTo>
                  <a:lnTo>
                    <a:pt x="2896" y="79452"/>
                  </a:lnTo>
                  <a:lnTo>
                    <a:pt x="6040" y="78627"/>
                  </a:lnTo>
                  <a:lnTo>
                    <a:pt x="5835" y="76788"/>
                  </a:lnTo>
                  <a:lnTo>
                    <a:pt x="5717" y="75728"/>
                  </a:lnTo>
                  <a:lnTo>
                    <a:pt x="5253" y="74088"/>
                  </a:lnTo>
                  <a:lnTo>
                    <a:pt x="5052" y="73378"/>
                  </a:lnTo>
                  <a:lnTo>
                    <a:pt x="2668" y="68549"/>
                  </a:lnTo>
                  <a:lnTo>
                    <a:pt x="1741" y="63946"/>
                  </a:lnTo>
                  <a:lnTo>
                    <a:pt x="2094" y="63214"/>
                  </a:lnTo>
                  <a:lnTo>
                    <a:pt x="2332" y="62721"/>
                  </a:lnTo>
                  <a:lnTo>
                    <a:pt x="3384" y="60235"/>
                  </a:lnTo>
                  <a:lnTo>
                    <a:pt x="3417" y="59463"/>
                  </a:lnTo>
                  <a:lnTo>
                    <a:pt x="3539" y="56640"/>
                  </a:lnTo>
                  <a:lnTo>
                    <a:pt x="3156" y="54734"/>
                  </a:lnTo>
                  <a:lnTo>
                    <a:pt x="9993" y="54030"/>
                  </a:lnTo>
                  <a:lnTo>
                    <a:pt x="10174" y="53603"/>
                  </a:lnTo>
                  <a:lnTo>
                    <a:pt x="10554" y="53641"/>
                  </a:lnTo>
                  <a:lnTo>
                    <a:pt x="14722" y="54209"/>
                  </a:lnTo>
                  <a:lnTo>
                    <a:pt x="14838" y="54414"/>
                  </a:lnTo>
                  <a:lnTo>
                    <a:pt x="17484" y="59063"/>
                  </a:lnTo>
                  <a:lnTo>
                    <a:pt x="20003" y="63841"/>
                  </a:lnTo>
                  <a:lnTo>
                    <a:pt x="21206" y="64293"/>
                  </a:lnTo>
                  <a:lnTo>
                    <a:pt x="21852" y="60623"/>
                  </a:lnTo>
                  <a:lnTo>
                    <a:pt x="21852" y="58428"/>
                  </a:lnTo>
                  <a:lnTo>
                    <a:pt x="21985" y="56933"/>
                  </a:lnTo>
                  <a:lnTo>
                    <a:pt x="22038" y="56775"/>
                  </a:lnTo>
                  <a:lnTo>
                    <a:pt x="22158" y="56418"/>
                  </a:lnTo>
                  <a:lnTo>
                    <a:pt x="22295" y="56010"/>
                  </a:lnTo>
                  <a:lnTo>
                    <a:pt x="22897" y="54222"/>
                  </a:lnTo>
                  <a:lnTo>
                    <a:pt x="23227" y="53241"/>
                  </a:lnTo>
                  <a:lnTo>
                    <a:pt x="23148" y="52127"/>
                  </a:lnTo>
                  <a:lnTo>
                    <a:pt x="22652" y="51329"/>
                  </a:lnTo>
                  <a:lnTo>
                    <a:pt x="22273" y="51036"/>
                  </a:lnTo>
                  <a:lnTo>
                    <a:pt x="21916" y="49159"/>
                  </a:lnTo>
                  <a:lnTo>
                    <a:pt x="21748" y="47859"/>
                  </a:lnTo>
                  <a:lnTo>
                    <a:pt x="21298" y="46052"/>
                  </a:lnTo>
                  <a:lnTo>
                    <a:pt x="21228" y="44458"/>
                  </a:lnTo>
                  <a:lnTo>
                    <a:pt x="21193" y="43684"/>
                  </a:lnTo>
                  <a:lnTo>
                    <a:pt x="21041" y="41470"/>
                  </a:lnTo>
                  <a:lnTo>
                    <a:pt x="21278" y="40223"/>
                  </a:lnTo>
                  <a:lnTo>
                    <a:pt x="21362" y="39780"/>
                  </a:lnTo>
                  <a:lnTo>
                    <a:pt x="21601" y="38520"/>
                  </a:lnTo>
                  <a:lnTo>
                    <a:pt x="25552" y="37863"/>
                  </a:lnTo>
                  <a:lnTo>
                    <a:pt x="23442" y="35040"/>
                  </a:lnTo>
                  <a:lnTo>
                    <a:pt x="23328" y="34887"/>
                  </a:lnTo>
                  <a:lnTo>
                    <a:pt x="22621" y="33941"/>
                  </a:lnTo>
                  <a:lnTo>
                    <a:pt x="24234" y="31476"/>
                  </a:lnTo>
                  <a:lnTo>
                    <a:pt x="26158" y="28535"/>
                  </a:lnTo>
                  <a:lnTo>
                    <a:pt x="28816" y="24473"/>
                  </a:lnTo>
                  <a:lnTo>
                    <a:pt x="28246" y="23647"/>
                  </a:lnTo>
                  <a:lnTo>
                    <a:pt x="23339" y="16121"/>
                  </a:lnTo>
                  <a:lnTo>
                    <a:pt x="23370" y="15872"/>
                  </a:lnTo>
                  <a:lnTo>
                    <a:pt x="27047" y="12754"/>
                  </a:lnTo>
                  <a:lnTo>
                    <a:pt x="23598" y="6900"/>
                  </a:lnTo>
                  <a:lnTo>
                    <a:pt x="25358" y="0"/>
                  </a:lnTo>
                  <a:lnTo>
                    <a:pt x="35241" y="3049"/>
                  </a:lnTo>
                  <a:lnTo>
                    <a:pt x="40461" y="4660"/>
                  </a:lnTo>
                  <a:lnTo>
                    <a:pt x="49865" y="11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397675" y="3910782"/>
              <a:ext cx="131754" cy="94172"/>
            </a:xfrm>
            <a:custGeom>
              <a:avLst/>
              <a:pathLst>
                <a:path w="131754" h="94172">
                  <a:moveTo>
                    <a:pt x="79902" y="27132"/>
                  </a:moveTo>
                  <a:lnTo>
                    <a:pt x="80137" y="27289"/>
                  </a:lnTo>
                  <a:lnTo>
                    <a:pt x="81905" y="27060"/>
                  </a:lnTo>
                  <a:lnTo>
                    <a:pt x="85485" y="26596"/>
                  </a:lnTo>
                  <a:lnTo>
                    <a:pt x="96127" y="25217"/>
                  </a:lnTo>
                  <a:lnTo>
                    <a:pt x="96684" y="25145"/>
                  </a:lnTo>
                  <a:lnTo>
                    <a:pt x="97311" y="25064"/>
                  </a:lnTo>
                  <a:lnTo>
                    <a:pt x="97858" y="24993"/>
                  </a:lnTo>
                  <a:lnTo>
                    <a:pt x="98595" y="24897"/>
                  </a:lnTo>
                  <a:lnTo>
                    <a:pt x="103420" y="24272"/>
                  </a:lnTo>
                  <a:lnTo>
                    <a:pt x="105035" y="24071"/>
                  </a:lnTo>
                  <a:lnTo>
                    <a:pt x="107245" y="23795"/>
                  </a:lnTo>
                  <a:lnTo>
                    <a:pt x="116497" y="22641"/>
                  </a:lnTo>
                  <a:lnTo>
                    <a:pt x="123953" y="21711"/>
                  </a:lnTo>
                  <a:lnTo>
                    <a:pt x="124197" y="21684"/>
                  </a:lnTo>
                  <a:lnTo>
                    <a:pt x="124954" y="21602"/>
                  </a:lnTo>
                  <a:lnTo>
                    <a:pt x="126417" y="21444"/>
                  </a:lnTo>
                  <a:lnTo>
                    <a:pt x="126705" y="21413"/>
                  </a:lnTo>
                  <a:lnTo>
                    <a:pt x="129284" y="23071"/>
                  </a:lnTo>
                  <a:lnTo>
                    <a:pt x="130092" y="24139"/>
                  </a:lnTo>
                  <a:lnTo>
                    <a:pt x="130662" y="25062"/>
                  </a:lnTo>
                  <a:lnTo>
                    <a:pt x="131137" y="25984"/>
                  </a:lnTo>
                  <a:lnTo>
                    <a:pt x="131517" y="27198"/>
                  </a:lnTo>
                  <a:lnTo>
                    <a:pt x="131707" y="28072"/>
                  </a:lnTo>
                  <a:lnTo>
                    <a:pt x="131754" y="28800"/>
                  </a:lnTo>
                  <a:lnTo>
                    <a:pt x="131754" y="29078"/>
                  </a:lnTo>
                  <a:lnTo>
                    <a:pt x="130708" y="31581"/>
                  </a:lnTo>
                  <a:lnTo>
                    <a:pt x="129855" y="33622"/>
                  </a:lnTo>
                  <a:lnTo>
                    <a:pt x="128966" y="35656"/>
                  </a:lnTo>
                  <a:lnTo>
                    <a:pt x="127456" y="39111"/>
                  </a:lnTo>
                  <a:lnTo>
                    <a:pt x="126910" y="40362"/>
                  </a:lnTo>
                  <a:lnTo>
                    <a:pt x="124167" y="46638"/>
                  </a:lnTo>
                  <a:lnTo>
                    <a:pt x="123643" y="47837"/>
                  </a:lnTo>
                  <a:lnTo>
                    <a:pt x="123580" y="47983"/>
                  </a:lnTo>
                  <a:lnTo>
                    <a:pt x="123140" y="48997"/>
                  </a:lnTo>
                  <a:lnTo>
                    <a:pt x="122272" y="50996"/>
                  </a:lnTo>
                  <a:lnTo>
                    <a:pt x="121557" y="52643"/>
                  </a:lnTo>
                  <a:lnTo>
                    <a:pt x="120218" y="55728"/>
                  </a:lnTo>
                  <a:lnTo>
                    <a:pt x="114926" y="67917"/>
                  </a:lnTo>
                  <a:lnTo>
                    <a:pt x="109962" y="79352"/>
                  </a:lnTo>
                  <a:lnTo>
                    <a:pt x="109238" y="81020"/>
                  </a:lnTo>
                  <a:lnTo>
                    <a:pt x="108564" y="82572"/>
                  </a:lnTo>
                  <a:lnTo>
                    <a:pt x="107214" y="85680"/>
                  </a:lnTo>
                  <a:lnTo>
                    <a:pt x="105056" y="90652"/>
                  </a:lnTo>
                  <a:lnTo>
                    <a:pt x="104547" y="91748"/>
                  </a:lnTo>
                  <a:lnTo>
                    <a:pt x="104460" y="91934"/>
                  </a:lnTo>
                  <a:lnTo>
                    <a:pt x="103953" y="91602"/>
                  </a:lnTo>
                  <a:lnTo>
                    <a:pt x="99584" y="88746"/>
                  </a:lnTo>
                  <a:lnTo>
                    <a:pt x="90878" y="83056"/>
                  </a:lnTo>
                  <a:lnTo>
                    <a:pt x="90088" y="82537"/>
                  </a:lnTo>
                  <a:lnTo>
                    <a:pt x="89492" y="82147"/>
                  </a:lnTo>
                  <a:lnTo>
                    <a:pt x="89360" y="82061"/>
                  </a:lnTo>
                  <a:lnTo>
                    <a:pt x="89103" y="81888"/>
                  </a:lnTo>
                  <a:lnTo>
                    <a:pt x="87878" y="81061"/>
                  </a:lnTo>
                  <a:lnTo>
                    <a:pt x="87392" y="80733"/>
                  </a:lnTo>
                  <a:lnTo>
                    <a:pt x="76491" y="73379"/>
                  </a:lnTo>
                  <a:lnTo>
                    <a:pt x="76330" y="73627"/>
                  </a:lnTo>
                  <a:lnTo>
                    <a:pt x="73607" y="77824"/>
                  </a:lnTo>
                  <a:lnTo>
                    <a:pt x="72621" y="79345"/>
                  </a:lnTo>
                  <a:lnTo>
                    <a:pt x="68940" y="85018"/>
                  </a:lnTo>
                  <a:lnTo>
                    <a:pt x="68190" y="86110"/>
                  </a:lnTo>
                  <a:lnTo>
                    <a:pt x="67593" y="86978"/>
                  </a:lnTo>
                  <a:lnTo>
                    <a:pt x="62747" y="94031"/>
                  </a:lnTo>
                  <a:lnTo>
                    <a:pt x="62650" y="94172"/>
                  </a:lnTo>
                  <a:lnTo>
                    <a:pt x="61876" y="93681"/>
                  </a:lnTo>
                  <a:lnTo>
                    <a:pt x="49143" y="85613"/>
                  </a:lnTo>
                  <a:lnTo>
                    <a:pt x="49006" y="85526"/>
                  </a:lnTo>
                  <a:lnTo>
                    <a:pt x="44151" y="82450"/>
                  </a:lnTo>
                  <a:lnTo>
                    <a:pt x="43683" y="82153"/>
                  </a:lnTo>
                  <a:lnTo>
                    <a:pt x="43515" y="82047"/>
                  </a:lnTo>
                  <a:lnTo>
                    <a:pt x="41449" y="80738"/>
                  </a:lnTo>
                  <a:lnTo>
                    <a:pt x="34665" y="76438"/>
                  </a:lnTo>
                  <a:lnTo>
                    <a:pt x="29574" y="73212"/>
                  </a:lnTo>
                  <a:lnTo>
                    <a:pt x="29023" y="72863"/>
                  </a:lnTo>
                  <a:lnTo>
                    <a:pt x="24130" y="69763"/>
                  </a:lnTo>
                  <a:lnTo>
                    <a:pt x="23280" y="69224"/>
                  </a:lnTo>
                  <a:lnTo>
                    <a:pt x="22767" y="68899"/>
                  </a:lnTo>
                  <a:lnTo>
                    <a:pt x="17714" y="65697"/>
                  </a:lnTo>
                  <a:lnTo>
                    <a:pt x="17560" y="65600"/>
                  </a:lnTo>
                  <a:lnTo>
                    <a:pt x="12908" y="62678"/>
                  </a:lnTo>
                  <a:lnTo>
                    <a:pt x="11940" y="62070"/>
                  </a:lnTo>
                  <a:lnTo>
                    <a:pt x="6548" y="58683"/>
                  </a:lnTo>
                  <a:lnTo>
                    <a:pt x="1579" y="55562"/>
                  </a:lnTo>
                  <a:lnTo>
                    <a:pt x="394" y="54818"/>
                  </a:lnTo>
                  <a:lnTo>
                    <a:pt x="234" y="54717"/>
                  </a:lnTo>
                  <a:lnTo>
                    <a:pt x="0" y="54570"/>
                  </a:lnTo>
                  <a:lnTo>
                    <a:pt x="455" y="54271"/>
                  </a:lnTo>
                  <a:lnTo>
                    <a:pt x="2540" y="52903"/>
                  </a:lnTo>
                  <a:lnTo>
                    <a:pt x="3181" y="52482"/>
                  </a:lnTo>
                  <a:lnTo>
                    <a:pt x="3585" y="52218"/>
                  </a:lnTo>
                  <a:lnTo>
                    <a:pt x="5018" y="51313"/>
                  </a:lnTo>
                  <a:lnTo>
                    <a:pt x="6415" y="50431"/>
                  </a:lnTo>
                  <a:lnTo>
                    <a:pt x="8866" y="49130"/>
                  </a:lnTo>
                  <a:lnTo>
                    <a:pt x="10249" y="48414"/>
                  </a:lnTo>
                  <a:lnTo>
                    <a:pt x="14248" y="46344"/>
                  </a:lnTo>
                  <a:lnTo>
                    <a:pt x="14261" y="46008"/>
                  </a:lnTo>
                  <a:lnTo>
                    <a:pt x="14279" y="45559"/>
                  </a:lnTo>
                  <a:lnTo>
                    <a:pt x="14288" y="45332"/>
                  </a:lnTo>
                  <a:lnTo>
                    <a:pt x="14630" y="36611"/>
                  </a:lnTo>
                  <a:lnTo>
                    <a:pt x="14851" y="30950"/>
                  </a:lnTo>
                  <a:lnTo>
                    <a:pt x="14926" y="30225"/>
                  </a:lnTo>
                  <a:lnTo>
                    <a:pt x="15041" y="29105"/>
                  </a:lnTo>
                  <a:lnTo>
                    <a:pt x="17679" y="24727"/>
                  </a:lnTo>
                  <a:lnTo>
                    <a:pt x="19415" y="21955"/>
                  </a:lnTo>
                  <a:lnTo>
                    <a:pt x="21164" y="19163"/>
                  </a:lnTo>
                  <a:lnTo>
                    <a:pt x="22189" y="17526"/>
                  </a:lnTo>
                  <a:lnTo>
                    <a:pt x="24828" y="13341"/>
                  </a:lnTo>
                  <a:lnTo>
                    <a:pt x="26535" y="10633"/>
                  </a:lnTo>
                  <a:lnTo>
                    <a:pt x="28202" y="7827"/>
                  </a:lnTo>
                  <a:lnTo>
                    <a:pt x="28576" y="7198"/>
                  </a:lnTo>
                  <a:lnTo>
                    <a:pt x="31712" y="1923"/>
                  </a:lnTo>
                  <a:lnTo>
                    <a:pt x="32795" y="101"/>
                  </a:lnTo>
                  <a:lnTo>
                    <a:pt x="32929" y="0"/>
                  </a:lnTo>
                  <a:lnTo>
                    <a:pt x="35200" y="1538"/>
                  </a:lnTo>
                  <a:lnTo>
                    <a:pt x="39117" y="4088"/>
                  </a:lnTo>
                  <a:lnTo>
                    <a:pt x="41502" y="5641"/>
                  </a:lnTo>
                  <a:lnTo>
                    <a:pt x="46932" y="9176"/>
                  </a:lnTo>
                  <a:lnTo>
                    <a:pt x="49983" y="10941"/>
                  </a:lnTo>
                  <a:lnTo>
                    <a:pt x="52928" y="12645"/>
                  </a:lnTo>
                  <a:lnTo>
                    <a:pt x="60748" y="17170"/>
                  </a:lnTo>
                  <a:lnTo>
                    <a:pt x="61323" y="17503"/>
                  </a:lnTo>
                  <a:lnTo>
                    <a:pt x="67096" y="20843"/>
                  </a:lnTo>
                  <a:lnTo>
                    <a:pt x="72964" y="23708"/>
                  </a:lnTo>
                  <a:lnTo>
                    <a:pt x="74816" y="24612"/>
                  </a:lnTo>
                  <a:lnTo>
                    <a:pt x="77916" y="26077"/>
                  </a:lnTo>
                  <a:lnTo>
                    <a:pt x="78901" y="26542"/>
                  </a:lnTo>
                  <a:lnTo>
                    <a:pt x="79076" y="2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521318" y="3859253"/>
              <a:ext cx="137712" cy="116843"/>
            </a:xfrm>
            <a:custGeom>
              <a:avLst/>
              <a:pathLst>
                <a:path w="137712" h="116843">
                  <a:moveTo>
                    <a:pt x="97107" y="20624"/>
                  </a:moveTo>
                  <a:lnTo>
                    <a:pt x="99111" y="22347"/>
                  </a:lnTo>
                  <a:lnTo>
                    <a:pt x="103106" y="25686"/>
                  </a:lnTo>
                  <a:lnTo>
                    <a:pt x="103593" y="25123"/>
                  </a:lnTo>
                  <a:lnTo>
                    <a:pt x="105128" y="23345"/>
                  </a:lnTo>
                  <a:lnTo>
                    <a:pt x="106564" y="21682"/>
                  </a:lnTo>
                  <a:lnTo>
                    <a:pt x="109514" y="24196"/>
                  </a:lnTo>
                  <a:lnTo>
                    <a:pt x="111838" y="26176"/>
                  </a:lnTo>
                  <a:lnTo>
                    <a:pt x="112322" y="26589"/>
                  </a:lnTo>
                  <a:lnTo>
                    <a:pt x="115982" y="29708"/>
                  </a:lnTo>
                  <a:lnTo>
                    <a:pt x="118183" y="31584"/>
                  </a:lnTo>
                  <a:lnTo>
                    <a:pt x="121006" y="33990"/>
                  </a:lnTo>
                  <a:lnTo>
                    <a:pt x="121387" y="34315"/>
                  </a:lnTo>
                  <a:lnTo>
                    <a:pt x="123152" y="35820"/>
                  </a:lnTo>
                  <a:lnTo>
                    <a:pt x="124178" y="36694"/>
                  </a:lnTo>
                  <a:lnTo>
                    <a:pt x="124677" y="37120"/>
                  </a:lnTo>
                  <a:lnTo>
                    <a:pt x="128383" y="40278"/>
                  </a:lnTo>
                  <a:lnTo>
                    <a:pt x="130436" y="42028"/>
                  </a:lnTo>
                  <a:lnTo>
                    <a:pt x="130840" y="42372"/>
                  </a:lnTo>
                  <a:lnTo>
                    <a:pt x="135466" y="46314"/>
                  </a:lnTo>
                  <a:lnTo>
                    <a:pt x="137314" y="47890"/>
                  </a:lnTo>
                  <a:lnTo>
                    <a:pt x="137712" y="48229"/>
                  </a:lnTo>
                  <a:lnTo>
                    <a:pt x="136749" y="49074"/>
                  </a:lnTo>
                  <a:lnTo>
                    <a:pt x="134942" y="50510"/>
                  </a:lnTo>
                  <a:lnTo>
                    <a:pt x="132876" y="51940"/>
                  </a:lnTo>
                  <a:lnTo>
                    <a:pt x="131109" y="53024"/>
                  </a:lnTo>
                  <a:lnTo>
                    <a:pt x="129675" y="53843"/>
                  </a:lnTo>
                  <a:lnTo>
                    <a:pt x="128595" y="54113"/>
                  </a:lnTo>
                  <a:lnTo>
                    <a:pt x="127101" y="54377"/>
                  </a:lnTo>
                  <a:lnTo>
                    <a:pt x="126690" y="54449"/>
                  </a:lnTo>
                  <a:lnTo>
                    <a:pt x="126166" y="54541"/>
                  </a:lnTo>
                  <a:lnTo>
                    <a:pt x="119470" y="55722"/>
                  </a:lnTo>
                  <a:lnTo>
                    <a:pt x="116101" y="56316"/>
                  </a:lnTo>
                  <a:lnTo>
                    <a:pt x="114930" y="56467"/>
                  </a:lnTo>
                  <a:lnTo>
                    <a:pt x="104898" y="57757"/>
                  </a:lnTo>
                  <a:lnTo>
                    <a:pt x="101620" y="58179"/>
                  </a:lnTo>
                  <a:lnTo>
                    <a:pt x="100593" y="58301"/>
                  </a:lnTo>
                  <a:lnTo>
                    <a:pt x="100698" y="59083"/>
                  </a:lnTo>
                  <a:lnTo>
                    <a:pt x="100830" y="60060"/>
                  </a:lnTo>
                  <a:lnTo>
                    <a:pt x="100867" y="60335"/>
                  </a:lnTo>
                  <a:lnTo>
                    <a:pt x="101062" y="61787"/>
                  </a:lnTo>
                  <a:lnTo>
                    <a:pt x="102390" y="71645"/>
                  </a:lnTo>
                  <a:lnTo>
                    <a:pt x="102768" y="74448"/>
                  </a:lnTo>
                  <a:lnTo>
                    <a:pt x="103511" y="79966"/>
                  </a:lnTo>
                  <a:lnTo>
                    <a:pt x="103552" y="80273"/>
                  </a:lnTo>
                  <a:lnTo>
                    <a:pt x="103655" y="81033"/>
                  </a:lnTo>
                  <a:lnTo>
                    <a:pt x="105032" y="91257"/>
                  </a:lnTo>
                  <a:lnTo>
                    <a:pt x="105106" y="91806"/>
                  </a:lnTo>
                  <a:lnTo>
                    <a:pt x="106338" y="100955"/>
                  </a:lnTo>
                  <a:lnTo>
                    <a:pt x="106396" y="101383"/>
                  </a:lnTo>
                  <a:lnTo>
                    <a:pt x="107374" y="108646"/>
                  </a:lnTo>
                  <a:lnTo>
                    <a:pt x="107500" y="109585"/>
                  </a:lnTo>
                  <a:lnTo>
                    <a:pt x="106119" y="109822"/>
                  </a:lnTo>
                  <a:lnTo>
                    <a:pt x="104267" y="110101"/>
                  </a:lnTo>
                  <a:lnTo>
                    <a:pt x="103088" y="110278"/>
                  </a:lnTo>
                  <a:lnTo>
                    <a:pt x="100382" y="110637"/>
                  </a:lnTo>
                  <a:lnTo>
                    <a:pt x="96463" y="111157"/>
                  </a:lnTo>
                  <a:lnTo>
                    <a:pt x="93307" y="111576"/>
                  </a:lnTo>
                  <a:lnTo>
                    <a:pt x="90109" y="112000"/>
                  </a:lnTo>
                  <a:lnTo>
                    <a:pt x="89935" y="112022"/>
                  </a:lnTo>
                  <a:lnTo>
                    <a:pt x="86011" y="112528"/>
                  </a:lnTo>
                  <a:lnTo>
                    <a:pt x="83174" y="112894"/>
                  </a:lnTo>
                  <a:lnTo>
                    <a:pt x="82791" y="112943"/>
                  </a:lnTo>
                  <a:lnTo>
                    <a:pt x="81260" y="113141"/>
                  </a:lnTo>
                  <a:lnTo>
                    <a:pt x="79656" y="113347"/>
                  </a:lnTo>
                  <a:lnTo>
                    <a:pt x="73091" y="114194"/>
                  </a:lnTo>
                  <a:lnTo>
                    <a:pt x="67309" y="114939"/>
                  </a:lnTo>
                  <a:lnTo>
                    <a:pt x="66820" y="115002"/>
                  </a:lnTo>
                  <a:lnTo>
                    <a:pt x="66523" y="115039"/>
                  </a:lnTo>
                  <a:lnTo>
                    <a:pt x="66374" y="115057"/>
                  </a:lnTo>
                  <a:lnTo>
                    <a:pt x="59305" y="115931"/>
                  </a:lnTo>
                  <a:lnTo>
                    <a:pt x="59107" y="115955"/>
                  </a:lnTo>
                  <a:lnTo>
                    <a:pt x="58949" y="115975"/>
                  </a:lnTo>
                  <a:lnTo>
                    <a:pt x="52398" y="116625"/>
                  </a:lnTo>
                  <a:lnTo>
                    <a:pt x="51785" y="116648"/>
                  </a:lnTo>
                  <a:lnTo>
                    <a:pt x="46394" y="116843"/>
                  </a:lnTo>
                  <a:lnTo>
                    <a:pt x="46035" y="116808"/>
                  </a:lnTo>
                  <a:lnTo>
                    <a:pt x="45288" y="116736"/>
                  </a:lnTo>
                  <a:lnTo>
                    <a:pt x="41080" y="116329"/>
                  </a:lnTo>
                  <a:lnTo>
                    <a:pt x="40280" y="116252"/>
                  </a:lnTo>
                  <a:lnTo>
                    <a:pt x="40115" y="116210"/>
                  </a:lnTo>
                  <a:lnTo>
                    <a:pt x="39411" y="116031"/>
                  </a:lnTo>
                  <a:lnTo>
                    <a:pt x="38428" y="115781"/>
                  </a:lnTo>
                  <a:lnTo>
                    <a:pt x="37613" y="115574"/>
                  </a:lnTo>
                  <a:lnTo>
                    <a:pt x="33442" y="114323"/>
                  </a:lnTo>
                  <a:lnTo>
                    <a:pt x="33102" y="114221"/>
                  </a:lnTo>
                  <a:lnTo>
                    <a:pt x="31404" y="113463"/>
                  </a:lnTo>
                  <a:lnTo>
                    <a:pt x="30236" y="112941"/>
                  </a:lnTo>
                  <a:lnTo>
                    <a:pt x="27418" y="111683"/>
                  </a:lnTo>
                  <a:lnTo>
                    <a:pt x="24285" y="110284"/>
                  </a:lnTo>
                  <a:lnTo>
                    <a:pt x="23915" y="110118"/>
                  </a:lnTo>
                  <a:lnTo>
                    <a:pt x="21290" y="108946"/>
                  </a:lnTo>
                  <a:lnTo>
                    <a:pt x="15350" y="106294"/>
                  </a:lnTo>
                  <a:lnTo>
                    <a:pt x="14235" y="105796"/>
                  </a:lnTo>
                  <a:lnTo>
                    <a:pt x="12162" y="104870"/>
                  </a:lnTo>
                  <a:lnTo>
                    <a:pt x="9482" y="103673"/>
                  </a:lnTo>
                  <a:lnTo>
                    <a:pt x="9284" y="103585"/>
                  </a:lnTo>
                  <a:lnTo>
                    <a:pt x="2605" y="100550"/>
                  </a:lnTo>
                  <a:lnTo>
                    <a:pt x="1363" y="99985"/>
                  </a:lnTo>
                  <a:lnTo>
                    <a:pt x="0" y="99366"/>
                  </a:lnTo>
                  <a:lnTo>
                    <a:pt x="574" y="98052"/>
                  </a:lnTo>
                  <a:lnTo>
                    <a:pt x="3266" y="91890"/>
                  </a:lnTo>
                  <a:lnTo>
                    <a:pt x="3812" y="90640"/>
                  </a:lnTo>
                  <a:lnTo>
                    <a:pt x="5322" y="87185"/>
                  </a:lnTo>
                  <a:lnTo>
                    <a:pt x="6214" y="85144"/>
                  </a:lnTo>
                  <a:lnTo>
                    <a:pt x="7064" y="83110"/>
                  </a:lnTo>
                  <a:lnTo>
                    <a:pt x="8110" y="80606"/>
                  </a:lnTo>
                  <a:lnTo>
                    <a:pt x="8110" y="80328"/>
                  </a:lnTo>
                  <a:lnTo>
                    <a:pt x="8063" y="79600"/>
                  </a:lnTo>
                  <a:lnTo>
                    <a:pt x="7873" y="78726"/>
                  </a:lnTo>
                  <a:lnTo>
                    <a:pt x="7493" y="77513"/>
                  </a:lnTo>
                  <a:lnTo>
                    <a:pt x="7018" y="76590"/>
                  </a:lnTo>
                  <a:lnTo>
                    <a:pt x="6448" y="75668"/>
                  </a:lnTo>
                  <a:lnTo>
                    <a:pt x="5641" y="74600"/>
                  </a:lnTo>
                  <a:lnTo>
                    <a:pt x="3061" y="72941"/>
                  </a:lnTo>
                  <a:lnTo>
                    <a:pt x="5189" y="72711"/>
                  </a:lnTo>
                  <a:lnTo>
                    <a:pt x="5680" y="72658"/>
                  </a:lnTo>
                  <a:lnTo>
                    <a:pt x="11805" y="71995"/>
                  </a:lnTo>
                  <a:lnTo>
                    <a:pt x="12741" y="71894"/>
                  </a:lnTo>
                  <a:lnTo>
                    <a:pt x="13424" y="71820"/>
                  </a:lnTo>
                  <a:lnTo>
                    <a:pt x="14807" y="71600"/>
                  </a:lnTo>
                  <a:lnTo>
                    <a:pt x="15758" y="71449"/>
                  </a:lnTo>
                  <a:lnTo>
                    <a:pt x="19071" y="70924"/>
                  </a:lnTo>
                  <a:lnTo>
                    <a:pt x="19434" y="70866"/>
                  </a:lnTo>
                  <a:lnTo>
                    <a:pt x="21501" y="70538"/>
                  </a:lnTo>
                  <a:lnTo>
                    <a:pt x="24253" y="70101"/>
                  </a:lnTo>
                  <a:lnTo>
                    <a:pt x="25795" y="69905"/>
                  </a:lnTo>
                  <a:lnTo>
                    <a:pt x="27889" y="69596"/>
                  </a:lnTo>
                  <a:lnTo>
                    <a:pt x="32865" y="68903"/>
                  </a:lnTo>
                  <a:lnTo>
                    <a:pt x="34733" y="68643"/>
                  </a:lnTo>
                  <a:lnTo>
                    <a:pt x="38701" y="68091"/>
                  </a:lnTo>
                  <a:lnTo>
                    <a:pt x="38911" y="68063"/>
                  </a:lnTo>
                  <a:lnTo>
                    <a:pt x="40039" y="67912"/>
                  </a:lnTo>
                  <a:lnTo>
                    <a:pt x="41126" y="67766"/>
                  </a:lnTo>
                  <a:lnTo>
                    <a:pt x="46872" y="66996"/>
                  </a:lnTo>
                  <a:lnTo>
                    <a:pt x="47722" y="66882"/>
                  </a:lnTo>
                  <a:lnTo>
                    <a:pt x="53331" y="66130"/>
                  </a:lnTo>
                  <a:lnTo>
                    <a:pt x="59751" y="65270"/>
                  </a:lnTo>
                  <a:lnTo>
                    <a:pt x="59923" y="65247"/>
                  </a:lnTo>
                  <a:lnTo>
                    <a:pt x="61642" y="64995"/>
                  </a:lnTo>
                  <a:lnTo>
                    <a:pt x="61921" y="64954"/>
                  </a:lnTo>
                  <a:lnTo>
                    <a:pt x="66845" y="64232"/>
                  </a:lnTo>
                  <a:lnTo>
                    <a:pt x="68489" y="63991"/>
                  </a:lnTo>
                  <a:lnTo>
                    <a:pt x="71032" y="63618"/>
                  </a:lnTo>
                  <a:lnTo>
                    <a:pt x="73932" y="63193"/>
                  </a:lnTo>
                  <a:lnTo>
                    <a:pt x="74820" y="63063"/>
                  </a:lnTo>
                  <a:lnTo>
                    <a:pt x="75291" y="62994"/>
                  </a:lnTo>
                  <a:lnTo>
                    <a:pt x="75183" y="62564"/>
                  </a:lnTo>
                  <a:lnTo>
                    <a:pt x="74981" y="61761"/>
                  </a:lnTo>
                  <a:lnTo>
                    <a:pt x="73616" y="53996"/>
                  </a:lnTo>
                  <a:lnTo>
                    <a:pt x="73820" y="52794"/>
                  </a:lnTo>
                  <a:lnTo>
                    <a:pt x="73155" y="50161"/>
                  </a:lnTo>
                  <a:lnTo>
                    <a:pt x="73060" y="49862"/>
                  </a:lnTo>
                  <a:lnTo>
                    <a:pt x="72894" y="49340"/>
                  </a:lnTo>
                  <a:lnTo>
                    <a:pt x="72633" y="48522"/>
                  </a:lnTo>
                  <a:lnTo>
                    <a:pt x="72539" y="47567"/>
                  </a:lnTo>
                  <a:lnTo>
                    <a:pt x="72556" y="46922"/>
                  </a:lnTo>
                  <a:lnTo>
                    <a:pt x="72565" y="46608"/>
                  </a:lnTo>
                  <a:lnTo>
                    <a:pt x="72603" y="46357"/>
                  </a:lnTo>
                  <a:lnTo>
                    <a:pt x="72710" y="45660"/>
                  </a:lnTo>
                  <a:lnTo>
                    <a:pt x="72985" y="44710"/>
                  </a:lnTo>
                  <a:lnTo>
                    <a:pt x="73221" y="44151"/>
                  </a:lnTo>
                  <a:lnTo>
                    <a:pt x="73315" y="43928"/>
                  </a:lnTo>
                  <a:lnTo>
                    <a:pt x="73747" y="43165"/>
                  </a:lnTo>
                  <a:lnTo>
                    <a:pt x="74197" y="42546"/>
                  </a:lnTo>
                  <a:lnTo>
                    <a:pt x="74662" y="41991"/>
                  </a:lnTo>
                  <a:lnTo>
                    <a:pt x="75163" y="41248"/>
                  </a:lnTo>
                  <a:lnTo>
                    <a:pt x="76698" y="38973"/>
                  </a:lnTo>
                  <a:lnTo>
                    <a:pt x="76694" y="38770"/>
                  </a:lnTo>
                  <a:lnTo>
                    <a:pt x="76679" y="38040"/>
                  </a:lnTo>
                  <a:lnTo>
                    <a:pt x="76669" y="37512"/>
                  </a:lnTo>
                  <a:lnTo>
                    <a:pt x="76660" y="37109"/>
                  </a:lnTo>
                  <a:lnTo>
                    <a:pt x="77299" y="35364"/>
                  </a:lnTo>
                  <a:lnTo>
                    <a:pt x="77952" y="33579"/>
                  </a:lnTo>
                  <a:lnTo>
                    <a:pt x="76570" y="29804"/>
                  </a:lnTo>
                  <a:lnTo>
                    <a:pt x="74695" y="29186"/>
                  </a:lnTo>
                  <a:lnTo>
                    <a:pt x="74115" y="28995"/>
                  </a:lnTo>
                  <a:lnTo>
                    <a:pt x="71168" y="27646"/>
                  </a:lnTo>
                  <a:lnTo>
                    <a:pt x="70856" y="27482"/>
                  </a:lnTo>
                  <a:lnTo>
                    <a:pt x="70568" y="27330"/>
                  </a:lnTo>
                  <a:lnTo>
                    <a:pt x="69490" y="26762"/>
                  </a:lnTo>
                  <a:lnTo>
                    <a:pt x="69205" y="26611"/>
                  </a:lnTo>
                  <a:lnTo>
                    <a:pt x="68289" y="26128"/>
                  </a:lnTo>
                  <a:lnTo>
                    <a:pt x="68036" y="25953"/>
                  </a:lnTo>
                  <a:lnTo>
                    <a:pt x="66963" y="25210"/>
                  </a:lnTo>
                  <a:lnTo>
                    <a:pt x="63230" y="24590"/>
                  </a:lnTo>
                  <a:lnTo>
                    <a:pt x="61982" y="24383"/>
                  </a:lnTo>
                  <a:lnTo>
                    <a:pt x="62010" y="21852"/>
                  </a:lnTo>
                  <a:lnTo>
                    <a:pt x="59332" y="21912"/>
                  </a:lnTo>
                  <a:lnTo>
                    <a:pt x="58274" y="21935"/>
                  </a:lnTo>
                  <a:lnTo>
                    <a:pt x="57778" y="21947"/>
                  </a:lnTo>
                  <a:lnTo>
                    <a:pt x="56720" y="21970"/>
                  </a:lnTo>
                  <a:lnTo>
                    <a:pt x="55934" y="19321"/>
                  </a:lnTo>
                  <a:lnTo>
                    <a:pt x="55484" y="17804"/>
                  </a:lnTo>
                  <a:lnTo>
                    <a:pt x="55412" y="17562"/>
                  </a:lnTo>
                  <a:lnTo>
                    <a:pt x="55093" y="16589"/>
                  </a:lnTo>
                  <a:lnTo>
                    <a:pt x="54387" y="14440"/>
                  </a:lnTo>
                  <a:lnTo>
                    <a:pt x="54274" y="14098"/>
                  </a:lnTo>
                  <a:lnTo>
                    <a:pt x="53769" y="12560"/>
                  </a:lnTo>
                  <a:lnTo>
                    <a:pt x="53557" y="11798"/>
                  </a:lnTo>
                  <a:lnTo>
                    <a:pt x="53492" y="11562"/>
                  </a:lnTo>
                  <a:lnTo>
                    <a:pt x="53440" y="11377"/>
                  </a:lnTo>
                  <a:lnTo>
                    <a:pt x="53396" y="11218"/>
                  </a:lnTo>
                  <a:lnTo>
                    <a:pt x="52714" y="8761"/>
                  </a:lnTo>
                  <a:lnTo>
                    <a:pt x="52434" y="7368"/>
                  </a:lnTo>
                  <a:lnTo>
                    <a:pt x="65756" y="6312"/>
                  </a:lnTo>
                  <a:lnTo>
                    <a:pt x="67615" y="5995"/>
                  </a:lnTo>
                  <a:lnTo>
                    <a:pt x="67843" y="5714"/>
                  </a:lnTo>
                  <a:lnTo>
                    <a:pt x="67968" y="5561"/>
                  </a:lnTo>
                  <a:lnTo>
                    <a:pt x="68296" y="5157"/>
                  </a:lnTo>
                  <a:lnTo>
                    <a:pt x="70505" y="2433"/>
                  </a:lnTo>
                  <a:lnTo>
                    <a:pt x="70845" y="2014"/>
                  </a:lnTo>
                  <a:lnTo>
                    <a:pt x="72708" y="348"/>
                  </a:lnTo>
                  <a:lnTo>
                    <a:pt x="73098" y="0"/>
                  </a:lnTo>
                  <a:lnTo>
                    <a:pt x="75533" y="2092"/>
                  </a:lnTo>
                  <a:lnTo>
                    <a:pt x="75674" y="2213"/>
                  </a:lnTo>
                  <a:lnTo>
                    <a:pt x="83228" y="8702"/>
                  </a:lnTo>
                  <a:lnTo>
                    <a:pt x="83736" y="9138"/>
                  </a:lnTo>
                  <a:lnTo>
                    <a:pt x="88526" y="13253"/>
                  </a:lnTo>
                  <a:lnTo>
                    <a:pt x="88715" y="13415"/>
                  </a:lnTo>
                  <a:lnTo>
                    <a:pt x="89168" y="13805"/>
                  </a:lnTo>
                  <a:lnTo>
                    <a:pt x="93665" y="17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621912" y="3913703"/>
              <a:ext cx="129632" cy="125149"/>
            </a:xfrm>
            <a:custGeom>
              <a:avLst/>
              <a:pathLst>
                <a:path w="129632" h="125149">
                  <a:moveTo>
                    <a:pt x="66497" y="25288"/>
                  </a:moveTo>
                  <a:lnTo>
                    <a:pt x="72846" y="28829"/>
                  </a:lnTo>
                  <a:lnTo>
                    <a:pt x="73719" y="27364"/>
                  </a:lnTo>
                  <a:lnTo>
                    <a:pt x="73922" y="27502"/>
                  </a:lnTo>
                  <a:lnTo>
                    <a:pt x="74094" y="27618"/>
                  </a:lnTo>
                  <a:lnTo>
                    <a:pt x="75214" y="28376"/>
                  </a:lnTo>
                  <a:lnTo>
                    <a:pt x="81521" y="32644"/>
                  </a:lnTo>
                  <a:lnTo>
                    <a:pt x="83082" y="33701"/>
                  </a:lnTo>
                  <a:lnTo>
                    <a:pt x="87877" y="36945"/>
                  </a:lnTo>
                  <a:lnTo>
                    <a:pt x="92912" y="40353"/>
                  </a:lnTo>
                  <a:lnTo>
                    <a:pt x="96775" y="42967"/>
                  </a:lnTo>
                  <a:lnTo>
                    <a:pt x="98909" y="44411"/>
                  </a:lnTo>
                  <a:lnTo>
                    <a:pt x="104470" y="48175"/>
                  </a:lnTo>
                  <a:lnTo>
                    <a:pt x="110368" y="52167"/>
                  </a:lnTo>
                  <a:lnTo>
                    <a:pt x="116373" y="56227"/>
                  </a:lnTo>
                  <a:lnTo>
                    <a:pt x="122963" y="60120"/>
                  </a:lnTo>
                  <a:lnTo>
                    <a:pt x="126949" y="62475"/>
                  </a:lnTo>
                  <a:lnTo>
                    <a:pt x="129632" y="64062"/>
                  </a:lnTo>
                  <a:lnTo>
                    <a:pt x="129407" y="64390"/>
                  </a:lnTo>
                  <a:lnTo>
                    <a:pt x="112540" y="88987"/>
                  </a:lnTo>
                  <a:lnTo>
                    <a:pt x="100506" y="106536"/>
                  </a:lnTo>
                  <a:lnTo>
                    <a:pt x="100334" y="106786"/>
                  </a:lnTo>
                  <a:lnTo>
                    <a:pt x="88383" y="124215"/>
                  </a:lnTo>
                  <a:lnTo>
                    <a:pt x="88144" y="124563"/>
                  </a:lnTo>
                  <a:lnTo>
                    <a:pt x="87751" y="125149"/>
                  </a:lnTo>
                  <a:lnTo>
                    <a:pt x="87178" y="124762"/>
                  </a:lnTo>
                  <a:lnTo>
                    <a:pt x="86595" y="124369"/>
                  </a:lnTo>
                  <a:lnTo>
                    <a:pt x="85160" y="123401"/>
                  </a:lnTo>
                  <a:lnTo>
                    <a:pt x="84588" y="123014"/>
                  </a:lnTo>
                  <a:lnTo>
                    <a:pt x="75576" y="116934"/>
                  </a:lnTo>
                  <a:lnTo>
                    <a:pt x="75433" y="116837"/>
                  </a:lnTo>
                  <a:lnTo>
                    <a:pt x="75958" y="116060"/>
                  </a:lnTo>
                  <a:lnTo>
                    <a:pt x="72859" y="113936"/>
                  </a:lnTo>
                  <a:lnTo>
                    <a:pt x="69918" y="111921"/>
                  </a:lnTo>
                  <a:lnTo>
                    <a:pt x="69368" y="111536"/>
                  </a:lnTo>
                  <a:lnTo>
                    <a:pt x="64892" y="108410"/>
                  </a:lnTo>
                  <a:lnTo>
                    <a:pt x="64303" y="107999"/>
                  </a:lnTo>
                  <a:lnTo>
                    <a:pt x="63666" y="108903"/>
                  </a:lnTo>
                  <a:lnTo>
                    <a:pt x="63494" y="109146"/>
                  </a:lnTo>
                  <a:lnTo>
                    <a:pt x="63124" y="109693"/>
                  </a:lnTo>
                  <a:lnTo>
                    <a:pt x="62958" y="109939"/>
                  </a:lnTo>
                  <a:lnTo>
                    <a:pt x="57211" y="106073"/>
                  </a:lnTo>
                  <a:lnTo>
                    <a:pt x="51313" y="102106"/>
                  </a:lnTo>
                  <a:lnTo>
                    <a:pt x="51870" y="101318"/>
                  </a:lnTo>
                  <a:lnTo>
                    <a:pt x="51946" y="101148"/>
                  </a:lnTo>
                  <a:lnTo>
                    <a:pt x="47104" y="97858"/>
                  </a:lnTo>
                  <a:lnTo>
                    <a:pt x="46735" y="97608"/>
                  </a:lnTo>
                  <a:lnTo>
                    <a:pt x="46187" y="97235"/>
                  </a:lnTo>
                  <a:lnTo>
                    <a:pt x="46391" y="96935"/>
                  </a:lnTo>
                  <a:lnTo>
                    <a:pt x="46961" y="96052"/>
                  </a:lnTo>
                  <a:lnTo>
                    <a:pt x="44211" y="94289"/>
                  </a:lnTo>
                  <a:lnTo>
                    <a:pt x="42202" y="93002"/>
                  </a:lnTo>
                  <a:lnTo>
                    <a:pt x="40677" y="92024"/>
                  </a:lnTo>
                  <a:lnTo>
                    <a:pt x="39932" y="91547"/>
                  </a:lnTo>
                  <a:lnTo>
                    <a:pt x="39122" y="92739"/>
                  </a:lnTo>
                  <a:lnTo>
                    <a:pt x="38708" y="93386"/>
                  </a:lnTo>
                  <a:lnTo>
                    <a:pt x="36449" y="96913"/>
                  </a:lnTo>
                  <a:lnTo>
                    <a:pt x="34649" y="99680"/>
                  </a:lnTo>
                  <a:lnTo>
                    <a:pt x="34373" y="100111"/>
                  </a:lnTo>
                  <a:lnTo>
                    <a:pt x="34095" y="99954"/>
                  </a:lnTo>
                  <a:lnTo>
                    <a:pt x="27874" y="96431"/>
                  </a:lnTo>
                  <a:lnTo>
                    <a:pt x="23521" y="93965"/>
                  </a:lnTo>
                  <a:lnTo>
                    <a:pt x="21458" y="92568"/>
                  </a:lnTo>
                  <a:lnTo>
                    <a:pt x="20367" y="91829"/>
                  </a:lnTo>
                  <a:lnTo>
                    <a:pt x="18423" y="90419"/>
                  </a:lnTo>
                  <a:lnTo>
                    <a:pt x="16248" y="88841"/>
                  </a:lnTo>
                  <a:lnTo>
                    <a:pt x="15961" y="88632"/>
                  </a:lnTo>
                  <a:lnTo>
                    <a:pt x="15539" y="88326"/>
                  </a:lnTo>
                  <a:lnTo>
                    <a:pt x="14064" y="87256"/>
                  </a:lnTo>
                  <a:lnTo>
                    <a:pt x="12556" y="86351"/>
                  </a:lnTo>
                  <a:lnTo>
                    <a:pt x="10645" y="85203"/>
                  </a:lnTo>
                  <a:lnTo>
                    <a:pt x="10320" y="85010"/>
                  </a:lnTo>
                  <a:lnTo>
                    <a:pt x="4256" y="81514"/>
                  </a:lnTo>
                  <a:lnTo>
                    <a:pt x="6559" y="77455"/>
                  </a:lnTo>
                  <a:lnTo>
                    <a:pt x="7466" y="75856"/>
                  </a:lnTo>
                  <a:lnTo>
                    <a:pt x="10314" y="70838"/>
                  </a:lnTo>
                  <a:lnTo>
                    <a:pt x="10088" y="70867"/>
                  </a:lnTo>
                  <a:lnTo>
                    <a:pt x="4470" y="71585"/>
                  </a:lnTo>
                  <a:lnTo>
                    <a:pt x="2494" y="55829"/>
                  </a:lnTo>
                  <a:lnTo>
                    <a:pt x="3674" y="55651"/>
                  </a:lnTo>
                  <a:lnTo>
                    <a:pt x="5526" y="55373"/>
                  </a:lnTo>
                  <a:lnTo>
                    <a:pt x="6904" y="55110"/>
                  </a:lnTo>
                  <a:lnTo>
                    <a:pt x="6780" y="54197"/>
                  </a:lnTo>
                  <a:lnTo>
                    <a:pt x="5802" y="46934"/>
                  </a:lnTo>
                  <a:lnTo>
                    <a:pt x="5745" y="46506"/>
                  </a:lnTo>
                  <a:lnTo>
                    <a:pt x="4512" y="37357"/>
                  </a:lnTo>
                  <a:lnTo>
                    <a:pt x="4438" y="36807"/>
                  </a:lnTo>
                  <a:lnTo>
                    <a:pt x="3061" y="26583"/>
                  </a:lnTo>
                  <a:lnTo>
                    <a:pt x="2959" y="25823"/>
                  </a:lnTo>
                  <a:lnTo>
                    <a:pt x="2918" y="25517"/>
                  </a:lnTo>
                  <a:lnTo>
                    <a:pt x="2174" y="19998"/>
                  </a:lnTo>
                  <a:lnTo>
                    <a:pt x="1797" y="17196"/>
                  </a:lnTo>
                  <a:lnTo>
                    <a:pt x="469" y="7338"/>
                  </a:lnTo>
                  <a:lnTo>
                    <a:pt x="273" y="5885"/>
                  </a:lnTo>
                  <a:lnTo>
                    <a:pt x="236" y="5610"/>
                  </a:lnTo>
                  <a:lnTo>
                    <a:pt x="105" y="4634"/>
                  </a:lnTo>
                  <a:lnTo>
                    <a:pt x="0" y="3852"/>
                  </a:lnTo>
                  <a:lnTo>
                    <a:pt x="1027" y="3730"/>
                  </a:lnTo>
                  <a:lnTo>
                    <a:pt x="4305" y="3308"/>
                  </a:lnTo>
                  <a:lnTo>
                    <a:pt x="14336" y="2017"/>
                  </a:lnTo>
                  <a:lnTo>
                    <a:pt x="15508" y="1866"/>
                  </a:lnTo>
                  <a:lnTo>
                    <a:pt x="18876" y="1273"/>
                  </a:lnTo>
                  <a:lnTo>
                    <a:pt x="25573" y="92"/>
                  </a:lnTo>
                  <a:lnTo>
                    <a:pt x="26097" y="0"/>
                  </a:lnTo>
                  <a:lnTo>
                    <a:pt x="26514" y="1119"/>
                  </a:lnTo>
                  <a:lnTo>
                    <a:pt x="26793" y="1870"/>
                  </a:lnTo>
                  <a:lnTo>
                    <a:pt x="26934" y="2248"/>
                  </a:lnTo>
                  <a:lnTo>
                    <a:pt x="27040" y="2533"/>
                  </a:lnTo>
                  <a:lnTo>
                    <a:pt x="29547" y="4677"/>
                  </a:lnTo>
                  <a:lnTo>
                    <a:pt x="30073" y="4970"/>
                  </a:lnTo>
                  <a:lnTo>
                    <a:pt x="36260" y="8421"/>
                  </a:lnTo>
                  <a:lnTo>
                    <a:pt x="42692" y="12009"/>
                  </a:lnTo>
                  <a:lnTo>
                    <a:pt x="48921" y="15483"/>
                  </a:lnTo>
                  <a:lnTo>
                    <a:pt x="54581" y="18641"/>
                  </a:lnTo>
                  <a:lnTo>
                    <a:pt x="60714" y="22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722322" y="3936008"/>
              <a:ext cx="183398" cy="122338"/>
            </a:xfrm>
            <a:custGeom>
              <a:avLst/>
              <a:pathLst>
                <a:path w="183398" h="122338">
                  <a:moveTo>
                    <a:pt x="149340" y="24362"/>
                  </a:moveTo>
                  <a:lnTo>
                    <a:pt x="154858" y="28222"/>
                  </a:lnTo>
                  <a:lnTo>
                    <a:pt x="155824" y="28900"/>
                  </a:lnTo>
                  <a:lnTo>
                    <a:pt x="158416" y="30718"/>
                  </a:lnTo>
                  <a:lnTo>
                    <a:pt x="160554" y="32217"/>
                  </a:lnTo>
                  <a:lnTo>
                    <a:pt x="160711" y="32328"/>
                  </a:lnTo>
                  <a:lnTo>
                    <a:pt x="165578" y="35742"/>
                  </a:lnTo>
                  <a:lnTo>
                    <a:pt x="165976" y="36009"/>
                  </a:lnTo>
                  <a:lnTo>
                    <a:pt x="166252" y="36198"/>
                  </a:lnTo>
                  <a:lnTo>
                    <a:pt x="166492" y="36362"/>
                  </a:lnTo>
                  <a:lnTo>
                    <a:pt x="167005" y="36712"/>
                  </a:lnTo>
                  <a:lnTo>
                    <a:pt x="172143" y="40222"/>
                  </a:lnTo>
                  <a:lnTo>
                    <a:pt x="171976" y="40479"/>
                  </a:lnTo>
                  <a:lnTo>
                    <a:pt x="171689" y="40920"/>
                  </a:lnTo>
                  <a:lnTo>
                    <a:pt x="177530" y="45017"/>
                  </a:lnTo>
                  <a:lnTo>
                    <a:pt x="177190" y="45492"/>
                  </a:lnTo>
                  <a:lnTo>
                    <a:pt x="182853" y="49568"/>
                  </a:lnTo>
                  <a:lnTo>
                    <a:pt x="183398" y="49960"/>
                  </a:lnTo>
                  <a:lnTo>
                    <a:pt x="183000" y="50512"/>
                  </a:lnTo>
                  <a:lnTo>
                    <a:pt x="182317" y="51460"/>
                  </a:lnTo>
                  <a:lnTo>
                    <a:pt x="181926" y="52003"/>
                  </a:lnTo>
                  <a:lnTo>
                    <a:pt x="180841" y="53508"/>
                  </a:lnTo>
                  <a:lnTo>
                    <a:pt x="180226" y="54361"/>
                  </a:lnTo>
                  <a:lnTo>
                    <a:pt x="179745" y="55028"/>
                  </a:lnTo>
                  <a:lnTo>
                    <a:pt x="179630" y="55188"/>
                  </a:lnTo>
                  <a:lnTo>
                    <a:pt x="178476" y="56789"/>
                  </a:lnTo>
                  <a:lnTo>
                    <a:pt x="178167" y="57217"/>
                  </a:lnTo>
                  <a:lnTo>
                    <a:pt x="177645" y="57991"/>
                  </a:lnTo>
                  <a:lnTo>
                    <a:pt x="177471" y="58248"/>
                  </a:lnTo>
                  <a:lnTo>
                    <a:pt x="176885" y="59117"/>
                  </a:lnTo>
                  <a:lnTo>
                    <a:pt x="176587" y="59559"/>
                  </a:lnTo>
                  <a:lnTo>
                    <a:pt x="175839" y="60666"/>
                  </a:lnTo>
                  <a:lnTo>
                    <a:pt x="175713" y="60854"/>
                  </a:lnTo>
                  <a:lnTo>
                    <a:pt x="175313" y="61446"/>
                  </a:lnTo>
                  <a:lnTo>
                    <a:pt x="174747" y="62284"/>
                  </a:lnTo>
                  <a:lnTo>
                    <a:pt x="174633" y="62452"/>
                  </a:lnTo>
                  <a:lnTo>
                    <a:pt x="174021" y="63360"/>
                  </a:lnTo>
                  <a:lnTo>
                    <a:pt x="172055" y="66273"/>
                  </a:lnTo>
                  <a:lnTo>
                    <a:pt x="171853" y="66571"/>
                  </a:lnTo>
                  <a:lnTo>
                    <a:pt x="170644" y="68363"/>
                  </a:lnTo>
                  <a:lnTo>
                    <a:pt x="170346" y="68803"/>
                  </a:lnTo>
                  <a:lnTo>
                    <a:pt x="167809" y="72563"/>
                  </a:lnTo>
                  <a:lnTo>
                    <a:pt x="166776" y="74093"/>
                  </a:lnTo>
                  <a:lnTo>
                    <a:pt x="164346" y="77693"/>
                  </a:lnTo>
                  <a:lnTo>
                    <a:pt x="153141" y="94516"/>
                  </a:lnTo>
                  <a:lnTo>
                    <a:pt x="152641" y="95268"/>
                  </a:lnTo>
                  <a:lnTo>
                    <a:pt x="151776" y="96565"/>
                  </a:lnTo>
                  <a:lnTo>
                    <a:pt x="150400" y="98631"/>
                  </a:lnTo>
                  <a:lnTo>
                    <a:pt x="149540" y="99922"/>
                  </a:lnTo>
                  <a:lnTo>
                    <a:pt x="148762" y="101090"/>
                  </a:lnTo>
                  <a:lnTo>
                    <a:pt x="148158" y="101998"/>
                  </a:lnTo>
                  <a:lnTo>
                    <a:pt x="147756" y="102601"/>
                  </a:lnTo>
                  <a:lnTo>
                    <a:pt x="147212" y="103418"/>
                  </a:lnTo>
                  <a:lnTo>
                    <a:pt x="146522" y="104454"/>
                  </a:lnTo>
                  <a:lnTo>
                    <a:pt x="145924" y="105353"/>
                  </a:lnTo>
                  <a:lnTo>
                    <a:pt x="145652" y="105760"/>
                  </a:lnTo>
                  <a:lnTo>
                    <a:pt x="145410" y="106124"/>
                  </a:lnTo>
                  <a:lnTo>
                    <a:pt x="145185" y="106461"/>
                  </a:lnTo>
                  <a:lnTo>
                    <a:pt x="144712" y="107172"/>
                  </a:lnTo>
                  <a:lnTo>
                    <a:pt x="143857" y="108456"/>
                  </a:lnTo>
                  <a:lnTo>
                    <a:pt x="143712" y="108673"/>
                  </a:lnTo>
                  <a:lnTo>
                    <a:pt x="143546" y="108922"/>
                  </a:lnTo>
                  <a:lnTo>
                    <a:pt x="143224" y="109406"/>
                  </a:lnTo>
                  <a:lnTo>
                    <a:pt x="142654" y="110261"/>
                  </a:lnTo>
                  <a:lnTo>
                    <a:pt x="141960" y="111303"/>
                  </a:lnTo>
                  <a:lnTo>
                    <a:pt x="141484" y="112018"/>
                  </a:lnTo>
                  <a:lnTo>
                    <a:pt x="140875" y="112933"/>
                  </a:lnTo>
                  <a:lnTo>
                    <a:pt x="139255" y="115365"/>
                  </a:lnTo>
                  <a:lnTo>
                    <a:pt x="138914" y="115225"/>
                  </a:lnTo>
                  <a:lnTo>
                    <a:pt x="137751" y="114840"/>
                  </a:lnTo>
                  <a:lnTo>
                    <a:pt x="136268" y="114349"/>
                  </a:lnTo>
                  <a:lnTo>
                    <a:pt x="133475" y="113097"/>
                  </a:lnTo>
                  <a:lnTo>
                    <a:pt x="131794" y="111935"/>
                  </a:lnTo>
                  <a:lnTo>
                    <a:pt x="131614" y="111811"/>
                  </a:lnTo>
                  <a:lnTo>
                    <a:pt x="128581" y="109716"/>
                  </a:lnTo>
                  <a:lnTo>
                    <a:pt x="126409" y="108215"/>
                  </a:lnTo>
                  <a:lnTo>
                    <a:pt x="126234" y="108094"/>
                  </a:lnTo>
                  <a:lnTo>
                    <a:pt x="125928" y="107883"/>
                  </a:lnTo>
                  <a:lnTo>
                    <a:pt x="121123" y="104564"/>
                  </a:lnTo>
                  <a:lnTo>
                    <a:pt x="120351" y="104030"/>
                  </a:lnTo>
                  <a:lnTo>
                    <a:pt x="114617" y="100069"/>
                  </a:lnTo>
                  <a:lnTo>
                    <a:pt x="112705" y="98748"/>
                  </a:lnTo>
                  <a:lnTo>
                    <a:pt x="109071" y="96238"/>
                  </a:lnTo>
                  <a:lnTo>
                    <a:pt x="108699" y="95981"/>
                  </a:lnTo>
                  <a:lnTo>
                    <a:pt x="103057" y="92082"/>
                  </a:lnTo>
                  <a:lnTo>
                    <a:pt x="102709" y="91842"/>
                  </a:lnTo>
                  <a:lnTo>
                    <a:pt x="102370" y="91608"/>
                  </a:lnTo>
                  <a:lnTo>
                    <a:pt x="97711" y="88390"/>
                  </a:lnTo>
                  <a:lnTo>
                    <a:pt x="86851" y="80887"/>
                  </a:lnTo>
                  <a:lnTo>
                    <a:pt x="86368" y="80553"/>
                  </a:lnTo>
                  <a:lnTo>
                    <a:pt x="86079" y="80416"/>
                  </a:lnTo>
                  <a:lnTo>
                    <a:pt x="85327" y="80061"/>
                  </a:lnTo>
                  <a:lnTo>
                    <a:pt x="85098" y="80083"/>
                  </a:lnTo>
                  <a:lnTo>
                    <a:pt x="84689" y="80678"/>
                  </a:lnTo>
                  <a:lnTo>
                    <a:pt x="83094" y="83001"/>
                  </a:lnTo>
                  <a:lnTo>
                    <a:pt x="80890" y="86213"/>
                  </a:lnTo>
                  <a:lnTo>
                    <a:pt x="79772" y="87905"/>
                  </a:lnTo>
                  <a:lnTo>
                    <a:pt x="78100" y="90436"/>
                  </a:lnTo>
                  <a:lnTo>
                    <a:pt x="74359" y="95655"/>
                  </a:lnTo>
                  <a:lnTo>
                    <a:pt x="73149" y="97404"/>
                  </a:lnTo>
                  <a:lnTo>
                    <a:pt x="67715" y="105255"/>
                  </a:lnTo>
                  <a:lnTo>
                    <a:pt x="66408" y="107144"/>
                  </a:lnTo>
                  <a:lnTo>
                    <a:pt x="64540" y="109785"/>
                  </a:lnTo>
                  <a:lnTo>
                    <a:pt x="62589" y="112543"/>
                  </a:lnTo>
                  <a:lnTo>
                    <a:pt x="59000" y="117411"/>
                  </a:lnTo>
                  <a:lnTo>
                    <a:pt x="58710" y="117758"/>
                  </a:lnTo>
                  <a:lnTo>
                    <a:pt x="55362" y="121760"/>
                  </a:lnTo>
                  <a:lnTo>
                    <a:pt x="54996" y="122197"/>
                  </a:lnTo>
                  <a:lnTo>
                    <a:pt x="54878" y="122338"/>
                  </a:lnTo>
                  <a:lnTo>
                    <a:pt x="47461" y="117239"/>
                  </a:lnTo>
                  <a:lnTo>
                    <a:pt x="45364" y="115798"/>
                  </a:lnTo>
                  <a:lnTo>
                    <a:pt x="41852" y="113384"/>
                  </a:lnTo>
                  <a:lnTo>
                    <a:pt x="41715" y="113290"/>
                  </a:lnTo>
                  <a:lnTo>
                    <a:pt x="35966" y="109338"/>
                  </a:lnTo>
                  <a:lnTo>
                    <a:pt x="33166" y="107413"/>
                  </a:lnTo>
                  <a:lnTo>
                    <a:pt x="30712" y="105726"/>
                  </a:lnTo>
                  <a:lnTo>
                    <a:pt x="30390" y="105505"/>
                  </a:lnTo>
                  <a:lnTo>
                    <a:pt x="30232" y="105396"/>
                  </a:lnTo>
                  <a:lnTo>
                    <a:pt x="24643" y="101554"/>
                  </a:lnTo>
                  <a:lnTo>
                    <a:pt x="24462" y="101430"/>
                  </a:lnTo>
                  <a:lnTo>
                    <a:pt x="18529" y="97352"/>
                  </a:lnTo>
                  <a:lnTo>
                    <a:pt x="15170" y="95042"/>
                  </a:lnTo>
                  <a:lnTo>
                    <a:pt x="13202" y="93690"/>
                  </a:lnTo>
                  <a:lnTo>
                    <a:pt x="12639" y="93302"/>
                  </a:lnTo>
                  <a:lnTo>
                    <a:pt x="12492" y="93202"/>
                  </a:lnTo>
                  <a:lnTo>
                    <a:pt x="9685" y="91272"/>
                  </a:lnTo>
                  <a:lnTo>
                    <a:pt x="4708" y="87809"/>
                  </a:lnTo>
                  <a:lnTo>
                    <a:pt x="3947" y="87279"/>
                  </a:lnTo>
                  <a:lnTo>
                    <a:pt x="0" y="84370"/>
                  </a:lnTo>
                  <a:lnTo>
                    <a:pt x="96" y="84230"/>
                  </a:lnTo>
                  <a:lnTo>
                    <a:pt x="12142" y="66662"/>
                  </a:lnTo>
                  <a:lnTo>
                    <a:pt x="28997" y="42084"/>
                  </a:lnTo>
                  <a:lnTo>
                    <a:pt x="29221" y="41756"/>
                  </a:lnTo>
                  <a:lnTo>
                    <a:pt x="33464" y="44674"/>
                  </a:lnTo>
                  <a:lnTo>
                    <a:pt x="41767" y="50385"/>
                  </a:lnTo>
                  <a:lnTo>
                    <a:pt x="44400" y="52196"/>
                  </a:lnTo>
                  <a:lnTo>
                    <a:pt x="47909" y="54609"/>
                  </a:lnTo>
                  <a:lnTo>
                    <a:pt x="48057" y="54710"/>
                  </a:lnTo>
                  <a:lnTo>
                    <a:pt x="52054" y="57460"/>
                  </a:lnTo>
                  <a:lnTo>
                    <a:pt x="53498" y="58453"/>
                  </a:lnTo>
                  <a:lnTo>
                    <a:pt x="55716" y="59978"/>
                  </a:lnTo>
                  <a:lnTo>
                    <a:pt x="56144" y="60272"/>
                  </a:lnTo>
                  <a:lnTo>
                    <a:pt x="59196" y="62372"/>
                  </a:lnTo>
                  <a:lnTo>
                    <a:pt x="59358" y="62483"/>
                  </a:lnTo>
                  <a:lnTo>
                    <a:pt x="59859" y="62828"/>
                  </a:lnTo>
                  <a:lnTo>
                    <a:pt x="64900" y="66295"/>
                  </a:lnTo>
                  <a:lnTo>
                    <a:pt x="65097" y="66430"/>
                  </a:lnTo>
                  <a:lnTo>
                    <a:pt x="65439" y="66665"/>
                  </a:lnTo>
                  <a:lnTo>
                    <a:pt x="65720" y="66242"/>
                  </a:lnTo>
                  <a:lnTo>
                    <a:pt x="65974" y="65859"/>
                  </a:lnTo>
                  <a:lnTo>
                    <a:pt x="77732" y="48144"/>
                  </a:lnTo>
                  <a:lnTo>
                    <a:pt x="78021" y="47708"/>
                  </a:lnTo>
                  <a:lnTo>
                    <a:pt x="78608" y="46823"/>
                  </a:lnTo>
                  <a:lnTo>
                    <a:pt x="81370" y="45203"/>
                  </a:lnTo>
                  <a:lnTo>
                    <a:pt x="82307" y="44653"/>
                  </a:lnTo>
                  <a:lnTo>
                    <a:pt x="82673" y="44435"/>
                  </a:lnTo>
                  <a:lnTo>
                    <a:pt x="82816" y="44224"/>
                  </a:lnTo>
                  <a:lnTo>
                    <a:pt x="83210" y="43644"/>
                  </a:lnTo>
                  <a:lnTo>
                    <a:pt x="92755" y="29603"/>
                  </a:lnTo>
                  <a:lnTo>
                    <a:pt x="93200" y="28948"/>
                  </a:lnTo>
                  <a:lnTo>
                    <a:pt x="93498" y="28509"/>
                  </a:lnTo>
                  <a:lnTo>
                    <a:pt x="94000" y="27771"/>
                  </a:lnTo>
                  <a:lnTo>
                    <a:pt x="100077" y="18830"/>
                  </a:lnTo>
                  <a:lnTo>
                    <a:pt x="105300" y="11146"/>
                  </a:lnTo>
                  <a:lnTo>
                    <a:pt x="110892" y="2920"/>
                  </a:lnTo>
                  <a:lnTo>
                    <a:pt x="111009" y="2748"/>
                  </a:lnTo>
                  <a:lnTo>
                    <a:pt x="112525" y="518"/>
                  </a:lnTo>
                  <a:lnTo>
                    <a:pt x="112700" y="259"/>
                  </a:lnTo>
                  <a:lnTo>
                    <a:pt x="112868" y="0"/>
                  </a:lnTo>
                  <a:lnTo>
                    <a:pt x="113373" y="325"/>
                  </a:lnTo>
                  <a:lnTo>
                    <a:pt x="119787" y="4448"/>
                  </a:lnTo>
                  <a:lnTo>
                    <a:pt x="120256" y="4749"/>
                  </a:lnTo>
                  <a:lnTo>
                    <a:pt x="120636" y="5002"/>
                  </a:lnTo>
                  <a:lnTo>
                    <a:pt x="121587" y="5686"/>
                  </a:lnTo>
                  <a:lnTo>
                    <a:pt x="126208" y="8757"/>
                  </a:lnTo>
                  <a:lnTo>
                    <a:pt x="131745" y="12436"/>
                  </a:lnTo>
                  <a:lnTo>
                    <a:pt x="137634" y="16370"/>
                  </a:lnTo>
                  <a:lnTo>
                    <a:pt x="143222" y="20104"/>
                  </a:lnTo>
                  <a:lnTo>
                    <a:pt x="143405" y="20226"/>
                  </a:lnTo>
                  <a:lnTo>
                    <a:pt x="143952" y="205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736756" y="3820924"/>
              <a:ext cx="126310" cy="181749"/>
            </a:xfrm>
            <a:custGeom>
              <a:avLst/>
              <a:pathLst>
                <a:path w="126310" h="181749">
                  <a:moveTo>
                    <a:pt x="82908" y="54837"/>
                  </a:moveTo>
                  <a:lnTo>
                    <a:pt x="85640" y="56718"/>
                  </a:lnTo>
                  <a:lnTo>
                    <a:pt x="88332" y="55151"/>
                  </a:lnTo>
                  <a:lnTo>
                    <a:pt x="88714" y="54928"/>
                  </a:lnTo>
                  <a:lnTo>
                    <a:pt x="90892" y="51396"/>
                  </a:lnTo>
                  <a:lnTo>
                    <a:pt x="91333" y="51742"/>
                  </a:lnTo>
                  <a:lnTo>
                    <a:pt x="94551" y="54266"/>
                  </a:lnTo>
                  <a:lnTo>
                    <a:pt x="104125" y="60745"/>
                  </a:lnTo>
                  <a:lnTo>
                    <a:pt x="107033" y="62670"/>
                  </a:lnTo>
                  <a:lnTo>
                    <a:pt x="111441" y="65590"/>
                  </a:lnTo>
                  <a:lnTo>
                    <a:pt x="123526" y="74127"/>
                  </a:lnTo>
                  <a:lnTo>
                    <a:pt x="126310" y="75859"/>
                  </a:lnTo>
                  <a:lnTo>
                    <a:pt x="123968" y="78993"/>
                  </a:lnTo>
                  <a:lnTo>
                    <a:pt x="121980" y="81653"/>
                  </a:lnTo>
                  <a:lnTo>
                    <a:pt x="116192" y="90242"/>
                  </a:lnTo>
                  <a:lnTo>
                    <a:pt x="122640" y="94610"/>
                  </a:lnTo>
                  <a:lnTo>
                    <a:pt x="118606" y="100815"/>
                  </a:lnTo>
                  <a:lnTo>
                    <a:pt x="113392" y="108811"/>
                  </a:lnTo>
                  <a:lnTo>
                    <a:pt x="106336" y="119632"/>
                  </a:lnTo>
                  <a:lnTo>
                    <a:pt x="106092" y="120007"/>
                  </a:lnTo>
                  <a:lnTo>
                    <a:pt x="105822" y="119833"/>
                  </a:lnTo>
                  <a:lnTo>
                    <a:pt x="105353" y="119532"/>
                  </a:lnTo>
                  <a:lnTo>
                    <a:pt x="98939" y="115409"/>
                  </a:lnTo>
                  <a:lnTo>
                    <a:pt x="98433" y="115084"/>
                  </a:lnTo>
                  <a:lnTo>
                    <a:pt x="98266" y="115343"/>
                  </a:lnTo>
                  <a:lnTo>
                    <a:pt x="98084" y="115611"/>
                  </a:lnTo>
                  <a:lnTo>
                    <a:pt x="96575" y="117832"/>
                  </a:lnTo>
                  <a:lnTo>
                    <a:pt x="96342" y="118175"/>
                  </a:lnTo>
                  <a:lnTo>
                    <a:pt x="90866" y="126230"/>
                  </a:lnTo>
                  <a:lnTo>
                    <a:pt x="85643" y="133914"/>
                  </a:lnTo>
                  <a:lnTo>
                    <a:pt x="79566" y="142855"/>
                  </a:lnTo>
                  <a:lnTo>
                    <a:pt x="79064" y="143593"/>
                  </a:lnTo>
                  <a:lnTo>
                    <a:pt x="78686" y="144150"/>
                  </a:lnTo>
                  <a:lnTo>
                    <a:pt x="78321" y="144687"/>
                  </a:lnTo>
                  <a:lnTo>
                    <a:pt x="68776" y="158729"/>
                  </a:lnTo>
                  <a:lnTo>
                    <a:pt x="68382" y="159308"/>
                  </a:lnTo>
                  <a:lnTo>
                    <a:pt x="68234" y="159525"/>
                  </a:lnTo>
                  <a:lnTo>
                    <a:pt x="67873" y="159737"/>
                  </a:lnTo>
                  <a:lnTo>
                    <a:pt x="66935" y="160287"/>
                  </a:lnTo>
                  <a:lnTo>
                    <a:pt x="64174" y="161907"/>
                  </a:lnTo>
                  <a:lnTo>
                    <a:pt x="63587" y="162792"/>
                  </a:lnTo>
                  <a:lnTo>
                    <a:pt x="63297" y="163228"/>
                  </a:lnTo>
                  <a:lnTo>
                    <a:pt x="51540" y="180943"/>
                  </a:lnTo>
                  <a:lnTo>
                    <a:pt x="51207" y="181444"/>
                  </a:lnTo>
                  <a:lnTo>
                    <a:pt x="51005" y="181749"/>
                  </a:lnTo>
                  <a:lnTo>
                    <a:pt x="50663" y="181514"/>
                  </a:lnTo>
                  <a:lnTo>
                    <a:pt x="50466" y="181379"/>
                  </a:lnTo>
                  <a:lnTo>
                    <a:pt x="45425" y="177912"/>
                  </a:lnTo>
                  <a:lnTo>
                    <a:pt x="44924" y="177567"/>
                  </a:lnTo>
                  <a:lnTo>
                    <a:pt x="44762" y="177456"/>
                  </a:lnTo>
                  <a:lnTo>
                    <a:pt x="41710" y="175356"/>
                  </a:lnTo>
                  <a:lnTo>
                    <a:pt x="41282" y="175062"/>
                  </a:lnTo>
                  <a:lnTo>
                    <a:pt x="39011" y="173500"/>
                  </a:lnTo>
                  <a:lnTo>
                    <a:pt x="37620" y="172544"/>
                  </a:lnTo>
                  <a:lnTo>
                    <a:pt x="33622" y="169794"/>
                  </a:lnTo>
                  <a:lnTo>
                    <a:pt x="33469" y="169689"/>
                  </a:lnTo>
                  <a:lnTo>
                    <a:pt x="29966" y="167280"/>
                  </a:lnTo>
                  <a:lnTo>
                    <a:pt x="27324" y="165463"/>
                  </a:lnTo>
                  <a:lnTo>
                    <a:pt x="19030" y="159758"/>
                  </a:lnTo>
                  <a:lnTo>
                    <a:pt x="14735" y="156807"/>
                  </a:lnTo>
                  <a:lnTo>
                    <a:pt x="15331" y="155949"/>
                  </a:lnTo>
                  <a:lnTo>
                    <a:pt x="28526" y="136967"/>
                  </a:lnTo>
                  <a:lnTo>
                    <a:pt x="29084" y="136165"/>
                  </a:lnTo>
                  <a:lnTo>
                    <a:pt x="40845" y="118920"/>
                  </a:lnTo>
                  <a:lnTo>
                    <a:pt x="42722" y="114289"/>
                  </a:lnTo>
                  <a:lnTo>
                    <a:pt x="42775" y="111690"/>
                  </a:lnTo>
                  <a:lnTo>
                    <a:pt x="42813" y="108583"/>
                  </a:lnTo>
                  <a:lnTo>
                    <a:pt x="42509" y="106991"/>
                  </a:lnTo>
                  <a:lnTo>
                    <a:pt x="41749" y="104234"/>
                  </a:lnTo>
                  <a:lnTo>
                    <a:pt x="40428" y="101517"/>
                  </a:lnTo>
                  <a:lnTo>
                    <a:pt x="29705" y="79461"/>
                  </a:lnTo>
                  <a:lnTo>
                    <a:pt x="17449" y="53910"/>
                  </a:lnTo>
                  <a:lnTo>
                    <a:pt x="9450" y="37235"/>
                  </a:lnTo>
                  <a:lnTo>
                    <a:pt x="9219" y="36734"/>
                  </a:lnTo>
                  <a:lnTo>
                    <a:pt x="9013" y="36286"/>
                  </a:lnTo>
                  <a:lnTo>
                    <a:pt x="8017" y="34123"/>
                  </a:lnTo>
                  <a:lnTo>
                    <a:pt x="3485" y="24282"/>
                  </a:lnTo>
                  <a:lnTo>
                    <a:pt x="2521" y="22189"/>
                  </a:lnTo>
                  <a:lnTo>
                    <a:pt x="547" y="17900"/>
                  </a:lnTo>
                  <a:lnTo>
                    <a:pt x="0" y="13799"/>
                  </a:lnTo>
                  <a:lnTo>
                    <a:pt x="116" y="10239"/>
                  </a:lnTo>
                  <a:lnTo>
                    <a:pt x="173" y="8485"/>
                  </a:lnTo>
                  <a:lnTo>
                    <a:pt x="303" y="4509"/>
                  </a:lnTo>
                  <a:lnTo>
                    <a:pt x="3418" y="0"/>
                  </a:lnTo>
                  <a:lnTo>
                    <a:pt x="4548" y="818"/>
                  </a:lnTo>
                  <a:lnTo>
                    <a:pt x="5776" y="1710"/>
                  </a:lnTo>
                  <a:lnTo>
                    <a:pt x="7061" y="2641"/>
                  </a:lnTo>
                  <a:lnTo>
                    <a:pt x="16259" y="9312"/>
                  </a:lnTo>
                  <a:lnTo>
                    <a:pt x="23615" y="14407"/>
                  </a:lnTo>
                  <a:lnTo>
                    <a:pt x="32256" y="20140"/>
                  </a:lnTo>
                  <a:lnTo>
                    <a:pt x="34749" y="21706"/>
                  </a:lnTo>
                  <a:lnTo>
                    <a:pt x="50538" y="32853"/>
                  </a:lnTo>
                  <a:lnTo>
                    <a:pt x="58717" y="38311"/>
                  </a:lnTo>
                  <a:lnTo>
                    <a:pt x="64816" y="42536"/>
                  </a:lnTo>
                  <a:lnTo>
                    <a:pt x="65976" y="43340"/>
                  </a:lnTo>
                  <a:lnTo>
                    <a:pt x="69598" y="45670"/>
                  </a:lnTo>
                  <a:lnTo>
                    <a:pt x="70292" y="46147"/>
                  </a:lnTo>
                  <a:lnTo>
                    <a:pt x="70874" y="46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582375" y="3743457"/>
              <a:ext cx="126090" cy="126591"/>
            </a:xfrm>
            <a:custGeom>
              <a:avLst/>
              <a:pathLst>
                <a:path w="126090" h="126591">
                  <a:moveTo>
                    <a:pt x="28479" y="7285"/>
                  </a:moveTo>
                  <a:lnTo>
                    <a:pt x="30611" y="4114"/>
                  </a:lnTo>
                  <a:lnTo>
                    <a:pt x="32316" y="4973"/>
                  </a:lnTo>
                  <a:lnTo>
                    <a:pt x="33532" y="5586"/>
                  </a:lnTo>
                  <a:lnTo>
                    <a:pt x="34743" y="5611"/>
                  </a:lnTo>
                  <a:lnTo>
                    <a:pt x="35541" y="5627"/>
                  </a:lnTo>
                  <a:lnTo>
                    <a:pt x="37135" y="5660"/>
                  </a:lnTo>
                  <a:lnTo>
                    <a:pt x="37486" y="5457"/>
                  </a:lnTo>
                  <a:lnTo>
                    <a:pt x="38329" y="4973"/>
                  </a:lnTo>
                  <a:lnTo>
                    <a:pt x="39549" y="4272"/>
                  </a:lnTo>
                  <a:lnTo>
                    <a:pt x="40570" y="3872"/>
                  </a:lnTo>
                  <a:lnTo>
                    <a:pt x="41511" y="3505"/>
                  </a:lnTo>
                  <a:lnTo>
                    <a:pt x="43224" y="2834"/>
                  </a:lnTo>
                  <a:lnTo>
                    <a:pt x="46598" y="2540"/>
                  </a:lnTo>
                  <a:lnTo>
                    <a:pt x="47690" y="3412"/>
                  </a:lnTo>
                  <a:lnTo>
                    <a:pt x="49740" y="5048"/>
                  </a:lnTo>
                  <a:lnTo>
                    <a:pt x="43422" y="10547"/>
                  </a:lnTo>
                  <a:lnTo>
                    <a:pt x="47469" y="14547"/>
                  </a:lnTo>
                  <a:lnTo>
                    <a:pt x="50910" y="16610"/>
                  </a:lnTo>
                  <a:lnTo>
                    <a:pt x="52465" y="14722"/>
                  </a:lnTo>
                  <a:lnTo>
                    <a:pt x="54380" y="13386"/>
                  </a:lnTo>
                  <a:lnTo>
                    <a:pt x="57666" y="15076"/>
                  </a:lnTo>
                  <a:lnTo>
                    <a:pt x="59934" y="16659"/>
                  </a:lnTo>
                  <a:lnTo>
                    <a:pt x="60409" y="16804"/>
                  </a:lnTo>
                  <a:lnTo>
                    <a:pt x="61206" y="14999"/>
                  </a:lnTo>
                  <a:lnTo>
                    <a:pt x="61634" y="13805"/>
                  </a:lnTo>
                  <a:lnTo>
                    <a:pt x="61740" y="13559"/>
                  </a:lnTo>
                  <a:lnTo>
                    <a:pt x="63903" y="15717"/>
                  </a:lnTo>
                  <a:lnTo>
                    <a:pt x="66623" y="12676"/>
                  </a:lnTo>
                  <a:lnTo>
                    <a:pt x="68641" y="10420"/>
                  </a:lnTo>
                  <a:lnTo>
                    <a:pt x="67458" y="13580"/>
                  </a:lnTo>
                  <a:lnTo>
                    <a:pt x="69894" y="16420"/>
                  </a:lnTo>
                  <a:lnTo>
                    <a:pt x="70564" y="17086"/>
                  </a:lnTo>
                  <a:lnTo>
                    <a:pt x="72444" y="15540"/>
                  </a:lnTo>
                  <a:lnTo>
                    <a:pt x="72630" y="15312"/>
                  </a:lnTo>
                  <a:lnTo>
                    <a:pt x="73261" y="14545"/>
                  </a:lnTo>
                  <a:lnTo>
                    <a:pt x="73572" y="14770"/>
                  </a:lnTo>
                  <a:lnTo>
                    <a:pt x="75298" y="16020"/>
                  </a:lnTo>
                  <a:lnTo>
                    <a:pt x="77451" y="17580"/>
                  </a:lnTo>
                  <a:lnTo>
                    <a:pt x="79389" y="19014"/>
                  </a:lnTo>
                  <a:lnTo>
                    <a:pt x="81357" y="20469"/>
                  </a:lnTo>
                  <a:lnTo>
                    <a:pt x="81689" y="19878"/>
                  </a:lnTo>
                  <a:lnTo>
                    <a:pt x="82202" y="19234"/>
                  </a:lnTo>
                  <a:lnTo>
                    <a:pt x="83063" y="18151"/>
                  </a:lnTo>
                  <a:lnTo>
                    <a:pt x="83211" y="17979"/>
                  </a:lnTo>
                  <a:lnTo>
                    <a:pt x="85054" y="15829"/>
                  </a:lnTo>
                  <a:lnTo>
                    <a:pt x="87581" y="13323"/>
                  </a:lnTo>
                  <a:lnTo>
                    <a:pt x="87874" y="13033"/>
                  </a:lnTo>
                  <a:lnTo>
                    <a:pt x="88109" y="12799"/>
                  </a:lnTo>
                  <a:lnTo>
                    <a:pt x="90326" y="10515"/>
                  </a:lnTo>
                  <a:lnTo>
                    <a:pt x="90510" y="10268"/>
                  </a:lnTo>
                  <a:lnTo>
                    <a:pt x="92646" y="7393"/>
                  </a:lnTo>
                  <a:lnTo>
                    <a:pt x="92848" y="7533"/>
                  </a:lnTo>
                  <a:lnTo>
                    <a:pt x="95500" y="9370"/>
                  </a:lnTo>
                  <a:lnTo>
                    <a:pt x="112568" y="21193"/>
                  </a:lnTo>
                  <a:lnTo>
                    <a:pt x="124039" y="29140"/>
                  </a:lnTo>
                  <a:lnTo>
                    <a:pt x="120324" y="34402"/>
                  </a:lnTo>
                  <a:lnTo>
                    <a:pt x="120061" y="34790"/>
                  </a:lnTo>
                  <a:lnTo>
                    <a:pt x="119440" y="36041"/>
                  </a:lnTo>
                  <a:lnTo>
                    <a:pt x="119503" y="36409"/>
                  </a:lnTo>
                  <a:lnTo>
                    <a:pt x="119565" y="36768"/>
                  </a:lnTo>
                  <a:lnTo>
                    <a:pt x="119706" y="37595"/>
                  </a:lnTo>
                  <a:lnTo>
                    <a:pt x="120064" y="38414"/>
                  </a:lnTo>
                  <a:lnTo>
                    <a:pt x="120391" y="39164"/>
                  </a:lnTo>
                  <a:lnTo>
                    <a:pt x="122265" y="43459"/>
                  </a:lnTo>
                  <a:lnTo>
                    <a:pt x="122954" y="45038"/>
                  </a:lnTo>
                  <a:lnTo>
                    <a:pt x="123468" y="46216"/>
                  </a:lnTo>
                  <a:lnTo>
                    <a:pt x="126090" y="48993"/>
                  </a:lnTo>
                  <a:lnTo>
                    <a:pt x="123454" y="50386"/>
                  </a:lnTo>
                  <a:lnTo>
                    <a:pt x="123259" y="50489"/>
                  </a:lnTo>
                  <a:lnTo>
                    <a:pt x="121539" y="48660"/>
                  </a:lnTo>
                  <a:lnTo>
                    <a:pt x="120903" y="47984"/>
                  </a:lnTo>
                  <a:lnTo>
                    <a:pt x="120350" y="47296"/>
                  </a:lnTo>
                  <a:lnTo>
                    <a:pt x="119760" y="46564"/>
                  </a:lnTo>
                  <a:lnTo>
                    <a:pt x="115357" y="42214"/>
                  </a:lnTo>
                  <a:lnTo>
                    <a:pt x="114888" y="41751"/>
                  </a:lnTo>
                  <a:lnTo>
                    <a:pt x="114679" y="41808"/>
                  </a:lnTo>
                  <a:lnTo>
                    <a:pt x="113278" y="43254"/>
                  </a:lnTo>
                  <a:lnTo>
                    <a:pt x="112554" y="44000"/>
                  </a:lnTo>
                  <a:lnTo>
                    <a:pt x="111771" y="44808"/>
                  </a:lnTo>
                  <a:lnTo>
                    <a:pt x="110171" y="46459"/>
                  </a:lnTo>
                  <a:lnTo>
                    <a:pt x="109535" y="47115"/>
                  </a:lnTo>
                  <a:lnTo>
                    <a:pt x="107197" y="49453"/>
                  </a:lnTo>
                  <a:lnTo>
                    <a:pt x="106814" y="49284"/>
                  </a:lnTo>
                  <a:lnTo>
                    <a:pt x="104920" y="48450"/>
                  </a:lnTo>
                  <a:lnTo>
                    <a:pt x="104608" y="49358"/>
                  </a:lnTo>
                  <a:lnTo>
                    <a:pt x="103921" y="51363"/>
                  </a:lnTo>
                  <a:lnTo>
                    <a:pt x="103398" y="52888"/>
                  </a:lnTo>
                  <a:lnTo>
                    <a:pt x="103097" y="53766"/>
                  </a:lnTo>
                  <a:lnTo>
                    <a:pt x="101619" y="58078"/>
                  </a:lnTo>
                  <a:lnTo>
                    <a:pt x="101246" y="59165"/>
                  </a:lnTo>
                  <a:lnTo>
                    <a:pt x="100739" y="60642"/>
                  </a:lnTo>
                  <a:lnTo>
                    <a:pt x="100522" y="61276"/>
                  </a:lnTo>
                  <a:lnTo>
                    <a:pt x="100360" y="61748"/>
                  </a:lnTo>
                  <a:lnTo>
                    <a:pt x="100283" y="61884"/>
                  </a:lnTo>
                  <a:lnTo>
                    <a:pt x="99909" y="62547"/>
                  </a:lnTo>
                  <a:lnTo>
                    <a:pt x="99307" y="63759"/>
                  </a:lnTo>
                  <a:lnTo>
                    <a:pt x="98523" y="65334"/>
                  </a:lnTo>
                  <a:lnTo>
                    <a:pt x="98211" y="65962"/>
                  </a:lnTo>
                  <a:lnTo>
                    <a:pt x="98856" y="66677"/>
                  </a:lnTo>
                  <a:lnTo>
                    <a:pt x="102899" y="70349"/>
                  </a:lnTo>
                  <a:lnTo>
                    <a:pt x="102496" y="70811"/>
                  </a:lnTo>
                  <a:lnTo>
                    <a:pt x="99402" y="74357"/>
                  </a:lnTo>
                  <a:lnTo>
                    <a:pt x="98102" y="75805"/>
                  </a:lnTo>
                  <a:lnTo>
                    <a:pt x="97599" y="76351"/>
                  </a:lnTo>
                  <a:lnTo>
                    <a:pt x="95079" y="79087"/>
                  </a:lnTo>
                  <a:lnTo>
                    <a:pt x="94009" y="80249"/>
                  </a:lnTo>
                  <a:lnTo>
                    <a:pt x="91966" y="82466"/>
                  </a:lnTo>
                  <a:lnTo>
                    <a:pt x="83836" y="92007"/>
                  </a:lnTo>
                  <a:lnTo>
                    <a:pt x="80556" y="95857"/>
                  </a:lnTo>
                  <a:lnTo>
                    <a:pt x="76315" y="100833"/>
                  </a:lnTo>
                  <a:lnTo>
                    <a:pt x="75948" y="101264"/>
                  </a:lnTo>
                  <a:lnTo>
                    <a:pt x="70825" y="107276"/>
                  </a:lnTo>
                  <a:lnTo>
                    <a:pt x="66676" y="112045"/>
                  </a:lnTo>
                  <a:lnTo>
                    <a:pt x="59102" y="121128"/>
                  </a:lnTo>
                  <a:lnTo>
                    <a:pt x="54548" y="126591"/>
                  </a:lnTo>
                  <a:lnTo>
                    <a:pt x="48392" y="120865"/>
                  </a:lnTo>
                  <a:lnTo>
                    <a:pt x="45158" y="118208"/>
                  </a:lnTo>
                  <a:lnTo>
                    <a:pt x="38065" y="112382"/>
                  </a:lnTo>
                  <a:lnTo>
                    <a:pt x="34951" y="110040"/>
                  </a:lnTo>
                  <a:lnTo>
                    <a:pt x="28741" y="105368"/>
                  </a:lnTo>
                  <a:lnTo>
                    <a:pt x="23900" y="101661"/>
                  </a:lnTo>
                  <a:lnTo>
                    <a:pt x="17587" y="96825"/>
                  </a:lnTo>
                  <a:lnTo>
                    <a:pt x="17250" y="96567"/>
                  </a:lnTo>
                  <a:lnTo>
                    <a:pt x="11106" y="91018"/>
                  </a:lnTo>
                  <a:lnTo>
                    <a:pt x="8851" y="88981"/>
                  </a:lnTo>
                  <a:lnTo>
                    <a:pt x="4421" y="84538"/>
                  </a:lnTo>
                  <a:lnTo>
                    <a:pt x="7383" y="81268"/>
                  </a:lnTo>
                  <a:lnTo>
                    <a:pt x="10981" y="77295"/>
                  </a:lnTo>
                  <a:lnTo>
                    <a:pt x="12732" y="75362"/>
                  </a:lnTo>
                  <a:lnTo>
                    <a:pt x="14133" y="73931"/>
                  </a:lnTo>
                  <a:lnTo>
                    <a:pt x="16532" y="71478"/>
                  </a:lnTo>
                  <a:lnTo>
                    <a:pt x="19019" y="68614"/>
                  </a:lnTo>
                  <a:lnTo>
                    <a:pt x="19429" y="68142"/>
                  </a:lnTo>
                  <a:lnTo>
                    <a:pt x="19904" y="67595"/>
                  </a:lnTo>
                  <a:lnTo>
                    <a:pt x="16686" y="64162"/>
                  </a:lnTo>
                  <a:lnTo>
                    <a:pt x="14823" y="62175"/>
                  </a:lnTo>
                  <a:lnTo>
                    <a:pt x="15168" y="61784"/>
                  </a:lnTo>
                  <a:lnTo>
                    <a:pt x="15764" y="61111"/>
                  </a:lnTo>
                  <a:lnTo>
                    <a:pt x="15448" y="60762"/>
                  </a:lnTo>
                  <a:lnTo>
                    <a:pt x="13350" y="58444"/>
                  </a:lnTo>
                  <a:lnTo>
                    <a:pt x="12477" y="55705"/>
                  </a:lnTo>
                  <a:lnTo>
                    <a:pt x="11717" y="52186"/>
                  </a:lnTo>
                  <a:lnTo>
                    <a:pt x="11785" y="50796"/>
                  </a:lnTo>
                  <a:lnTo>
                    <a:pt x="13848" y="48424"/>
                  </a:lnTo>
                  <a:lnTo>
                    <a:pt x="13970" y="48275"/>
                  </a:lnTo>
                  <a:lnTo>
                    <a:pt x="12592" y="46508"/>
                  </a:lnTo>
                  <a:lnTo>
                    <a:pt x="12416" y="46281"/>
                  </a:lnTo>
                  <a:lnTo>
                    <a:pt x="12254" y="45732"/>
                  </a:lnTo>
                  <a:lnTo>
                    <a:pt x="10962" y="40042"/>
                  </a:lnTo>
                  <a:lnTo>
                    <a:pt x="10857" y="38340"/>
                  </a:lnTo>
                  <a:lnTo>
                    <a:pt x="10670" y="35304"/>
                  </a:lnTo>
                  <a:lnTo>
                    <a:pt x="10572" y="33711"/>
                  </a:lnTo>
                  <a:lnTo>
                    <a:pt x="9219" y="29165"/>
                  </a:lnTo>
                  <a:lnTo>
                    <a:pt x="10378" y="26392"/>
                  </a:lnTo>
                  <a:lnTo>
                    <a:pt x="7515" y="25839"/>
                  </a:lnTo>
                  <a:lnTo>
                    <a:pt x="6764" y="25694"/>
                  </a:lnTo>
                  <a:lnTo>
                    <a:pt x="7375" y="22277"/>
                  </a:lnTo>
                  <a:lnTo>
                    <a:pt x="7847" y="19635"/>
                  </a:lnTo>
                  <a:lnTo>
                    <a:pt x="7262" y="19429"/>
                  </a:lnTo>
                  <a:lnTo>
                    <a:pt x="6194" y="19052"/>
                  </a:lnTo>
                  <a:lnTo>
                    <a:pt x="6878" y="13984"/>
                  </a:lnTo>
                  <a:lnTo>
                    <a:pt x="7015" y="11371"/>
                  </a:lnTo>
                  <a:lnTo>
                    <a:pt x="7049" y="10722"/>
                  </a:lnTo>
                  <a:lnTo>
                    <a:pt x="4907" y="11337"/>
                  </a:lnTo>
                  <a:lnTo>
                    <a:pt x="1577" y="12295"/>
                  </a:lnTo>
                  <a:lnTo>
                    <a:pt x="0" y="8260"/>
                  </a:lnTo>
                  <a:lnTo>
                    <a:pt x="4386" y="0"/>
                  </a:lnTo>
                  <a:lnTo>
                    <a:pt x="10211" y="1538"/>
                  </a:lnTo>
                  <a:lnTo>
                    <a:pt x="13660" y="2449"/>
                  </a:lnTo>
                  <a:lnTo>
                    <a:pt x="18021" y="4634"/>
                  </a:lnTo>
                  <a:lnTo>
                    <a:pt x="19473" y="53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455671" y="3700993"/>
              <a:ext cx="110807" cy="128142"/>
            </a:xfrm>
            <a:custGeom>
              <a:avLst/>
              <a:pathLst>
                <a:path w="110807" h="128142">
                  <a:moveTo>
                    <a:pt x="105218" y="71172"/>
                  </a:moveTo>
                  <a:lnTo>
                    <a:pt x="104888" y="72153"/>
                  </a:lnTo>
                  <a:lnTo>
                    <a:pt x="104286" y="73941"/>
                  </a:lnTo>
                  <a:lnTo>
                    <a:pt x="104149" y="74349"/>
                  </a:lnTo>
                  <a:lnTo>
                    <a:pt x="104029" y="74706"/>
                  </a:lnTo>
                  <a:lnTo>
                    <a:pt x="103976" y="74864"/>
                  </a:lnTo>
                  <a:lnTo>
                    <a:pt x="103843" y="76359"/>
                  </a:lnTo>
                  <a:lnTo>
                    <a:pt x="103843" y="78553"/>
                  </a:lnTo>
                  <a:lnTo>
                    <a:pt x="103197" y="82224"/>
                  </a:lnTo>
                  <a:lnTo>
                    <a:pt x="101994" y="81772"/>
                  </a:lnTo>
                  <a:lnTo>
                    <a:pt x="99475" y="76993"/>
                  </a:lnTo>
                  <a:lnTo>
                    <a:pt x="96830" y="72345"/>
                  </a:lnTo>
                  <a:lnTo>
                    <a:pt x="96713" y="72140"/>
                  </a:lnTo>
                  <a:lnTo>
                    <a:pt x="92545" y="71572"/>
                  </a:lnTo>
                  <a:lnTo>
                    <a:pt x="92165" y="71534"/>
                  </a:lnTo>
                  <a:lnTo>
                    <a:pt x="91984" y="71961"/>
                  </a:lnTo>
                  <a:lnTo>
                    <a:pt x="85147" y="72665"/>
                  </a:lnTo>
                  <a:lnTo>
                    <a:pt x="85530" y="74571"/>
                  </a:lnTo>
                  <a:lnTo>
                    <a:pt x="85408" y="77394"/>
                  </a:lnTo>
                  <a:lnTo>
                    <a:pt x="85375" y="78166"/>
                  </a:lnTo>
                  <a:lnTo>
                    <a:pt x="84323" y="80652"/>
                  </a:lnTo>
                  <a:lnTo>
                    <a:pt x="84085" y="81145"/>
                  </a:lnTo>
                  <a:lnTo>
                    <a:pt x="83732" y="81877"/>
                  </a:lnTo>
                  <a:lnTo>
                    <a:pt x="84659" y="86480"/>
                  </a:lnTo>
                  <a:lnTo>
                    <a:pt x="87043" y="91309"/>
                  </a:lnTo>
                  <a:lnTo>
                    <a:pt x="87244" y="92018"/>
                  </a:lnTo>
                  <a:lnTo>
                    <a:pt x="87708" y="93659"/>
                  </a:lnTo>
                  <a:lnTo>
                    <a:pt x="87826" y="94718"/>
                  </a:lnTo>
                  <a:lnTo>
                    <a:pt x="88031" y="96558"/>
                  </a:lnTo>
                  <a:lnTo>
                    <a:pt x="84826" y="97402"/>
                  </a:lnTo>
                  <a:lnTo>
                    <a:pt x="88753" y="102898"/>
                  </a:lnTo>
                  <a:lnTo>
                    <a:pt x="85495" y="103015"/>
                  </a:lnTo>
                  <a:lnTo>
                    <a:pt x="83381" y="102922"/>
                  </a:lnTo>
                  <a:lnTo>
                    <a:pt x="83431" y="106287"/>
                  </a:lnTo>
                  <a:lnTo>
                    <a:pt x="83239" y="108406"/>
                  </a:lnTo>
                  <a:lnTo>
                    <a:pt x="83224" y="109753"/>
                  </a:lnTo>
                  <a:lnTo>
                    <a:pt x="83103" y="113423"/>
                  </a:lnTo>
                  <a:lnTo>
                    <a:pt x="83723" y="113598"/>
                  </a:lnTo>
                  <a:lnTo>
                    <a:pt x="82177" y="119139"/>
                  </a:lnTo>
                  <a:lnTo>
                    <a:pt x="81985" y="120508"/>
                  </a:lnTo>
                  <a:lnTo>
                    <a:pt x="83239" y="120559"/>
                  </a:lnTo>
                  <a:lnTo>
                    <a:pt x="85472" y="120467"/>
                  </a:lnTo>
                  <a:lnTo>
                    <a:pt x="85821" y="120453"/>
                  </a:lnTo>
                  <a:lnTo>
                    <a:pt x="90153" y="119229"/>
                  </a:lnTo>
                  <a:lnTo>
                    <a:pt x="93401" y="122006"/>
                  </a:lnTo>
                  <a:lnTo>
                    <a:pt x="92857" y="122730"/>
                  </a:lnTo>
                  <a:lnTo>
                    <a:pt x="89317" y="127443"/>
                  </a:lnTo>
                  <a:lnTo>
                    <a:pt x="88690" y="128142"/>
                  </a:lnTo>
                  <a:lnTo>
                    <a:pt x="86144" y="126201"/>
                  </a:lnTo>
                  <a:lnTo>
                    <a:pt x="84434" y="125599"/>
                  </a:lnTo>
                  <a:lnTo>
                    <a:pt x="79095" y="125520"/>
                  </a:lnTo>
                  <a:lnTo>
                    <a:pt x="77823" y="125501"/>
                  </a:lnTo>
                  <a:lnTo>
                    <a:pt x="74422" y="124239"/>
                  </a:lnTo>
                  <a:lnTo>
                    <a:pt x="70701" y="122567"/>
                  </a:lnTo>
                  <a:lnTo>
                    <a:pt x="69065" y="121831"/>
                  </a:lnTo>
                  <a:lnTo>
                    <a:pt x="62302" y="119559"/>
                  </a:lnTo>
                  <a:lnTo>
                    <a:pt x="58904" y="118949"/>
                  </a:lnTo>
                  <a:lnTo>
                    <a:pt x="58230" y="118648"/>
                  </a:lnTo>
                  <a:lnTo>
                    <a:pt x="57613" y="118774"/>
                  </a:lnTo>
                  <a:lnTo>
                    <a:pt x="56940" y="120957"/>
                  </a:lnTo>
                  <a:lnTo>
                    <a:pt x="52797" y="118570"/>
                  </a:lnTo>
                  <a:lnTo>
                    <a:pt x="50488" y="115278"/>
                  </a:lnTo>
                  <a:lnTo>
                    <a:pt x="49475" y="111213"/>
                  </a:lnTo>
                  <a:lnTo>
                    <a:pt x="48401" y="111849"/>
                  </a:lnTo>
                  <a:lnTo>
                    <a:pt x="46131" y="112937"/>
                  </a:lnTo>
                  <a:lnTo>
                    <a:pt x="44203" y="114053"/>
                  </a:lnTo>
                  <a:lnTo>
                    <a:pt x="43026" y="111276"/>
                  </a:lnTo>
                  <a:lnTo>
                    <a:pt x="42917" y="111019"/>
                  </a:lnTo>
                  <a:lnTo>
                    <a:pt x="41513" y="111845"/>
                  </a:lnTo>
                  <a:lnTo>
                    <a:pt x="37283" y="114330"/>
                  </a:lnTo>
                  <a:lnTo>
                    <a:pt x="36116" y="115016"/>
                  </a:lnTo>
                  <a:lnTo>
                    <a:pt x="35878" y="115155"/>
                  </a:lnTo>
                  <a:lnTo>
                    <a:pt x="33970" y="115958"/>
                  </a:lnTo>
                  <a:lnTo>
                    <a:pt x="32587" y="116539"/>
                  </a:lnTo>
                  <a:lnTo>
                    <a:pt x="31005" y="113743"/>
                  </a:lnTo>
                  <a:lnTo>
                    <a:pt x="30014" y="111950"/>
                  </a:lnTo>
                  <a:lnTo>
                    <a:pt x="29281" y="110626"/>
                  </a:lnTo>
                  <a:lnTo>
                    <a:pt x="28454" y="109571"/>
                  </a:lnTo>
                  <a:lnTo>
                    <a:pt x="27671" y="108572"/>
                  </a:lnTo>
                  <a:lnTo>
                    <a:pt x="26282" y="107135"/>
                  </a:lnTo>
                  <a:lnTo>
                    <a:pt x="25830" y="106666"/>
                  </a:lnTo>
                  <a:lnTo>
                    <a:pt x="25448" y="106271"/>
                  </a:lnTo>
                  <a:lnTo>
                    <a:pt x="23738" y="103802"/>
                  </a:lnTo>
                  <a:lnTo>
                    <a:pt x="22631" y="102205"/>
                  </a:lnTo>
                  <a:lnTo>
                    <a:pt x="22447" y="101940"/>
                  </a:lnTo>
                  <a:lnTo>
                    <a:pt x="21077" y="99962"/>
                  </a:lnTo>
                  <a:lnTo>
                    <a:pt x="20743" y="99351"/>
                  </a:lnTo>
                  <a:lnTo>
                    <a:pt x="20584" y="99060"/>
                  </a:lnTo>
                  <a:lnTo>
                    <a:pt x="19272" y="96660"/>
                  </a:lnTo>
                  <a:lnTo>
                    <a:pt x="12652" y="81646"/>
                  </a:lnTo>
                  <a:lnTo>
                    <a:pt x="13153" y="70643"/>
                  </a:lnTo>
                  <a:lnTo>
                    <a:pt x="19764" y="70410"/>
                  </a:lnTo>
                  <a:lnTo>
                    <a:pt x="19431" y="63201"/>
                  </a:lnTo>
                  <a:lnTo>
                    <a:pt x="14609" y="62180"/>
                  </a:lnTo>
                  <a:lnTo>
                    <a:pt x="13288" y="61901"/>
                  </a:lnTo>
                  <a:lnTo>
                    <a:pt x="8210" y="61334"/>
                  </a:lnTo>
                  <a:lnTo>
                    <a:pt x="8090" y="57377"/>
                  </a:lnTo>
                  <a:lnTo>
                    <a:pt x="7923" y="51881"/>
                  </a:lnTo>
                  <a:lnTo>
                    <a:pt x="7787" y="47407"/>
                  </a:lnTo>
                  <a:lnTo>
                    <a:pt x="7039" y="37155"/>
                  </a:lnTo>
                  <a:lnTo>
                    <a:pt x="5614" y="27834"/>
                  </a:lnTo>
                  <a:lnTo>
                    <a:pt x="3243" y="16722"/>
                  </a:lnTo>
                  <a:lnTo>
                    <a:pt x="2195" y="11813"/>
                  </a:lnTo>
                  <a:lnTo>
                    <a:pt x="0" y="0"/>
                  </a:lnTo>
                  <a:lnTo>
                    <a:pt x="8749" y="745"/>
                  </a:lnTo>
                  <a:lnTo>
                    <a:pt x="21573" y="1910"/>
                  </a:lnTo>
                  <a:lnTo>
                    <a:pt x="32687" y="3075"/>
                  </a:lnTo>
                  <a:lnTo>
                    <a:pt x="52350" y="8318"/>
                  </a:lnTo>
                  <a:lnTo>
                    <a:pt x="83981" y="14144"/>
                  </a:lnTo>
                  <a:lnTo>
                    <a:pt x="96840" y="16227"/>
                  </a:lnTo>
                  <a:lnTo>
                    <a:pt x="107349" y="17930"/>
                  </a:lnTo>
                  <a:lnTo>
                    <a:pt x="105589" y="24831"/>
                  </a:lnTo>
                  <a:lnTo>
                    <a:pt x="109038" y="30685"/>
                  </a:lnTo>
                  <a:lnTo>
                    <a:pt x="105361" y="33803"/>
                  </a:lnTo>
                  <a:lnTo>
                    <a:pt x="105330" y="34052"/>
                  </a:lnTo>
                  <a:lnTo>
                    <a:pt x="110237" y="41578"/>
                  </a:lnTo>
                  <a:lnTo>
                    <a:pt x="110807" y="42404"/>
                  </a:lnTo>
                  <a:lnTo>
                    <a:pt x="108149" y="46466"/>
                  </a:lnTo>
                  <a:lnTo>
                    <a:pt x="106225" y="49407"/>
                  </a:lnTo>
                  <a:lnTo>
                    <a:pt x="104612" y="51872"/>
                  </a:lnTo>
                  <a:lnTo>
                    <a:pt x="105319" y="52818"/>
                  </a:lnTo>
                  <a:lnTo>
                    <a:pt x="105433" y="52971"/>
                  </a:lnTo>
                  <a:lnTo>
                    <a:pt x="107543" y="55794"/>
                  </a:lnTo>
                  <a:lnTo>
                    <a:pt x="103592" y="56451"/>
                  </a:lnTo>
                  <a:lnTo>
                    <a:pt x="103353" y="57714"/>
                  </a:lnTo>
                  <a:lnTo>
                    <a:pt x="103269" y="58154"/>
                  </a:lnTo>
                  <a:lnTo>
                    <a:pt x="103032" y="59401"/>
                  </a:lnTo>
                  <a:lnTo>
                    <a:pt x="103184" y="61615"/>
                  </a:lnTo>
                  <a:lnTo>
                    <a:pt x="103219" y="62389"/>
                  </a:lnTo>
                  <a:lnTo>
                    <a:pt x="103289" y="63983"/>
                  </a:lnTo>
                  <a:lnTo>
                    <a:pt x="103739" y="65790"/>
                  </a:lnTo>
                  <a:lnTo>
                    <a:pt x="103907" y="67090"/>
                  </a:lnTo>
                  <a:lnTo>
                    <a:pt x="104264" y="68967"/>
                  </a:lnTo>
                  <a:lnTo>
                    <a:pt x="104643" y="69260"/>
                  </a:lnTo>
                  <a:lnTo>
                    <a:pt x="105139" y="7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488259" y="3812013"/>
              <a:ext cx="111012" cy="120378"/>
            </a:xfrm>
            <a:custGeom>
              <a:avLst/>
              <a:pathLst>
                <a:path w="111012" h="120378">
                  <a:moveTo>
                    <a:pt x="10439" y="256"/>
                  </a:moveTo>
                  <a:lnTo>
                    <a:pt x="11615" y="3034"/>
                  </a:lnTo>
                  <a:lnTo>
                    <a:pt x="13544" y="1917"/>
                  </a:lnTo>
                  <a:lnTo>
                    <a:pt x="15814" y="830"/>
                  </a:lnTo>
                  <a:lnTo>
                    <a:pt x="16887" y="194"/>
                  </a:lnTo>
                  <a:lnTo>
                    <a:pt x="17901" y="4259"/>
                  </a:lnTo>
                  <a:lnTo>
                    <a:pt x="20209" y="7550"/>
                  </a:lnTo>
                  <a:lnTo>
                    <a:pt x="24352" y="9937"/>
                  </a:lnTo>
                  <a:lnTo>
                    <a:pt x="25025" y="7754"/>
                  </a:lnTo>
                  <a:lnTo>
                    <a:pt x="25643" y="7628"/>
                  </a:lnTo>
                  <a:lnTo>
                    <a:pt x="26317" y="7929"/>
                  </a:lnTo>
                  <a:lnTo>
                    <a:pt x="29714" y="8540"/>
                  </a:lnTo>
                  <a:lnTo>
                    <a:pt x="36477" y="10812"/>
                  </a:lnTo>
                  <a:lnTo>
                    <a:pt x="38114" y="11547"/>
                  </a:lnTo>
                  <a:lnTo>
                    <a:pt x="41835" y="13219"/>
                  </a:lnTo>
                  <a:lnTo>
                    <a:pt x="45235" y="14482"/>
                  </a:lnTo>
                  <a:lnTo>
                    <a:pt x="46507" y="14500"/>
                  </a:lnTo>
                  <a:lnTo>
                    <a:pt x="51847" y="14579"/>
                  </a:lnTo>
                  <a:lnTo>
                    <a:pt x="53557" y="15181"/>
                  </a:lnTo>
                  <a:lnTo>
                    <a:pt x="56102" y="17123"/>
                  </a:lnTo>
                  <a:lnTo>
                    <a:pt x="56729" y="16424"/>
                  </a:lnTo>
                  <a:lnTo>
                    <a:pt x="57508" y="16987"/>
                  </a:lnTo>
                  <a:lnTo>
                    <a:pt x="62092" y="20928"/>
                  </a:lnTo>
                  <a:lnTo>
                    <a:pt x="62624" y="21386"/>
                  </a:lnTo>
                  <a:lnTo>
                    <a:pt x="63013" y="21720"/>
                  </a:lnTo>
                  <a:lnTo>
                    <a:pt x="65692" y="24079"/>
                  </a:lnTo>
                  <a:lnTo>
                    <a:pt x="63736" y="26544"/>
                  </a:lnTo>
                  <a:lnTo>
                    <a:pt x="62272" y="28390"/>
                  </a:lnTo>
                  <a:lnTo>
                    <a:pt x="57057" y="34682"/>
                  </a:lnTo>
                  <a:lnTo>
                    <a:pt x="57483" y="35031"/>
                  </a:lnTo>
                  <a:lnTo>
                    <a:pt x="62085" y="38802"/>
                  </a:lnTo>
                  <a:lnTo>
                    <a:pt x="65686" y="41440"/>
                  </a:lnTo>
                  <a:lnTo>
                    <a:pt x="67195" y="42545"/>
                  </a:lnTo>
                  <a:lnTo>
                    <a:pt x="67503" y="42809"/>
                  </a:lnTo>
                  <a:lnTo>
                    <a:pt x="74716" y="49011"/>
                  </a:lnTo>
                  <a:lnTo>
                    <a:pt x="75782" y="49943"/>
                  </a:lnTo>
                  <a:lnTo>
                    <a:pt x="70349" y="55910"/>
                  </a:lnTo>
                  <a:lnTo>
                    <a:pt x="66816" y="56781"/>
                  </a:lnTo>
                  <a:lnTo>
                    <a:pt x="67647" y="60058"/>
                  </a:lnTo>
                  <a:lnTo>
                    <a:pt x="66982" y="61186"/>
                  </a:lnTo>
                  <a:lnTo>
                    <a:pt x="67006" y="62691"/>
                  </a:lnTo>
                  <a:lnTo>
                    <a:pt x="67041" y="63501"/>
                  </a:lnTo>
                  <a:lnTo>
                    <a:pt x="67077" y="64342"/>
                  </a:lnTo>
                  <a:lnTo>
                    <a:pt x="66982" y="65677"/>
                  </a:lnTo>
                  <a:lnTo>
                    <a:pt x="66999" y="66291"/>
                  </a:lnTo>
                  <a:lnTo>
                    <a:pt x="67006" y="66575"/>
                  </a:lnTo>
                  <a:lnTo>
                    <a:pt x="66720" y="67097"/>
                  </a:lnTo>
                  <a:lnTo>
                    <a:pt x="66127" y="68177"/>
                  </a:lnTo>
                  <a:lnTo>
                    <a:pt x="66032" y="69100"/>
                  </a:lnTo>
                  <a:lnTo>
                    <a:pt x="68291" y="70502"/>
                  </a:lnTo>
                  <a:lnTo>
                    <a:pt x="68444" y="70597"/>
                  </a:lnTo>
                  <a:lnTo>
                    <a:pt x="70449" y="71843"/>
                  </a:lnTo>
                  <a:lnTo>
                    <a:pt x="73180" y="72279"/>
                  </a:lnTo>
                  <a:lnTo>
                    <a:pt x="75292" y="72166"/>
                  </a:lnTo>
                  <a:lnTo>
                    <a:pt x="75888" y="72134"/>
                  </a:lnTo>
                  <a:lnTo>
                    <a:pt x="76976" y="72232"/>
                  </a:lnTo>
                  <a:lnTo>
                    <a:pt x="78345" y="72356"/>
                  </a:lnTo>
                  <a:lnTo>
                    <a:pt x="80732" y="72207"/>
                  </a:lnTo>
                  <a:lnTo>
                    <a:pt x="80512" y="71462"/>
                  </a:lnTo>
                  <a:lnTo>
                    <a:pt x="82542" y="70418"/>
                  </a:lnTo>
                  <a:lnTo>
                    <a:pt x="87906" y="69731"/>
                  </a:lnTo>
                  <a:lnTo>
                    <a:pt x="87917" y="69253"/>
                  </a:lnTo>
                  <a:lnTo>
                    <a:pt x="89780" y="69211"/>
                  </a:lnTo>
                  <a:lnTo>
                    <a:pt x="90838" y="69187"/>
                  </a:lnTo>
                  <a:lnTo>
                    <a:pt x="91334" y="69176"/>
                  </a:lnTo>
                  <a:lnTo>
                    <a:pt x="92391" y="69152"/>
                  </a:lnTo>
                  <a:lnTo>
                    <a:pt x="95070" y="69092"/>
                  </a:lnTo>
                  <a:lnTo>
                    <a:pt x="95042" y="71624"/>
                  </a:lnTo>
                  <a:lnTo>
                    <a:pt x="96290" y="71831"/>
                  </a:lnTo>
                  <a:lnTo>
                    <a:pt x="100023" y="72450"/>
                  </a:lnTo>
                  <a:lnTo>
                    <a:pt x="101096" y="73194"/>
                  </a:lnTo>
                  <a:lnTo>
                    <a:pt x="101399" y="73395"/>
                  </a:lnTo>
                  <a:lnTo>
                    <a:pt x="102264" y="73852"/>
                  </a:lnTo>
                  <a:lnTo>
                    <a:pt x="102550" y="74002"/>
                  </a:lnTo>
                  <a:lnTo>
                    <a:pt x="103630" y="74572"/>
                  </a:lnTo>
                  <a:lnTo>
                    <a:pt x="103916" y="74722"/>
                  </a:lnTo>
                  <a:lnTo>
                    <a:pt x="104228" y="74887"/>
                  </a:lnTo>
                  <a:lnTo>
                    <a:pt x="107296" y="76275"/>
                  </a:lnTo>
                  <a:lnTo>
                    <a:pt x="107755" y="76427"/>
                  </a:lnTo>
                  <a:lnTo>
                    <a:pt x="109630" y="77045"/>
                  </a:lnTo>
                  <a:lnTo>
                    <a:pt x="111012" y="80819"/>
                  </a:lnTo>
                  <a:lnTo>
                    <a:pt x="110359" y="82605"/>
                  </a:lnTo>
                  <a:lnTo>
                    <a:pt x="109720" y="84349"/>
                  </a:lnTo>
                  <a:lnTo>
                    <a:pt x="109728" y="84752"/>
                  </a:lnTo>
                  <a:lnTo>
                    <a:pt x="109739" y="85280"/>
                  </a:lnTo>
                  <a:lnTo>
                    <a:pt x="109754" y="86011"/>
                  </a:lnTo>
                  <a:lnTo>
                    <a:pt x="109758" y="86213"/>
                  </a:lnTo>
                  <a:lnTo>
                    <a:pt x="108156" y="88588"/>
                  </a:lnTo>
                  <a:lnTo>
                    <a:pt x="107668" y="89311"/>
                  </a:lnTo>
                  <a:lnTo>
                    <a:pt x="107211" y="89839"/>
                  </a:lnTo>
                  <a:lnTo>
                    <a:pt x="106807" y="90405"/>
                  </a:lnTo>
                  <a:lnTo>
                    <a:pt x="106374" y="91169"/>
                  </a:lnTo>
                  <a:lnTo>
                    <a:pt x="106281" y="91392"/>
                  </a:lnTo>
                  <a:lnTo>
                    <a:pt x="106032" y="91981"/>
                  </a:lnTo>
                  <a:lnTo>
                    <a:pt x="105770" y="92901"/>
                  </a:lnTo>
                  <a:lnTo>
                    <a:pt x="105663" y="93597"/>
                  </a:lnTo>
                  <a:lnTo>
                    <a:pt x="105624" y="93850"/>
                  </a:lnTo>
                  <a:lnTo>
                    <a:pt x="105616" y="94162"/>
                  </a:lnTo>
                  <a:lnTo>
                    <a:pt x="105598" y="94809"/>
                  </a:lnTo>
                  <a:lnTo>
                    <a:pt x="105693" y="95763"/>
                  </a:lnTo>
                  <a:lnTo>
                    <a:pt x="105953" y="96581"/>
                  </a:lnTo>
                  <a:lnTo>
                    <a:pt x="106120" y="97103"/>
                  </a:lnTo>
                  <a:lnTo>
                    <a:pt x="106215" y="97401"/>
                  </a:lnTo>
                  <a:lnTo>
                    <a:pt x="106880" y="100035"/>
                  </a:lnTo>
                  <a:lnTo>
                    <a:pt x="106675" y="101237"/>
                  </a:lnTo>
                  <a:lnTo>
                    <a:pt x="108041" y="109001"/>
                  </a:lnTo>
                  <a:lnTo>
                    <a:pt x="108243" y="109805"/>
                  </a:lnTo>
                  <a:lnTo>
                    <a:pt x="108351" y="110235"/>
                  </a:lnTo>
                  <a:lnTo>
                    <a:pt x="107880" y="110304"/>
                  </a:lnTo>
                  <a:lnTo>
                    <a:pt x="106992" y="110434"/>
                  </a:lnTo>
                  <a:lnTo>
                    <a:pt x="104092" y="110859"/>
                  </a:lnTo>
                  <a:lnTo>
                    <a:pt x="101549" y="111232"/>
                  </a:lnTo>
                  <a:lnTo>
                    <a:pt x="99905" y="111473"/>
                  </a:lnTo>
                  <a:lnTo>
                    <a:pt x="94981" y="112194"/>
                  </a:lnTo>
                  <a:lnTo>
                    <a:pt x="94702" y="112235"/>
                  </a:lnTo>
                  <a:lnTo>
                    <a:pt x="92983" y="112487"/>
                  </a:lnTo>
                  <a:lnTo>
                    <a:pt x="92811" y="112510"/>
                  </a:lnTo>
                  <a:lnTo>
                    <a:pt x="86391" y="113371"/>
                  </a:lnTo>
                  <a:lnTo>
                    <a:pt x="80782" y="114123"/>
                  </a:lnTo>
                  <a:lnTo>
                    <a:pt x="79931" y="114237"/>
                  </a:lnTo>
                  <a:lnTo>
                    <a:pt x="74185" y="115007"/>
                  </a:lnTo>
                  <a:lnTo>
                    <a:pt x="73099" y="115153"/>
                  </a:lnTo>
                  <a:lnTo>
                    <a:pt x="71971" y="115304"/>
                  </a:lnTo>
                  <a:lnTo>
                    <a:pt x="71760" y="115332"/>
                  </a:lnTo>
                  <a:lnTo>
                    <a:pt x="67793" y="115884"/>
                  </a:lnTo>
                  <a:lnTo>
                    <a:pt x="65925" y="116144"/>
                  </a:lnTo>
                  <a:lnTo>
                    <a:pt x="60949" y="116836"/>
                  </a:lnTo>
                  <a:lnTo>
                    <a:pt x="58852" y="117128"/>
                  </a:lnTo>
                  <a:lnTo>
                    <a:pt x="57312" y="117342"/>
                  </a:lnTo>
                  <a:lnTo>
                    <a:pt x="54561" y="117779"/>
                  </a:lnTo>
                  <a:lnTo>
                    <a:pt x="52494" y="118107"/>
                  </a:lnTo>
                  <a:lnTo>
                    <a:pt x="52131" y="118164"/>
                  </a:lnTo>
                  <a:lnTo>
                    <a:pt x="48818" y="118690"/>
                  </a:lnTo>
                  <a:lnTo>
                    <a:pt x="47867" y="118841"/>
                  </a:lnTo>
                  <a:lnTo>
                    <a:pt x="46484" y="119061"/>
                  </a:lnTo>
                  <a:lnTo>
                    <a:pt x="45770" y="119138"/>
                  </a:lnTo>
                  <a:lnTo>
                    <a:pt x="44865" y="119236"/>
                  </a:lnTo>
                  <a:lnTo>
                    <a:pt x="38740" y="119899"/>
                  </a:lnTo>
                  <a:lnTo>
                    <a:pt x="38249" y="119952"/>
                  </a:lnTo>
                  <a:lnTo>
                    <a:pt x="36121" y="120182"/>
                  </a:lnTo>
                  <a:lnTo>
                    <a:pt x="35833" y="120213"/>
                  </a:lnTo>
                  <a:lnTo>
                    <a:pt x="34370" y="120371"/>
                  </a:lnTo>
                  <a:lnTo>
                    <a:pt x="33603" y="120378"/>
                  </a:lnTo>
                  <a:lnTo>
                    <a:pt x="33542" y="119937"/>
                  </a:lnTo>
                  <a:lnTo>
                    <a:pt x="33500" y="119632"/>
                  </a:lnTo>
                  <a:lnTo>
                    <a:pt x="33187" y="117358"/>
                  </a:lnTo>
                  <a:lnTo>
                    <a:pt x="32380" y="111491"/>
                  </a:lnTo>
                  <a:lnTo>
                    <a:pt x="30898" y="111530"/>
                  </a:lnTo>
                  <a:lnTo>
                    <a:pt x="30552" y="109377"/>
                  </a:lnTo>
                  <a:lnTo>
                    <a:pt x="30289" y="107736"/>
                  </a:lnTo>
                  <a:lnTo>
                    <a:pt x="29235" y="101816"/>
                  </a:lnTo>
                  <a:lnTo>
                    <a:pt x="29140" y="101279"/>
                  </a:lnTo>
                  <a:lnTo>
                    <a:pt x="28929" y="98619"/>
                  </a:lnTo>
                  <a:lnTo>
                    <a:pt x="28680" y="95474"/>
                  </a:lnTo>
                  <a:lnTo>
                    <a:pt x="28658" y="95201"/>
                  </a:lnTo>
                  <a:lnTo>
                    <a:pt x="28195" y="93562"/>
                  </a:lnTo>
                  <a:lnTo>
                    <a:pt x="27756" y="93089"/>
                  </a:lnTo>
                  <a:lnTo>
                    <a:pt x="26165" y="90941"/>
                  </a:lnTo>
                  <a:lnTo>
                    <a:pt x="24472" y="88075"/>
                  </a:lnTo>
                  <a:lnTo>
                    <a:pt x="23166" y="85356"/>
                  </a:lnTo>
                  <a:lnTo>
                    <a:pt x="22323" y="82979"/>
                  </a:lnTo>
                  <a:lnTo>
                    <a:pt x="21900" y="81797"/>
                  </a:lnTo>
                  <a:lnTo>
                    <a:pt x="20386" y="77567"/>
                  </a:lnTo>
                  <a:lnTo>
                    <a:pt x="19180" y="75002"/>
                  </a:lnTo>
                  <a:lnTo>
                    <a:pt x="20719" y="73604"/>
                  </a:lnTo>
                  <a:lnTo>
                    <a:pt x="20499" y="71584"/>
                  </a:lnTo>
                  <a:lnTo>
                    <a:pt x="22181" y="68516"/>
                  </a:lnTo>
                  <a:lnTo>
                    <a:pt x="21934" y="67545"/>
                  </a:lnTo>
                  <a:lnTo>
                    <a:pt x="22116" y="67268"/>
                  </a:lnTo>
                  <a:lnTo>
                    <a:pt x="22436" y="66781"/>
                  </a:lnTo>
                  <a:lnTo>
                    <a:pt x="22650" y="66455"/>
                  </a:lnTo>
                  <a:lnTo>
                    <a:pt x="22252" y="64523"/>
                  </a:lnTo>
                  <a:lnTo>
                    <a:pt x="23215" y="63047"/>
                  </a:lnTo>
                  <a:lnTo>
                    <a:pt x="23717" y="61619"/>
                  </a:lnTo>
                  <a:lnTo>
                    <a:pt x="23907" y="60085"/>
                  </a:lnTo>
                  <a:lnTo>
                    <a:pt x="23717" y="59590"/>
                  </a:lnTo>
                  <a:lnTo>
                    <a:pt x="21931" y="54939"/>
                  </a:lnTo>
                  <a:lnTo>
                    <a:pt x="21248" y="54135"/>
                  </a:lnTo>
                  <a:lnTo>
                    <a:pt x="14427" y="46104"/>
                  </a:lnTo>
                  <a:lnTo>
                    <a:pt x="11435" y="45521"/>
                  </a:lnTo>
                  <a:lnTo>
                    <a:pt x="11065" y="34258"/>
                  </a:lnTo>
                  <a:lnTo>
                    <a:pt x="12060" y="34485"/>
                  </a:lnTo>
                  <a:lnTo>
                    <a:pt x="18888" y="36041"/>
                  </a:lnTo>
                  <a:lnTo>
                    <a:pt x="19861" y="35127"/>
                  </a:lnTo>
                  <a:lnTo>
                    <a:pt x="20142" y="33847"/>
                  </a:lnTo>
                  <a:lnTo>
                    <a:pt x="18999" y="29751"/>
                  </a:lnTo>
                  <a:lnTo>
                    <a:pt x="19100" y="27007"/>
                  </a:lnTo>
                  <a:lnTo>
                    <a:pt x="19021" y="24255"/>
                  </a:lnTo>
                  <a:lnTo>
                    <a:pt x="18792" y="24095"/>
                  </a:lnTo>
                  <a:lnTo>
                    <a:pt x="14950" y="21413"/>
                  </a:lnTo>
                  <a:lnTo>
                    <a:pt x="13157" y="19487"/>
                  </a:lnTo>
                  <a:lnTo>
                    <a:pt x="10499" y="16632"/>
                  </a:lnTo>
                  <a:lnTo>
                    <a:pt x="10221" y="16307"/>
                  </a:lnTo>
                  <a:lnTo>
                    <a:pt x="4785" y="11353"/>
                  </a:lnTo>
                  <a:lnTo>
                    <a:pt x="3718" y="8462"/>
                  </a:lnTo>
                  <a:lnTo>
                    <a:pt x="0" y="5519"/>
                  </a:lnTo>
                  <a:lnTo>
                    <a:pt x="1382" y="4938"/>
                  </a:lnTo>
                  <a:lnTo>
                    <a:pt x="3291" y="4136"/>
                  </a:lnTo>
                  <a:lnTo>
                    <a:pt x="3529" y="3996"/>
                  </a:lnTo>
                  <a:lnTo>
                    <a:pt x="4695" y="3310"/>
                  </a:lnTo>
                  <a:lnTo>
                    <a:pt x="8925" y="825"/>
                  </a:lnTo>
                  <a:lnTo>
                    <a:pt x="103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353019" y="3469563"/>
              <a:ext cx="161437" cy="122187"/>
            </a:xfrm>
            <a:custGeom>
              <a:avLst/>
              <a:pathLst>
                <a:path w="161437" h="122187">
                  <a:moveTo>
                    <a:pt x="39466" y="2852"/>
                  </a:moveTo>
                  <a:lnTo>
                    <a:pt x="42435" y="11408"/>
                  </a:lnTo>
                  <a:lnTo>
                    <a:pt x="43555" y="10856"/>
                  </a:lnTo>
                  <a:lnTo>
                    <a:pt x="44895" y="10196"/>
                  </a:lnTo>
                  <a:lnTo>
                    <a:pt x="50364" y="16169"/>
                  </a:lnTo>
                  <a:lnTo>
                    <a:pt x="51401" y="17301"/>
                  </a:lnTo>
                  <a:lnTo>
                    <a:pt x="54906" y="21612"/>
                  </a:lnTo>
                  <a:lnTo>
                    <a:pt x="56503" y="23370"/>
                  </a:lnTo>
                  <a:lnTo>
                    <a:pt x="57220" y="24159"/>
                  </a:lnTo>
                  <a:lnTo>
                    <a:pt x="59831" y="27035"/>
                  </a:lnTo>
                  <a:lnTo>
                    <a:pt x="61468" y="28837"/>
                  </a:lnTo>
                  <a:lnTo>
                    <a:pt x="64148" y="33615"/>
                  </a:lnTo>
                  <a:lnTo>
                    <a:pt x="64372" y="34014"/>
                  </a:lnTo>
                  <a:lnTo>
                    <a:pt x="65497" y="36020"/>
                  </a:lnTo>
                  <a:lnTo>
                    <a:pt x="65650" y="36292"/>
                  </a:lnTo>
                  <a:lnTo>
                    <a:pt x="66448" y="35914"/>
                  </a:lnTo>
                  <a:lnTo>
                    <a:pt x="67359" y="37004"/>
                  </a:lnTo>
                  <a:lnTo>
                    <a:pt x="71514" y="41966"/>
                  </a:lnTo>
                  <a:lnTo>
                    <a:pt x="73951" y="44611"/>
                  </a:lnTo>
                  <a:lnTo>
                    <a:pt x="74304" y="44995"/>
                  </a:lnTo>
                  <a:lnTo>
                    <a:pt x="75460" y="46313"/>
                  </a:lnTo>
                  <a:lnTo>
                    <a:pt x="76507" y="47507"/>
                  </a:lnTo>
                  <a:lnTo>
                    <a:pt x="79103" y="49330"/>
                  </a:lnTo>
                  <a:lnTo>
                    <a:pt x="80878" y="50577"/>
                  </a:lnTo>
                  <a:lnTo>
                    <a:pt x="82756" y="53130"/>
                  </a:lnTo>
                  <a:lnTo>
                    <a:pt x="83755" y="53607"/>
                  </a:lnTo>
                  <a:lnTo>
                    <a:pt x="84857" y="54134"/>
                  </a:lnTo>
                  <a:lnTo>
                    <a:pt x="86619" y="54976"/>
                  </a:lnTo>
                  <a:lnTo>
                    <a:pt x="89633" y="56417"/>
                  </a:lnTo>
                  <a:lnTo>
                    <a:pt x="90146" y="56755"/>
                  </a:lnTo>
                  <a:lnTo>
                    <a:pt x="92020" y="57986"/>
                  </a:lnTo>
                  <a:lnTo>
                    <a:pt x="93549" y="58990"/>
                  </a:lnTo>
                  <a:lnTo>
                    <a:pt x="93768" y="59134"/>
                  </a:lnTo>
                  <a:lnTo>
                    <a:pt x="95618" y="60350"/>
                  </a:lnTo>
                  <a:lnTo>
                    <a:pt x="96763" y="60960"/>
                  </a:lnTo>
                  <a:lnTo>
                    <a:pt x="98263" y="62223"/>
                  </a:lnTo>
                  <a:lnTo>
                    <a:pt x="100120" y="63787"/>
                  </a:lnTo>
                  <a:lnTo>
                    <a:pt x="100246" y="63651"/>
                  </a:lnTo>
                  <a:lnTo>
                    <a:pt x="103735" y="59884"/>
                  </a:lnTo>
                  <a:lnTo>
                    <a:pt x="106818" y="63130"/>
                  </a:lnTo>
                  <a:lnTo>
                    <a:pt x="107456" y="63802"/>
                  </a:lnTo>
                  <a:lnTo>
                    <a:pt x="107795" y="65105"/>
                  </a:lnTo>
                  <a:lnTo>
                    <a:pt x="108539" y="67966"/>
                  </a:lnTo>
                  <a:lnTo>
                    <a:pt x="108647" y="68382"/>
                  </a:lnTo>
                  <a:lnTo>
                    <a:pt x="111917" y="73389"/>
                  </a:lnTo>
                  <a:lnTo>
                    <a:pt x="113083" y="72835"/>
                  </a:lnTo>
                  <a:lnTo>
                    <a:pt x="113763" y="73091"/>
                  </a:lnTo>
                  <a:lnTo>
                    <a:pt x="113932" y="73181"/>
                  </a:lnTo>
                  <a:lnTo>
                    <a:pt x="115237" y="73878"/>
                  </a:lnTo>
                  <a:lnTo>
                    <a:pt x="117852" y="75712"/>
                  </a:lnTo>
                  <a:lnTo>
                    <a:pt x="118953" y="76484"/>
                  </a:lnTo>
                  <a:lnTo>
                    <a:pt x="120695" y="75712"/>
                  </a:lnTo>
                  <a:lnTo>
                    <a:pt x="120986" y="75584"/>
                  </a:lnTo>
                  <a:lnTo>
                    <a:pt x="121376" y="75712"/>
                  </a:lnTo>
                  <a:lnTo>
                    <a:pt x="123179" y="76306"/>
                  </a:lnTo>
                  <a:lnTo>
                    <a:pt x="124660" y="78403"/>
                  </a:lnTo>
                  <a:lnTo>
                    <a:pt x="125083" y="79709"/>
                  </a:lnTo>
                  <a:lnTo>
                    <a:pt x="125792" y="81901"/>
                  </a:lnTo>
                  <a:lnTo>
                    <a:pt x="127026" y="85714"/>
                  </a:lnTo>
                  <a:lnTo>
                    <a:pt x="126687" y="86300"/>
                  </a:lnTo>
                  <a:lnTo>
                    <a:pt x="127611" y="88747"/>
                  </a:lnTo>
                  <a:lnTo>
                    <a:pt x="127952" y="89649"/>
                  </a:lnTo>
                  <a:lnTo>
                    <a:pt x="128036" y="89873"/>
                  </a:lnTo>
                  <a:lnTo>
                    <a:pt x="129935" y="93662"/>
                  </a:lnTo>
                  <a:lnTo>
                    <a:pt x="129963" y="94145"/>
                  </a:lnTo>
                  <a:lnTo>
                    <a:pt x="130036" y="95395"/>
                  </a:lnTo>
                  <a:lnTo>
                    <a:pt x="130150" y="95621"/>
                  </a:lnTo>
                  <a:lnTo>
                    <a:pt x="130284" y="95887"/>
                  </a:lnTo>
                  <a:lnTo>
                    <a:pt x="131014" y="97330"/>
                  </a:lnTo>
                  <a:lnTo>
                    <a:pt x="131251" y="97800"/>
                  </a:lnTo>
                  <a:lnTo>
                    <a:pt x="132672" y="100611"/>
                  </a:lnTo>
                  <a:lnTo>
                    <a:pt x="135505" y="100240"/>
                  </a:lnTo>
                  <a:lnTo>
                    <a:pt x="135702" y="100198"/>
                  </a:lnTo>
                  <a:lnTo>
                    <a:pt x="142712" y="98696"/>
                  </a:lnTo>
                  <a:lnTo>
                    <a:pt x="144662" y="98279"/>
                  </a:lnTo>
                  <a:lnTo>
                    <a:pt x="145707" y="97844"/>
                  </a:lnTo>
                  <a:lnTo>
                    <a:pt x="145975" y="98083"/>
                  </a:lnTo>
                  <a:lnTo>
                    <a:pt x="148058" y="99931"/>
                  </a:lnTo>
                  <a:lnTo>
                    <a:pt x="152978" y="104298"/>
                  </a:lnTo>
                  <a:lnTo>
                    <a:pt x="153456" y="104723"/>
                  </a:lnTo>
                  <a:lnTo>
                    <a:pt x="154438" y="104795"/>
                  </a:lnTo>
                  <a:lnTo>
                    <a:pt x="161272" y="105298"/>
                  </a:lnTo>
                  <a:lnTo>
                    <a:pt x="161437" y="105311"/>
                  </a:lnTo>
                  <a:lnTo>
                    <a:pt x="161421" y="105485"/>
                  </a:lnTo>
                  <a:lnTo>
                    <a:pt x="161325" y="106522"/>
                  </a:lnTo>
                  <a:lnTo>
                    <a:pt x="161183" y="108072"/>
                  </a:lnTo>
                  <a:lnTo>
                    <a:pt x="161158" y="108341"/>
                  </a:lnTo>
                  <a:lnTo>
                    <a:pt x="160624" y="114161"/>
                  </a:lnTo>
                  <a:lnTo>
                    <a:pt x="160539" y="115095"/>
                  </a:lnTo>
                  <a:lnTo>
                    <a:pt x="160437" y="116269"/>
                  </a:lnTo>
                  <a:lnTo>
                    <a:pt x="160403" y="116652"/>
                  </a:lnTo>
                  <a:lnTo>
                    <a:pt x="160283" y="118041"/>
                  </a:lnTo>
                  <a:lnTo>
                    <a:pt x="160270" y="118190"/>
                  </a:lnTo>
                  <a:lnTo>
                    <a:pt x="160256" y="118343"/>
                  </a:lnTo>
                  <a:lnTo>
                    <a:pt x="160198" y="119011"/>
                  </a:lnTo>
                  <a:lnTo>
                    <a:pt x="160187" y="119149"/>
                  </a:lnTo>
                  <a:lnTo>
                    <a:pt x="160154" y="119528"/>
                  </a:lnTo>
                  <a:lnTo>
                    <a:pt x="160108" y="120050"/>
                  </a:lnTo>
                  <a:lnTo>
                    <a:pt x="160086" y="120310"/>
                  </a:lnTo>
                  <a:lnTo>
                    <a:pt x="160063" y="120576"/>
                  </a:lnTo>
                  <a:lnTo>
                    <a:pt x="160050" y="120720"/>
                  </a:lnTo>
                  <a:lnTo>
                    <a:pt x="160038" y="120858"/>
                  </a:lnTo>
                  <a:lnTo>
                    <a:pt x="160019" y="121082"/>
                  </a:lnTo>
                  <a:lnTo>
                    <a:pt x="159970" y="121646"/>
                  </a:lnTo>
                  <a:lnTo>
                    <a:pt x="159921" y="122187"/>
                  </a:lnTo>
                  <a:lnTo>
                    <a:pt x="159475" y="122156"/>
                  </a:lnTo>
                  <a:lnTo>
                    <a:pt x="153882" y="121773"/>
                  </a:lnTo>
                  <a:lnTo>
                    <a:pt x="149576" y="121478"/>
                  </a:lnTo>
                  <a:lnTo>
                    <a:pt x="146858" y="121292"/>
                  </a:lnTo>
                  <a:lnTo>
                    <a:pt x="138385" y="120711"/>
                  </a:lnTo>
                  <a:lnTo>
                    <a:pt x="135370" y="120505"/>
                  </a:lnTo>
                  <a:lnTo>
                    <a:pt x="129222" y="120593"/>
                  </a:lnTo>
                  <a:lnTo>
                    <a:pt x="120076" y="120105"/>
                  </a:lnTo>
                  <a:lnTo>
                    <a:pt x="111995" y="119803"/>
                  </a:lnTo>
                  <a:lnTo>
                    <a:pt x="110405" y="119698"/>
                  </a:lnTo>
                  <a:lnTo>
                    <a:pt x="103932" y="119275"/>
                  </a:lnTo>
                  <a:lnTo>
                    <a:pt x="100233" y="118678"/>
                  </a:lnTo>
                  <a:lnTo>
                    <a:pt x="95911" y="118314"/>
                  </a:lnTo>
                  <a:lnTo>
                    <a:pt x="95090" y="118219"/>
                  </a:lnTo>
                  <a:lnTo>
                    <a:pt x="89400" y="117562"/>
                  </a:lnTo>
                  <a:lnTo>
                    <a:pt x="88119" y="117415"/>
                  </a:lnTo>
                  <a:lnTo>
                    <a:pt x="87549" y="117349"/>
                  </a:lnTo>
                  <a:lnTo>
                    <a:pt x="84896" y="116981"/>
                  </a:lnTo>
                  <a:lnTo>
                    <a:pt x="82713" y="116678"/>
                  </a:lnTo>
                  <a:lnTo>
                    <a:pt x="80782" y="116410"/>
                  </a:lnTo>
                  <a:lnTo>
                    <a:pt x="80332" y="116348"/>
                  </a:lnTo>
                  <a:lnTo>
                    <a:pt x="74014" y="115569"/>
                  </a:lnTo>
                  <a:lnTo>
                    <a:pt x="72448" y="115377"/>
                  </a:lnTo>
                  <a:lnTo>
                    <a:pt x="68558" y="114648"/>
                  </a:lnTo>
                  <a:lnTo>
                    <a:pt x="68173" y="114576"/>
                  </a:lnTo>
                  <a:lnTo>
                    <a:pt x="64611" y="114333"/>
                  </a:lnTo>
                  <a:lnTo>
                    <a:pt x="57154" y="114295"/>
                  </a:lnTo>
                  <a:lnTo>
                    <a:pt x="55957" y="114289"/>
                  </a:lnTo>
                  <a:lnTo>
                    <a:pt x="55136" y="114284"/>
                  </a:lnTo>
                  <a:lnTo>
                    <a:pt x="52353" y="114345"/>
                  </a:lnTo>
                  <a:lnTo>
                    <a:pt x="50719" y="114381"/>
                  </a:lnTo>
                  <a:lnTo>
                    <a:pt x="47750" y="112852"/>
                  </a:lnTo>
                  <a:lnTo>
                    <a:pt x="47513" y="112731"/>
                  </a:lnTo>
                  <a:lnTo>
                    <a:pt x="44922" y="110309"/>
                  </a:lnTo>
                  <a:lnTo>
                    <a:pt x="42686" y="107843"/>
                  </a:lnTo>
                  <a:lnTo>
                    <a:pt x="40152" y="105049"/>
                  </a:lnTo>
                  <a:lnTo>
                    <a:pt x="40009" y="104891"/>
                  </a:lnTo>
                  <a:lnTo>
                    <a:pt x="39804" y="104352"/>
                  </a:lnTo>
                  <a:lnTo>
                    <a:pt x="39463" y="103458"/>
                  </a:lnTo>
                  <a:lnTo>
                    <a:pt x="35259" y="98579"/>
                  </a:lnTo>
                  <a:lnTo>
                    <a:pt x="29869" y="97244"/>
                  </a:lnTo>
                  <a:lnTo>
                    <a:pt x="26880" y="96626"/>
                  </a:lnTo>
                  <a:lnTo>
                    <a:pt x="24274" y="96087"/>
                  </a:lnTo>
                  <a:lnTo>
                    <a:pt x="22713" y="95764"/>
                  </a:lnTo>
                  <a:lnTo>
                    <a:pt x="19895" y="95181"/>
                  </a:lnTo>
                  <a:lnTo>
                    <a:pt x="19736" y="95094"/>
                  </a:lnTo>
                  <a:lnTo>
                    <a:pt x="17628" y="93935"/>
                  </a:lnTo>
                  <a:lnTo>
                    <a:pt x="11907" y="90791"/>
                  </a:lnTo>
                  <a:lnTo>
                    <a:pt x="10135" y="89817"/>
                  </a:lnTo>
                  <a:lnTo>
                    <a:pt x="10148" y="88741"/>
                  </a:lnTo>
                  <a:lnTo>
                    <a:pt x="10157" y="87997"/>
                  </a:lnTo>
                  <a:lnTo>
                    <a:pt x="10706" y="86747"/>
                  </a:lnTo>
                  <a:lnTo>
                    <a:pt x="11111" y="85624"/>
                  </a:lnTo>
                  <a:lnTo>
                    <a:pt x="11308" y="83908"/>
                  </a:lnTo>
                  <a:lnTo>
                    <a:pt x="11521" y="83416"/>
                  </a:lnTo>
                  <a:lnTo>
                    <a:pt x="12115" y="82041"/>
                  </a:lnTo>
                  <a:lnTo>
                    <a:pt x="12516" y="81114"/>
                  </a:lnTo>
                  <a:lnTo>
                    <a:pt x="14109" y="77429"/>
                  </a:lnTo>
                  <a:lnTo>
                    <a:pt x="14431" y="75218"/>
                  </a:lnTo>
                  <a:lnTo>
                    <a:pt x="14623" y="71810"/>
                  </a:lnTo>
                  <a:lnTo>
                    <a:pt x="14698" y="70486"/>
                  </a:lnTo>
                  <a:lnTo>
                    <a:pt x="14453" y="68644"/>
                  </a:lnTo>
                  <a:lnTo>
                    <a:pt x="8349" y="69306"/>
                  </a:lnTo>
                  <a:lnTo>
                    <a:pt x="8238" y="69054"/>
                  </a:lnTo>
                  <a:lnTo>
                    <a:pt x="6719" y="65625"/>
                  </a:lnTo>
                  <a:lnTo>
                    <a:pt x="5552" y="62990"/>
                  </a:lnTo>
                  <a:lnTo>
                    <a:pt x="4564" y="61820"/>
                  </a:lnTo>
                  <a:lnTo>
                    <a:pt x="3667" y="59492"/>
                  </a:lnTo>
                  <a:lnTo>
                    <a:pt x="1415" y="53649"/>
                  </a:lnTo>
                  <a:lnTo>
                    <a:pt x="371" y="51291"/>
                  </a:lnTo>
                  <a:lnTo>
                    <a:pt x="0" y="50452"/>
                  </a:lnTo>
                  <a:lnTo>
                    <a:pt x="1680" y="50001"/>
                  </a:lnTo>
                  <a:lnTo>
                    <a:pt x="4673" y="48496"/>
                  </a:lnTo>
                  <a:lnTo>
                    <a:pt x="9411" y="47856"/>
                  </a:lnTo>
                  <a:lnTo>
                    <a:pt x="13127" y="47622"/>
                  </a:lnTo>
                  <a:lnTo>
                    <a:pt x="16451" y="46651"/>
                  </a:lnTo>
                  <a:lnTo>
                    <a:pt x="17551" y="45110"/>
                  </a:lnTo>
                  <a:lnTo>
                    <a:pt x="23254" y="44680"/>
                  </a:lnTo>
                  <a:lnTo>
                    <a:pt x="35698" y="41864"/>
                  </a:lnTo>
                  <a:lnTo>
                    <a:pt x="35565" y="41227"/>
                  </a:lnTo>
                  <a:lnTo>
                    <a:pt x="34534" y="36281"/>
                  </a:lnTo>
                  <a:lnTo>
                    <a:pt x="38690" y="35674"/>
                  </a:lnTo>
                  <a:lnTo>
                    <a:pt x="36909" y="29800"/>
                  </a:lnTo>
                  <a:lnTo>
                    <a:pt x="35199" y="25140"/>
                  </a:lnTo>
                  <a:lnTo>
                    <a:pt x="32634" y="19508"/>
                  </a:lnTo>
                  <a:lnTo>
                    <a:pt x="27600" y="12420"/>
                  </a:lnTo>
                  <a:lnTo>
                    <a:pt x="30164" y="4750"/>
                  </a:lnTo>
                  <a:lnTo>
                    <a:pt x="32608" y="1981"/>
                  </a:lnTo>
                  <a:lnTo>
                    <a:pt x="357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373800" y="3590069"/>
              <a:ext cx="185221" cy="127152"/>
            </a:xfrm>
            <a:custGeom>
              <a:avLst/>
              <a:pathLst>
                <a:path w="185221" h="127152">
                  <a:moveTo>
                    <a:pt x="114589" y="0"/>
                  </a:moveTo>
                  <a:lnTo>
                    <a:pt x="114456" y="1711"/>
                  </a:lnTo>
                  <a:lnTo>
                    <a:pt x="114388" y="2577"/>
                  </a:lnTo>
                  <a:lnTo>
                    <a:pt x="114157" y="5541"/>
                  </a:lnTo>
                  <a:lnTo>
                    <a:pt x="114104" y="6222"/>
                  </a:lnTo>
                  <a:lnTo>
                    <a:pt x="114051" y="6896"/>
                  </a:lnTo>
                  <a:lnTo>
                    <a:pt x="113918" y="8608"/>
                  </a:lnTo>
                  <a:lnTo>
                    <a:pt x="113783" y="10340"/>
                  </a:lnTo>
                  <a:lnTo>
                    <a:pt x="113768" y="10533"/>
                  </a:lnTo>
                  <a:lnTo>
                    <a:pt x="113745" y="10827"/>
                  </a:lnTo>
                  <a:lnTo>
                    <a:pt x="113543" y="13413"/>
                  </a:lnTo>
                  <a:lnTo>
                    <a:pt x="113533" y="13547"/>
                  </a:lnTo>
                  <a:lnTo>
                    <a:pt x="113513" y="13800"/>
                  </a:lnTo>
                  <a:lnTo>
                    <a:pt x="113371" y="15628"/>
                  </a:lnTo>
                  <a:lnTo>
                    <a:pt x="113304" y="16486"/>
                  </a:lnTo>
                  <a:lnTo>
                    <a:pt x="113227" y="17466"/>
                  </a:lnTo>
                  <a:lnTo>
                    <a:pt x="113163" y="18292"/>
                  </a:lnTo>
                  <a:lnTo>
                    <a:pt x="113110" y="18971"/>
                  </a:lnTo>
                  <a:lnTo>
                    <a:pt x="113026" y="20051"/>
                  </a:lnTo>
                  <a:lnTo>
                    <a:pt x="112978" y="20724"/>
                  </a:lnTo>
                  <a:lnTo>
                    <a:pt x="112953" y="21070"/>
                  </a:lnTo>
                  <a:lnTo>
                    <a:pt x="112920" y="21538"/>
                  </a:lnTo>
                  <a:lnTo>
                    <a:pt x="112877" y="22151"/>
                  </a:lnTo>
                  <a:lnTo>
                    <a:pt x="112762" y="23760"/>
                  </a:lnTo>
                  <a:lnTo>
                    <a:pt x="112684" y="24858"/>
                  </a:lnTo>
                  <a:lnTo>
                    <a:pt x="112625" y="25685"/>
                  </a:lnTo>
                  <a:lnTo>
                    <a:pt x="112562" y="26574"/>
                  </a:lnTo>
                  <a:lnTo>
                    <a:pt x="112518" y="27190"/>
                  </a:lnTo>
                  <a:lnTo>
                    <a:pt x="112499" y="27460"/>
                  </a:lnTo>
                  <a:lnTo>
                    <a:pt x="112474" y="27805"/>
                  </a:lnTo>
                  <a:lnTo>
                    <a:pt x="112447" y="28314"/>
                  </a:lnTo>
                  <a:lnTo>
                    <a:pt x="112350" y="30076"/>
                  </a:lnTo>
                  <a:lnTo>
                    <a:pt x="112308" y="30844"/>
                  </a:lnTo>
                  <a:lnTo>
                    <a:pt x="112300" y="30999"/>
                  </a:lnTo>
                  <a:lnTo>
                    <a:pt x="112254" y="31848"/>
                  </a:lnTo>
                  <a:lnTo>
                    <a:pt x="112198" y="32857"/>
                  </a:lnTo>
                  <a:lnTo>
                    <a:pt x="112145" y="33831"/>
                  </a:lnTo>
                  <a:lnTo>
                    <a:pt x="112135" y="34015"/>
                  </a:lnTo>
                  <a:lnTo>
                    <a:pt x="112093" y="34798"/>
                  </a:lnTo>
                  <a:lnTo>
                    <a:pt x="112050" y="35568"/>
                  </a:lnTo>
                  <a:lnTo>
                    <a:pt x="112034" y="35861"/>
                  </a:lnTo>
                  <a:lnTo>
                    <a:pt x="113426" y="35993"/>
                  </a:lnTo>
                  <a:lnTo>
                    <a:pt x="114263" y="36073"/>
                  </a:lnTo>
                  <a:lnTo>
                    <a:pt x="136485" y="38191"/>
                  </a:lnTo>
                  <a:lnTo>
                    <a:pt x="141605" y="38679"/>
                  </a:lnTo>
                  <a:lnTo>
                    <a:pt x="150983" y="39224"/>
                  </a:lnTo>
                  <a:lnTo>
                    <a:pt x="161562" y="39839"/>
                  </a:lnTo>
                  <a:lnTo>
                    <a:pt x="162023" y="39866"/>
                  </a:lnTo>
                  <a:lnTo>
                    <a:pt x="162347" y="39882"/>
                  </a:lnTo>
                  <a:lnTo>
                    <a:pt x="163540" y="39940"/>
                  </a:lnTo>
                  <a:lnTo>
                    <a:pt x="164516" y="39987"/>
                  </a:lnTo>
                  <a:lnTo>
                    <a:pt x="164703" y="40004"/>
                  </a:lnTo>
                  <a:lnTo>
                    <a:pt x="166631" y="40178"/>
                  </a:lnTo>
                  <a:lnTo>
                    <a:pt x="171715" y="40637"/>
                  </a:lnTo>
                  <a:lnTo>
                    <a:pt x="172591" y="40716"/>
                  </a:lnTo>
                  <a:lnTo>
                    <a:pt x="185221" y="41691"/>
                  </a:lnTo>
                  <a:lnTo>
                    <a:pt x="184583" y="47178"/>
                  </a:lnTo>
                  <a:lnTo>
                    <a:pt x="184542" y="47536"/>
                  </a:lnTo>
                  <a:lnTo>
                    <a:pt x="184241" y="50120"/>
                  </a:lnTo>
                  <a:lnTo>
                    <a:pt x="175569" y="49137"/>
                  </a:lnTo>
                  <a:lnTo>
                    <a:pt x="175484" y="50649"/>
                  </a:lnTo>
                  <a:lnTo>
                    <a:pt x="175351" y="53040"/>
                  </a:lnTo>
                  <a:lnTo>
                    <a:pt x="175316" y="53674"/>
                  </a:lnTo>
                  <a:lnTo>
                    <a:pt x="175247" y="54911"/>
                  </a:lnTo>
                  <a:lnTo>
                    <a:pt x="175199" y="56457"/>
                  </a:lnTo>
                  <a:lnTo>
                    <a:pt x="175116" y="59181"/>
                  </a:lnTo>
                  <a:lnTo>
                    <a:pt x="174874" y="67064"/>
                  </a:lnTo>
                  <a:lnTo>
                    <a:pt x="174797" y="69583"/>
                  </a:lnTo>
                  <a:lnTo>
                    <a:pt x="174734" y="71650"/>
                  </a:lnTo>
                  <a:lnTo>
                    <a:pt x="174640" y="74406"/>
                  </a:lnTo>
                  <a:lnTo>
                    <a:pt x="174575" y="76302"/>
                  </a:lnTo>
                  <a:lnTo>
                    <a:pt x="174515" y="78069"/>
                  </a:lnTo>
                  <a:lnTo>
                    <a:pt x="174481" y="79073"/>
                  </a:lnTo>
                  <a:lnTo>
                    <a:pt x="174411" y="81145"/>
                  </a:lnTo>
                  <a:lnTo>
                    <a:pt x="174274" y="82704"/>
                  </a:lnTo>
                  <a:lnTo>
                    <a:pt x="174193" y="83632"/>
                  </a:lnTo>
                  <a:lnTo>
                    <a:pt x="174014" y="85681"/>
                  </a:lnTo>
                  <a:lnTo>
                    <a:pt x="173917" y="86796"/>
                  </a:lnTo>
                  <a:lnTo>
                    <a:pt x="173876" y="87258"/>
                  </a:lnTo>
                  <a:lnTo>
                    <a:pt x="173584" y="90595"/>
                  </a:lnTo>
                  <a:lnTo>
                    <a:pt x="173560" y="90880"/>
                  </a:lnTo>
                  <a:lnTo>
                    <a:pt x="173404" y="92661"/>
                  </a:lnTo>
                  <a:lnTo>
                    <a:pt x="173358" y="92912"/>
                  </a:lnTo>
                  <a:lnTo>
                    <a:pt x="173289" y="93285"/>
                  </a:lnTo>
                  <a:lnTo>
                    <a:pt x="173223" y="93643"/>
                  </a:lnTo>
                  <a:lnTo>
                    <a:pt x="173157" y="94001"/>
                  </a:lnTo>
                  <a:lnTo>
                    <a:pt x="173231" y="94823"/>
                  </a:lnTo>
                  <a:lnTo>
                    <a:pt x="173310" y="95688"/>
                  </a:lnTo>
                  <a:lnTo>
                    <a:pt x="173347" y="96098"/>
                  </a:lnTo>
                  <a:lnTo>
                    <a:pt x="172416" y="96352"/>
                  </a:lnTo>
                  <a:lnTo>
                    <a:pt x="172207" y="96408"/>
                  </a:lnTo>
                  <a:lnTo>
                    <a:pt x="172226" y="97481"/>
                  </a:lnTo>
                  <a:lnTo>
                    <a:pt x="172263" y="99499"/>
                  </a:lnTo>
                  <a:lnTo>
                    <a:pt x="172278" y="100355"/>
                  </a:lnTo>
                  <a:lnTo>
                    <a:pt x="172460" y="100931"/>
                  </a:lnTo>
                  <a:lnTo>
                    <a:pt x="172673" y="101605"/>
                  </a:lnTo>
                  <a:lnTo>
                    <a:pt x="173033" y="102744"/>
                  </a:lnTo>
                  <a:lnTo>
                    <a:pt x="173240" y="103401"/>
                  </a:lnTo>
                  <a:lnTo>
                    <a:pt x="173518" y="104280"/>
                  </a:lnTo>
                  <a:lnTo>
                    <a:pt x="173662" y="104734"/>
                  </a:lnTo>
                  <a:lnTo>
                    <a:pt x="173758" y="105040"/>
                  </a:lnTo>
                  <a:lnTo>
                    <a:pt x="176700" y="113466"/>
                  </a:lnTo>
                  <a:lnTo>
                    <a:pt x="177242" y="116991"/>
                  </a:lnTo>
                  <a:lnTo>
                    <a:pt x="179180" y="118738"/>
                  </a:lnTo>
                  <a:lnTo>
                    <a:pt x="178676" y="123660"/>
                  </a:lnTo>
                  <a:lnTo>
                    <a:pt x="178711" y="127152"/>
                  </a:lnTo>
                  <a:lnTo>
                    <a:pt x="165852" y="125068"/>
                  </a:lnTo>
                  <a:lnTo>
                    <a:pt x="134220" y="119242"/>
                  </a:lnTo>
                  <a:lnTo>
                    <a:pt x="114558" y="113999"/>
                  </a:lnTo>
                  <a:lnTo>
                    <a:pt x="103444" y="112834"/>
                  </a:lnTo>
                  <a:lnTo>
                    <a:pt x="90620" y="111669"/>
                  </a:lnTo>
                  <a:lnTo>
                    <a:pt x="81870" y="110924"/>
                  </a:lnTo>
                  <a:lnTo>
                    <a:pt x="76941" y="110504"/>
                  </a:lnTo>
                  <a:lnTo>
                    <a:pt x="53859" y="106135"/>
                  </a:lnTo>
                  <a:lnTo>
                    <a:pt x="26502" y="95940"/>
                  </a:lnTo>
                  <a:lnTo>
                    <a:pt x="11683" y="89532"/>
                  </a:lnTo>
                  <a:lnTo>
                    <a:pt x="5699" y="83123"/>
                  </a:lnTo>
                  <a:lnTo>
                    <a:pt x="0" y="72928"/>
                  </a:lnTo>
                  <a:lnTo>
                    <a:pt x="3894" y="72443"/>
                  </a:lnTo>
                  <a:lnTo>
                    <a:pt x="5081" y="69287"/>
                  </a:lnTo>
                  <a:lnTo>
                    <a:pt x="9200" y="66632"/>
                  </a:lnTo>
                  <a:lnTo>
                    <a:pt x="11194" y="64205"/>
                  </a:lnTo>
                  <a:lnTo>
                    <a:pt x="10339" y="62651"/>
                  </a:lnTo>
                  <a:lnTo>
                    <a:pt x="16400" y="58450"/>
                  </a:lnTo>
                  <a:lnTo>
                    <a:pt x="19269" y="58915"/>
                  </a:lnTo>
                  <a:lnTo>
                    <a:pt x="19703" y="59282"/>
                  </a:lnTo>
                  <a:lnTo>
                    <a:pt x="20233" y="59186"/>
                  </a:lnTo>
                  <a:lnTo>
                    <a:pt x="20426" y="58814"/>
                  </a:lnTo>
                  <a:lnTo>
                    <a:pt x="22979" y="53890"/>
                  </a:lnTo>
                  <a:lnTo>
                    <a:pt x="26263" y="57040"/>
                  </a:lnTo>
                  <a:lnTo>
                    <a:pt x="29137" y="55398"/>
                  </a:lnTo>
                  <a:lnTo>
                    <a:pt x="29365" y="55268"/>
                  </a:lnTo>
                  <a:lnTo>
                    <a:pt x="29090" y="54807"/>
                  </a:lnTo>
                  <a:lnTo>
                    <a:pt x="22269" y="47683"/>
                  </a:lnTo>
                  <a:lnTo>
                    <a:pt x="24909" y="44717"/>
                  </a:lnTo>
                  <a:lnTo>
                    <a:pt x="25765" y="43792"/>
                  </a:lnTo>
                  <a:lnTo>
                    <a:pt x="26185" y="43337"/>
                  </a:lnTo>
                  <a:lnTo>
                    <a:pt x="26421" y="43082"/>
                  </a:lnTo>
                  <a:lnTo>
                    <a:pt x="26934" y="42443"/>
                  </a:lnTo>
                  <a:lnTo>
                    <a:pt x="27370" y="41900"/>
                  </a:lnTo>
                  <a:lnTo>
                    <a:pt x="27712" y="41473"/>
                  </a:lnTo>
                  <a:lnTo>
                    <a:pt x="29499" y="39247"/>
                  </a:lnTo>
                  <a:lnTo>
                    <a:pt x="30513" y="37984"/>
                  </a:lnTo>
                  <a:lnTo>
                    <a:pt x="31019" y="37353"/>
                  </a:lnTo>
                  <a:lnTo>
                    <a:pt x="32286" y="36514"/>
                  </a:lnTo>
                  <a:lnTo>
                    <a:pt x="32501" y="36372"/>
                  </a:lnTo>
                  <a:lnTo>
                    <a:pt x="30741" y="34327"/>
                  </a:lnTo>
                  <a:lnTo>
                    <a:pt x="33258" y="32186"/>
                  </a:lnTo>
                  <a:lnTo>
                    <a:pt x="33572" y="31919"/>
                  </a:lnTo>
                  <a:lnTo>
                    <a:pt x="33860" y="31761"/>
                  </a:lnTo>
                  <a:lnTo>
                    <a:pt x="35284" y="31530"/>
                  </a:lnTo>
                  <a:lnTo>
                    <a:pt x="35689" y="31862"/>
                  </a:lnTo>
                  <a:lnTo>
                    <a:pt x="37316" y="33196"/>
                  </a:lnTo>
                  <a:lnTo>
                    <a:pt x="37446" y="33112"/>
                  </a:lnTo>
                  <a:lnTo>
                    <a:pt x="38643" y="32343"/>
                  </a:lnTo>
                  <a:lnTo>
                    <a:pt x="39031" y="32093"/>
                  </a:lnTo>
                  <a:lnTo>
                    <a:pt x="39682" y="31674"/>
                  </a:lnTo>
                  <a:lnTo>
                    <a:pt x="40224" y="31326"/>
                  </a:lnTo>
                  <a:lnTo>
                    <a:pt x="40512" y="31141"/>
                  </a:lnTo>
                  <a:lnTo>
                    <a:pt x="40797" y="31275"/>
                  </a:lnTo>
                  <a:lnTo>
                    <a:pt x="41253" y="31490"/>
                  </a:lnTo>
                  <a:lnTo>
                    <a:pt x="41496" y="31435"/>
                  </a:lnTo>
                  <a:lnTo>
                    <a:pt x="41837" y="31357"/>
                  </a:lnTo>
                  <a:lnTo>
                    <a:pt x="42052" y="31309"/>
                  </a:lnTo>
                  <a:lnTo>
                    <a:pt x="42222" y="31270"/>
                  </a:lnTo>
                  <a:lnTo>
                    <a:pt x="42457" y="31217"/>
                  </a:lnTo>
                  <a:lnTo>
                    <a:pt x="42792" y="31141"/>
                  </a:lnTo>
                  <a:lnTo>
                    <a:pt x="42891" y="31274"/>
                  </a:lnTo>
                  <a:lnTo>
                    <a:pt x="43021" y="31451"/>
                  </a:lnTo>
                  <a:lnTo>
                    <a:pt x="43058" y="31145"/>
                  </a:lnTo>
                  <a:lnTo>
                    <a:pt x="43628" y="26467"/>
                  </a:lnTo>
                  <a:lnTo>
                    <a:pt x="44561" y="26113"/>
                  </a:lnTo>
                  <a:lnTo>
                    <a:pt x="44752" y="26041"/>
                  </a:lnTo>
                  <a:lnTo>
                    <a:pt x="46329" y="25443"/>
                  </a:lnTo>
                  <a:lnTo>
                    <a:pt x="47410" y="22386"/>
                  </a:lnTo>
                  <a:lnTo>
                    <a:pt x="47704" y="21554"/>
                  </a:lnTo>
                  <a:lnTo>
                    <a:pt x="45869" y="20818"/>
                  </a:lnTo>
                  <a:lnTo>
                    <a:pt x="50030" y="20115"/>
                  </a:lnTo>
                  <a:lnTo>
                    <a:pt x="50937" y="18914"/>
                  </a:lnTo>
                  <a:lnTo>
                    <a:pt x="51169" y="18470"/>
                  </a:lnTo>
                  <a:lnTo>
                    <a:pt x="51377" y="18071"/>
                  </a:lnTo>
                  <a:lnTo>
                    <a:pt x="52116" y="16658"/>
                  </a:lnTo>
                  <a:lnTo>
                    <a:pt x="52338" y="16233"/>
                  </a:lnTo>
                  <a:lnTo>
                    <a:pt x="52931" y="15905"/>
                  </a:lnTo>
                  <a:lnTo>
                    <a:pt x="54178" y="16826"/>
                  </a:lnTo>
                  <a:lnTo>
                    <a:pt x="55285" y="17314"/>
                  </a:lnTo>
                  <a:lnTo>
                    <a:pt x="59405" y="18682"/>
                  </a:lnTo>
                  <a:lnTo>
                    <a:pt x="59535" y="18725"/>
                  </a:lnTo>
                  <a:lnTo>
                    <a:pt x="59746" y="18791"/>
                  </a:lnTo>
                  <a:lnTo>
                    <a:pt x="61869" y="19451"/>
                  </a:lnTo>
                  <a:lnTo>
                    <a:pt x="61874" y="19680"/>
                  </a:lnTo>
                  <a:lnTo>
                    <a:pt x="61882" y="20047"/>
                  </a:lnTo>
                  <a:lnTo>
                    <a:pt x="61907" y="21208"/>
                  </a:lnTo>
                  <a:lnTo>
                    <a:pt x="61912" y="21467"/>
                  </a:lnTo>
                  <a:lnTo>
                    <a:pt x="62405" y="21374"/>
                  </a:lnTo>
                  <a:lnTo>
                    <a:pt x="62664" y="21325"/>
                  </a:lnTo>
                  <a:lnTo>
                    <a:pt x="62930" y="21274"/>
                  </a:lnTo>
                  <a:lnTo>
                    <a:pt x="63331" y="21198"/>
                  </a:lnTo>
                  <a:lnTo>
                    <a:pt x="63465" y="21173"/>
                  </a:lnTo>
                  <a:lnTo>
                    <a:pt x="63836" y="21103"/>
                  </a:lnTo>
                  <a:lnTo>
                    <a:pt x="66819" y="20661"/>
                  </a:lnTo>
                  <a:lnTo>
                    <a:pt x="67537" y="20555"/>
                  </a:lnTo>
                  <a:lnTo>
                    <a:pt x="67806" y="20515"/>
                  </a:lnTo>
                  <a:lnTo>
                    <a:pt x="68125" y="20467"/>
                  </a:lnTo>
                  <a:lnTo>
                    <a:pt x="68677" y="20386"/>
                  </a:lnTo>
                  <a:lnTo>
                    <a:pt x="68851" y="20360"/>
                  </a:lnTo>
                  <a:lnTo>
                    <a:pt x="72355" y="19619"/>
                  </a:lnTo>
                  <a:lnTo>
                    <a:pt x="72983" y="19486"/>
                  </a:lnTo>
                  <a:lnTo>
                    <a:pt x="73123" y="19352"/>
                  </a:lnTo>
                  <a:lnTo>
                    <a:pt x="73453" y="19035"/>
                  </a:lnTo>
                  <a:lnTo>
                    <a:pt x="74575" y="18973"/>
                  </a:lnTo>
                  <a:lnTo>
                    <a:pt x="75562" y="18918"/>
                  </a:lnTo>
                  <a:lnTo>
                    <a:pt x="75744" y="18886"/>
                  </a:lnTo>
                  <a:lnTo>
                    <a:pt x="76811" y="18698"/>
                  </a:lnTo>
                  <a:lnTo>
                    <a:pt x="77471" y="18581"/>
                  </a:lnTo>
                  <a:lnTo>
                    <a:pt x="78836" y="18340"/>
                  </a:lnTo>
                  <a:lnTo>
                    <a:pt x="80264" y="18088"/>
                  </a:lnTo>
                  <a:lnTo>
                    <a:pt x="82084" y="17801"/>
                  </a:lnTo>
                  <a:lnTo>
                    <a:pt x="82347" y="17760"/>
                  </a:lnTo>
                  <a:lnTo>
                    <a:pt x="82572" y="17724"/>
                  </a:lnTo>
                  <a:lnTo>
                    <a:pt x="83440" y="17554"/>
                  </a:lnTo>
                  <a:lnTo>
                    <a:pt x="84806" y="17287"/>
                  </a:lnTo>
                  <a:lnTo>
                    <a:pt x="85159" y="17217"/>
                  </a:lnTo>
                  <a:lnTo>
                    <a:pt x="85538" y="17028"/>
                  </a:lnTo>
                  <a:lnTo>
                    <a:pt x="85716" y="16939"/>
                  </a:lnTo>
                  <a:lnTo>
                    <a:pt x="86132" y="16730"/>
                  </a:lnTo>
                  <a:lnTo>
                    <a:pt x="86585" y="16503"/>
                  </a:lnTo>
                  <a:lnTo>
                    <a:pt x="88027" y="15781"/>
                  </a:lnTo>
                  <a:lnTo>
                    <a:pt x="91008" y="14288"/>
                  </a:lnTo>
                  <a:lnTo>
                    <a:pt x="91220" y="14182"/>
                  </a:lnTo>
                  <a:lnTo>
                    <a:pt x="91647" y="14008"/>
                  </a:lnTo>
                  <a:lnTo>
                    <a:pt x="91922" y="14422"/>
                  </a:lnTo>
                  <a:lnTo>
                    <a:pt x="92091" y="14678"/>
                  </a:lnTo>
                  <a:lnTo>
                    <a:pt x="92533" y="15345"/>
                  </a:lnTo>
                  <a:lnTo>
                    <a:pt x="92630" y="15490"/>
                  </a:lnTo>
                  <a:lnTo>
                    <a:pt x="93266" y="16450"/>
                  </a:lnTo>
                  <a:lnTo>
                    <a:pt x="93405" y="16661"/>
                  </a:lnTo>
                  <a:lnTo>
                    <a:pt x="93751" y="17182"/>
                  </a:lnTo>
                  <a:lnTo>
                    <a:pt x="94648" y="18537"/>
                  </a:lnTo>
                  <a:lnTo>
                    <a:pt x="95284" y="19308"/>
                  </a:lnTo>
                  <a:lnTo>
                    <a:pt x="96007" y="20185"/>
                  </a:lnTo>
                  <a:lnTo>
                    <a:pt x="96541" y="19871"/>
                  </a:lnTo>
                  <a:lnTo>
                    <a:pt x="99063" y="19724"/>
                  </a:lnTo>
                  <a:lnTo>
                    <a:pt x="100421" y="20030"/>
                  </a:lnTo>
                  <a:lnTo>
                    <a:pt x="102447" y="20488"/>
                  </a:lnTo>
                  <a:lnTo>
                    <a:pt x="106153" y="20610"/>
                  </a:lnTo>
                  <a:lnTo>
                    <a:pt x="106575" y="20623"/>
                  </a:lnTo>
                  <a:lnTo>
                    <a:pt x="106888" y="20633"/>
                  </a:lnTo>
                  <a:lnTo>
                    <a:pt x="106910" y="20347"/>
                  </a:lnTo>
                  <a:lnTo>
                    <a:pt x="107146" y="17218"/>
                  </a:lnTo>
                  <a:lnTo>
                    <a:pt x="107183" y="16730"/>
                  </a:lnTo>
                  <a:lnTo>
                    <a:pt x="107272" y="15547"/>
                  </a:lnTo>
                  <a:lnTo>
                    <a:pt x="107301" y="15169"/>
                  </a:lnTo>
                  <a:lnTo>
                    <a:pt x="107590" y="11341"/>
                  </a:lnTo>
                  <a:lnTo>
                    <a:pt x="107629" y="10827"/>
                  </a:lnTo>
                  <a:lnTo>
                    <a:pt x="107727" y="9526"/>
                  </a:lnTo>
                  <a:lnTo>
                    <a:pt x="107765" y="9031"/>
                  </a:lnTo>
                  <a:lnTo>
                    <a:pt x="107867" y="7681"/>
                  </a:lnTo>
                  <a:lnTo>
                    <a:pt x="107925" y="6908"/>
                  </a:lnTo>
                  <a:lnTo>
                    <a:pt x="108018" y="5684"/>
                  </a:lnTo>
                  <a:lnTo>
                    <a:pt x="108034" y="5473"/>
                  </a:lnTo>
                  <a:lnTo>
                    <a:pt x="108070" y="4989"/>
                  </a:lnTo>
                  <a:lnTo>
                    <a:pt x="108168" y="3697"/>
                  </a:lnTo>
                  <a:lnTo>
                    <a:pt x="108215" y="3077"/>
                  </a:lnTo>
                  <a:lnTo>
                    <a:pt x="108316" y="1739"/>
                  </a:lnTo>
                  <a:lnTo>
                    <a:pt x="108340" y="1429"/>
                  </a:lnTo>
                  <a:lnTo>
                    <a:pt x="108372" y="1004"/>
                  </a:lnTo>
                  <a:lnTo>
                    <a:pt x="108485" y="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374680" y="3717716"/>
              <a:ext cx="133721" cy="163338"/>
            </a:xfrm>
            <a:custGeom>
              <a:avLst/>
              <a:pathLst>
                <a:path w="133721" h="163338">
                  <a:moveTo>
                    <a:pt x="100423" y="46478"/>
                  </a:moveTo>
                  <a:lnTo>
                    <a:pt x="100756" y="53687"/>
                  </a:lnTo>
                  <a:lnTo>
                    <a:pt x="94144" y="53920"/>
                  </a:lnTo>
                  <a:lnTo>
                    <a:pt x="93643" y="64923"/>
                  </a:lnTo>
                  <a:lnTo>
                    <a:pt x="100263" y="79938"/>
                  </a:lnTo>
                  <a:lnTo>
                    <a:pt x="101575" y="82337"/>
                  </a:lnTo>
                  <a:lnTo>
                    <a:pt x="101734" y="82628"/>
                  </a:lnTo>
                  <a:lnTo>
                    <a:pt x="102068" y="83239"/>
                  </a:lnTo>
                  <a:lnTo>
                    <a:pt x="103438" y="85217"/>
                  </a:lnTo>
                  <a:lnTo>
                    <a:pt x="103622" y="85482"/>
                  </a:lnTo>
                  <a:lnTo>
                    <a:pt x="104729" y="87080"/>
                  </a:lnTo>
                  <a:lnTo>
                    <a:pt x="106440" y="89549"/>
                  </a:lnTo>
                  <a:lnTo>
                    <a:pt x="106821" y="89943"/>
                  </a:lnTo>
                  <a:lnTo>
                    <a:pt x="107274" y="90412"/>
                  </a:lnTo>
                  <a:lnTo>
                    <a:pt x="108662" y="91850"/>
                  </a:lnTo>
                  <a:lnTo>
                    <a:pt x="109445" y="92848"/>
                  </a:lnTo>
                  <a:lnTo>
                    <a:pt x="110273" y="93903"/>
                  </a:lnTo>
                  <a:lnTo>
                    <a:pt x="111005" y="95228"/>
                  </a:lnTo>
                  <a:lnTo>
                    <a:pt x="111997" y="97020"/>
                  </a:lnTo>
                  <a:lnTo>
                    <a:pt x="113578" y="99816"/>
                  </a:lnTo>
                  <a:lnTo>
                    <a:pt x="117296" y="102759"/>
                  </a:lnTo>
                  <a:lnTo>
                    <a:pt x="118364" y="105650"/>
                  </a:lnTo>
                  <a:lnTo>
                    <a:pt x="123800" y="110604"/>
                  </a:lnTo>
                  <a:lnTo>
                    <a:pt x="124077" y="110929"/>
                  </a:lnTo>
                  <a:lnTo>
                    <a:pt x="126736" y="113784"/>
                  </a:lnTo>
                  <a:lnTo>
                    <a:pt x="128529" y="115710"/>
                  </a:lnTo>
                  <a:lnTo>
                    <a:pt x="132370" y="118392"/>
                  </a:lnTo>
                  <a:lnTo>
                    <a:pt x="132599" y="118552"/>
                  </a:lnTo>
                  <a:lnTo>
                    <a:pt x="132679" y="121304"/>
                  </a:lnTo>
                  <a:lnTo>
                    <a:pt x="132578" y="124048"/>
                  </a:lnTo>
                  <a:lnTo>
                    <a:pt x="133721" y="128144"/>
                  </a:lnTo>
                  <a:lnTo>
                    <a:pt x="133440" y="129424"/>
                  </a:lnTo>
                  <a:lnTo>
                    <a:pt x="132466" y="130338"/>
                  </a:lnTo>
                  <a:lnTo>
                    <a:pt x="125639" y="128782"/>
                  </a:lnTo>
                  <a:lnTo>
                    <a:pt x="124644" y="128555"/>
                  </a:lnTo>
                  <a:lnTo>
                    <a:pt x="119172" y="129779"/>
                  </a:lnTo>
                  <a:lnTo>
                    <a:pt x="118720" y="129735"/>
                  </a:lnTo>
                  <a:lnTo>
                    <a:pt x="117976" y="129662"/>
                  </a:lnTo>
                  <a:lnTo>
                    <a:pt x="116286" y="129599"/>
                  </a:lnTo>
                  <a:lnTo>
                    <a:pt x="115905" y="129584"/>
                  </a:lnTo>
                  <a:lnTo>
                    <a:pt x="112758" y="130043"/>
                  </a:lnTo>
                  <a:lnTo>
                    <a:pt x="108099" y="129861"/>
                  </a:lnTo>
                  <a:lnTo>
                    <a:pt x="104974" y="130476"/>
                  </a:lnTo>
                  <a:lnTo>
                    <a:pt x="103065" y="131039"/>
                  </a:lnTo>
                  <a:lnTo>
                    <a:pt x="102266" y="131143"/>
                  </a:lnTo>
                  <a:lnTo>
                    <a:pt x="101954" y="131184"/>
                  </a:lnTo>
                  <a:lnTo>
                    <a:pt x="100158" y="131418"/>
                  </a:lnTo>
                  <a:lnTo>
                    <a:pt x="99902" y="131534"/>
                  </a:lnTo>
                  <a:lnTo>
                    <a:pt x="93623" y="131593"/>
                  </a:lnTo>
                  <a:lnTo>
                    <a:pt x="89348" y="131486"/>
                  </a:lnTo>
                  <a:lnTo>
                    <a:pt x="87578" y="131429"/>
                  </a:lnTo>
                  <a:lnTo>
                    <a:pt x="76939" y="131087"/>
                  </a:lnTo>
                  <a:lnTo>
                    <a:pt x="76698" y="133783"/>
                  </a:lnTo>
                  <a:lnTo>
                    <a:pt x="74945" y="136671"/>
                  </a:lnTo>
                  <a:lnTo>
                    <a:pt x="69409" y="145788"/>
                  </a:lnTo>
                  <a:lnTo>
                    <a:pt x="69316" y="145942"/>
                  </a:lnTo>
                  <a:lnTo>
                    <a:pt x="67457" y="148871"/>
                  </a:lnTo>
                  <a:lnTo>
                    <a:pt x="63929" y="154650"/>
                  </a:lnTo>
                  <a:lnTo>
                    <a:pt x="58623" y="163338"/>
                  </a:lnTo>
                  <a:lnTo>
                    <a:pt x="56433" y="161958"/>
                  </a:lnTo>
                  <a:lnTo>
                    <a:pt x="56097" y="161746"/>
                  </a:lnTo>
                  <a:lnTo>
                    <a:pt x="50498" y="158048"/>
                  </a:lnTo>
                  <a:lnTo>
                    <a:pt x="43482" y="153415"/>
                  </a:lnTo>
                  <a:lnTo>
                    <a:pt x="36628" y="149226"/>
                  </a:lnTo>
                  <a:lnTo>
                    <a:pt x="36206" y="148968"/>
                  </a:lnTo>
                  <a:lnTo>
                    <a:pt x="32646" y="146707"/>
                  </a:lnTo>
                  <a:lnTo>
                    <a:pt x="30593" y="145402"/>
                  </a:lnTo>
                  <a:lnTo>
                    <a:pt x="29434" y="144908"/>
                  </a:lnTo>
                  <a:lnTo>
                    <a:pt x="27357" y="143590"/>
                  </a:lnTo>
                  <a:lnTo>
                    <a:pt x="24970" y="142075"/>
                  </a:lnTo>
                  <a:lnTo>
                    <a:pt x="18605" y="138034"/>
                  </a:lnTo>
                  <a:lnTo>
                    <a:pt x="17287" y="137306"/>
                  </a:lnTo>
                  <a:lnTo>
                    <a:pt x="15442" y="136286"/>
                  </a:lnTo>
                  <a:lnTo>
                    <a:pt x="15284" y="136189"/>
                  </a:lnTo>
                  <a:lnTo>
                    <a:pt x="5015" y="129817"/>
                  </a:lnTo>
                  <a:lnTo>
                    <a:pt x="747" y="127169"/>
                  </a:lnTo>
                  <a:lnTo>
                    <a:pt x="0" y="126705"/>
                  </a:lnTo>
                  <a:lnTo>
                    <a:pt x="3295" y="120466"/>
                  </a:lnTo>
                  <a:lnTo>
                    <a:pt x="3416" y="120237"/>
                  </a:lnTo>
                  <a:lnTo>
                    <a:pt x="6769" y="114783"/>
                  </a:lnTo>
                  <a:lnTo>
                    <a:pt x="6886" y="114594"/>
                  </a:lnTo>
                  <a:lnTo>
                    <a:pt x="10540" y="109401"/>
                  </a:lnTo>
                  <a:lnTo>
                    <a:pt x="11270" y="108214"/>
                  </a:lnTo>
                  <a:lnTo>
                    <a:pt x="12675" y="105928"/>
                  </a:lnTo>
                  <a:lnTo>
                    <a:pt x="14102" y="103605"/>
                  </a:lnTo>
                  <a:lnTo>
                    <a:pt x="17608" y="98129"/>
                  </a:lnTo>
                  <a:lnTo>
                    <a:pt x="20401" y="93224"/>
                  </a:lnTo>
                  <a:lnTo>
                    <a:pt x="22263" y="92583"/>
                  </a:lnTo>
                  <a:lnTo>
                    <a:pt x="32218" y="98642"/>
                  </a:lnTo>
                  <a:lnTo>
                    <a:pt x="41484" y="83644"/>
                  </a:lnTo>
                  <a:lnTo>
                    <a:pt x="42981" y="81222"/>
                  </a:lnTo>
                  <a:lnTo>
                    <a:pt x="44624" y="78563"/>
                  </a:lnTo>
                  <a:lnTo>
                    <a:pt x="47942" y="72331"/>
                  </a:lnTo>
                  <a:lnTo>
                    <a:pt x="49085" y="70186"/>
                  </a:lnTo>
                  <a:lnTo>
                    <a:pt x="49158" y="70048"/>
                  </a:lnTo>
                  <a:lnTo>
                    <a:pt x="55003" y="63707"/>
                  </a:lnTo>
                  <a:lnTo>
                    <a:pt x="55428" y="63246"/>
                  </a:lnTo>
                  <a:lnTo>
                    <a:pt x="56338" y="62347"/>
                  </a:lnTo>
                  <a:lnTo>
                    <a:pt x="58363" y="60348"/>
                  </a:lnTo>
                  <a:lnTo>
                    <a:pt x="55670" y="57348"/>
                  </a:lnTo>
                  <a:lnTo>
                    <a:pt x="54201" y="55982"/>
                  </a:lnTo>
                  <a:lnTo>
                    <a:pt x="51685" y="53553"/>
                  </a:lnTo>
                  <a:lnTo>
                    <a:pt x="48921" y="50886"/>
                  </a:lnTo>
                  <a:lnTo>
                    <a:pt x="48779" y="50159"/>
                  </a:lnTo>
                  <a:lnTo>
                    <a:pt x="51133" y="48251"/>
                  </a:lnTo>
                  <a:lnTo>
                    <a:pt x="53310" y="46671"/>
                  </a:lnTo>
                  <a:lnTo>
                    <a:pt x="54299" y="46013"/>
                  </a:lnTo>
                  <a:lnTo>
                    <a:pt x="57117" y="49076"/>
                  </a:lnTo>
                  <a:lnTo>
                    <a:pt x="61107" y="42134"/>
                  </a:lnTo>
                  <a:lnTo>
                    <a:pt x="65476" y="38590"/>
                  </a:lnTo>
                  <a:lnTo>
                    <a:pt x="68374" y="34997"/>
                  </a:lnTo>
                  <a:lnTo>
                    <a:pt x="71603" y="30385"/>
                  </a:lnTo>
                  <a:lnTo>
                    <a:pt x="64384" y="29269"/>
                  </a:lnTo>
                  <a:lnTo>
                    <a:pt x="64479" y="25336"/>
                  </a:lnTo>
                  <a:lnTo>
                    <a:pt x="68991" y="24765"/>
                  </a:lnTo>
                  <a:lnTo>
                    <a:pt x="71217" y="18976"/>
                  </a:lnTo>
                  <a:lnTo>
                    <a:pt x="76917" y="14024"/>
                  </a:lnTo>
                  <a:lnTo>
                    <a:pt x="79196" y="8781"/>
                  </a:lnTo>
                  <a:lnTo>
                    <a:pt x="81476" y="1790"/>
                  </a:lnTo>
                  <a:lnTo>
                    <a:pt x="84234" y="0"/>
                  </a:lnTo>
                  <a:lnTo>
                    <a:pt x="86606" y="11111"/>
                  </a:lnTo>
                  <a:lnTo>
                    <a:pt x="88030" y="20432"/>
                  </a:lnTo>
                  <a:lnTo>
                    <a:pt x="88778" y="30684"/>
                  </a:lnTo>
                  <a:lnTo>
                    <a:pt x="88914" y="35158"/>
                  </a:lnTo>
                  <a:lnTo>
                    <a:pt x="89081" y="40654"/>
                  </a:lnTo>
                  <a:lnTo>
                    <a:pt x="89201" y="44611"/>
                  </a:lnTo>
                  <a:lnTo>
                    <a:pt x="94279" y="45178"/>
                  </a:lnTo>
                  <a:lnTo>
                    <a:pt x="95600" y="45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278325" y="3614354"/>
              <a:ext cx="180589" cy="202004"/>
            </a:xfrm>
            <a:custGeom>
              <a:avLst/>
              <a:pathLst>
                <a:path w="180589" h="202004">
                  <a:moveTo>
                    <a:pt x="76097" y="16020"/>
                  </a:moveTo>
                  <a:lnTo>
                    <a:pt x="80942" y="24176"/>
                  </a:lnTo>
                  <a:lnTo>
                    <a:pt x="81796" y="30293"/>
                  </a:lnTo>
                  <a:lnTo>
                    <a:pt x="92055" y="39031"/>
                  </a:lnTo>
                  <a:lnTo>
                    <a:pt x="95475" y="48644"/>
                  </a:lnTo>
                  <a:lnTo>
                    <a:pt x="101174" y="58838"/>
                  </a:lnTo>
                  <a:lnTo>
                    <a:pt x="107159" y="65247"/>
                  </a:lnTo>
                  <a:lnTo>
                    <a:pt x="121977" y="71655"/>
                  </a:lnTo>
                  <a:lnTo>
                    <a:pt x="149334" y="81850"/>
                  </a:lnTo>
                  <a:lnTo>
                    <a:pt x="172417" y="86219"/>
                  </a:lnTo>
                  <a:lnTo>
                    <a:pt x="177346" y="86639"/>
                  </a:lnTo>
                  <a:lnTo>
                    <a:pt x="179541" y="98453"/>
                  </a:lnTo>
                  <a:lnTo>
                    <a:pt x="180589" y="103362"/>
                  </a:lnTo>
                  <a:lnTo>
                    <a:pt x="177831" y="105152"/>
                  </a:lnTo>
                  <a:lnTo>
                    <a:pt x="175552" y="112143"/>
                  </a:lnTo>
                  <a:lnTo>
                    <a:pt x="173272" y="117386"/>
                  </a:lnTo>
                  <a:lnTo>
                    <a:pt x="167573" y="122338"/>
                  </a:lnTo>
                  <a:lnTo>
                    <a:pt x="165346" y="128127"/>
                  </a:lnTo>
                  <a:lnTo>
                    <a:pt x="160834" y="128698"/>
                  </a:lnTo>
                  <a:lnTo>
                    <a:pt x="160739" y="132631"/>
                  </a:lnTo>
                  <a:lnTo>
                    <a:pt x="167959" y="133747"/>
                  </a:lnTo>
                  <a:lnTo>
                    <a:pt x="164729" y="138359"/>
                  </a:lnTo>
                  <a:lnTo>
                    <a:pt x="161832" y="141952"/>
                  </a:lnTo>
                  <a:lnTo>
                    <a:pt x="157462" y="145496"/>
                  </a:lnTo>
                  <a:lnTo>
                    <a:pt x="153473" y="152438"/>
                  </a:lnTo>
                  <a:lnTo>
                    <a:pt x="150654" y="149375"/>
                  </a:lnTo>
                  <a:lnTo>
                    <a:pt x="149665" y="150033"/>
                  </a:lnTo>
                  <a:lnTo>
                    <a:pt x="147488" y="151613"/>
                  </a:lnTo>
                  <a:lnTo>
                    <a:pt x="145135" y="153521"/>
                  </a:lnTo>
                  <a:lnTo>
                    <a:pt x="145276" y="154248"/>
                  </a:lnTo>
                  <a:lnTo>
                    <a:pt x="148040" y="156915"/>
                  </a:lnTo>
                  <a:lnTo>
                    <a:pt x="150557" y="159344"/>
                  </a:lnTo>
                  <a:lnTo>
                    <a:pt x="152025" y="160710"/>
                  </a:lnTo>
                  <a:lnTo>
                    <a:pt x="154718" y="163710"/>
                  </a:lnTo>
                  <a:lnTo>
                    <a:pt x="152694" y="165709"/>
                  </a:lnTo>
                  <a:lnTo>
                    <a:pt x="151783" y="166608"/>
                  </a:lnTo>
                  <a:lnTo>
                    <a:pt x="151358" y="167069"/>
                  </a:lnTo>
                  <a:lnTo>
                    <a:pt x="145514" y="173410"/>
                  </a:lnTo>
                  <a:lnTo>
                    <a:pt x="145440" y="173548"/>
                  </a:lnTo>
                  <a:lnTo>
                    <a:pt x="144298" y="175693"/>
                  </a:lnTo>
                  <a:lnTo>
                    <a:pt x="140979" y="181925"/>
                  </a:lnTo>
                  <a:lnTo>
                    <a:pt x="139336" y="184584"/>
                  </a:lnTo>
                  <a:lnTo>
                    <a:pt x="137840" y="187006"/>
                  </a:lnTo>
                  <a:lnTo>
                    <a:pt x="128574" y="202004"/>
                  </a:lnTo>
                  <a:lnTo>
                    <a:pt x="118619" y="195945"/>
                  </a:lnTo>
                  <a:lnTo>
                    <a:pt x="116757" y="196586"/>
                  </a:lnTo>
                  <a:lnTo>
                    <a:pt x="114518" y="196289"/>
                  </a:lnTo>
                  <a:lnTo>
                    <a:pt x="110072" y="193740"/>
                  </a:lnTo>
                  <a:lnTo>
                    <a:pt x="105796" y="190924"/>
                  </a:lnTo>
                  <a:lnTo>
                    <a:pt x="109497" y="184837"/>
                  </a:lnTo>
                  <a:lnTo>
                    <a:pt x="103522" y="180966"/>
                  </a:lnTo>
                  <a:lnTo>
                    <a:pt x="98167" y="177631"/>
                  </a:lnTo>
                  <a:lnTo>
                    <a:pt x="83028" y="169181"/>
                  </a:lnTo>
                  <a:lnTo>
                    <a:pt x="85071" y="165419"/>
                  </a:lnTo>
                  <a:lnTo>
                    <a:pt x="86875" y="161778"/>
                  </a:lnTo>
                  <a:lnTo>
                    <a:pt x="86633" y="160420"/>
                  </a:lnTo>
                  <a:lnTo>
                    <a:pt x="86406" y="159145"/>
                  </a:lnTo>
                  <a:lnTo>
                    <a:pt x="85598" y="157810"/>
                  </a:lnTo>
                  <a:lnTo>
                    <a:pt x="83461" y="154121"/>
                  </a:lnTo>
                  <a:lnTo>
                    <a:pt x="82846" y="153192"/>
                  </a:lnTo>
                  <a:lnTo>
                    <a:pt x="79780" y="148562"/>
                  </a:lnTo>
                  <a:lnTo>
                    <a:pt x="77405" y="145528"/>
                  </a:lnTo>
                  <a:lnTo>
                    <a:pt x="76180" y="144584"/>
                  </a:lnTo>
                  <a:lnTo>
                    <a:pt x="75412" y="143984"/>
                  </a:lnTo>
                  <a:lnTo>
                    <a:pt x="74057" y="142251"/>
                  </a:lnTo>
                  <a:lnTo>
                    <a:pt x="71373" y="139168"/>
                  </a:lnTo>
                  <a:lnTo>
                    <a:pt x="69230" y="137393"/>
                  </a:lnTo>
                  <a:lnTo>
                    <a:pt x="67123" y="135649"/>
                  </a:lnTo>
                  <a:lnTo>
                    <a:pt x="66796" y="135288"/>
                  </a:lnTo>
                  <a:lnTo>
                    <a:pt x="66088" y="134508"/>
                  </a:lnTo>
                  <a:lnTo>
                    <a:pt x="64512" y="132769"/>
                  </a:lnTo>
                  <a:lnTo>
                    <a:pt x="63015" y="131118"/>
                  </a:lnTo>
                  <a:lnTo>
                    <a:pt x="60498" y="128788"/>
                  </a:lnTo>
                  <a:lnTo>
                    <a:pt x="57838" y="127380"/>
                  </a:lnTo>
                  <a:lnTo>
                    <a:pt x="55345" y="126273"/>
                  </a:lnTo>
                  <a:lnTo>
                    <a:pt x="50888" y="124217"/>
                  </a:lnTo>
                  <a:lnTo>
                    <a:pt x="49808" y="123719"/>
                  </a:lnTo>
                  <a:lnTo>
                    <a:pt x="49631" y="123637"/>
                  </a:lnTo>
                  <a:lnTo>
                    <a:pt x="49466" y="123553"/>
                  </a:lnTo>
                  <a:lnTo>
                    <a:pt x="48263" y="122938"/>
                  </a:lnTo>
                  <a:lnTo>
                    <a:pt x="45064" y="121952"/>
                  </a:lnTo>
                  <a:lnTo>
                    <a:pt x="43886" y="121408"/>
                  </a:lnTo>
                  <a:lnTo>
                    <a:pt x="41828" y="118305"/>
                  </a:lnTo>
                  <a:lnTo>
                    <a:pt x="36750" y="110646"/>
                  </a:lnTo>
                  <a:lnTo>
                    <a:pt x="34513" y="114025"/>
                  </a:lnTo>
                  <a:lnTo>
                    <a:pt x="32461" y="112816"/>
                  </a:lnTo>
                  <a:lnTo>
                    <a:pt x="27190" y="109889"/>
                  </a:lnTo>
                  <a:lnTo>
                    <a:pt x="25806" y="109463"/>
                  </a:lnTo>
                  <a:lnTo>
                    <a:pt x="22459" y="108432"/>
                  </a:lnTo>
                  <a:lnTo>
                    <a:pt x="21221" y="107801"/>
                  </a:lnTo>
                  <a:lnTo>
                    <a:pt x="19576" y="107334"/>
                  </a:lnTo>
                  <a:lnTo>
                    <a:pt x="11882" y="105016"/>
                  </a:lnTo>
                  <a:lnTo>
                    <a:pt x="9755" y="104229"/>
                  </a:lnTo>
                  <a:lnTo>
                    <a:pt x="7592" y="103428"/>
                  </a:lnTo>
                  <a:lnTo>
                    <a:pt x="5618" y="102747"/>
                  </a:lnTo>
                  <a:lnTo>
                    <a:pt x="5054" y="102552"/>
                  </a:lnTo>
                  <a:lnTo>
                    <a:pt x="3214" y="101702"/>
                  </a:lnTo>
                  <a:lnTo>
                    <a:pt x="0" y="100346"/>
                  </a:lnTo>
                  <a:lnTo>
                    <a:pt x="2740" y="97405"/>
                  </a:lnTo>
                  <a:lnTo>
                    <a:pt x="3545" y="95205"/>
                  </a:lnTo>
                  <a:lnTo>
                    <a:pt x="4266" y="93232"/>
                  </a:lnTo>
                  <a:lnTo>
                    <a:pt x="5780" y="89094"/>
                  </a:lnTo>
                  <a:lnTo>
                    <a:pt x="12087" y="92745"/>
                  </a:lnTo>
                  <a:lnTo>
                    <a:pt x="13075" y="91113"/>
                  </a:lnTo>
                  <a:lnTo>
                    <a:pt x="10871" y="86841"/>
                  </a:lnTo>
                  <a:lnTo>
                    <a:pt x="14063" y="82802"/>
                  </a:lnTo>
                  <a:lnTo>
                    <a:pt x="19990" y="78297"/>
                  </a:lnTo>
                  <a:lnTo>
                    <a:pt x="22194" y="74258"/>
                  </a:lnTo>
                  <a:lnTo>
                    <a:pt x="21358" y="72627"/>
                  </a:lnTo>
                  <a:lnTo>
                    <a:pt x="14975" y="68976"/>
                  </a:lnTo>
                  <a:lnTo>
                    <a:pt x="15811" y="61208"/>
                  </a:lnTo>
                  <a:lnTo>
                    <a:pt x="15279" y="60665"/>
                  </a:lnTo>
                  <a:lnTo>
                    <a:pt x="11935" y="62374"/>
                  </a:lnTo>
                  <a:lnTo>
                    <a:pt x="5248" y="62607"/>
                  </a:lnTo>
                  <a:lnTo>
                    <a:pt x="3424" y="57480"/>
                  </a:lnTo>
                  <a:lnTo>
                    <a:pt x="4184" y="54917"/>
                  </a:lnTo>
                  <a:lnTo>
                    <a:pt x="2284" y="51810"/>
                  </a:lnTo>
                  <a:lnTo>
                    <a:pt x="5628" y="48237"/>
                  </a:lnTo>
                  <a:lnTo>
                    <a:pt x="7241" y="47809"/>
                  </a:lnTo>
                  <a:lnTo>
                    <a:pt x="11783" y="46606"/>
                  </a:lnTo>
                  <a:lnTo>
                    <a:pt x="10227" y="34600"/>
                  </a:lnTo>
                  <a:lnTo>
                    <a:pt x="10112" y="33711"/>
                  </a:lnTo>
                  <a:lnTo>
                    <a:pt x="6996" y="33867"/>
                  </a:lnTo>
                  <a:lnTo>
                    <a:pt x="5096" y="26954"/>
                  </a:lnTo>
                  <a:lnTo>
                    <a:pt x="3113" y="25255"/>
                  </a:lnTo>
                  <a:lnTo>
                    <a:pt x="2499" y="19064"/>
                  </a:lnTo>
                  <a:lnTo>
                    <a:pt x="2715" y="18980"/>
                  </a:lnTo>
                  <a:lnTo>
                    <a:pt x="4613" y="18239"/>
                  </a:lnTo>
                  <a:lnTo>
                    <a:pt x="6911" y="17558"/>
                  </a:lnTo>
                  <a:lnTo>
                    <a:pt x="8276" y="17362"/>
                  </a:lnTo>
                  <a:lnTo>
                    <a:pt x="13917" y="16550"/>
                  </a:lnTo>
                  <a:lnTo>
                    <a:pt x="14366" y="16486"/>
                  </a:lnTo>
                  <a:lnTo>
                    <a:pt x="15103" y="16427"/>
                  </a:lnTo>
                  <a:lnTo>
                    <a:pt x="16457" y="16318"/>
                  </a:lnTo>
                  <a:lnTo>
                    <a:pt x="21721" y="15895"/>
                  </a:lnTo>
                  <a:lnTo>
                    <a:pt x="26660" y="17210"/>
                  </a:lnTo>
                  <a:lnTo>
                    <a:pt x="26823" y="17270"/>
                  </a:lnTo>
                  <a:lnTo>
                    <a:pt x="30460" y="18615"/>
                  </a:lnTo>
                  <a:lnTo>
                    <a:pt x="31124" y="18860"/>
                  </a:lnTo>
                  <a:lnTo>
                    <a:pt x="33849" y="21822"/>
                  </a:lnTo>
                  <a:lnTo>
                    <a:pt x="34110" y="22128"/>
                  </a:lnTo>
                  <a:lnTo>
                    <a:pt x="36672" y="23241"/>
                  </a:lnTo>
                  <a:lnTo>
                    <a:pt x="37247" y="22669"/>
                  </a:lnTo>
                  <a:lnTo>
                    <a:pt x="42709" y="13542"/>
                  </a:lnTo>
                  <a:lnTo>
                    <a:pt x="40572" y="3930"/>
                  </a:lnTo>
                  <a:lnTo>
                    <a:pt x="47885" y="0"/>
                  </a:lnTo>
                  <a:lnTo>
                    <a:pt x="57004" y="1456"/>
                  </a:lnTo>
                  <a:lnTo>
                    <a:pt x="63843" y="6699"/>
                  </a:lnTo>
                  <a:lnTo>
                    <a:pt x="68688" y="1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207090" y="3714700"/>
              <a:ext cx="187992" cy="123252"/>
            </a:xfrm>
            <a:custGeom>
              <a:avLst/>
              <a:pathLst>
                <a:path w="187992" h="123252">
                  <a:moveTo>
                    <a:pt x="103696" y="12469"/>
                  </a:moveTo>
                  <a:lnTo>
                    <a:pt x="105748" y="13678"/>
                  </a:lnTo>
                  <a:lnTo>
                    <a:pt x="107985" y="10299"/>
                  </a:lnTo>
                  <a:lnTo>
                    <a:pt x="113063" y="17958"/>
                  </a:lnTo>
                  <a:lnTo>
                    <a:pt x="115121" y="21061"/>
                  </a:lnTo>
                  <a:lnTo>
                    <a:pt x="116299" y="21605"/>
                  </a:lnTo>
                  <a:lnTo>
                    <a:pt x="119498" y="22591"/>
                  </a:lnTo>
                  <a:lnTo>
                    <a:pt x="120701" y="23206"/>
                  </a:lnTo>
                  <a:lnTo>
                    <a:pt x="120866" y="23290"/>
                  </a:lnTo>
                  <a:lnTo>
                    <a:pt x="121043" y="23372"/>
                  </a:lnTo>
                  <a:lnTo>
                    <a:pt x="122123" y="23870"/>
                  </a:lnTo>
                  <a:lnTo>
                    <a:pt x="126580" y="25926"/>
                  </a:lnTo>
                  <a:lnTo>
                    <a:pt x="129073" y="27033"/>
                  </a:lnTo>
                  <a:lnTo>
                    <a:pt x="131733" y="28441"/>
                  </a:lnTo>
                  <a:lnTo>
                    <a:pt x="134250" y="30771"/>
                  </a:lnTo>
                  <a:lnTo>
                    <a:pt x="135747" y="32422"/>
                  </a:lnTo>
                  <a:lnTo>
                    <a:pt x="137323" y="34161"/>
                  </a:lnTo>
                  <a:lnTo>
                    <a:pt x="138031" y="34941"/>
                  </a:lnTo>
                  <a:lnTo>
                    <a:pt x="138358" y="35302"/>
                  </a:lnTo>
                  <a:lnTo>
                    <a:pt x="140465" y="37047"/>
                  </a:lnTo>
                  <a:lnTo>
                    <a:pt x="142608" y="38821"/>
                  </a:lnTo>
                  <a:lnTo>
                    <a:pt x="145292" y="41904"/>
                  </a:lnTo>
                  <a:lnTo>
                    <a:pt x="146664" y="43659"/>
                  </a:lnTo>
                  <a:lnTo>
                    <a:pt x="147415" y="44238"/>
                  </a:lnTo>
                  <a:lnTo>
                    <a:pt x="148640" y="45181"/>
                  </a:lnTo>
                  <a:lnTo>
                    <a:pt x="151015" y="48215"/>
                  </a:lnTo>
                  <a:lnTo>
                    <a:pt x="154081" y="52845"/>
                  </a:lnTo>
                  <a:lnTo>
                    <a:pt x="154696" y="53774"/>
                  </a:lnTo>
                  <a:lnTo>
                    <a:pt x="156833" y="57463"/>
                  </a:lnTo>
                  <a:lnTo>
                    <a:pt x="157641" y="58799"/>
                  </a:lnTo>
                  <a:lnTo>
                    <a:pt x="157868" y="60073"/>
                  </a:lnTo>
                  <a:lnTo>
                    <a:pt x="158110" y="61431"/>
                  </a:lnTo>
                  <a:lnTo>
                    <a:pt x="156306" y="65072"/>
                  </a:lnTo>
                  <a:lnTo>
                    <a:pt x="154263" y="68834"/>
                  </a:lnTo>
                  <a:lnTo>
                    <a:pt x="169402" y="77284"/>
                  </a:lnTo>
                  <a:lnTo>
                    <a:pt x="174757" y="80620"/>
                  </a:lnTo>
                  <a:lnTo>
                    <a:pt x="180732" y="84490"/>
                  </a:lnTo>
                  <a:lnTo>
                    <a:pt x="177049" y="90588"/>
                  </a:lnTo>
                  <a:lnTo>
                    <a:pt x="181323" y="93404"/>
                  </a:lnTo>
                  <a:lnTo>
                    <a:pt x="185753" y="95942"/>
                  </a:lnTo>
                  <a:lnTo>
                    <a:pt x="187992" y="96239"/>
                  </a:lnTo>
                  <a:lnTo>
                    <a:pt x="185198" y="101144"/>
                  </a:lnTo>
                  <a:lnTo>
                    <a:pt x="181693" y="106620"/>
                  </a:lnTo>
                  <a:lnTo>
                    <a:pt x="180265" y="108943"/>
                  </a:lnTo>
                  <a:lnTo>
                    <a:pt x="178860" y="111229"/>
                  </a:lnTo>
                  <a:lnTo>
                    <a:pt x="178131" y="112416"/>
                  </a:lnTo>
                  <a:lnTo>
                    <a:pt x="174477" y="117609"/>
                  </a:lnTo>
                  <a:lnTo>
                    <a:pt x="174359" y="117798"/>
                  </a:lnTo>
                  <a:lnTo>
                    <a:pt x="171006" y="123252"/>
                  </a:lnTo>
                  <a:lnTo>
                    <a:pt x="164960" y="119710"/>
                  </a:lnTo>
                  <a:lnTo>
                    <a:pt x="160172" y="116905"/>
                  </a:lnTo>
                  <a:lnTo>
                    <a:pt x="154954" y="113849"/>
                  </a:lnTo>
                  <a:lnTo>
                    <a:pt x="149273" y="110285"/>
                  </a:lnTo>
                  <a:lnTo>
                    <a:pt x="147126" y="108938"/>
                  </a:lnTo>
                  <a:lnTo>
                    <a:pt x="145839" y="108131"/>
                  </a:lnTo>
                  <a:lnTo>
                    <a:pt x="141332" y="105261"/>
                  </a:lnTo>
                  <a:lnTo>
                    <a:pt x="138061" y="103356"/>
                  </a:lnTo>
                  <a:lnTo>
                    <a:pt x="133875" y="100916"/>
                  </a:lnTo>
                  <a:lnTo>
                    <a:pt x="132854" y="100455"/>
                  </a:lnTo>
                  <a:lnTo>
                    <a:pt x="131904" y="103659"/>
                  </a:lnTo>
                  <a:lnTo>
                    <a:pt x="130455" y="106742"/>
                  </a:lnTo>
                  <a:lnTo>
                    <a:pt x="126762" y="104635"/>
                  </a:lnTo>
                  <a:lnTo>
                    <a:pt x="125639" y="104160"/>
                  </a:lnTo>
                  <a:lnTo>
                    <a:pt x="125025" y="103900"/>
                  </a:lnTo>
                  <a:lnTo>
                    <a:pt x="124163" y="103608"/>
                  </a:lnTo>
                  <a:lnTo>
                    <a:pt x="123605" y="103419"/>
                  </a:lnTo>
                  <a:lnTo>
                    <a:pt x="121514" y="102212"/>
                  </a:lnTo>
                  <a:lnTo>
                    <a:pt x="120820" y="101811"/>
                  </a:lnTo>
                  <a:lnTo>
                    <a:pt x="116499" y="104882"/>
                  </a:lnTo>
                  <a:lnTo>
                    <a:pt x="113190" y="104636"/>
                  </a:lnTo>
                  <a:lnTo>
                    <a:pt x="107661" y="106034"/>
                  </a:lnTo>
                  <a:lnTo>
                    <a:pt x="102760" y="104170"/>
                  </a:lnTo>
                  <a:lnTo>
                    <a:pt x="98884" y="102422"/>
                  </a:lnTo>
                  <a:lnTo>
                    <a:pt x="97231" y="98227"/>
                  </a:lnTo>
                  <a:lnTo>
                    <a:pt x="93698" y="99684"/>
                  </a:lnTo>
                  <a:lnTo>
                    <a:pt x="90335" y="100441"/>
                  </a:lnTo>
                  <a:lnTo>
                    <a:pt x="90380" y="92759"/>
                  </a:lnTo>
                  <a:lnTo>
                    <a:pt x="88253" y="88331"/>
                  </a:lnTo>
                  <a:lnTo>
                    <a:pt x="87341" y="89574"/>
                  </a:lnTo>
                  <a:lnTo>
                    <a:pt x="65834" y="93153"/>
                  </a:lnTo>
                  <a:lnTo>
                    <a:pt x="64652" y="88780"/>
                  </a:lnTo>
                  <a:lnTo>
                    <a:pt x="64403" y="87858"/>
                  </a:lnTo>
                  <a:lnTo>
                    <a:pt x="68335" y="86867"/>
                  </a:lnTo>
                  <a:lnTo>
                    <a:pt x="68511" y="87527"/>
                  </a:lnTo>
                  <a:lnTo>
                    <a:pt x="68677" y="88149"/>
                  </a:lnTo>
                  <a:lnTo>
                    <a:pt x="84864" y="83838"/>
                  </a:lnTo>
                  <a:lnTo>
                    <a:pt x="87198" y="81890"/>
                  </a:lnTo>
                  <a:lnTo>
                    <a:pt x="87656" y="81508"/>
                  </a:lnTo>
                  <a:lnTo>
                    <a:pt x="92759" y="81995"/>
                  </a:lnTo>
                  <a:lnTo>
                    <a:pt x="96764" y="78001"/>
                  </a:lnTo>
                  <a:lnTo>
                    <a:pt x="94104" y="75437"/>
                  </a:lnTo>
                  <a:lnTo>
                    <a:pt x="98208" y="70621"/>
                  </a:lnTo>
                  <a:lnTo>
                    <a:pt x="98208" y="70155"/>
                  </a:lnTo>
                  <a:lnTo>
                    <a:pt x="95092" y="69379"/>
                  </a:lnTo>
                  <a:lnTo>
                    <a:pt x="96308" y="66116"/>
                  </a:lnTo>
                  <a:lnTo>
                    <a:pt x="98343" y="66559"/>
                  </a:lnTo>
                  <a:lnTo>
                    <a:pt x="97448" y="62077"/>
                  </a:lnTo>
                  <a:lnTo>
                    <a:pt x="95624" y="59902"/>
                  </a:lnTo>
                  <a:lnTo>
                    <a:pt x="92964" y="58659"/>
                  </a:lnTo>
                  <a:lnTo>
                    <a:pt x="90988" y="58116"/>
                  </a:lnTo>
                  <a:lnTo>
                    <a:pt x="85351" y="57677"/>
                  </a:lnTo>
                  <a:lnTo>
                    <a:pt x="75410" y="65339"/>
                  </a:lnTo>
                  <a:lnTo>
                    <a:pt x="71230" y="65495"/>
                  </a:lnTo>
                  <a:lnTo>
                    <a:pt x="70850" y="62699"/>
                  </a:lnTo>
                  <a:lnTo>
                    <a:pt x="69559" y="62854"/>
                  </a:lnTo>
                  <a:lnTo>
                    <a:pt x="68191" y="53455"/>
                  </a:lnTo>
                  <a:lnTo>
                    <a:pt x="62415" y="56407"/>
                  </a:lnTo>
                  <a:lnTo>
                    <a:pt x="65151" y="60757"/>
                  </a:lnTo>
                  <a:lnTo>
                    <a:pt x="59908" y="70466"/>
                  </a:lnTo>
                  <a:lnTo>
                    <a:pt x="56716" y="72020"/>
                  </a:lnTo>
                  <a:lnTo>
                    <a:pt x="52992" y="72097"/>
                  </a:lnTo>
                  <a:lnTo>
                    <a:pt x="50823" y="69598"/>
                  </a:lnTo>
                  <a:lnTo>
                    <a:pt x="49497" y="72020"/>
                  </a:lnTo>
                  <a:lnTo>
                    <a:pt x="48357" y="74894"/>
                  </a:lnTo>
                  <a:lnTo>
                    <a:pt x="44253" y="79399"/>
                  </a:lnTo>
                  <a:lnTo>
                    <a:pt x="34398" y="87432"/>
                  </a:lnTo>
                  <a:lnTo>
                    <a:pt x="14706" y="99356"/>
                  </a:lnTo>
                  <a:lnTo>
                    <a:pt x="12196" y="95839"/>
                  </a:lnTo>
                  <a:lnTo>
                    <a:pt x="17611" y="91120"/>
                  </a:lnTo>
                  <a:lnTo>
                    <a:pt x="14533" y="85761"/>
                  </a:lnTo>
                  <a:lnTo>
                    <a:pt x="17611" y="83838"/>
                  </a:lnTo>
                  <a:lnTo>
                    <a:pt x="21144" y="88091"/>
                  </a:lnTo>
                  <a:lnTo>
                    <a:pt x="22569" y="88440"/>
                  </a:lnTo>
                  <a:lnTo>
                    <a:pt x="27751" y="84694"/>
                  </a:lnTo>
                  <a:lnTo>
                    <a:pt x="24336" y="80401"/>
                  </a:lnTo>
                  <a:lnTo>
                    <a:pt x="30434" y="74284"/>
                  </a:lnTo>
                  <a:lnTo>
                    <a:pt x="30320" y="72129"/>
                  </a:lnTo>
                  <a:lnTo>
                    <a:pt x="32885" y="69507"/>
                  </a:lnTo>
                  <a:lnTo>
                    <a:pt x="34082" y="70381"/>
                  </a:lnTo>
                  <a:lnTo>
                    <a:pt x="35393" y="68866"/>
                  </a:lnTo>
                  <a:lnTo>
                    <a:pt x="32714" y="66420"/>
                  </a:lnTo>
                  <a:lnTo>
                    <a:pt x="27870" y="62050"/>
                  </a:lnTo>
                  <a:lnTo>
                    <a:pt x="26046" y="62924"/>
                  </a:lnTo>
                  <a:lnTo>
                    <a:pt x="27699" y="69973"/>
                  </a:lnTo>
                  <a:lnTo>
                    <a:pt x="4160" y="74109"/>
                  </a:lnTo>
                  <a:lnTo>
                    <a:pt x="1766" y="74459"/>
                  </a:lnTo>
                  <a:lnTo>
                    <a:pt x="0" y="61118"/>
                  </a:lnTo>
                  <a:lnTo>
                    <a:pt x="17839" y="57623"/>
                  </a:lnTo>
                  <a:lnTo>
                    <a:pt x="17668" y="51855"/>
                  </a:lnTo>
                  <a:lnTo>
                    <a:pt x="26331" y="49467"/>
                  </a:lnTo>
                  <a:lnTo>
                    <a:pt x="27186" y="54885"/>
                  </a:lnTo>
                  <a:lnTo>
                    <a:pt x="31460" y="48360"/>
                  </a:lnTo>
                  <a:lnTo>
                    <a:pt x="34481" y="42301"/>
                  </a:lnTo>
                  <a:lnTo>
                    <a:pt x="34880" y="36825"/>
                  </a:lnTo>
                  <a:lnTo>
                    <a:pt x="38698" y="36476"/>
                  </a:lnTo>
                  <a:lnTo>
                    <a:pt x="38356" y="35311"/>
                  </a:lnTo>
                  <a:lnTo>
                    <a:pt x="36989" y="33854"/>
                  </a:lnTo>
                  <a:lnTo>
                    <a:pt x="35279" y="33796"/>
                  </a:lnTo>
                  <a:lnTo>
                    <a:pt x="34481" y="29135"/>
                  </a:lnTo>
                  <a:lnTo>
                    <a:pt x="29750" y="25698"/>
                  </a:lnTo>
                  <a:lnTo>
                    <a:pt x="23253" y="21329"/>
                  </a:lnTo>
                  <a:lnTo>
                    <a:pt x="14989" y="17659"/>
                  </a:lnTo>
                  <a:lnTo>
                    <a:pt x="15482" y="16625"/>
                  </a:lnTo>
                  <a:lnTo>
                    <a:pt x="16520" y="14447"/>
                  </a:lnTo>
                  <a:lnTo>
                    <a:pt x="12797" y="10253"/>
                  </a:lnTo>
                  <a:lnTo>
                    <a:pt x="14564" y="7565"/>
                  </a:lnTo>
                  <a:lnTo>
                    <a:pt x="21308" y="11806"/>
                  </a:lnTo>
                  <a:lnTo>
                    <a:pt x="25639" y="12894"/>
                  </a:lnTo>
                  <a:lnTo>
                    <a:pt x="34530" y="13127"/>
                  </a:lnTo>
                  <a:lnTo>
                    <a:pt x="34682" y="17321"/>
                  </a:lnTo>
                  <a:lnTo>
                    <a:pt x="28603" y="18253"/>
                  </a:lnTo>
                  <a:lnTo>
                    <a:pt x="28603" y="19574"/>
                  </a:lnTo>
                  <a:lnTo>
                    <a:pt x="33846" y="21671"/>
                  </a:lnTo>
                  <a:lnTo>
                    <a:pt x="34986" y="23846"/>
                  </a:lnTo>
                  <a:lnTo>
                    <a:pt x="42357" y="20506"/>
                  </a:lnTo>
                  <a:lnTo>
                    <a:pt x="41142" y="18253"/>
                  </a:lnTo>
                  <a:lnTo>
                    <a:pt x="41674" y="16544"/>
                  </a:lnTo>
                  <a:lnTo>
                    <a:pt x="48133" y="14913"/>
                  </a:lnTo>
                  <a:lnTo>
                    <a:pt x="52464" y="12350"/>
                  </a:lnTo>
                  <a:lnTo>
                    <a:pt x="55352" y="7612"/>
                  </a:lnTo>
                  <a:lnTo>
                    <a:pt x="58696" y="7534"/>
                  </a:lnTo>
                  <a:lnTo>
                    <a:pt x="67739" y="1087"/>
                  </a:lnTo>
                  <a:lnTo>
                    <a:pt x="71234" y="0"/>
                  </a:lnTo>
                  <a:lnTo>
                    <a:pt x="74449" y="1355"/>
                  </a:lnTo>
                  <a:lnTo>
                    <a:pt x="76289" y="2205"/>
                  </a:lnTo>
                  <a:lnTo>
                    <a:pt x="76853" y="2400"/>
                  </a:lnTo>
                  <a:lnTo>
                    <a:pt x="78827" y="3081"/>
                  </a:lnTo>
                  <a:lnTo>
                    <a:pt x="80990" y="3882"/>
                  </a:lnTo>
                  <a:lnTo>
                    <a:pt x="83117" y="4669"/>
                  </a:lnTo>
                  <a:lnTo>
                    <a:pt x="90811" y="6987"/>
                  </a:lnTo>
                  <a:lnTo>
                    <a:pt x="92456" y="7454"/>
                  </a:lnTo>
                  <a:lnTo>
                    <a:pt x="93694" y="8085"/>
                  </a:lnTo>
                  <a:lnTo>
                    <a:pt x="97041" y="9116"/>
                  </a:lnTo>
                  <a:lnTo>
                    <a:pt x="98424" y="9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294069" y="3815156"/>
              <a:ext cx="136707" cy="88915"/>
            </a:xfrm>
            <a:custGeom>
              <a:avLst/>
              <a:pathLst>
                <a:path w="136707" h="88915">
                  <a:moveTo>
                    <a:pt x="54352" y="4806"/>
                  </a:moveTo>
                  <a:lnTo>
                    <a:pt x="58859" y="7675"/>
                  </a:lnTo>
                  <a:lnTo>
                    <a:pt x="60147" y="8483"/>
                  </a:lnTo>
                  <a:lnTo>
                    <a:pt x="62404" y="9899"/>
                  </a:lnTo>
                  <a:lnTo>
                    <a:pt x="67975" y="13394"/>
                  </a:lnTo>
                  <a:lnTo>
                    <a:pt x="73192" y="16450"/>
                  </a:lnTo>
                  <a:lnTo>
                    <a:pt x="77980" y="19254"/>
                  </a:lnTo>
                  <a:lnTo>
                    <a:pt x="84026" y="22796"/>
                  </a:lnTo>
                  <a:lnTo>
                    <a:pt x="83905" y="23025"/>
                  </a:lnTo>
                  <a:lnTo>
                    <a:pt x="80610" y="29265"/>
                  </a:lnTo>
                  <a:lnTo>
                    <a:pt x="81358" y="29729"/>
                  </a:lnTo>
                  <a:lnTo>
                    <a:pt x="85625" y="32377"/>
                  </a:lnTo>
                  <a:lnTo>
                    <a:pt x="95895" y="38748"/>
                  </a:lnTo>
                  <a:lnTo>
                    <a:pt x="96052" y="38846"/>
                  </a:lnTo>
                  <a:lnTo>
                    <a:pt x="97897" y="39865"/>
                  </a:lnTo>
                  <a:lnTo>
                    <a:pt x="99215" y="40594"/>
                  </a:lnTo>
                  <a:lnTo>
                    <a:pt x="105580" y="44634"/>
                  </a:lnTo>
                  <a:lnTo>
                    <a:pt x="107967" y="46149"/>
                  </a:lnTo>
                  <a:lnTo>
                    <a:pt x="110044" y="47468"/>
                  </a:lnTo>
                  <a:lnTo>
                    <a:pt x="111203" y="47962"/>
                  </a:lnTo>
                  <a:lnTo>
                    <a:pt x="113256" y="49266"/>
                  </a:lnTo>
                  <a:lnTo>
                    <a:pt x="116816" y="51528"/>
                  </a:lnTo>
                  <a:lnTo>
                    <a:pt x="117238" y="51786"/>
                  </a:lnTo>
                  <a:lnTo>
                    <a:pt x="124092" y="55975"/>
                  </a:lnTo>
                  <a:lnTo>
                    <a:pt x="131108" y="60608"/>
                  </a:lnTo>
                  <a:lnTo>
                    <a:pt x="136707" y="64305"/>
                  </a:lnTo>
                  <a:lnTo>
                    <a:pt x="130545" y="73690"/>
                  </a:lnTo>
                  <a:lnTo>
                    <a:pt x="126899" y="79244"/>
                  </a:lnTo>
                  <a:lnTo>
                    <a:pt x="122614" y="85976"/>
                  </a:lnTo>
                  <a:lnTo>
                    <a:pt x="125845" y="88051"/>
                  </a:lnTo>
                  <a:lnTo>
                    <a:pt x="124813" y="88419"/>
                  </a:lnTo>
                  <a:lnTo>
                    <a:pt x="123422" y="88915"/>
                  </a:lnTo>
                  <a:lnTo>
                    <a:pt x="118018" y="88214"/>
                  </a:lnTo>
                  <a:lnTo>
                    <a:pt x="108675" y="87004"/>
                  </a:lnTo>
                  <a:lnTo>
                    <a:pt x="105299" y="86385"/>
                  </a:lnTo>
                  <a:lnTo>
                    <a:pt x="104762" y="86304"/>
                  </a:lnTo>
                  <a:lnTo>
                    <a:pt x="96187" y="86263"/>
                  </a:lnTo>
                  <a:lnTo>
                    <a:pt x="98170" y="83461"/>
                  </a:lnTo>
                  <a:lnTo>
                    <a:pt x="92580" y="79854"/>
                  </a:lnTo>
                  <a:lnTo>
                    <a:pt x="94105" y="77460"/>
                  </a:lnTo>
                  <a:lnTo>
                    <a:pt x="93377" y="77004"/>
                  </a:lnTo>
                  <a:lnTo>
                    <a:pt x="81604" y="69634"/>
                  </a:lnTo>
                  <a:lnTo>
                    <a:pt x="74670" y="65615"/>
                  </a:lnTo>
                  <a:lnTo>
                    <a:pt x="72655" y="70808"/>
                  </a:lnTo>
                  <a:lnTo>
                    <a:pt x="72608" y="70948"/>
                  </a:lnTo>
                  <a:lnTo>
                    <a:pt x="72546" y="71127"/>
                  </a:lnTo>
                  <a:lnTo>
                    <a:pt x="72054" y="72568"/>
                  </a:lnTo>
                  <a:lnTo>
                    <a:pt x="71667" y="73702"/>
                  </a:lnTo>
                  <a:lnTo>
                    <a:pt x="70185" y="75585"/>
                  </a:lnTo>
                  <a:lnTo>
                    <a:pt x="66520" y="79577"/>
                  </a:lnTo>
                  <a:lnTo>
                    <a:pt x="62947" y="83469"/>
                  </a:lnTo>
                  <a:lnTo>
                    <a:pt x="59793" y="87450"/>
                  </a:lnTo>
                  <a:lnTo>
                    <a:pt x="57965" y="86032"/>
                  </a:lnTo>
                  <a:lnTo>
                    <a:pt x="52040" y="81438"/>
                  </a:lnTo>
                  <a:lnTo>
                    <a:pt x="49065" y="77822"/>
                  </a:lnTo>
                  <a:lnTo>
                    <a:pt x="48244" y="77010"/>
                  </a:lnTo>
                  <a:lnTo>
                    <a:pt x="48153" y="76657"/>
                  </a:lnTo>
                  <a:lnTo>
                    <a:pt x="48097" y="76442"/>
                  </a:lnTo>
                  <a:lnTo>
                    <a:pt x="48480" y="76401"/>
                  </a:lnTo>
                  <a:lnTo>
                    <a:pt x="50760" y="74847"/>
                  </a:lnTo>
                  <a:lnTo>
                    <a:pt x="52403" y="73080"/>
                  </a:lnTo>
                  <a:lnTo>
                    <a:pt x="52386" y="72826"/>
                  </a:lnTo>
                  <a:lnTo>
                    <a:pt x="49384" y="70962"/>
                  </a:lnTo>
                  <a:lnTo>
                    <a:pt x="47170" y="69641"/>
                  </a:lnTo>
                  <a:lnTo>
                    <a:pt x="44856" y="68583"/>
                  </a:lnTo>
                  <a:lnTo>
                    <a:pt x="43856" y="69123"/>
                  </a:lnTo>
                  <a:lnTo>
                    <a:pt x="43478" y="69071"/>
                  </a:lnTo>
                  <a:lnTo>
                    <a:pt x="42935" y="68943"/>
                  </a:lnTo>
                  <a:lnTo>
                    <a:pt x="41100" y="68741"/>
                  </a:lnTo>
                  <a:lnTo>
                    <a:pt x="38242" y="68426"/>
                  </a:lnTo>
                  <a:lnTo>
                    <a:pt x="37450" y="68338"/>
                  </a:lnTo>
                  <a:lnTo>
                    <a:pt x="35015" y="68029"/>
                  </a:lnTo>
                  <a:lnTo>
                    <a:pt x="31606" y="67877"/>
                  </a:lnTo>
                  <a:lnTo>
                    <a:pt x="29357" y="67996"/>
                  </a:lnTo>
                  <a:lnTo>
                    <a:pt x="25443" y="66979"/>
                  </a:lnTo>
                  <a:lnTo>
                    <a:pt x="25182" y="66911"/>
                  </a:lnTo>
                  <a:lnTo>
                    <a:pt x="19739" y="63991"/>
                  </a:lnTo>
                  <a:lnTo>
                    <a:pt x="19140" y="63387"/>
                  </a:lnTo>
                  <a:lnTo>
                    <a:pt x="16480" y="61882"/>
                  </a:lnTo>
                  <a:lnTo>
                    <a:pt x="14210" y="60598"/>
                  </a:lnTo>
                  <a:lnTo>
                    <a:pt x="14068" y="60562"/>
                  </a:lnTo>
                  <a:lnTo>
                    <a:pt x="11026" y="59804"/>
                  </a:lnTo>
                  <a:lnTo>
                    <a:pt x="4223" y="60394"/>
                  </a:lnTo>
                  <a:lnTo>
                    <a:pt x="883" y="60684"/>
                  </a:lnTo>
                  <a:lnTo>
                    <a:pt x="775" y="59712"/>
                  </a:lnTo>
                  <a:lnTo>
                    <a:pt x="710" y="59119"/>
                  </a:lnTo>
                  <a:lnTo>
                    <a:pt x="675" y="58813"/>
                  </a:lnTo>
                  <a:lnTo>
                    <a:pt x="547" y="57672"/>
                  </a:lnTo>
                  <a:lnTo>
                    <a:pt x="1170" y="57541"/>
                  </a:lnTo>
                  <a:lnTo>
                    <a:pt x="4688" y="56798"/>
                  </a:lnTo>
                  <a:lnTo>
                    <a:pt x="5011" y="50681"/>
                  </a:lnTo>
                  <a:lnTo>
                    <a:pt x="7324" y="50692"/>
                  </a:lnTo>
                  <a:lnTo>
                    <a:pt x="6931" y="47291"/>
                  </a:lnTo>
                  <a:lnTo>
                    <a:pt x="2659" y="48457"/>
                  </a:lnTo>
                  <a:lnTo>
                    <a:pt x="1947" y="47000"/>
                  </a:lnTo>
                  <a:lnTo>
                    <a:pt x="1139" y="44622"/>
                  </a:lnTo>
                  <a:lnTo>
                    <a:pt x="332" y="41126"/>
                  </a:lnTo>
                  <a:lnTo>
                    <a:pt x="0" y="37388"/>
                  </a:lnTo>
                  <a:lnTo>
                    <a:pt x="997" y="34087"/>
                  </a:lnTo>
                  <a:lnTo>
                    <a:pt x="3001" y="24505"/>
                  </a:lnTo>
                  <a:lnTo>
                    <a:pt x="4375" y="17798"/>
                  </a:lnTo>
                  <a:lnTo>
                    <a:pt x="994" y="14769"/>
                  </a:lnTo>
                  <a:lnTo>
                    <a:pt x="1147" y="14515"/>
                  </a:lnTo>
                  <a:lnTo>
                    <a:pt x="2370" y="12496"/>
                  </a:lnTo>
                  <a:lnTo>
                    <a:pt x="2969" y="11507"/>
                  </a:lnTo>
                  <a:lnTo>
                    <a:pt x="5477" y="9176"/>
                  </a:lnTo>
                  <a:lnTo>
                    <a:pt x="12582" y="16789"/>
                  </a:lnTo>
                  <a:lnTo>
                    <a:pt x="16344" y="19701"/>
                  </a:lnTo>
                  <a:lnTo>
                    <a:pt x="17294" y="14614"/>
                  </a:lnTo>
                  <a:lnTo>
                    <a:pt x="15622" y="13953"/>
                  </a:lnTo>
                  <a:lnTo>
                    <a:pt x="17028" y="7196"/>
                  </a:lnTo>
                  <a:lnTo>
                    <a:pt x="20686" y="7065"/>
                  </a:lnTo>
                  <a:lnTo>
                    <a:pt x="20681" y="5578"/>
                  </a:lnTo>
                  <a:lnTo>
                    <a:pt x="26210" y="4180"/>
                  </a:lnTo>
                  <a:lnTo>
                    <a:pt x="29519" y="4426"/>
                  </a:lnTo>
                  <a:lnTo>
                    <a:pt x="33840" y="1356"/>
                  </a:lnTo>
                  <a:lnTo>
                    <a:pt x="34534" y="1757"/>
                  </a:lnTo>
                  <a:lnTo>
                    <a:pt x="36625" y="2964"/>
                  </a:lnTo>
                  <a:lnTo>
                    <a:pt x="37183" y="3152"/>
                  </a:lnTo>
                  <a:lnTo>
                    <a:pt x="38045" y="3444"/>
                  </a:lnTo>
                  <a:lnTo>
                    <a:pt x="38659" y="3704"/>
                  </a:lnTo>
                  <a:lnTo>
                    <a:pt x="39782" y="4179"/>
                  </a:lnTo>
                  <a:lnTo>
                    <a:pt x="43475" y="6286"/>
                  </a:lnTo>
                  <a:lnTo>
                    <a:pt x="44924" y="3204"/>
                  </a:lnTo>
                  <a:lnTo>
                    <a:pt x="45874" y="0"/>
                  </a:lnTo>
                  <a:lnTo>
                    <a:pt x="46895" y="461"/>
                  </a:lnTo>
                  <a:lnTo>
                    <a:pt x="51082" y="2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2127587" y="3874869"/>
              <a:ext cx="264653" cy="118614"/>
            </a:xfrm>
            <a:custGeom>
              <a:avLst/>
              <a:pathLst>
                <a:path w="264653" h="118614">
                  <a:moveTo>
                    <a:pt x="167258" y="0"/>
                  </a:moveTo>
                  <a:lnTo>
                    <a:pt x="167365" y="971"/>
                  </a:lnTo>
                  <a:lnTo>
                    <a:pt x="170705" y="681"/>
                  </a:lnTo>
                  <a:lnTo>
                    <a:pt x="177509" y="91"/>
                  </a:lnTo>
                  <a:lnTo>
                    <a:pt x="180551" y="849"/>
                  </a:lnTo>
                  <a:lnTo>
                    <a:pt x="180693" y="885"/>
                  </a:lnTo>
                  <a:lnTo>
                    <a:pt x="182963" y="2169"/>
                  </a:lnTo>
                  <a:lnTo>
                    <a:pt x="185623" y="3674"/>
                  </a:lnTo>
                  <a:lnTo>
                    <a:pt x="186222" y="4278"/>
                  </a:lnTo>
                  <a:lnTo>
                    <a:pt x="191664" y="7198"/>
                  </a:lnTo>
                  <a:lnTo>
                    <a:pt x="191926" y="7266"/>
                  </a:lnTo>
                  <a:lnTo>
                    <a:pt x="195839" y="8283"/>
                  </a:lnTo>
                  <a:lnTo>
                    <a:pt x="198176" y="8159"/>
                  </a:lnTo>
                  <a:lnTo>
                    <a:pt x="201566" y="8319"/>
                  </a:lnTo>
                  <a:lnTo>
                    <a:pt x="203932" y="8626"/>
                  </a:lnTo>
                  <a:lnTo>
                    <a:pt x="204725" y="8713"/>
                  </a:lnTo>
                  <a:lnTo>
                    <a:pt x="207583" y="9028"/>
                  </a:lnTo>
                  <a:lnTo>
                    <a:pt x="209418" y="9230"/>
                  </a:lnTo>
                  <a:lnTo>
                    <a:pt x="209961" y="9358"/>
                  </a:lnTo>
                  <a:lnTo>
                    <a:pt x="210339" y="9410"/>
                  </a:lnTo>
                  <a:lnTo>
                    <a:pt x="211415" y="8829"/>
                  </a:lnTo>
                  <a:lnTo>
                    <a:pt x="213652" y="9928"/>
                  </a:lnTo>
                  <a:lnTo>
                    <a:pt x="215867" y="11249"/>
                  </a:lnTo>
                  <a:lnTo>
                    <a:pt x="218869" y="13113"/>
                  </a:lnTo>
                  <a:lnTo>
                    <a:pt x="218886" y="13367"/>
                  </a:lnTo>
                  <a:lnTo>
                    <a:pt x="217243" y="15134"/>
                  </a:lnTo>
                  <a:lnTo>
                    <a:pt x="214882" y="16751"/>
                  </a:lnTo>
                  <a:lnTo>
                    <a:pt x="214580" y="16729"/>
                  </a:lnTo>
                  <a:lnTo>
                    <a:pt x="214636" y="16944"/>
                  </a:lnTo>
                  <a:lnTo>
                    <a:pt x="214727" y="17297"/>
                  </a:lnTo>
                  <a:lnTo>
                    <a:pt x="215548" y="18109"/>
                  </a:lnTo>
                  <a:lnTo>
                    <a:pt x="218523" y="21725"/>
                  </a:lnTo>
                  <a:lnTo>
                    <a:pt x="224448" y="26319"/>
                  </a:lnTo>
                  <a:lnTo>
                    <a:pt x="226276" y="27737"/>
                  </a:lnTo>
                  <a:lnTo>
                    <a:pt x="229430" y="23756"/>
                  </a:lnTo>
                  <a:lnTo>
                    <a:pt x="233003" y="19864"/>
                  </a:lnTo>
                  <a:lnTo>
                    <a:pt x="236668" y="15872"/>
                  </a:lnTo>
                  <a:lnTo>
                    <a:pt x="238150" y="13989"/>
                  </a:lnTo>
                  <a:lnTo>
                    <a:pt x="238537" y="12855"/>
                  </a:lnTo>
                  <a:lnTo>
                    <a:pt x="239029" y="11414"/>
                  </a:lnTo>
                  <a:lnTo>
                    <a:pt x="239090" y="11235"/>
                  </a:lnTo>
                  <a:lnTo>
                    <a:pt x="239138" y="11095"/>
                  </a:lnTo>
                  <a:lnTo>
                    <a:pt x="241153" y="5902"/>
                  </a:lnTo>
                  <a:lnTo>
                    <a:pt x="248087" y="9921"/>
                  </a:lnTo>
                  <a:lnTo>
                    <a:pt x="259860" y="17291"/>
                  </a:lnTo>
                  <a:lnTo>
                    <a:pt x="260588" y="17747"/>
                  </a:lnTo>
                  <a:lnTo>
                    <a:pt x="259063" y="20141"/>
                  </a:lnTo>
                  <a:lnTo>
                    <a:pt x="264653" y="23748"/>
                  </a:lnTo>
                  <a:lnTo>
                    <a:pt x="262669" y="26550"/>
                  </a:lnTo>
                  <a:lnTo>
                    <a:pt x="252779" y="28650"/>
                  </a:lnTo>
                  <a:lnTo>
                    <a:pt x="238226" y="33815"/>
                  </a:lnTo>
                  <a:lnTo>
                    <a:pt x="237834" y="33883"/>
                  </a:lnTo>
                  <a:lnTo>
                    <a:pt x="236763" y="34068"/>
                  </a:lnTo>
                  <a:lnTo>
                    <a:pt x="234692" y="33951"/>
                  </a:lnTo>
                  <a:lnTo>
                    <a:pt x="230665" y="34476"/>
                  </a:lnTo>
                  <a:lnTo>
                    <a:pt x="226029" y="34029"/>
                  </a:lnTo>
                  <a:lnTo>
                    <a:pt x="225213" y="40234"/>
                  </a:lnTo>
                  <a:lnTo>
                    <a:pt x="224677" y="42451"/>
                  </a:lnTo>
                  <a:lnTo>
                    <a:pt x="223973" y="45360"/>
                  </a:lnTo>
                  <a:lnTo>
                    <a:pt x="223460" y="47478"/>
                  </a:lnTo>
                  <a:lnTo>
                    <a:pt x="225783" y="48808"/>
                  </a:lnTo>
                  <a:lnTo>
                    <a:pt x="226196" y="49298"/>
                  </a:lnTo>
                  <a:lnTo>
                    <a:pt x="226034" y="49554"/>
                  </a:lnTo>
                  <a:lnTo>
                    <a:pt x="225295" y="50718"/>
                  </a:lnTo>
                  <a:lnTo>
                    <a:pt x="224969" y="51231"/>
                  </a:lnTo>
                  <a:lnTo>
                    <a:pt x="224800" y="51498"/>
                  </a:lnTo>
                  <a:lnTo>
                    <a:pt x="223389" y="53638"/>
                  </a:lnTo>
                  <a:lnTo>
                    <a:pt x="223019" y="54672"/>
                  </a:lnTo>
                  <a:lnTo>
                    <a:pt x="221997" y="56408"/>
                  </a:lnTo>
                  <a:lnTo>
                    <a:pt x="220940" y="58012"/>
                  </a:lnTo>
                  <a:lnTo>
                    <a:pt x="220599" y="58530"/>
                  </a:lnTo>
                  <a:lnTo>
                    <a:pt x="220358" y="58896"/>
                  </a:lnTo>
                  <a:lnTo>
                    <a:pt x="218600" y="61776"/>
                  </a:lnTo>
                  <a:lnTo>
                    <a:pt x="218423" y="62067"/>
                  </a:lnTo>
                  <a:lnTo>
                    <a:pt x="217889" y="62941"/>
                  </a:lnTo>
                  <a:lnTo>
                    <a:pt x="216764" y="64785"/>
                  </a:lnTo>
                  <a:lnTo>
                    <a:pt x="216677" y="64927"/>
                  </a:lnTo>
                  <a:lnTo>
                    <a:pt x="216172" y="65778"/>
                  </a:lnTo>
                  <a:lnTo>
                    <a:pt x="215454" y="66989"/>
                  </a:lnTo>
                  <a:lnTo>
                    <a:pt x="213186" y="70810"/>
                  </a:lnTo>
                  <a:lnTo>
                    <a:pt x="212029" y="72725"/>
                  </a:lnTo>
                  <a:lnTo>
                    <a:pt x="210325" y="75543"/>
                  </a:lnTo>
                  <a:lnTo>
                    <a:pt x="209567" y="76796"/>
                  </a:lnTo>
                  <a:lnTo>
                    <a:pt x="208971" y="77620"/>
                  </a:lnTo>
                  <a:lnTo>
                    <a:pt x="205692" y="82156"/>
                  </a:lnTo>
                  <a:lnTo>
                    <a:pt x="204965" y="81792"/>
                  </a:lnTo>
                  <a:lnTo>
                    <a:pt x="202623" y="85922"/>
                  </a:lnTo>
                  <a:lnTo>
                    <a:pt x="202491" y="86156"/>
                  </a:lnTo>
                  <a:lnTo>
                    <a:pt x="201849" y="87505"/>
                  </a:lnTo>
                  <a:lnTo>
                    <a:pt x="201548" y="88139"/>
                  </a:lnTo>
                  <a:lnTo>
                    <a:pt x="201237" y="89030"/>
                  </a:lnTo>
                  <a:lnTo>
                    <a:pt x="199935" y="91739"/>
                  </a:lnTo>
                  <a:lnTo>
                    <a:pt x="197504" y="90078"/>
                  </a:lnTo>
                  <a:lnTo>
                    <a:pt x="194505" y="87793"/>
                  </a:lnTo>
                  <a:lnTo>
                    <a:pt x="194128" y="87505"/>
                  </a:lnTo>
                  <a:lnTo>
                    <a:pt x="193656" y="87146"/>
                  </a:lnTo>
                  <a:lnTo>
                    <a:pt x="193455" y="87505"/>
                  </a:lnTo>
                  <a:lnTo>
                    <a:pt x="192032" y="90039"/>
                  </a:lnTo>
                  <a:lnTo>
                    <a:pt x="190071" y="92855"/>
                  </a:lnTo>
                  <a:lnTo>
                    <a:pt x="189591" y="93545"/>
                  </a:lnTo>
                  <a:lnTo>
                    <a:pt x="188409" y="95336"/>
                  </a:lnTo>
                  <a:lnTo>
                    <a:pt x="186542" y="98166"/>
                  </a:lnTo>
                  <a:lnTo>
                    <a:pt x="186221" y="98617"/>
                  </a:lnTo>
                  <a:lnTo>
                    <a:pt x="184862" y="100526"/>
                  </a:lnTo>
                  <a:lnTo>
                    <a:pt x="183894" y="101885"/>
                  </a:lnTo>
                  <a:lnTo>
                    <a:pt x="182898" y="103283"/>
                  </a:lnTo>
                  <a:lnTo>
                    <a:pt x="181602" y="104883"/>
                  </a:lnTo>
                  <a:lnTo>
                    <a:pt x="181240" y="105797"/>
                  </a:lnTo>
                  <a:lnTo>
                    <a:pt x="181080" y="106202"/>
                  </a:lnTo>
                  <a:lnTo>
                    <a:pt x="180836" y="106088"/>
                  </a:lnTo>
                  <a:lnTo>
                    <a:pt x="178754" y="105113"/>
                  </a:lnTo>
                  <a:lnTo>
                    <a:pt x="176216" y="103925"/>
                  </a:lnTo>
                  <a:lnTo>
                    <a:pt x="175189" y="106129"/>
                  </a:lnTo>
                  <a:lnTo>
                    <a:pt x="174684" y="106458"/>
                  </a:lnTo>
                  <a:lnTo>
                    <a:pt x="170991" y="108863"/>
                  </a:lnTo>
                  <a:lnTo>
                    <a:pt x="170374" y="111581"/>
                  </a:lnTo>
                  <a:lnTo>
                    <a:pt x="170038" y="116556"/>
                  </a:lnTo>
                  <a:lnTo>
                    <a:pt x="159469" y="115837"/>
                  </a:lnTo>
                  <a:lnTo>
                    <a:pt x="158442" y="116003"/>
                  </a:lnTo>
                  <a:lnTo>
                    <a:pt x="146829" y="117884"/>
                  </a:lnTo>
                  <a:lnTo>
                    <a:pt x="144118" y="118323"/>
                  </a:lnTo>
                  <a:lnTo>
                    <a:pt x="139379" y="118614"/>
                  </a:lnTo>
                  <a:lnTo>
                    <a:pt x="138267" y="115125"/>
                  </a:lnTo>
                  <a:lnTo>
                    <a:pt x="140091" y="106270"/>
                  </a:lnTo>
                  <a:lnTo>
                    <a:pt x="136329" y="100212"/>
                  </a:lnTo>
                  <a:lnTo>
                    <a:pt x="130516" y="99279"/>
                  </a:lnTo>
                  <a:lnTo>
                    <a:pt x="127894" y="106270"/>
                  </a:lnTo>
                  <a:lnTo>
                    <a:pt x="110568" y="98930"/>
                  </a:lnTo>
                  <a:lnTo>
                    <a:pt x="104755" y="99163"/>
                  </a:lnTo>
                  <a:lnTo>
                    <a:pt x="87314" y="94502"/>
                  </a:lnTo>
                  <a:lnTo>
                    <a:pt x="83781" y="95784"/>
                  </a:lnTo>
                  <a:lnTo>
                    <a:pt x="81354" y="95126"/>
                  </a:lnTo>
                  <a:lnTo>
                    <a:pt x="74320" y="93221"/>
                  </a:lnTo>
                  <a:lnTo>
                    <a:pt x="54258" y="95901"/>
                  </a:lnTo>
                  <a:lnTo>
                    <a:pt x="54219" y="97287"/>
                  </a:lnTo>
                  <a:lnTo>
                    <a:pt x="54144" y="99978"/>
                  </a:lnTo>
                  <a:lnTo>
                    <a:pt x="7409" y="89958"/>
                  </a:lnTo>
                  <a:lnTo>
                    <a:pt x="0" y="81569"/>
                  </a:lnTo>
                  <a:lnTo>
                    <a:pt x="3077" y="75045"/>
                  </a:lnTo>
                  <a:lnTo>
                    <a:pt x="15046" y="77958"/>
                  </a:lnTo>
                  <a:lnTo>
                    <a:pt x="25875" y="72598"/>
                  </a:lnTo>
                  <a:lnTo>
                    <a:pt x="28269" y="82036"/>
                  </a:lnTo>
                  <a:lnTo>
                    <a:pt x="40123" y="80870"/>
                  </a:lnTo>
                  <a:lnTo>
                    <a:pt x="41263" y="84599"/>
                  </a:lnTo>
                  <a:lnTo>
                    <a:pt x="79677" y="85880"/>
                  </a:lnTo>
                  <a:lnTo>
                    <a:pt x="87511" y="87614"/>
                  </a:lnTo>
                  <a:lnTo>
                    <a:pt x="87884" y="84249"/>
                  </a:lnTo>
                  <a:lnTo>
                    <a:pt x="83439" y="79938"/>
                  </a:lnTo>
                  <a:lnTo>
                    <a:pt x="80019" y="74462"/>
                  </a:lnTo>
                  <a:lnTo>
                    <a:pt x="78195" y="68404"/>
                  </a:lnTo>
                  <a:lnTo>
                    <a:pt x="79107" y="63860"/>
                  </a:lnTo>
                  <a:lnTo>
                    <a:pt x="88568" y="61063"/>
                  </a:lnTo>
                  <a:lnTo>
                    <a:pt x="100195" y="75977"/>
                  </a:lnTo>
                  <a:lnTo>
                    <a:pt x="106464" y="84482"/>
                  </a:lnTo>
                  <a:lnTo>
                    <a:pt x="124133" y="89259"/>
                  </a:lnTo>
                  <a:lnTo>
                    <a:pt x="122651" y="79822"/>
                  </a:lnTo>
                  <a:lnTo>
                    <a:pt x="123107" y="75860"/>
                  </a:lnTo>
                  <a:lnTo>
                    <a:pt x="123204" y="73670"/>
                  </a:lnTo>
                  <a:lnTo>
                    <a:pt x="119040" y="66335"/>
                  </a:lnTo>
                  <a:lnTo>
                    <a:pt x="124561" y="60084"/>
                  </a:lnTo>
                  <a:lnTo>
                    <a:pt x="131299" y="64061"/>
                  </a:lnTo>
                  <a:lnTo>
                    <a:pt x="131779" y="63529"/>
                  </a:lnTo>
                  <a:lnTo>
                    <a:pt x="132919" y="60811"/>
                  </a:lnTo>
                  <a:lnTo>
                    <a:pt x="129120" y="54403"/>
                  </a:lnTo>
                  <a:lnTo>
                    <a:pt x="129120" y="50810"/>
                  </a:lnTo>
                  <a:lnTo>
                    <a:pt x="130786" y="46984"/>
                  </a:lnTo>
                  <a:lnTo>
                    <a:pt x="131849" y="45392"/>
                  </a:lnTo>
                  <a:lnTo>
                    <a:pt x="137289" y="42363"/>
                  </a:lnTo>
                  <a:lnTo>
                    <a:pt x="148497" y="41877"/>
                  </a:lnTo>
                  <a:lnTo>
                    <a:pt x="146883" y="39936"/>
                  </a:lnTo>
                  <a:lnTo>
                    <a:pt x="152107" y="27508"/>
                  </a:lnTo>
                  <a:lnTo>
                    <a:pt x="161891" y="18478"/>
                  </a:lnTo>
                  <a:lnTo>
                    <a:pt x="167590" y="11875"/>
                  </a:lnTo>
                  <a:lnTo>
                    <a:pt x="167780" y="8477"/>
                  </a:lnTo>
                  <a:lnTo>
                    <a:pt x="166926" y="8477"/>
                  </a:lnTo>
                  <a:lnTo>
                    <a:pt x="165249" y="2323"/>
                  </a:lnTo>
                  <a:lnTo>
                    <a:pt x="164962" y="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08713" y="3901419"/>
              <a:ext cx="122183" cy="95821"/>
            </a:xfrm>
            <a:custGeom>
              <a:avLst/>
              <a:pathLst>
                <a:path w="122183" h="95821">
                  <a:moveTo>
                    <a:pt x="103375" y="1951"/>
                  </a:moveTo>
                  <a:lnTo>
                    <a:pt x="108778" y="2651"/>
                  </a:lnTo>
                  <a:lnTo>
                    <a:pt x="110169" y="2155"/>
                  </a:lnTo>
                  <a:lnTo>
                    <a:pt x="111216" y="1782"/>
                  </a:lnTo>
                  <a:lnTo>
                    <a:pt x="112385" y="2528"/>
                  </a:lnTo>
                  <a:lnTo>
                    <a:pt x="121902" y="8597"/>
                  </a:lnTo>
                  <a:lnTo>
                    <a:pt x="122183" y="8776"/>
                  </a:lnTo>
                  <a:lnTo>
                    <a:pt x="121838" y="9326"/>
                  </a:lnTo>
                  <a:lnTo>
                    <a:pt x="121756" y="9463"/>
                  </a:lnTo>
                  <a:lnTo>
                    <a:pt x="120673" y="11285"/>
                  </a:lnTo>
                  <a:lnTo>
                    <a:pt x="117538" y="16561"/>
                  </a:lnTo>
                  <a:lnTo>
                    <a:pt x="117164" y="17190"/>
                  </a:lnTo>
                  <a:lnTo>
                    <a:pt x="115497" y="19995"/>
                  </a:lnTo>
                  <a:lnTo>
                    <a:pt x="113790" y="22703"/>
                  </a:lnTo>
                  <a:lnTo>
                    <a:pt x="111151" y="26889"/>
                  </a:lnTo>
                  <a:lnTo>
                    <a:pt x="110126" y="28526"/>
                  </a:lnTo>
                  <a:lnTo>
                    <a:pt x="108377" y="31318"/>
                  </a:lnTo>
                  <a:lnTo>
                    <a:pt x="106641" y="34090"/>
                  </a:lnTo>
                  <a:lnTo>
                    <a:pt x="104003" y="38467"/>
                  </a:lnTo>
                  <a:lnTo>
                    <a:pt x="103888" y="39588"/>
                  </a:lnTo>
                  <a:lnTo>
                    <a:pt x="103813" y="40312"/>
                  </a:lnTo>
                  <a:lnTo>
                    <a:pt x="103591" y="45973"/>
                  </a:lnTo>
                  <a:lnTo>
                    <a:pt x="103250" y="54695"/>
                  </a:lnTo>
                  <a:lnTo>
                    <a:pt x="103241" y="54922"/>
                  </a:lnTo>
                  <a:lnTo>
                    <a:pt x="103223" y="55370"/>
                  </a:lnTo>
                  <a:lnTo>
                    <a:pt x="103210" y="55706"/>
                  </a:lnTo>
                  <a:lnTo>
                    <a:pt x="99211" y="57776"/>
                  </a:lnTo>
                  <a:lnTo>
                    <a:pt x="97828" y="58493"/>
                  </a:lnTo>
                  <a:lnTo>
                    <a:pt x="95377" y="59794"/>
                  </a:lnTo>
                  <a:lnTo>
                    <a:pt x="93979" y="60676"/>
                  </a:lnTo>
                  <a:lnTo>
                    <a:pt x="92546" y="61580"/>
                  </a:lnTo>
                  <a:lnTo>
                    <a:pt x="92143" y="61845"/>
                  </a:lnTo>
                  <a:lnTo>
                    <a:pt x="91501" y="62266"/>
                  </a:lnTo>
                  <a:lnTo>
                    <a:pt x="89417" y="63634"/>
                  </a:lnTo>
                  <a:lnTo>
                    <a:pt x="88961" y="63933"/>
                  </a:lnTo>
                  <a:lnTo>
                    <a:pt x="88736" y="64145"/>
                  </a:lnTo>
                  <a:lnTo>
                    <a:pt x="87082" y="65705"/>
                  </a:lnTo>
                  <a:lnTo>
                    <a:pt x="86089" y="66642"/>
                  </a:lnTo>
                  <a:lnTo>
                    <a:pt x="83424" y="69733"/>
                  </a:lnTo>
                  <a:lnTo>
                    <a:pt x="83220" y="70018"/>
                  </a:lnTo>
                  <a:lnTo>
                    <a:pt x="81768" y="72041"/>
                  </a:lnTo>
                  <a:lnTo>
                    <a:pt x="81002" y="73108"/>
                  </a:lnTo>
                  <a:lnTo>
                    <a:pt x="80123" y="74332"/>
                  </a:lnTo>
                  <a:lnTo>
                    <a:pt x="77555" y="78555"/>
                  </a:lnTo>
                  <a:lnTo>
                    <a:pt x="74269" y="83959"/>
                  </a:lnTo>
                  <a:lnTo>
                    <a:pt x="71402" y="88542"/>
                  </a:lnTo>
                  <a:lnTo>
                    <a:pt x="67095" y="95425"/>
                  </a:lnTo>
                  <a:lnTo>
                    <a:pt x="66784" y="95821"/>
                  </a:lnTo>
                  <a:lnTo>
                    <a:pt x="66351" y="95562"/>
                  </a:lnTo>
                  <a:lnTo>
                    <a:pt x="60372" y="91982"/>
                  </a:lnTo>
                  <a:lnTo>
                    <a:pt x="59189" y="91274"/>
                  </a:lnTo>
                  <a:lnTo>
                    <a:pt x="57598" y="90321"/>
                  </a:lnTo>
                  <a:lnTo>
                    <a:pt x="55192" y="88881"/>
                  </a:lnTo>
                  <a:lnTo>
                    <a:pt x="53263" y="87726"/>
                  </a:lnTo>
                  <a:lnTo>
                    <a:pt x="49982" y="85865"/>
                  </a:lnTo>
                  <a:lnTo>
                    <a:pt x="48729" y="85154"/>
                  </a:lnTo>
                  <a:lnTo>
                    <a:pt x="45309" y="83421"/>
                  </a:lnTo>
                  <a:lnTo>
                    <a:pt x="44862" y="84144"/>
                  </a:lnTo>
                  <a:lnTo>
                    <a:pt x="43459" y="83332"/>
                  </a:lnTo>
                  <a:lnTo>
                    <a:pt x="42585" y="82827"/>
                  </a:lnTo>
                  <a:lnTo>
                    <a:pt x="42216" y="82613"/>
                  </a:lnTo>
                  <a:lnTo>
                    <a:pt x="37655" y="79975"/>
                  </a:lnTo>
                  <a:lnTo>
                    <a:pt x="37390" y="79829"/>
                  </a:lnTo>
                  <a:lnTo>
                    <a:pt x="31927" y="76829"/>
                  </a:lnTo>
                  <a:lnTo>
                    <a:pt x="30151" y="78626"/>
                  </a:lnTo>
                  <a:lnTo>
                    <a:pt x="27923" y="79047"/>
                  </a:lnTo>
                  <a:lnTo>
                    <a:pt x="27024" y="79240"/>
                  </a:lnTo>
                  <a:lnTo>
                    <a:pt x="24183" y="79852"/>
                  </a:lnTo>
                  <a:lnTo>
                    <a:pt x="21437" y="80443"/>
                  </a:lnTo>
                  <a:lnTo>
                    <a:pt x="21207" y="80512"/>
                  </a:lnTo>
                  <a:lnTo>
                    <a:pt x="18192" y="81414"/>
                  </a:lnTo>
                  <a:lnTo>
                    <a:pt x="17328" y="82238"/>
                  </a:lnTo>
                  <a:lnTo>
                    <a:pt x="17070" y="82485"/>
                  </a:lnTo>
                  <a:lnTo>
                    <a:pt x="15493" y="83346"/>
                  </a:lnTo>
                  <a:lnTo>
                    <a:pt x="13849" y="84244"/>
                  </a:lnTo>
                  <a:lnTo>
                    <a:pt x="12726" y="84857"/>
                  </a:lnTo>
                  <a:lnTo>
                    <a:pt x="12566" y="84944"/>
                  </a:lnTo>
                  <a:lnTo>
                    <a:pt x="12612" y="83029"/>
                  </a:lnTo>
                  <a:lnTo>
                    <a:pt x="12618" y="82781"/>
                  </a:lnTo>
                  <a:lnTo>
                    <a:pt x="8109" y="81499"/>
                  </a:lnTo>
                  <a:lnTo>
                    <a:pt x="4281" y="81344"/>
                  </a:lnTo>
                  <a:lnTo>
                    <a:pt x="4126" y="81208"/>
                  </a:lnTo>
                  <a:lnTo>
                    <a:pt x="3928" y="81101"/>
                  </a:lnTo>
                  <a:lnTo>
                    <a:pt x="3413" y="80823"/>
                  </a:lnTo>
                  <a:lnTo>
                    <a:pt x="2880" y="80536"/>
                  </a:lnTo>
                  <a:lnTo>
                    <a:pt x="2751" y="80466"/>
                  </a:lnTo>
                  <a:lnTo>
                    <a:pt x="2529" y="80346"/>
                  </a:lnTo>
                  <a:lnTo>
                    <a:pt x="2195" y="80166"/>
                  </a:lnTo>
                  <a:lnTo>
                    <a:pt x="1735" y="79918"/>
                  </a:lnTo>
                  <a:lnTo>
                    <a:pt x="1113" y="79970"/>
                  </a:lnTo>
                  <a:lnTo>
                    <a:pt x="922" y="79986"/>
                  </a:lnTo>
                  <a:lnTo>
                    <a:pt x="527" y="79920"/>
                  </a:lnTo>
                  <a:lnTo>
                    <a:pt x="0" y="79536"/>
                  </a:lnTo>
                  <a:lnTo>
                    <a:pt x="114" y="79247"/>
                  </a:lnTo>
                  <a:lnTo>
                    <a:pt x="476" y="78333"/>
                  </a:lnTo>
                  <a:lnTo>
                    <a:pt x="1774" y="76730"/>
                  </a:lnTo>
                  <a:lnTo>
                    <a:pt x="2767" y="75335"/>
                  </a:lnTo>
                  <a:lnTo>
                    <a:pt x="3735" y="73975"/>
                  </a:lnTo>
                  <a:lnTo>
                    <a:pt x="5095" y="72067"/>
                  </a:lnTo>
                  <a:lnTo>
                    <a:pt x="5415" y="71616"/>
                  </a:lnTo>
                  <a:lnTo>
                    <a:pt x="7283" y="68786"/>
                  </a:lnTo>
                  <a:lnTo>
                    <a:pt x="8465" y="66994"/>
                  </a:lnTo>
                  <a:lnTo>
                    <a:pt x="8945" y="66305"/>
                  </a:lnTo>
                  <a:lnTo>
                    <a:pt x="10906" y="63489"/>
                  </a:lnTo>
                  <a:lnTo>
                    <a:pt x="12329" y="60955"/>
                  </a:lnTo>
                  <a:lnTo>
                    <a:pt x="12530" y="60596"/>
                  </a:lnTo>
                  <a:lnTo>
                    <a:pt x="13001" y="60955"/>
                  </a:lnTo>
                  <a:lnTo>
                    <a:pt x="13379" y="61243"/>
                  </a:lnTo>
                  <a:lnTo>
                    <a:pt x="16377" y="63528"/>
                  </a:lnTo>
                  <a:lnTo>
                    <a:pt x="18809" y="65188"/>
                  </a:lnTo>
                  <a:lnTo>
                    <a:pt x="20110" y="62480"/>
                  </a:lnTo>
                  <a:lnTo>
                    <a:pt x="20421" y="61589"/>
                  </a:lnTo>
                  <a:lnTo>
                    <a:pt x="20723" y="60955"/>
                  </a:lnTo>
                  <a:lnTo>
                    <a:pt x="21364" y="59606"/>
                  </a:lnTo>
                  <a:lnTo>
                    <a:pt x="21497" y="59372"/>
                  </a:lnTo>
                  <a:lnTo>
                    <a:pt x="23839" y="55242"/>
                  </a:lnTo>
                  <a:lnTo>
                    <a:pt x="24565" y="55606"/>
                  </a:lnTo>
                  <a:lnTo>
                    <a:pt x="27845" y="51070"/>
                  </a:lnTo>
                  <a:lnTo>
                    <a:pt x="28441" y="50246"/>
                  </a:lnTo>
                  <a:lnTo>
                    <a:pt x="29199" y="48993"/>
                  </a:lnTo>
                  <a:lnTo>
                    <a:pt x="30902" y="46175"/>
                  </a:lnTo>
                  <a:lnTo>
                    <a:pt x="32060" y="44260"/>
                  </a:lnTo>
                  <a:lnTo>
                    <a:pt x="34328" y="40438"/>
                  </a:lnTo>
                  <a:lnTo>
                    <a:pt x="35046" y="39228"/>
                  </a:lnTo>
                  <a:lnTo>
                    <a:pt x="35551" y="38376"/>
                  </a:lnTo>
                  <a:lnTo>
                    <a:pt x="35637" y="38235"/>
                  </a:lnTo>
                  <a:lnTo>
                    <a:pt x="36763" y="36391"/>
                  </a:lnTo>
                  <a:lnTo>
                    <a:pt x="37297" y="35516"/>
                  </a:lnTo>
                  <a:lnTo>
                    <a:pt x="37474" y="35226"/>
                  </a:lnTo>
                  <a:lnTo>
                    <a:pt x="39232" y="32346"/>
                  </a:lnTo>
                  <a:lnTo>
                    <a:pt x="39472" y="31980"/>
                  </a:lnTo>
                  <a:lnTo>
                    <a:pt x="39814" y="31462"/>
                  </a:lnTo>
                  <a:lnTo>
                    <a:pt x="40870" y="29857"/>
                  </a:lnTo>
                  <a:lnTo>
                    <a:pt x="41892" y="28122"/>
                  </a:lnTo>
                  <a:lnTo>
                    <a:pt x="42314" y="27011"/>
                  </a:lnTo>
                  <a:lnTo>
                    <a:pt x="43673" y="24947"/>
                  </a:lnTo>
                  <a:lnTo>
                    <a:pt x="43843" y="24681"/>
                  </a:lnTo>
                  <a:lnTo>
                    <a:pt x="44169" y="24167"/>
                  </a:lnTo>
                  <a:lnTo>
                    <a:pt x="44908" y="23004"/>
                  </a:lnTo>
                  <a:lnTo>
                    <a:pt x="45070" y="22748"/>
                  </a:lnTo>
                  <a:lnTo>
                    <a:pt x="44657" y="22257"/>
                  </a:lnTo>
                  <a:lnTo>
                    <a:pt x="42334" y="20928"/>
                  </a:lnTo>
                  <a:lnTo>
                    <a:pt x="42847" y="18809"/>
                  </a:lnTo>
                  <a:lnTo>
                    <a:pt x="43550" y="15901"/>
                  </a:lnTo>
                  <a:lnTo>
                    <a:pt x="44087" y="13684"/>
                  </a:lnTo>
                  <a:lnTo>
                    <a:pt x="44903" y="7479"/>
                  </a:lnTo>
                  <a:lnTo>
                    <a:pt x="49539" y="7925"/>
                  </a:lnTo>
                  <a:lnTo>
                    <a:pt x="53566" y="7401"/>
                  </a:lnTo>
                  <a:lnTo>
                    <a:pt x="55637" y="7518"/>
                  </a:lnTo>
                  <a:lnTo>
                    <a:pt x="56708" y="7333"/>
                  </a:lnTo>
                  <a:lnTo>
                    <a:pt x="57100" y="7265"/>
                  </a:lnTo>
                  <a:lnTo>
                    <a:pt x="71652" y="2100"/>
                  </a:lnTo>
                  <a:lnTo>
                    <a:pt x="81543" y="0"/>
                  </a:lnTo>
                  <a:lnTo>
                    <a:pt x="90213" y="41"/>
                  </a:lnTo>
                  <a:lnTo>
                    <a:pt x="90656" y="122"/>
                  </a:lnTo>
                  <a:lnTo>
                    <a:pt x="94032" y="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84206" y="3958620"/>
              <a:ext cx="103972" cy="149225"/>
            </a:xfrm>
            <a:custGeom>
              <a:avLst/>
              <a:pathLst>
                <a:path w="103972" h="149225">
                  <a:moveTo>
                    <a:pt x="38475" y="619"/>
                  </a:moveTo>
                  <a:lnTo>
                    <a:pt x="39717" y="1183"/>
                  </a:lnTo>
                  <a:lnTo>
                    <a:pt x="46397" y="4219"/>
                  </a:lnTo>
                  <a:lnTo>
                    <a:pt x="46594" y="4307"/>
                  </a:lnTo>
                  <a:lnTo>
                    <a:pt x="49275" y="5504"/>
                  </a:lnTo>
                  <a:lnTo>
                    <a:pt x="51348" y="6429"/>
                  </a:lnTo>
                  <a:lnTo>
                    <a:pt x="52463" y="6927"/>
                  </a:lnTo>
                  <a:lnTo>
                    <a:pt x="58403" y="9580"/>
                  </a:lnTo>
                  <a:lnTo>
                    <a:pt x="61028" y="10752"/>
                  </a:lnTo>
                  <a:lnTo>
                    <a:pt x="61398" y="10917"/>
                  </a:lnTo>
                  <a:lnTo>
                    <a:pt x="64531" y="12316"/>
                  </a:lnTo>
                  <a:lnTo>
                    <a:pt x="67349" y="13575"/>
                  </a:lnTo>
                  <a:lnTo>
                    <a:pt x="68517" y="14096"/>
                  </a:lnTo>
                  <a:lnTo>
                    <a:pt x="70214" y="14854"/>
                  </a:lnTo>
                  <a:lnTo>
                    <a:pt x="70555" y="14956"/>
                  </a:lnTo>
                  <a:lnTo>
                    <a:pt x="74726" y="16208"/>
                  </a:lnTo>
                  <a:lnTo>
                    <a:pt x="75541" y="16415"/>
                  </a:lnTo>
                  <a:lnTo>
                    <a:pt x="76524" y="16664"/>
                  </a:lnTo>
                  <a:lnTo>
                    <a:pt x="77228" y="16843"/>
                  </a:lnTo>
                  <a:lnTo>
                    <a:pt x="77393" y="16885"/>
                  </a:lnTo>
                  <a:lnTo>
                    <a:pt x="78192" y="16962"/>
                  </a:lnTo>
                  <a:lnTo>
                    <a:pt x="82401" y="17369"/>
                  </a:lnTo>
                  <a:lnTo>
                    <a:pt x="83148" y="17441"/>
                  </a:lnTo>
                  <a:lnTo>
                    <a:pt x="83172" y="17660"/>
                  </a:lnTo>
                  <a:lnTo>
                    <a:pt x="83266" y="18503"/>
                  </a:lnTo>
                  <a:lnTo>
                    <a:pt x="83783" y="23150"/>
                  </a:lnTo>
                  <a:lnTo>
                    <a:pt x="84803" y="32326"/>
                  </a:lnTo>
                  <a:lnTo>
                    <a:pt x="84829" y="32592"/>
                  </a:lnTo>
                  <a:lnTo>
                    <a:pt x="84913" y="34776"/>
                  </a:lnTo>
                  <a:lnTo>
                    <a:pt x="84959" y="35978"/>
                  </a:lnTo>
                  <a:lnTo>
                    <a:pt x="85054" y="36766"/>
                  </a:lnTo>
                  <a:lnTo>
                    <a:pt x="85372" y="39413"/>
                  </a:lnTo>
                  <a:lnTo>
                    <a:pt x="85405" y="39683"/>
                  </a:lnTo>
                  <a:lnTo>
                    <a:pt x="85950" y="41853"/>
                  </a:lnTo>
                  <a:lnTo>
                    <a:pt x="86087" y="43612"/>
                  </a:lnTo>
                  <a:lnTo>
                    <a:pt x="86272" y="45077"/>
                  </a:lnTo>
                  <a:lnTo>
                    <a:pt x="86924" y="46853"/>
                  </a:lnTo>
                  <a:lnTo>
                    <a:pt x="82409" y="48385"/>
                  </a:lnTo>
                  <a:lnTo>
                    <a:pt x="81753" y="48516"/>
                  </a:lnTo>
                  <a:lnTo>
                    <a:pt x="79067" y="49128"/>
                  </a:lnTo>
                  <a:lnTo>
                    <a:pt x="78696" y="49138"/>
                  </a:lnTo>
                  <a:lnTo>
                    <a:pt x="72910" y="49293"/>
                  </a:lnTo>
                  <a:lnTo>
                    <a:pt x="70938" y="49467"/>
                  </a:lnTo>
                  <a:lnTo>
                    <a:pt x="63090" y="48698"/>
                  </a:lnTo>
                  <a:lnTo>
                    <a:pt x="61801" y="49934"/>
                  </a:lnTo>
                  <a:lnTo>
                    <a:pt x="61416" y="50633"/>
                  </a:lnTo>
                  <a:lnTo>
                    <a:pt x="61231" y="52074"/>
                  </a:lnTo>
                  <a:lnTo>
                    <a:pt x="61777" y="54202"/>
                  </a:lnTo>
                  <a:lnTo>
                    <a:pt x="63208" y="53722"/>
                  </a:lnTo>
                  <a:lnTo>
                    <a:pt x="63909" y="53487"/>
                  </a:lnTo>
                  <a:lnTo>
                    <a:pt x="64850" y="53254"/>
                  </a:lnTo>
                  <a:lnTo>
                    <a:pt x="66462" y="53191"/>
                  </a:lnTo>
                  <a:lnTo>
                    <a:pt x="66754" y="53224"/>
                  </a:lnTo>
                  <a:lnTo>
                    <a:pt x="68027" y="53371"/>
                  </a:lnTo>
                  <a:lnTo>
                    <a:pt x="69452" y="53618"/>
                  </a:lnTo>
                  <a:lnTo>
                    <a:pt x="70164" y="53866"/>
                  </a:lnTo>
                  <a:lnTo>
                    <a:pt x="70941" y="54201"/>
                  </a:lnTo>
                  <a:lnTo>
                    <a:pt x="70938" y="54997"/>
                  </a:lnTo>
                  <a:lnTo>
                    <a:pt x="70935" y="55914"/>
                  </a:lnTo>
                  <a:lnTo>
                    <a:pt x="74266" y="55862"/>
                  </a:lnTo>
                  <a:lnTo>
                    <a:pt x="81999" y="55386"/>
                  </a:lnTo>
                  <a:lnTo>
                    <a:pt x="82027" y="56144"/>
                  </a:lnTo>
                  <a:lnTo>
                    <a:pt x="82084" y="57639"/>
                  </a:lnTo>
                  <a:lnTo>
                    <a:pt x="82598" y="63068"/>
                  </a:lnTo>
                  <a:lnTo>
                    <a:pt x="82919" y="64898"/>
                  </a:lnTo>
                  <a:lnTo>
                    <a:pt x="79786" y="65549"/>
                  </a:lnTo>
                  <a:lnTo>
                    <a:pt x="76309" y="65986"/>
                  </a:lnTo>
                  <a:lnTo>
                    <a:pt x="75654" y="66000"/>
                  </a:lnTo>
                  <a:lnTo>
                    <a:pt x="75299" y="65948"/>
                  </a:lnTo>
                  <a:lnTo>
                    <a:pt x="76528" y="68647"/>
                  </a:lnTo>
                  <a:lnTo>
                    <a:pt x="77193" y="70107"/>
                  </a:lnTo>
                  <a:lnTo>
                    <a:pt x="77541" y="70399"/>
                  </a:lnTo>
                  <a:lnTo>
                    <a:pt x="77934" y="70729"/>
                  </a:lnTo>
                  <a:lnTo>
                    <a:pt x="80532" y="77885"/>
                  </a:lnTo>
                  <a:lnTo>
                    <a:pt x="82248" y="80584"/>
                  </a:lnTo>
                  <a:lnTo>
                    <a:pt x="86921" y="103913"/>
                  </a:lnTo>
                  <a:lnTo>
                    <a:pt x="87534" y="105508"/>
                  </a:lnTo>
                  <a:lnTo>
                    <a:pt x="87750" y="109081"/>
                  </a:lnTo>
                  <a:lnTo>
                    <a:pt x="87876" y="111178"/>
                  </a:lnTo>
                  <a:lnTo>
                    <a:pt x="88221" y="117852"/>
                  </a:lnTo>
                  <a:lnTo>
                    <a:pt x="88417" y="117989"/>
                  </a:lnTo>
                  <a:lnTo>
                    <a:pt x="90466" y="119418"/>
                  </a:lnTo>
                  <a:lnTo>
                    <a:pt x="90361" y="119545"/>
                  </a:lnTo>
                  <a:lnTo>
                    <a:pt x="89689" y="120364"/>
                  </a:lnTo>
                  <a:lnTo>
                    <a:pt x="90212" y="120710"/>
                  </a:lnTo>
                  <a:lnTo>
                    <a:pt x="88117" y="123708"/>
                  </a:lnTo>
                  <a:lnTo>
                    <a:pt x="86763" y="126046"/>
                  </a:lnTo>
                  <a:lnTo>
                    <a:pt x="103327" y="137470"/>
                  </a:lnTo>
                  <a:lnTo>
                    <a:pt x="103972" y="137914"/>
                  </a:lnTo>
                  <a:lnTo>
                    <a:pt x="103225" y="138927"/>
                  </a:lnTo>
                  <a:lnTo>
                    <a:pt x="100164" y="143071"/>
                  </a:lnTo>
                  <a:lnTo>
                    <a:pt x="97579" y="146572"/>
                  </a:lnTo>
                  <a:lnTo>
                    <a:pt x="96496" y="148039"/>
                  </a:lnTo>
                  <a:lnTo>
                    <a:pt x="95679" y="149225"/>
                  </a:lnTo>
                  <a:lnTo>
                    <a:pt x="91561" y="146646"/>
                  </a:lnTo>
                  <a:lnTo>
                    <a:pt x="85807" y="142743"/>
                  </a:lnTo>
                  <a:lnTo>
                    <a:pt x="85496" y="142532"/>
                  </a:lnTo>
                  <a:lnTo>
                    <a:pt x="78536" y="137722"/>
                  </a:lnTo>
                  <a:lnTo>
                    <a:pt x="77481" y="136993"/>
                  </a:lnTo>
                  <a:lnTo>
                    <a:pt x="77110" y="136737"/>
                  </a:lnTo>
                  <a:lnTo>
                    <a:pt x="72646" y="133809"/>
                  </a:lnTo>
                  <a:lnTo>
                    <a:pt x="69899" y="132008"/>
                  </a:lnTo>
                  <a:lnTo>
                    <a:pt x="69085" y="131474"/>
                  </a:lnTo>
                  <a:lnTo>
                    <a:pt x="66868" y="130020"/>
                  </a:lnTo>
                  <a:lnTo>
                    <a:pt x="61093" y="126062"/>
                  </a:lnTo>
                  <a:lnTo>
                    <a:pt x="60964" y="125973"/>
                  </a:lnTo>
                  <a:lnTo>
                    <a:pt x="51957" y="119801"/>
                  </a:lnTo>
                  <a:lnTo>
                    <a:pt x="44793" y="114891"/>
                  </a:lnTo>
                  <a:lnTo>
                    <a:pt x="42196" y="113111"/>
                  </a:lnTo>
                  <a:lnTo>
                    <a:pt x="34582" y="107892"/>
                  </a:lnTo>
                  <a:lnTo>
                    <a:pt x="29197" y="104132"/>
                  </a:lnTo>
                  <a:lnTo>
                    <a:pt x="28677" y="103769"/>
                  </a:lnTo>
                  <a:lnTo>
                    <a:pt x="26943" y="102600"/>
                  </a:lnTo>
                  <a:lnTo>
                    <a:pt x="23674" y="100397"/>
                  </a:lnTo>
                  <a:lnTo>
                    <a:pt x="18430" y="96863"/>
                  </a:lnTo>
                  <a:lnTo>
                    <a:pt x="18293" y="96771"/>
                  </a:lnTo>
                  <a:lnTo>
                    <a:pt x="12826" y="93086"/>
                  </a:lnTo>
                  <a:lnTo>
                    <a:pt x="9850" y="91081"/>
                  </a:lnTo>
                  <a:lnTo>
                    <a:pt x="7197" y="89293"/>
                  </a:lnTo>
                  <a:lnTo>
                    <a:pt x="0" y="84442"/>
                  </a:lnTo>
                  <a:lnTo>
                    <a:pt x="188" y="84029"/>
                  </a:lnTo>
                  <a:lnTo>
                    <a:pt x="1132" y="81959"/>
                  </a:lnTo>
                  <a:lnTo>
                    <a:pt x="3016" y="77829"/>
                  </a:lnTo>
                  <a:lnTo>
                    <a:pt x="3301" y="77205"/>
                  </a:lnTo>
                  <a:lnTo>
                    <a:pt x="3361" y="77073"/>
                  </a:lnTo>
                  <a:lnTo>
                    <a:pt x="5076" y="72719"/>
                  </a:lnTo>
                  <a:lnTo>
                    <a:pt x="5405" y="71916"/>
                  </a:lnTo>
                  <a:lnTo>
                    <a:pt x="5485" y="71721"/>
                  </a:lnTo>
                  <a:lnTo>
                    <a:pt x="6086" y="70249"/>
                  </a:lnTo>
                  <a:lnTo>
                    <a:pt x="7044" y="68052"/>
                  </a:lnTo>
                  <a:lnTo>
                    <a:pt x="7589" y="66803"/>
                  </a:lnTo>
                  <a:lnTo>
                    <a:pt x="7971" y="65927"/>
                  </a:lnTo>
                  <a:lnTo>
                    <a:pt x="8052" y="65740"/>
                  </a:lnTo>
                  <a:lnTo>
                    <a:pt x="8180" y="65447"/>
                  </a:lnTo>
                  <a:lnTo>
                    <a:pt x="10736" y="59584"/>
                  </a:lnTo>
                  <a:lnTo>
                    <a:pt x="10828" y="59385"/>
                  </a:lnTo>
                  <a:lnTo>
                    <a:pt x="11077" y="58849"/>
                  </a:lnTo>
                  <a:lnTo>
                    <a:pt x="15215" y="49941"/>
                  </a:lnTo>
                  <a:lnTo>
                    <a:pt x="17929" y="44096"/>
                  </a:lnTo>
                  <a:lnTo>
                    <a:pt x="18016" y="43910"/>
                  </a:lnTo>
                  <a:lnTo>
                    <a:pt x="18525" y="42814"/>
                  </a:lnTo>
                  <a:lnTo>
                    <a:pt x="20683" y="37842"/>
                  </a:lnTo>
                  <a:lnTo>
                    <a:pt x="22032" y="34735"/>
                  </a:lnTo>
                  <a:lnTo>
                    <a:pt x="22707" y="33182"/>
                  </a:lnTo>
                  <a:lnTo>
                    <a:pt x="23430" y="31514"/>
                  </a:lnTo>
                  <a:lnTo>
                    <a:pt x="28395" y="20079"/>
                  </a:lnTo>
                  <a:lnTo>
                    <a:pt x="33687" y="7890"/>
                  </a:lnTo>
                  <a:lnTo>
                    <a:pt x="35026" y="4805"/>
                  </a:lnTo>
                  <a:lnTo>
                    <a:pt x="35741" y="3158"/>
                  </a:lnTo>
                  <a:lnTo>
                    <a:pt x="36638" y="1092"/>
                  </a:lnTo>
                  <a:lnTo>
                    <a:pt x="37049" y="145"/>
                  </a:lnTo>
                  <a:lnTo>
                    <a:pt x="371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72757" y="4005250"/>
              <a:ext cx="236906" cy="174428"/>
            </a:xfrm>
            <a:custGeom>
              <a:avLst/>
              <a:pathLst>
                <a:path w="236906" h="174428">
                  <a:moveTo>
                    <a:pt x="196258" y="6311"/>
                  </a:moveTo>
                  <a:lnTo>
                    <a:pt x="201130" y="9621"/>
                  </a:lnTo>
                  <a:lnTo>
                    <a:pt x="201025" y="9770"/>
                  </a:lnTo>
                  <a:lnTo>
                    <a:pt x="200468" y="10559"/>
                  </a:lnTo>
                  <a:lnTo>
                    <a:pt x="206365" y="14526"/>
                  </a:lnTo>
                  <a:lnTo>
                    <a:pt x="212112" y="18392"/>
                  </a:lnTo>
                  <a:lnTo>
                    <a:pt x="212279" y="18145"/>
                  </a:lnTo>
                  <a:lnTo>
                    <a:pt x="212648" y="17599"/>
                  </a:lnTo>
                  <a:lnTo>
                    <a:pt x="212820" y="17355"/>
                  </a:lnTo>
                  <a:lnTo>
                    <a:pt x="213458" y="16451"/>
                  </a:lnTo>
                  <a:lnTo>
                    <a:pt x="214046" y="16863"/>
                  </a:lnTo>
                  <a:lnTo>
                    <a:pt x="218522" y="19989"/>
                  </a:lnTo>
                  <a:lnTo>
                    <a:pt x="219192" y="20455"/>
                  </a:lnTo>
                  <a:lnTo>
                    <a:pt x="222013" y="22389"/>
                  </a:lnTo>
                  <a:lnTo>
                    <a:pt x="225113" y="24512"/>
                  </a:lnTo>
                  <a:lnTo>
                    <a:pt x="224587" y="25290"/>
                  </a:lnTo>
                  <a:lnTo>
                    <a:pt x="224731" y="25387"/>
                  </a:lnTo>
                  <a:lnTo>
                    <a:pt x="233742" y="31467"/>
                  </a:lnTo>
                  <a:lnTo>
                    <a:pt x="234315" y="31853"/>
                  </a:lnTo>
                  <a:lnTo>
                    <a:pt x="235749" y="32821"/>
                  </a:lnTo>
                  <a:lnTo>
                    <a:pt x="236332" y="33215"/>
                  </a:lnTo>
                  <a:lnTo>
                    <a:pt x="236906" y="33602"/>
                  </a:lnTo>
                  <a:lnTo>
                    <a:pt x="234381" y="37363"/>
                  </a:lnTo>
                  <a:lnTo>
                    <a:pt x="233549" y="38602"/>
                  </a:lnTo>
                  <a:lnTo>
                    <a:pt x="232824" y="39682"/>
                  </a:lnTo>
                  <a:lnTo>
                    <a:pt x="224146" y="52612"/>
                  </a:lnTo>
                  <a:lnTo>
                    <a:pt x="223667" y="53325"/>
                  </a:lnTo>
                  <a:lnTo>
                    <a:pt x="222139" y="55602"/>
                  </a:lnTo>
                  <a:lnTo>
                    <a:pt x="222016" y="55784"/>
                  </a:lnTo>
                  <a:lnTo>
                    <a:pt x="221829" y="56063"/>
                  </a:lnTo>
                  <a:lnTo>
                    <a:pt x="221731" y="56210"/>
                  </a:lnTo>
                  <a:lnTo>
                    <a:pt x="220114" y="58619"/>
                  </a:lnTo>
                  <a:lnTo>
                    <a:pt x="218852" y="60499"/>
                  </a:lnTo>
                  <a:lnTo>
                    <a:pt x="216856" y="63472"/>
                  </a:lnTo>
                  <a:lnTo>
                    <a:pt x="215490" y="65508"/>
                  </a:lnTo>
                  <a:lnTo>
                    <a:pt x="215116" y="66065"/>
                  </a:lnTo>
                  <a:lnTo>
                    <a:pt x="212321" y="69977"/>
                  </a:lnTo>
                  <a:lnTo>
                    <a:pt x="209583" y="73810"/>
                  </a:lnTo>
                  <a:lnTo>
                    <a:pt x="208861" y="74821"/>
                  </a:lnTo>
                  <a:lnTo>
                    <a:pt x="208585" y="75207"/>
                  </a:lnTo>
                  <a:lnTo>
                    <a:pt x="202811" y="83289"/>
                  </a:lnTo>
                  <a:lnTo>
                    <a:pt x="202157" y="84205"/>
                  </a:lnTo>
                  <a:lnTo>
                    <a:pt x="198492" y="89335"/>
                  </a:lnTo>
                  <a:lnTo>
                    <a:pt x="197758" y="90363"/>
                  </a:lnTo>
                  <a:lnTo>
                    <a:pt x="197306" y="90995"/>
                  </a:lnTo>
                  <a:lnTo>
                    <a:pt x="196884" y="91586"/>
                  </a:lnTo>
                  <a:lnTo>
                    <a:pt x="196320" y="92376"/>
                  </a:lnTo>
                  <a:lnTo>
                    <a:pt x="193639" y="96129"/>
                  </a:lnTo>
                  <a:lnTo>
                    <a:pt x="188281" y="103629"/>
                  </a:lnTo>
                  <a:lnTo>
                    <a:pt x="187099" y="105283"/>
                  </a:lnTo>
                  <a:lnTo>
                    <a:pt x="186811" y="105686"/>
                  </a:lnTo>
                  <a:lnTo>
                    <a:pt x="181554" y="113046"/>
                  </a:lnTo>
                  <a:lnTo>
                    <a:pt x="181385" y="113271"/>
                  </a:lnTo>
                  <a:lnTo>
                    <a:pt x="181273" y="113420"/>
                  </a:lnTo>
                  <a:lnTo>
                    <a:pt x="180942" y="113862"/>
                  </a:lnTo>
                  <a:lnTo>
                    <a:pt x="179665" y="115567"/>
                  </a:lnTo>
                  <a:lnTo>
                    <a:pt x="165156" y="135577"/>
                  </a:lnTo>
                  <a:lnTo>
                    <a:pt x="162986" y="138570"/>
                  </a:lnTo>
                  <a:lnTo>
                    <a:pt x="161032" y="141265"/>
                  </a:lnTo>
                  <a:lnTo>
                    <a:pt x="155946" y="148280"/>
                  </a:lnTo>
                  <a:lnTo>
                    <a:pt x="153469" y="151696"/>
                  </a:lnTo>
                  <a:lnTo>
                    <a:pt x="149906" y="156611"/>
                  </a:lnTo>
                  <a:lnTo>
                    <a:pt x="144149" y="164551"/>
                  </a:lnTo>
                  <a:lnTo>
                    <a:pt x="143619" y="165280"/>
                  </a:lnTo>
                  <a:lnTo>
                    <a:pt x="138598" y="172205"/>
                  </a:lnTo>
                  <a:lnTo>
                    <a:pt x="136987" y="174428"/>
                  </a:lnTo>
                  <a:lnTo>
                    <a:pt x="135577" y="173228"/>
                  </a:lnTo>
                  <a:lnTo>
                    <a:pt x="134811" y="172576"/>
                  </a:lnTo>
                  <a:lnTo>
                    <a:pt x="134057" y="171935"/>
                  </a:lnTo>
                  <a:lnTo>
                    <a:pt x="133613" y="171558"/>
                  </a:lnTo>
                  <a:lnTo>
                    <a:pt x="126723" y="165695"/>
                  </a:lnTo>
                  <a:lnTo>
                    <a:pt x="126481" y="165489"/>
                  </a:lnTo>
                  <a:lnTo>
                    <a:pt x="125561" y="164707"/>
                  </a:lnTo>
                  <a:lnTo>
                    <a:pt x="122707" y="162279"/>
                  </a:lnTo>
                  <a:lnTo>
                    <a:pt x="114382" y="155195"/>
                  </a:lnTo>
                  <a:lnTo>
                    <a:pt x="114177" y="155011"/>
                  </a:lnTo>
                  <a:lnTo>
                    <a:pt x="112851" y="153817"/>
                  </a:lnTo>
                  <a:lnTo>
                    <a:pt x="109811" y="151081"/>
                  </a:lnTo>
                  <a:lnTo>
                    <a:pt x="96542" y="139141"/>
                  </a:lnTo>
                  <a:lnTo>
                    <a:pt x="96404" y="139017"/>
                  </a:lnTo>
                  <a:lnTo>
                    <a:pt x="96185" y="138821"/>
                  </a:lnTo>
                  <a:lnTo>
                    <a:pt x="89209" y="132559"/>
                  </a:lnTo>
                  <a:lnTo>
                    <a:pt x="88395" y="131828"/>
                  </a:lnTo>
                  <a:lnTo>
                    <a:pt x="87911" y="131394"/>
                  </a:lnTo>
                  <a:lnTo>
                    <a:pt x="87393" y="130995"/>
                  </a:lnTo>
                  <a:lnTo>
                    <a:pt x="87122" y="130786"/>
                  </a:lnTo>
                  <a:lnTo>
                    <a:pt x="86697" y="130429"/>
                  </a:lnTo>
                  <a:lnTo>
                    <a:pt x="86127" y="129952"/>
                  </a:lnTo>
                  <a:lnTo>
                    <a:pt x="79012" y="123918"/>
                  </a:lnTo>
                  <a:lnTo>
                    <a:pt x="71408" y="117470"/>
                  </a:lnTo>
                  <a:lnTo>
                    <a:pt x="70881" y="117023"/>
                  </a:lnTo>
                  <a:lnTo>
                    <a:pt x="63826" y="110686"/>
                  </a:lnTo>
                  <a:lnTo>
                    <a:pt x="58312" y="105734"/>
                  </a:lnTo>
                  <a:lnTo>
                    <a:pt x="55118" y="102865"/>
                  </a:lnTo>
                  <a:lnTo>
                    <a:pt x="54125" y="101973"/>
                  </a:lnTo>
                  <a:lnTo>
                    <a:pt x="50399" y="98549"/>
                  </a:lnTo>
                  <a:lnTo>
                    <a:pt x="41988" y="90815"/>
                  </a:lnTo>
                  <a:lnTo>
                    <a:pt x="41263" y="90149"/>
                  </a:lnTo>
                  <a:lnTo>
                    <a:pt x="31835" y="81481"/>
                  </a:lnTo>
                  <a:lnTo>
                    <a:pt x="30758" y="80491"/>
                  </a:lnTo>
                  <a:lnTo>
                    <a:pt x="25188" y="75462"/>
                  </a:lnTo>
                  <a:lnTo>
                    <a:pt x="21467" y="72103"/>
                  </a:lnTo>
                  <a:lnTo>
                    <a:pt x="17490" y="68545"/>
                  </a:lnTo>
                  <a:lnTo>
                    <a:pt x="12710" y="65501"/>
                  </a:lnTo>
                  <a:lnTo>
                    <a:pt x="8941" y="63101"/>
                  </a:lnTo>
                  <a:lnTo>
                    <a:pt x="4280" y="60132"/>
                  </a:lnTo>
                  <a:lnTo>
                    <a:pt x="1467" y="58341"/>
                  </a:lnTo>
                  <a:lnTo>
                    <a:pt x="360" y="57636"/>
                  </a:lnTo>
                  <a:lnTo>
                    <a:pt x="0" y="57406"/>
                  </a:lnTo>
                  <a:lnTo>
                    <a:pt x="70" y="56560"/>
                  </a:lnTo>
                  <a:lnTo>
                    <a:pt x="122" y="55928"/>
                  </a:lnTo>
                  <a:lnTo>
                    <a:pt x="376" y="55523"/>
                  </a:lnTo>
                  <a:lnTo>
                    <a:pt x="1241" y="54147"/>
                  </a:lnTo>
                  <a:lnTo>
                    <a:pt x="2430" y="52253"/>
                  </a:lnTo>
                  <a:lnTo>
                    <a:pt x="3658" y="50297"/>
                  </a:lnTo>
                  <a:lnTo>
                    <a:pt x="3783" y="50098"/>
                  </a:lnTo>
                  <a:lnTo>
                    <a:pt x="3973" y="49796"/>
                  </a:lnTo>
                  <a:lnTo>
                    <a:pt x="9630" y="40788"/>
                  </a:lnTo>
                  <a:lnTo>
                    <a:pt x="9951" y="40277"/>
                  </a:lnTo>
                  <a:lnTo>
                    <a:pt x="10064" y="40096"/>
                  </a:lnTo>
                  <a:lnTo>
                    <a:pt x="10217" y="39853"/>
                  </a:lnTo>
                  <a:lnTo>
                    <a:pt x="10582" y="39271"/>
                  </a:lnTo>
                  <a:lnTo>
                    <a:pt x="11300" y="38129"/>
                  </a:lnTo>
                  <a:lnTo>
                    <a:pt x="11448" y="37812"/>
                  </a:lnTo>
                  <a:lnTo>
                    <a:pt x="18645" y="42663"/>
                  </a:lnTo>
                  <a:lnTo>
                    <a:pt x="21298" y="44450"/>
                  </a:lnTo>
                  <a:lnTo>
                    <a:pt x="24274" y="46456"/>
                  </a:lnTo>
                  <a:lnTo>
                    <a:pt x="29742" y="50141"/>
                  </a:lnTo>
                  <a:lnTo>
                    <a:pt x="29879" y="50233"/>
                  </a:lnTo>
                  <a:lnTo>
                    <a:pt x="35123" y="53767"/>
                  </a:lnTo>
                  <a:lnTo>
                    <a:pt x="38392" y="55970"/>
                  </a:lnTo>
                  <a:lnTo>
                    <a:pt x="40125" y="57139"/>
                  </a:lnTo>
                  <a:lnTo>
                    <a:pt x="40646" y="57502"/>
                  </a:lnTo>
                  <a:lnTo>
                    <a:pt x="46030" y="61262"/>
                  </a:lnTo>
                  <a:lnTo>
                    <a:pt x="53644" y="66481"/>
                  </a:lnTo>
                  <a:lnTo>
                    <a:pt x="56241" y="68260"/>
                  </a:lnTo>
                  <a:lnTo>
                    <a:pt x="63405" y="73170"/>
                  </a:lnTo>
                  <a:lnTo>
                    <a:pt x="72412" y="79343"/>
                  </a:lnTo>
                  <a:lnTo>
                    <a:pt x="72541" y="79432"/>
                  </a:lnTo>
                  <a:lnTo>
                    <a:pt x="78319" y="83391"/>
                  </a:lnTo>
                  <a:lnTo>
                    <a:pt x="80534" y="84844"/>
                  </a:lnTo>
                  <a:lnTo>
                    <a:pt x="81347" y="85377"/>
                  </a:lnTo>
                  <a:lnTo>
                    <a:pt x="84095" y="87179"/>
                  </a:lnTo>
                  <a:lnTo>
                    <a:pt x="88559" y="90106"/>
                  </a:lnTo>
                  <a:lnTo>
                    <a:pt x="88930" y="90363"/>
                  </a:lnTo>
                  <a:lnTo>
                    <a:pt x="89985" y="91092"/>
                  </a:lnTo>
                  <a:lnTo>
                    <a:pt x="96944" y="95902"/>
                  </a:lnTo>
                  <a:lnTo>
                    <a:pt x="97264" y="96119"/>
                  </a:lnTo>
                  <a:lnTo>
                    <a:pt x="103010" y="100016"/>
                  </a:lnTo>
                  <a:lnTo>
                    <a:pt x="107127" y="102595"/>
                  </a:lnTo>
                  <a:lnTo>
                    <a:pt x="107945" y="101409"/>
                  </a:lnTo>
                  <a:lnTo>
                    <a:pt x="109028" y="99941"/>
                  </a:lnTo>
                  <a:lnTo>
                    <a:pt x="111613" y="96441"/>
                  </a:lnTo>
                  <a:lnTo>
                    <a:pt x="114673" y="92296"/>
                  </a:lnTo>
                  <a:lnTo>
                    <a:pt x="115420" y="91284"/>
                  </a:lnTo>
                  <a:lnTo>
                    <a:pt x="119470" y="85801"/>
                  </a:lnTo>
                  <a:lnTo>
                    <a:pt x="120051" y="85013"/>
                  </a:lnTo>
                  <a:lnTo>
                    <a:pt x="120366" y="84636"/>
                  </a:lnTo>
                  <a:lnTo>
                    <a:pt x="123732" y="80596"/>
                  </a:lnTo>
                  <a:lnTo>
                    <a:pt x="124500" y="79675"/>
                  </a:lnTo>
                  <a:lnTo>
                    <a:pt x="128025" y="75446"/>
                  </a:lnTo>
                  <a:lnTo>
                    <a:pt x="132954" y="69759"/>
                  </a:lnTo>
                  <a:lnTo>
                    <a:pt x="137486" y="64704"/>
                  </a:lnTo>
                  <a:lnTo>
                    <a:pt x="140341" y="61520"/>
                  </a:lnTo>
                  <a:lnTo>
                    <a:pt x="141939" y="59577"/>
                  </a:lnTo>
                  <a:lnTo>
                    <a:pt x="145965" y="54683"/>
                  </a:lnTo>
                  <a:lnTo>
                    <a:pt x="146482" y="54055"/>
                  </a:lnTo>
                  <a:lnTo>
                    <a:pt x="148204" y="55334"/>
                  </a:lnTo>
                  <a:lnTo>
                    <a:pt x="148651" y="54772"/>
                  </a:lnTo>
                  <a:lnTo>
                    <a:pt x="153993" y="48056"/>
                  </a:lnTo>
                  <a:lnTo>
                    <a:pt x="154131" y="47882"/>
                  </a:lnTo>
                  <a:lnTo>
                    <a:pt x="156731" y="44612"/>
                  </a:lnTo>
                  <a:lnTo>
                    <a:pt x="159934" y="40585"/>
                  </a:lnTo>
                  <a:lnTo>
                    <a:pt x="160242" y="40197"/>
                  </a:lnTo>
                  <a:lnTo>
                    <a:pt x="160982" y="39266"/>
                  </a:lnTo>
                  <a:lnTo>
                    <a:pt x="161572" y="38524"/>
                  </a:lnTo>
                  <a:lnTo>
                    <a:pt x="166388" y="32468"/>
                  </a:lnTo>
                  <a:lnTo>
                    <a:pt x="171150" y="26480"/>
                  </a:lnTo>
                  <a:lnTo>
                    <a:pt x="174062" y="22818"/>
                  </a:lnTo>
                  <a:lnTo>
                    <a:pt x="175593" y="20763"/>
                  </a:lnTo>
                  <a:lnTo>
                    <a:pt x="176201" y="19947"/>
                  </a:lnTo>
                  <a:lnTo>
                    <a:pt x="176517" y="19461"/>
                  </a:lnTo>
                  <a:lnTo>
                    <a:pt x="178742" y="16039"/>
                  </a:lnTo>
                  <a:lnTo>
                    <a:pt x="180111" y="13900"/>
                  </a:lnTo>
                  <a:lnTo>
                    <a:pt x="183527" y="8564"/>
                  </a:lnTo>
                  <a:lnTo>
                    <a:pt x="183806" y="8135"/>
                  </a:lnTo>
                  <a:lnTo>
                    <a:pt x="185603" y="5366"/>
                  </a:lnTo>
                  <a:lnTo>
                    <a:pt x="187863" y="1839"/>
                  </a:lnTo>
                  <a:lnTo>
                    <a:pt x="188276" y="1192"/>
                  </a:lnTo>
                  <a:lnTo>
                    <a:pt x="189087" y="0"/>
                  </a:lnTo>
                  <a:lnTo>
                    <a:pt x="189831" y="476"/>
                  </a:lnTo>
                  <a:lnTo>
                    <a:pt x="191357" y="1454"/>
                  </a:lnTo>
                  <a:lnTo>
                    <a:pt x="193366" y="2742"/>
                  </a:lnTo>
                  <a:lnTo>
                    <a:pt x="196116" y="4505"/>
                  </a:lnTo>
                  <a:lnTo>
                    <a:pt x="195546" y="5388"/>
                  </a:lnTo>
                  <a:lnTo>
                    <a:pt x="195341" y="5688"/>
                  </a:lnTo>
                  <a:lnTo>
                    <a:pt x="19589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404424" y="3984161"/>
              <a:ext cx="97711" cy="111251"/>
            </a:xfrm>
            <a:custGeom>
              <a:avLst/>
              <a:pathLst>
                <a:path w="97711" h="111251">
                  <a:moveTo>
                    <a:pt x="97711" y="18555"/>
                  </a:moveTo>
                  <a:lnTo>
                    <a:pt x="94997" y="24399"/>
                  </a:lnTo>
                  <a:lnTo>
                    <a:pt x="90859" y="33308"/>
                  </a:lnTo>
                  <a:lnTo>
                    <a:pt x="90610" y="33844"/>
                  </a:lnTo>
                  <a:lnTo>
                    <a:pt x="90517" y="34043"/>
                  </a:lnTo>
                  <a:lnTo>
                    <a:pt x="87962" y="39906"/>
                  </a:lnTo>
                  <a:lnTo>
                    <a:pt x="87834" y="40199"/>
                  </a:lnTo>
                  <a:lnTo>
                    <a:pt x="87707" y="40489"/>
                  </a:lnTo>
                  <a:lnTo>
                    <a:pt x="87371" y="41261"/>
                  </a:lnTo>
                  <a:lnTo>
                    <a:pt x="86803" y="42562"/>
                  </a:lnTo>
                  <a:lnTo>
                    <a:pt x="85868" y="44707"/>
                  </a:lnTo>
                  <a:lnTo>
                    <a:pt x="85266" y="46179"/>
                  </a:lnTo>
                  <a:lnTo>
                    <a:pt x="85186" y="46375"/>
                  </a:lnTo>
                  <a:lnTo>
                    <a:pt x="84858" y="47177"/>
                  </a:lnTo>
                  <a:lnTo>
                    <a:pt x="83142" y="51532"/>
                  </a:lnTo>
                  <a:lnTo>
                    <a:pt x="83083" y="51663"/>
                  </a:lnTo>
                  <a:lnTo>
                    <a:pt x="82798" y="52288"/>
                  </a:lnTo>
                  <a:lnTo>
                    <a:pt x="80914" y="56417"/>
                  </a:lnTo>
                  <a:lnTo>
                    <a:pt x="79970" y="58488"/>
                  </a:lnTo>
                  <a:lnTo>
                    <a:pt x="79781" y="58901"/>
                  </a:lnTo>
                  <a:lnTo>
                    <a:pt x="79593" y="59280"/>
                  </a:lnTo>
                  <a:lnTo>
                    <a:pt x="78902" y="60381"/>
                  </a:lnTo>
                  <a:lnTo>
                    <a:pt x="78550" y="60941"/>
                  </a:lnTo>
                  <a:lnTo>
                    <a:pt x="78397" y="61185"/>
                  </a:lnTo>
                  <a:lnTo>
                    <a:pt x="78284" y="61365"/>
                  </a:lnTo>
                  <a:lnTo>
                    <a:pt x="77963" y="61876"/>
                  </a:lnTo>
                  <a:lnTo>
                    <a:pt x="72306" y="70885"/>
                  </a:lnTo>
                  <a:lnTo>
                    <a:pt x="72116" y="71187"/>
                  </a:lnTo>
                  <a:lnTo>
                    <a:pt x="71971" y="71418"/>
                  </a:lnTo>
                  <a:lnTo>
                    <a:pt x="70763" y="73342"/>
                  </a:lnTo>
                  <a:lnTo>
                    <a:pt x="69574" y="75235"/>
                  </a:lnTo>
                  <a:lnTo>
                    <a:pt x="68709" y="76612"/>
                  </a:lnTo>
                  <a:lnTo>
                    <a:pt x="68455" y="77016"/>
                  </a:lnTo>
                  <a:lnTo>
                    <a:pt x="68403" y="77648"/>
                  </a:lnTo>
                  <a:lnTo>
                    <a:pt x="68333" y="78495"/>
                  </a:lnTo>
                  <a:lnTo>
                    <a:pt x="67212" y="80250"/>
                  </a:lnTo>
                  <a:lnTo>
                    <a:pt x="63979" y="85315"/>
                  </a:lnTo>
                  <a:lnTo>
                    <a:pt x="50449" y="106512"/>
                  </a:lnTo>
                  <a:lnTo>
                    <a:pt x="49732" y="107732"/>
                  </a:lnTo>
                  <a:lnTo>
                    <a:pt x="47500" y="111251"/>
                  </a:lnTo>
                  <a:lnTo>
                    <a:pt x="47289" y="111119"/>
                  </a:lnTo>
                  <a:lnTo>
                    <a:pt x="47128" y="111018"/>
                  </a:lnTo>
                  <a:lnTo>
                    <a:pt x="37662" y="105096"/>
                  </a:lnTo>
                  <a:lnTo>
                    <a:pt x="37113" y="104753"/>
                  </a:lnTo>
                  <a:lnTo>
                    <a:pt x="25315" y="97372"/>
                  </a:lnTo>
                  <a:lnTo>
                    <a:pt x="25176" y="97286"/>
                  </a:lnTo>
                  <a:lnTo>
                    <a:pt x="19424" y="93687"/>
                  </a:lnTo>
                  <a:lnTo>
                    <a:pt x="19284" y="93599"/>
                  </a:lnTo>
                  <a:lnTo>
                    <a:pt x="15996" y="91542"/>
                  </a:lnTo>
                  <a:lnTo>
                    <a:pt x="13045" y="89696"/>
                  </a:lnTo>
                  <a:lnTo>
                    <a:pt x="13767" y="88412"/>
                  </a:lnTo>
                  <a:lnTo>
                    <a:pt x="14074" y="87865"/>
                  </a:lnTo>
                  <a:lnTo>
                    <a:pt x="14269" y="87517"/>
                  </a:lnTo>
                  <a:lnTo>
                    <a:pt x="16961" y="83235"/>
                  </a:lnTo>
                  <a:lnTo>
                    <a:pt x="18204" y="81258"/>
                  </a:lnTo>
                  <a:lnTo>
                    <a:pt x="18706" y="80459"/>
                  </a:lnTo>
                  <a:lnTo>
                    <a:pt x="18898" y="80163"/>
                  </a:lnTo>
                  <a:lnTo>
                    <a:pt x="20718" y="77365"/>
                  </a:lnTo>
                  <a:lnTo>
                    <a:pt x="21553" y="75967"/>
                  </a:lnTo>
                  <a:lnTo>
                    <a:pt x="22369" y="74601"/>
                  </a:lnTo>
                  <a:lnTo>
                    <a:pt x="24116" y="71546"/>
                  </a:lnTo>
                  <a:lnTo>
                    <a:pt x="24193" y="71412"/>
                  </a:lnTo>
                  <a:lnTo>
                    <a:pt x="17573" y="67230"/>
                  </a:lnTo>
                  <a:lnTo>
                    <a:pt x="15962" y="66213"/>
                  </a:lnTo>
                  <a:lnTo>
                    <a:pt x="16549" y="65258"/>
                  </a:lnTo>
                  <a:lnTo>
                    <a:pt x="6570" y="59166"/>
                  </a:lnTo>
                  <a:lnTo>
                    <a:pt x="6201" y="58941"/>
                  </a:lnTo>
                  <a:lnTo>
                    <a:pt x="8228" y="55302"/>
                  </a:lnTo>
                  <a:lnTo>
                    <a:pt x="5010" y="53308"/>
                  </a:lnTo>
                  <a:lnTo>
                    <a:pt x="5847" y="52028"/>
                  </a:lnTo>
                  <a:lnTo>
                    <a:pt x="1255" y="49271"/>
                  </a:lnTo>
                  <a:lnTo>
                    <a:pt x="0" y="48518"/>
                  </a:lnTo>
                  <a:lnTo>
                    <a:pt x="148" y="48269"/>
                  </a:lnTo>
                  <a:lnTo>
                    <a:pt x="471" y="47773"/>
                  </a:lnTo>
                  <a:lnTo>
                    <a:pt x="663" y="47478"/>
                  </a:lnTo>
                  <a:lnTo>
                    <a:pt x="2866" y="44092"/>
                  </a:lnTo>
                  <a:lnTo>
                    <a:pt x="4050" y="42145"/>
                  </a:lnTo>
                  <a:lnTo>
                    <a:pt x="4349" y="41653"/>
                  </a:lnTo>
                  <a:lnTo>
                    <a:pt x="4892" y="40760"/>
                  </a:lnTo>
                  <a:lnTo>
                    <a:pt x="6575" y="37992"/>
                  </a:lnTo>
                  <a:lnTo>
                    <a:pt x="6678" y="37824"/>
                  </a:lnTo>
                  <a:lnTo>
                    <a:pt x="6994" y="37304"/>
                  </a:lnTo>
                  <a:lnTo>
                    <a:pt x="7375" y="36677"/>
                  </a:lnTo>
                  <a:lnTo>
                    <a:pt x="8203" y="35315"/>
                  </a:lnTo>
                  <a:lnTo>
                    <a:pt x="8360" y="35057"/>
                  </a:lnTo>
                  <a:lnTo>
                    <a:pt x="9591" y="33033"/>
                  </a:lnTo>
                  <a:lnTo>
                    <a:pt x="11097" y="30556"/>
                  </a:lnTo>
                  <a:lnTo>
                    <a:pt x="11315" y="30199"/>
                  </a:lnTo>
                  <a:lnTo>
                    <a:pt x="11630" y="29681"/>
                  </a:lnTo>
                  <a:lnTo>
                    <a:pt x="12710" y="27905"/>
                  </a:lnTo>
                  <a:lnTo>
                    <a:pt x="13708" y="26263"/>
                  </a:lnTo>
                  <a:lnTo>
                    <a:pt x="17856" y="19442"/>
                  </a:lnTo>
                  <a:lnTo>
                    <a:pt x="18210" y="18860"/>
                  </a:lnTo>
                  <a:lnTo>
                    <a:pt x="19686" y="16434"/>
                  </a:lnTo>
                  <a:lnTo>
                    <a:pt x="19799" y="16248"/>
                  </a:lnTo>
                  <a:lnTo>
                    <a:pt x="20165" y="15645"/>
                  </a:lnTo>
                  <a:lnTo>
                    <a:pt x="21990" y="12646"/>
                  </a:lnTo>
                  <a:lnTo>
                    <a:pt x="23642" y="9930"/>
                  </a:lnTo>
                  <a:lnTo>
                    <a:pt x="25809" y="6446"/>
                  </a:lnTo>
                  <a:lnTo>
                    <a:pt x="26346" y="5582"/>
                  </a:lnTo>
                  <a:lnTo>
                    <a:pt x="27546" y="3652"/>
                  </a:lnTo>
                  <a:lnTo>
                    <a:pt x="27685" y="3429"/>
                  </a:lnTo>
                  <a:lnTo>
                    <a:pt x="27915" y="3059"/>
                  </a:lnTo>
                  <a:lnTo>
                    <a:pt x="34700" y="7358"/>
                  </a:lnTo>
                  <a:lnTo>
                    <a:pt x="36766" y="8667"/>
                  </a:lnTo>
                  <a:lnTo>
                    <a:pt x="36933" y="8773"/>
                  </a:lnTo>
                  <a:lnTo>
                    <a:pt x="37402" y="9070"/>
                  </a:lnTo>
                  <a:lnTo>
                    <a:pt x="42257" y="12147"/>
                  </a:lnTo>
                  <a:lnTo>
                    <a:pt x="42394" y="12233"/>
                  </a:lnTo>
                  <a:lnTo>
                    <a:pt x="55127" y="20302"/>
                  </a:lnTo>
                  <a:lnTo>
                    <a:pt x="55901" y="20792"/>
                  </a:lnTo>
                  <a:lnTo>
                    <a:pt x="55998" y="20651"/>
                  </a:lnTo>
                  <a:lnTo>
                    <a:pt x="60844" y="13599"/>
                  </a:lnTo>
                  <a:lnTo>
                    <a:pt x="61441" y="12730"/>
                  </a:lnTo>
                  <a:lnTo>
                    <a:pt x="62257" y="11537"/>
                  </a:lnTo>
                  <a:lnTo>
                    <a:pt x="65871" y="5965"/>
                  </a:lnTo>
                  <a:lnTo>
                    <a:pt x="66858" y="4445"/>
                  </a:lnTo>
                  <a:lnTo>
                    <a:pt x="69581" y="248"/>
                  </a:lnTo>
                  <a:lnTo>
                    <a:pt x="69742" y="0"/>
                  </a:lnTo>
                  <a:lnTo>
                    <a:pt x="80649" y="7358"/>
                  </a:lnTo>
                  <a:lnTo>
                    <a:pt x="81129" y="7682"/>
                  </a:lnTo>
                  <a:lnTo>
                    <a:pt x="82354" y="8508"/>
                  </a:lnTo>
                  <a:lnTo>
                    <a:pt x="82610" y="8681"/>
                  </a:lnTo>
                  <a:lnTo>
                    <a:pt x="82743" y="8768"/>
                  </a:lnTo>
                  <a:lnTo>
                    <a:pt x="83338" y="9158"/>
                  </a:lnTo>
                  <a:lnTo>
                    <a:pt x="84242" y="9748"/>
                  </a:lnTo>
                  <a:lnTo>
                    <a:pt x="92946" y="15439"/>
                  </a:lnTo>
                  <a:lnTo>
                    <a:pt x="97203" y="18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545437" y="3969646"/>
              <a:ext cx="110848" cy="126888"/>
            </a:xfrm>
            <a:custGeom>
              <a:avLst/>
              <a:pathLst>
                <a:path w="110848" h="126888">
                  <a:moveTo>
                    <a:pt x="78984" y="0"/>
                  </a:moveTo>
                  <a:lnTo>
                    <a:pt x="80945" y="15641"/>
                  </a:lnTo>
                  <a:lnTo>
                    <a:pt x="86563" y="14924"/>
                  </a:lnTo>
                  <a:lnTo>
                    <a:pt x="86789" y="14895"/>
                  </a:lnTo>
                  <a:lnTo>
                    <a:pt x="83941" y="19912"/>
                  </a:lnTo>
                  <a:lnTo>
                    <a:pt x="83033" y="21512"/>
                  </a:lnTo>
                  <a:lnTo>
                    <a:pt x="80730" y="25570"/>
                  </a:lnTo>
                  <a:lnTo>
                    <a:pt x="86868" y="29109"/>
                  </a:lnTo>
                  <a:lnTo>
                    <a:pt x="87120" y="29260"/>
                  </a:lnTo>
                  <a:lnTo>
                    <a:pt x="89030" y="30407"/>
                  </a:lnTo>
                  <a:lnTo>
                    <a:pt x="90539" y="31313"/>
                  </a:lnTo>
                  <a:lnTo>
                    <a:pt x="92014" y="32383"/>
                  </a:lnTo>
                  <a:lnTo>
                    <a:pt x="92435" y="32689"/>
                  </a:lnTo>
                  <a:lnTo>
                    <a:pt x="92723" y="32897"/>
                  </a:lnTo>
                  <a:lnTo>
                    <a:pt x="94898" y="34475"/>
                  </a:lnTo>
                  <a:lnTo>
                    <a:pt x="96842" y="35886"/>
                  </a:lnTo>
                  <a:lnTo>
                    <a:pt x="97933" y="36625"/>
                  </a:lnTo>
                  <a:lnTo>
                    <a:pt x="99996" y="38022"/>
                  </a:lnTo>
                  <a:lnTo>
                    <a:pt x="104349" y="40487"/>
                  </a:lnTo>
                  <a:lnTo>
                    <a:pt x="110631" y="44045"/>
                  </a:lnTo>
                  <a:lnTo>
                    <a:pt x="110848" y="44168"/>
                  </a:lnTo>
                  <a:lnTo>
                    <a:pt x="107432" y="49504"/>
                  </a:lnTo>
                  <a:lnTo>
                    <a:pt x="106062" y="51643"/>
                  </a:lnTo>
                  <a:lnTo>
                    <a:pt x="103837" y="55065"/>
                  </a:lnTo>
                  <a:lnTo>
                    <a:pt x="103499" y="55581"/>
                  </a:lnTo>
                  <a:lnTo>
                    <a:pt x="102914" y="56367"/>
                  </a:lnTo>
                  <a:lnTo>
                    <a:pt x="101383" y="58422"/>
                  </a:lnTo>
                  <a:lnTo>
                    <a:pt x="98470" y="62084"/>
                  </a:lnTo>
                  <a:lnTo>
                    <a:pt x="93709" y="68072"/>
                  </a:lnTo>
                  <a:lnTo>
                    <a:pt x="88892" y="74128"/>
                  </a:lnTo>
                  <a:lnTo>
                    <a:pt x="88302" y="74870"/>
                  </a:lnTo>
                  <a:lnTo>
                    <a:pt x="87562" y="75801"/>
                  </a:lnTo>
                  <a:lnTo>
                    <a:pt x="87254" y="76188"/>
                  </a:lnTo>
                  <a:lnTo>
                    <a:pt x="84052" y="80216"/>
                  </a:lnTo>
                  <a:lnTo>
                    <a:pt x="81451" y="83486"/>
                  </a:lnTo>
                  <a:lnTo>
                    <a:pt x="81313" y="83659"/>
                  </a:lnTo>
                  <a:lnTo>
                    <a:pt x="75971" y="90376"/>
                  </a:lnTo>
                  <a:lnTo>
                    <a:pt x="75525" y="90938"/>
                  </a:lnTo>
                  <a:lnTo>
                    <a:pt x="73803" y="89659"/>
                  </a:lnTo>
                  <a:lnTo>
                    <a:pt x="73286" y="90287"/>
                  </a:lnTo>
                  <a:lnTo>
                    <a:pt x="69260" y="95180"/>
                  </a:lnTo>
                  <a:lnTo>
                    <a:pt x="67661" y="97123"/>
                  </a:lnTo>
                  <a:lnTo>
                    <a:pt x="64807" y="100307"/>
                  </a:lnTo>
                  <a:lnTo>
                    <a:pt x="60171" y="105482"/>
                  </a:lnTo>
                  <a:lnTo>
                    <a:pt x="55345" y="111050"/>
                  </a:lnTo>
                  <a:lnTo>
                    <a:pt x="51821" y="115279"/>
                  </a:lnTo>
                  <a:lnTo>
                    <a:pt x="51053" y="116200"/>
                  </a:lnTo>
                  <a:lnTo>
                    <a:pt x="47686" y="120239"/>
                  </a:lnTo>
                  <a:lnTo>
                    <a:pt x="47371" y="120617"/>
                  </a:lnTo>
                  <a:lnTo>
                    <a:pt x="46790" y="121404"/>
                  </a:lnTo>
                  <a:lnTo>
                    <a:pt x="42741" y="126888"/>
                  </a:lnTo>
                  <a:lnTo>
                    <a:pt x="42096" y="126443"/>
                  </a:lnTo>
                  <a:lnTo>
                    <a:pt x="25343" y="114889"/>
                  </a:lnTo>
                  <a:lnTo>
                    <a:pt x="26886" y="112682"/>
                  </a:lnTo>
                  <a:lnTo>
                    <a:pt x="28981" y="109684"/>
                  </a:lnTo>
                  <a:lnTo>
                    <a:pt x="28458" y="109337"/>
                  </a:lnTo>
                  <a:lnTo>
                    <a:pt x="29130" y="108519"/>
                  </a:lnTo>
                  <a:lnTo>
                    <a:pt x="29235" y="108392"/>
                  </a:lnTo>
                  <a:lnTo>
                    <a:pt x="27186" y="106962"/>
                  </a:lnTo>
                  <a:lnTo>
                    <a:pt x="26990" y="106825"/>
                  </a:lnTo>
                  <a:lnTo>
                    <a:pt x="26645" y="100152"/>
                  </a:lnTo>
                  <a:lnTo>
                    <a:pt x="26519" y="98055"/>
                  </a:lnTo>
                  <a:lnTo>
                    <a:pt x="26303" y="94482"/>
                  </a:lnTo>
                  <a:lnTo>
                    <a:pt x="25690" y="92886"/>
                  </a:lnTo>
                  <a:lnTo>
                    <a:pt x="21017" y="69558"/>
                  </a:lnTo>
                  <a:lnTo>
                    <a:pt x="19301" y="66859"/>
                  </a:lnTo>
                  <a:lnTo>
                    <a:pt x="16703" y="59702"/>
                  </a:lnTo>
                  <a:lnTo>
                    <a:pt x="16310" y="59373"/>
                  </a:lnTo>
                  <a:lnTo>
                    <a:pt x="15962" y="59081"/>
                  </a:lnTo>
                  <a:lnTo>
                    <a:pt x="15297" y="57621"/>
                  </a:lnTo>
                  <a:lnTo>
                    <a:pt x="14068" y="54921"/>
                  </a:lnTo>
                  <a:lnTo>
                    <a:pt x="14423" y="54974"/>
                  </a:lnTo>
                  <a:lnTo>
                    <a:pt x="15078" y="54959"/>
                  </a:lnTo>
                  <a:lnTo>
                    <a:pt x="18555" y="54522"/>
                  </a:lnTo>
                  <a:lnTo>
                    <a:pt x="21688" y="53872"/>
                  </a:lnTo>
                  <a:lnTo>
                    <a:pt x="21367" y="52042"/>
                  </a:lnTo>
                  <a:lnTo>
                    <a:pt x="20853" y="46612"/>
                  </a:lnTo>
                  <a:lnTo>
                    <a:pt x="20796" y="45118"/>
                  </a:lnTo>
                  <a:lnTo>
                    <a:pt x="20767" y="44360"/>
                  </a:lnTo>
                  <a:lnTo>
                    <a:pt x="13035" y="44836"/>
                  </a:lnTo>
                  <a:lnTo>
                    <a:pt x="9704" y="44888"/>
                  </a:lnTo>
                  <a:lnTo>
                    <a:pt x="9707" y="43971"/>
                  </a:lnTo>
                  <a:lnTo>
                    <a:pt x="9710" y="43175"/>
                  </a:lnTo>
                  <a:lnTo>
                    <a:pt x="8933" y="42839"/>
                  </a:lnTo>
                  <a:lnTo>
                    <a:pt x="8221" y="42592"/>
                  </a:lnTo>
                  <a:lnTo>
                    <a:pt x="6796" y="42344"/>
                  </a:lnTo>
                  <a:lnTo>
                    <a:pt x="5523" y="42198"/>
                  </a:lnTo>
                  <a:lnTo>
                    <a:pt x="5231" y="42164"/>
                  </a:lnTo>
                  <a:lnTo>
                    <a:pt x="3619" y="42228"/>
                  </a:lnTo>
                  <a:lnTo>
                    <a:pt x="2678" y="42461"/>
                  </a:lnTo>
                  <a:lnTo>
                    <a:pt x="1977" y="42696"/>
                  </a:lnTo>
                  <a:lnTo>
                    <a:pt x="546" y="43175"/>
                  </a:lnTo>
                  <a:lnTo>
                    <a:pt x="0" y="41048"/>
                  </a:lnTo>
                  <a:lnTo>
                    <a:pt x="185" y="39606"/>
                  </a:lnTo>
                  <a:lnTo>
                    <a:pt x="569" y="38907"/>
                  </a:lnTo>
                  <a:lnTo>
                    <a:pt x="1862" y="37661"/>
                  </a:lnTo>
                  <a:lnTo>
                    <a:pt x="9792" y="38433"/>
                  </a:lnTo>
                  <a:lnTo>
                    <a:pt x="11679" y="38267"/>
                  </a:lnTo>
                  <a:lnTo>
                    <a:pt x="17465" y="38111"/>
                  </a:lnTo>
                  <a:lnTo>
                    <a:pt x="17836" y="38101"/>
                  </a:lnTo>
                  <a:lnTo>
                    <a:pt x="20522" y="37490"/>
                  </a:lnTo>
                  <a:lnTo>
                    <a:pt x="21178" y="37359"/>
                  </a:lnTo>
                  <a:lnTo>
                    <a:pt x="25693" y="35827"/>
                  </a:lnTo>
                  <a:lnTo>
                    <a:pt x="25041" y="34050"/>
                  </a:lnTo>
                  <a:lnTo>
                    <a:pt x="24856" y="32586"/>
                  </a:lnTo>
                  <a:lnTo>
                    <a:pt x="24713" y="30753"/>
                  </a:lnTo>
                  <a:lnTo>
                    <a:pt x="24174" y="28657"/>
                  </a:lnTo>
                  <a:lnTo>
                    <a:pt x="24141" y="28387"/>
                  </a:lnTo>
                  <a:lnTo>
                    <a:pt x="23823" y="25739"/>
                  </a:lnTo>
                  <a:lnTo>
                    <a:pt x="23728" y="24952"/>
                  </a:lnTo>
                  <a:lnTo>
                    <a:pt x="23682" y="23749"/>
                  </a:lnTo>
                  <a:lnTo>
                    <a:pt x="23596" y="21515"/>
                  </a:lnTo>
                  <a:lnTo>
                    <a:pt x="23572" y="21299"/>
                  </a:lnTo>
                  <a:lnTo>
                    <a:pt x="22552" y="12124"/>
                  </a:lnTo>
                  <a:lnTo>
                    <a:pt x="22035" y="7476"/>
                  </a:lnTo>
                  <a:lnTo>
                    <a:pt x="21931" y="6546"/>
                  </a:lnTo>
                  <a:lnTo>
                    <a:pt x="21917" y="6415"/>
                  </a:lnTo>
                  <a:lnTo>
                    <a:pt x="22276" y="6450"/>
                  </a:lnTo>
                  <a:lnTo>
                    <a:pt x="27666" y="6255"/>
                  </a:lnTo>
                  <a:lnTo>
                    <a:pt x="28280" y="6232"/>
                  </a:lnTo>
                  <a:lnTo>
                    <a:pt x="34830" y="5582"/>
                  </a:lnTo>
                  <a:lnTo>
                    <a:pt x="34988" y="5562"/>
                  </a:lnTo>
                  <a:lnTo>
                    <a:pt x="35186" y="5538"/>
                  </a:lnTo>
                  <a:lnTo>
                    <a:pt x="42255" y="4665"/>
                  </a:lnTo>
                  <a:lnTo>
                    <a:pt x="42405" y="4646"/>
                  </a:lnTo>
                  <a:lnTo>
                    <a:pt x="42702" y="4609"/>
                  </a:lnTo>
                  <a:lnTo>
                    <a:pt x="43191" y="4546"/>
                  </a:lnTo>
                  <a:lnTo>
                    <a:pt x="48973" y="3801"/>
                  </a:lnTo>
                  <a:lnTo>
                    <a:pt x="55538" y="2955"/>
                  </a:lnTo>
                  <a:lnTo>
                    <a:pt x="57141" y="2748"/>
                  </a:lnTo>
                  <a:lnTo>
                    <a:pt x="58672" y="2550"/>
                  </a:lnTo>
                  <a:lnTo>
                    <a:pt x="59056" y="2501"/>
                  </a:lnTo>
                  <a:lnTo>
                    <a:pt x="61927" y="2131"/>
                  </a:lnTo>
                  <a:lnTo>
                    <a:pt x="65816" y="1629"/>
                  </a:lnTo>
                  <a:lnTo>
                    <a:pt x="65991" y="1607"/>
                  </a:lnTo>
                  <a:lnTo>
                    <a:pt x="69188" y="1183"/>
                  </a:lnTo>
                  <a:lnTo>
                    <a:pt x="72344" y="764"/>
                  </a:lnTo>
                  <a:lnTo>
                    <a:pt x="76263" y="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82811" y="3860753"/>
              <a:ext cx="217198" cy="109577"/>
            </a:xfrm>
            <a:custGeom>
              <a:avLst/>
              <a:pathLst>
                <a:path w="217198" h="109577">
                  <a:moveTo>
                    <a:pt x="208557" y="30520"/>
                  </a:moveTo>
                  <a:lnTo>
                    <a:pt x="208711" y="38241"/>
                  </a:lnTo>
                  <a:lnTo>
                    <a:pt x="211352" y="50747"/>
                  </a:lnTo>
                  <a:lnTo>
                    <a:pt x="212994" y="55896"/>
                  </a:lnTo>
                  <a:lnTo>
                    <a:pt x="214040" y="59173"/>
                  </a:lnTo>
                  <a:lnTo>
                    <a:pt x="217198" y="66309"/>
                  </a:lnTo>
                  <a:lnTo>
                    <a:pt x="215897" y="70298"/>
                  </a:lnTo>
                  <a:lnTo>
                    <a:pt x="170047" y="84255"/>
                  </a:lnTo>
                  <a:lnTo>
                    <a:pt x="159408" y="100101"/>
                  </a:lnTo>
                  <a:lnTo>
                    <a:pt x="109438" y="102047"/>
                  </a:lnTo>
                  <a:lnTo>
                    <a:pt x="109862" y="105649"/>
                  </a:lnTo>
                  <a:lnTo>
                    <a:pt x="100800" y="109577"/>
                  </a:lnTo>
                  <a:lnTo>
                    <a:pt x="99665" y="106187"/>
                  </a:lnTo>
                  <a:lnTo>
                    <a:pt x="92791" y="106996"/>
                  </a:lnTo>
                  <a:lnTo>
                    <a:pt x="85207" y="106654"/>
                  </a:lnTo>
                  <a:lnTo>
                    <a:pt x="82624" y="105768"/>
                  </a:lnTo>
                  <a:lnTo>
                    <a:pt x="81006" y="105127"/>
                  </a:lnTo>
                  <a:lnTo>
                    <a:pt x="79645" y="104588"/>
                  </a:lnTo>
                  <a:lnTo>
                    <a:pt x="75969" y="102583"/>
                  </a:lnTo>
                  <a:lnTo>
                    <a:pt x="72030" y="100098"/>
                  </a:lnTo>
                  <a:lnTo>
                    <a:pt x="59268" y="91801"/>
                  </a:lnTo>
                  <a:lnTo>
                    <a:pt x="53396" y="88032"/>
                  </a:lnTo>
                  <a:lnTo>
                    <a:pt x="55387" y="84889"/>
                  </a:lnTo>
                  <a:lnTo>
                    <a:pt x="52157" y="83470"/>
                  </a:lnTo>
                  <a:lnTo>
                    <a:pt x="51838" y="82320"/>
                  </a:lnTo>
                  <a:lnTo>
                    <a:pt x="45614" y="78084"/>
                  </a:lnTo>
                  <a:lnTo>
                    <a:pt x="39786" y="74118"/>
                  </a:lnTo>
                  <a:lnTo>
                    <a:pt x="34208" y="70234"/>
                  </a:lnTo>
                  <a:lnTo>
                    <a:pt x="28003" y="66564"/>
                  </a:lnTo>
                  <a:lnTo>
                    <a:pt x="22040" y="62633"/>
                  </a:lnTo>
                  <a:lnTo>
                    <a:pt x="16509" y="58773"/>
                  </a:lnTo>
                  <a:lnTo>
                    <a:pt x="16423" y="58465"/>
                  </a:lnTo>
                  <a:lnTo>
                    <a:pt x="11224" y="54796"/>
                  </a:lnTo>
                  <a:lnTo>
                    <a:pt x="10343" y="54858"/>
                  </a:lnTo>
                  <a:lnTo>
                    <a:pt x="4276" y="51363"/>
                  </a:lnTo>
                  <a:lnTo>
                    <a:pt x="6062" y="48070"/>
                  </a:lnTo>
                  <a:lnTo>
                    <a:pt x="21083" y="46051"/>
                  </a:lnTo>
                  <a:lnTo>
                    <a:pt x="25910" y="45529"/>
                  </a:lnTo>
                  <a:lnTo>
                    <a:pt x="27068" y="42507"/>
                  </a:lnTo>
                  <a:lnTo>
                    <a:pt x="28345" y="39932"/>
                  </a:lnTo>
                  <a:lnTo>
                    <a:pt x="28743" y="38747"/>
                  </a:lnTo>
                  <a:lnTo>
                    <a:pt x="29218" y="32883"/>
                  </a:lnTo>
                  <a:lnTo>
                    <a:pt x="18542" y="28553"/>
                  </a:lnTo>
                  <a:lnTo>
                    <a:pt x="16699" y="28222"/>
                  </a:lnTo>
                  <a:lnTo>
                    <a:pt x="11189" y="26397"/>
                  </a:lnTo>
                  <a:lnTo>
                    <a:pt x="5243" y="23678"/>
                  </a:lnTo>
                  <a:lnTo>
                    <a:pt x="0" y="20028"/>
                  </a:lnTo>
                  <a:lnTo>
                    <a:pt x="1889" y="17004"/>
                  </a:lnTo>
                  <a:lnTo>
                    <a:pt x="2755" y="15618"/>
                  </a:lnTo>
                  <a:lnTo>
                    <a:pt x="7705" y="18697"/>
                  </a:lnTo>
                  <a:lnTo>
                    <a:pt x="12972" y="21974"/>
                  </a:lnTo>
                  <a:lnTo>
                    <a:pt x="17958" y="25075"/>
                  </a:lnTo>
                  <a:lnTo>
                    <a:pt x="23158" y="26504"/>
                  </a:lnTo>
                  <a:lnTo>
                    <a:pt x="33392" y="30101"/>
                  </a:lnTo>
                  <a:lnTo>
                    <a:pt x="40432" y="32013"/>
                  </a:lnTo>
                  <a:lnTo>
                    <a:pt x="44177" y="33099"/>
                  </a:lnTo>
                  <a:lnTo>
                    <a:pt x="46221" y="32700"/>
                  </a:lnTo>
                  <a:lnTo>
                    <a:pt x="49629" y="27713"/>
                  </a:lnTo>
                  <a:lnTo>
                    <a:pt x="53141" y="22220"/>
                  </a:lnTo>
                  <a:lnTo>
                    <a:pt x="55316" y="18521"/>
                  </a:lnTo>
                  <a:lnTo>
                    <a:pt x="56560" y="16406"/>
                  </a:lnTo>
                  <a:lnTo>
                    <a:pt x="58841" y="13116"/>
                  </a:lnTo>
                  <a:lnTo>
                    <a:pt x="61299" y="11228"/>
                  </a:lnTo>
                  <a:lnTo>
                    <a:pt x="61938" y="10737"/>
                  </a:lnTo>
                  <a:lnTo>
                    <a:pt x="80102" y="25714"/>
                  </a:lnTo>
                  <a:lnTo>
                    <a:pt x="80654" y="26169"/>
                  </a:lnTo>
                  <a:lnTo>
                    <a:pt x="82080" y="27345"/>
                  </a:lnTo>
                  <a:lnTo>
                    <a:pt x="101002" y="30840"/>
                  </a:lnTo>
                  <a:lnTo>
                    <a:pt x="121977" y="38011"/>
                  </a:lnTo>
                  <a:lnTo>
                    <a:pt x="135655" y="36376"/>
                  </a:lnTo>
                  <a:lnTo>
                    <a:pt x="137953" y="30575"/>
                  </a:lnTo>
                  <a:lnTo>
                    <a:pt x="156959" y="27571"/>
                  </a:lnTo>
                  <a:lnTo>
                    <a:pt x="156599" y="22832"/>
                  </a:lnTo>
                  <a:lnTo>
                    <a:pt x="156009" y="15046"/>
                  </a:lnTo>
                  <a:lnTo>
                    <a:pt x="158209" y="7961"/>
                  </a:lnTo>
                  <a:lnTo>
                    <a:pt x="162959" y="5437"/>
                  </a:lnTo>
                  <a:lnTo>
                    <a:pt x="168088" y="2718"/>
                  </a:lnTo>
                  <a:lnTo>
                    <a:pt x="180247" y="776"/>
                  </a:lnTo>
                  <a:lnTo>
                    <a:pt x="192975" y="0"/>
                  </a:lnTo>
                  <a:lnTo>
                    <a:pt x="204460" y="1369"/>
                  </a:lnTo>
                  <a:lnTo>
                    <a:pt x="205857" y="4533"/>
                  </a:lnTo>
                  <a:lnTo>
                    <a:pt x="208186" y="11924"/>
                  </a:lnTo>
                  <a:lnTo>
                    <a:pt x="208254" y="15347"/>
                  </a:lnTo>
                  <a:lnTo>
                    <a:pt x="208354" y="20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90997" y="3745114"/>
              <a:ext cx="339783" cy="192987"/>
            </a:xfrm>
            <a:custGeom>
              <a:avLst/>
              <a:pathLst>
                <a:path w="339783" h="192987">
                  <a:moveTo>
                    <a:pt x="135575" y="10255"/>
                  </a:moveTo>
                  <a:lnTo>
                    <a:pt x="139612" y="19479"/>
                  </a:lnTo>
                  <a:lnTo>
                    <a:pt x="146736" y="27246"/>
                  </a:lnTo>
                  <a:lnTo>
                    <a:pt x="151485" y="31130"/>
                  </a:lnTo>
                  <a:lnTo>
                    <a:pt x="157422" y="33314"/>
                  </a:lnTo>
                  <a:lnTo>
                    <a:pt x="166446" y="40354"/>
                  </a:lnTo>
                  <a:lnTo>
                    <a:pt x="173808" y="43509"/>
                  </a:lnTo>
                  <a:lnTo>
                    <a:pt x="184732" y="43509"/>
                  </a:lnTo>
                  <a:lnTo>
                    <a:pt x="194706" y="40596"/>
                  </a:lnTo>
                  <a:lnTo>
                    <a:pt x="200168" y="43267"/>
                  </a:lnTo>
                  <a:lnTo>
                    <a:pt x="208005" y="48849"/>
                  </a:lnTo>
                  <a:lnTo>
                    <a:pt x="213941" y="49578"/>
                  </a:lnTo>
                  <a:lnTo>
                    <a:pt x="220828" y="46665"/>
                  </a:lnTo>
                  <a:lnTo>
                    <a:pt x="222253" y="40111"/>
                  </a:lnTo>
                  <a:lnTo>
                    <a:pt x="223678" y="35256"/>
                  </a:lnTo>
                  <a:lnTo>
                    <a:pt x="228665" y="29431"/>
                  </a:lnTo>
                  <a:lnTo>
                    <a:pt x="231990" y="23848"/>
                  </a:lnTo>
                  <a:lnTo>
                    <a:pt x="233669" y="13286"/>
                  </a:lnTo>
                  <a:lnTo>
                    <a:pt x="234998" y="15048"/>
                  </a:lnTo>
                  <a:lnTo>
                    <a:pt x="237184" y="17947"/>
                  </a:lnTo>
                  <a:lnTo>
                    <a:pt x="240223" y="20083"/>
                  </a:lnTo>
                  <a:lnTo>
                    <a:pt x="242883" y="23481"/>
                  </a:lnTo>
                  <a:lnTo>
                    <a:pt x="243585" y="24842"/>
                  </a:lnTo>
                  <a:lnTo>
                    <a:pt x="245638" y="28821"/>
                  </a:lnTo>
                  <a:lnTo>
                    <a:pt x="246449" y="34473"/>
                  </a:lnTo>
                  <a:lnTo>
                    <a:pt x="246683" y="36103"/>
                  </a:lnTo>
                  <a:lnTo>
                    <a:pt x="247633" y="41832"/>
                  </a:lnTo>
                  <a:lnTo>
                    <a:pt x="249342" y="47075"/>
                  </a:lnTo>
                  <a:lnTo>
                    <a:pt x="250197" y="50764"/>
                  </a:lnTo>
                  <a:lnTo>
                    <a:pt x="250957" y="52803"/>
                  </a:lnTo>
                  <a:lnTo>
                    <a:pt x="247488" y="59348"/>
                  </a:lnTo>
                  <a:lnTo>
                    <a:pt x="255025" y="59503"/>
                  </a:lnTo>
                  <a:lnTo>
                    <a:pt x="255904" y="59521"/>
                  </a:lnTo>
                  <a:lnTo>
                    <a:pt x="292570" y="66318"/>
                  </a:lnTo>
                  <a:lnTo>
                    <a:pt x="294584" y="66997"/>
                  </a:lnTo>
                  <a:lnTo>
                    <a:pt x="297869" y="68104"/>
                  </a:lnTo>
                  <a:lnTo>
                    <a:pt x="299368" y="68609"/>
                  </a:lnTo>
                  <a:lnTo>
                    <a:pt x="302108" y="69533"/>
                  </a:lnTo>
                  <a:lnTo>
                    <a:pt x="304212" y="70325"/>
                  </a:lnTo>
                  <a:lnTo>
                    <a:pt x="304815" y="70553"/>
                  </a:lnTo>
                  <a:lnTo>
                    <a:pt x="306478" y="70747"/>
                  </a:lnTo>
                  <a:lnTo>
                    <a:pt x="312272" y="70601"/>
                  </a:lnTo>
                  <a:lnTo>
                    <a:pt x="316119" y="70650"/>
                  </a:lnTo>
                  <a:lnTo>
                    <a:pt x="319016" y="71475"/>
                  </a:lnTo>
                  <a:lnTo>
                    <a:pt x="322027" y="72378"/>
                  </a:lnTo>
                  <a:lnTo>
                    <a:pt x="326549" y="74572"/>
                  </a:lnTo>
                  <a:lnTo>
                    <a:pt x="329095" y="75679"/>
                  </a:lnTo>
                  <a:lnTo>
                    <a:pt x="332265" y="76375"/>
                  </a:lnTo>
                  <a:lnTo>
                    <a:pt x="333229" y="76587"/>
                  </a:lnTo>
                  <a:lnTo>
                    <a:pt x="335022" y="76980"/>
                  </a:lnTo>
                  <a:lnTo>
                    <a:pt x="336992" y="77498"/>
                  </a:lnTo>
                  <a:lnTo>
                    <a:pt x="337682" y="77679"/>
                  </a:lnTo>
                  <a:lnTo>
                    <a:pt x="338316" y="77947"/>
                  </a:lnTo>
                  <a:lnTo>
                    <a:pt x="339202" y="78320"/>
                  </a:lnTo>
                  <a:lnTo>
                    <a:pt x="339783" y="78428"/>
                  </a:lnTo>
                  <a:lnTo>
                    <a:pt x="339676" y="78574"/>
                  </a:lnTo>
                  <a:lnTo>
                    <a:pt x="339291" y="79097"/>
                  </a:lnTo>
                  <a:lnTo>
                    <a:pt x="326318" y="96716"/>
                  </a:lnTo>
                  <a:lnTo>
                    <a:pt x="302373" y="106936"/>
                  </a:lnTo>
                  <a:lnTo>
                    <a:pt x="297817" y="126321"/>
                  </a:lnTo>
                  <a:lnTo>
                    <a:pt x="287851" y="132022"/>
                  </a:lnTo>
                  <a:lnTo>
                    <a:pt x="252290" y="127228"/>
                  </a:lnTo>
                  <a:lnTo>
                    <a:pt x="235825" y="112597"/>
                  </a:lnTo>
                  <a:lnTo>
                    <a:pt x="209760" y="121057"/>
                  </a:lnTo>
                  <a:lnTo>
                    <a:pt x="176544" y="131016"/>
                  </a:lnTo>
                  <a:lnTo>
                    <a:pt x="189965" y="145006"/>
                  </a:lnTo>
                  <a:lnTo>
                    <a:pt x="231352" y="148143"/>
                  </a:lnTo>
                  <a:lnTo>
                    <a:pt x="240851" y="155183"/>
                  </a:lnTo>
                  <a:lnTo>
                    <a:pt x="238666" y="162659"/>
                  </a:lnTo>
                  <a:lnTo>
                    <a:pt x="199293" y="155911"/>
                  </a:lnTo>
                  <a:lnTo>
                    <a:pt x="198533" y="164941"/>
                  </a:lnTo>
                  <a:lnTo>
                    <a:pt x="186754" y="170863"/>
                  </a:lnTo>
                  <a:lnTo>
                    <a:pt x="181910" y="154746"/>
                  </a:lnTo>
                  <a:lnTo>
                    <a:pt x="164907" y="149066"/>
                  </a:lnTo>
                  <a:lnTo>
                    <a:pt x="147238" y="148143"/>
                  </a:lnTo>
                  <a:lnTo>
                    <a:pt x="139952" y="144551"/>
                  </a:lnTo>
                  <a:lnTo>
                    <a:pt x="126280" y="147494"/>
                  </a:lnTo>
                  <a:lnTo>
                    <a:pt x="125336" y="158146"/>
                  </a:lnTo>
                  <a:lnTo>
                    <a:pt x="110333" y="160756"/>
                  </a:lnTo>
                  <a:lnTo>
                    <a:pt x="105927" y="154361"/>
                  </a:lnTo>
                  <a:lnTo>
                    <a:pt x="105034" y="154238"/>
                  </a:lnTo>
                  <a:lnTo>
                    <a:pt x="103485" y="156053"/>
                  </a:lnTo>
                  <a:lnTo>
                    <a:pt x="102073" y="157707"/>
                  </a:lnTo>
                  <a:lnTo>
                    <a:pt x="102233" y="158308"/>
                  </a:lnTo>
                  <a:lnTo>
                    <a:pt x="102371" y="158822"/>
                  </a:lnTo>
                  <a:lnTo>
                    <a:pt x="102592" y="160786"/>
                  </a:lnTo>
                  <a:lnTo>
                    <a:pt x="102712" y="162918"/>
                  </a:lnTo>
                  <a:lnTo>
                    <a:pt x="102460" y="163090"/>
                  </a:lnTo>
                  <a:lnTo>
                    <a:pt x="100305" y="163180"/>
                  </a:lnTo>
                  <a:lnTo>
                    <a:pt x="99500" y="162694"/>
                  </a:lnTo>
                  <a:lnTo>
                    <a:pt x="98064" y="163906"/>
                  </a:lnTo>
                  <a:lnTo>
                    <a:pt x="95503" y="164276"/>
                  </a:lnTo>
                  <a:lnTo>
                    <a:pt x="95236" y="164134"/>
                  </a:lnTo>
                  <a:lnTo>
                    <a:pt x="93647" y="163283"/>
                  </a:lnTo>
                  <a:lnTo>
                    <a:pt x="92046" y="162426"/>
                  </a:lnTo>
                  <a:lnTo>
                    <a:pt x="91927" y="161641"/>
                  </a:lnTo>
                  <a:lnTo>
                    <a:pt x="91331" y="158457"/>
                  </a:lnTo>
                  <a:lnTo>
                    <a:pt x="90776" y="158476"/>
                  </a:lnTo>
                  <a:lnTo>
                    <a:pt x="89663" y="158596"/>
                  </a:lnTo>
                  <a:lnTo>
                    <a:pt x="87000" y="158883"/>
                  </a:lnTo>
                  <a:lnTo>
                    <a:pt x="85010" y="159244"/>
                  </a:lnTo>
                  <a:lnTo>
                    <a:pt x="85218" y="160228"/>
                  </a:lnTo>
                  <a:lnTo>
                    <a:pt x="85915" y="162974"/>
                  </a:lnTo>
                  <a:lnTo>
                    <a:pt x="85933" y="163291"/>
                  </a:lnTo>
                  <a:lnTo>
                    <a:pt x="83115" y="164828"/>
                  </a:lnTo>
                  <a:lnTo>
                    <a:pt x="82484" y="165182"/>
                  </a:lnTo>
                  <a:lnTo>
                    <a:pt x="83209" y="167937"/>
                  </a:lnTo>
                  <a:lnTo>
                    <a:pt x="83672" y="171895"/>
                  </a:lnTo>
                  <a:lnTo>
                    <a:pt x="83959" y="172669"/>
                  </a:lnTo>
                  <a:lnTo>
                    <a:pt x="84520" y="174181"/>
                  </a:lnTo>
                  <a:lnTo>
                    <a:pt x="84636" y="174354"/>
                  </a:lnTo>
                  <a:lnTo>
                    <a:pt x="84953" y="174827"/>
                  </a:lnTo>
                  <a:lnTo>
                    <a:pt x="86881" y="177708"/>
                  </a:lnTo>
                  <a:lnTo>
                    <a:pt x="88113" y="179548"/>
                  </a:lnTo>
                  <a:lnTo>
                    <a:pt x="88899" y="180493"/>
                  </a:lnTo>
                  <a:lnTo>
                    <a:pt x="85326" y="182083"/>
                  </a:lnTo>
                  <a:lnTo>
                    <a:pt x="82613" y="178896"/>
                  </a:lnTo>
                  <a:lnTo>
                    <a:pt x="77550" y="178521"/>
                  </a:lnTo>
                  <a:lnTo>
                    <a:pt x="76839" y="178469"/>
                  </a:lnTo>
                  <a:lnTo>
                    <a:pt x="69934" y="179093"/>
                  </a:lnTo>
                  <a:lnTo>
                    <a:pt x="68350" y="179548"/>
                  </a:lnTo>
                  <a:lnTo>
                    <a:pt x="63336" y="180990"/>
                  </a:lnTo>
                  <a:lnTo>
                    <a:pt x="61331" y="181566"/>
                  </a:lnTo>
                  <a:lnTo>
                    <a:pt x="56563" y="173152"/>
                  </a:lnTo>
                  <a:lnTo>
                    <a:pt x="55005" y="173462"/>
                  </a:lnTo>
                  <a:lnTo>
                    <a:pt x="49191" y="173385"/>
                  </a:lnTo>
                  <a:lnTo>
                    <a:pt x="47520" y="172375"/>
                  </a:lnTo>
                  <a:lnTo>
                    <a:pt x="45012" y="178472"/>
                  </a:lnTo>
                  <a:lnTo>
                    <a:pt x="45853" y="182096"/>
                  </a:lnTo>
                  <a:lnTo>
                    <a:pt x="45449" y="183674"/>
                  </a:lnTo>
                  <a:lnTo>
                    <a:pt x="34639" y="186357"/>
                  </a:lnTo>
                  <a:lnTo>
                    <a:pt x="34791" y="188531"/>
                  </a:lnTo>
                  <a:lnTo>
                    <a:pt x="31903" y="190706"/>
                  </a:lnTo>
                  <a:lnTo>
                    <a:pt x="32000" y="192335"/>
                  </a:lnTo>
                  <a:lnTo>
                    <a:pt x="30797" y="192987"/>
                  </a:lnTo>
                  <a:lnTo>
                    <a:pt x="28595" y="192895"/>
                  </a:lnTo>
                  <a:lnTo>
                    <a:pt x="27838" y="191561"/>
                  </a:lnTo>
                  <a:lnTo>
                    <a:pt x="25558" y="192104"/>
                  </a:lnTo>
                  <a:lnTo>
                    <a:pt x="22214" y="190512"/>
                  </a:lnTo>
                  <a:lnTo>
                    <a:pt x="17997" y="191794"/>
                  </a:lnTo>
                  <a:lnTo>
                    <a:pt x="15831" y="190978"/>
                  </a:lnTo>
                  <a:lnTo>
                    <a:pt x="13621" y="192076"/>
                  </a:lnTo>
                  <a:lnTo>
                    <a:pt x="8008" y="189244"/>
                  </a:lnTo>
                  <a:lnTo>
                    <a:pt x="6826" y="188648"/>
                  </a:lnTo>
                  <a:lnTo>
                    <a:pt x="7710" y="185937"/>
                  </a:lnTo>
                  <a:lnTo>
                    <a:pt x="9011" y="181948"/>
                  </a:lnTo>
                  <a:lnTo>
                    <a:pt x="5853" y="174812"/>
                  </a:lnTo>
                  <a:lnTo>
                    <a:pt x="4808" y="171535"/>
                  </a:lnTo>
                  <a:lnTo>
                    <a:pt x="3166" y="166386"/>
                  </a:lnTo>
                  <a:lnTo>
                    <a:pt x="524" y="153880"/>
                  </a:lnTo>
                  <a:lnTo>
                    <a:pt x="370" y="146159"/>
                  </a:lnTo>
                  <a:lnTo>
                    <a:pt x="167" y="135961"/>
                  </a:lnTo>
                  <a:lnTo>
                    <a:pt x="68" y="130986"/>
                  </a:lnTo>
                  <a:lnTo>
                    <a:pt x="0" y="127563"/>
                  </a:lnTo>
                  <a:lnTo>
                    <a:pt x="10204" y="127638"/>
                  </a:lnTo>
                  <a:lnTo>
                    <a:pt x="15619" y="127678"/>
                  </a:lnTo>
                  <a:lnTo>
                    <a:pt x="15904" y="127684"/>
                  </a:lnTo>
                  <a:lnTo>
                    <a:pt x="22287" y="127833"/>
                  </a:lnTo>
                  <a:lnTo>
                    <a:pt x="22551" y="127832"/>
                  </a:lnTo>
                  <a:lnTo>
                    <a:pt x="25707" y="127823"/>
                  </a:lnTo>
                  <a:lnTo>
                    <a:pt x="27890" y="127816"/>
                  </a:lnTo>
                  <a:lnTo>
                    <a:pt x="28950" y="127813"/>
                  </a:lnTo>
                  <a:lnTo>
                    <a:pt x="29107" y="127813"/>
                  </a:lnTo>
                  <a:lnTo>
                    <a:pt x="35149" y="127794"/>
                  </a:lnTo>
                  <a:lnTo>
                    <a:pt x="34905" y="118644"/>
                  </a:lnTo>
                  <a:lnTo>
                    <a:pt x="42442" y="118966"/>
                  </a:lnTo>
                  <a:lnTo>
                    <a:pt x="42289" y="124749"/>
                  </a:lnTo>
                  <a:lnTo>
                    <a:pt x="42209" y="127751"/>
                  </a:lnTo>
                  <a:lnTo>
                    <a:pt x="42205" y="127898"/>
                  </a:lnTo>
                  <a:lnTo>
                    <a:pt x="42200" y="128101"/>
                  </a:lnTo>
                  <a:lnTo>
                    <a:pt x="42506" y="128027"/>
                  </a:lnTo>
                  <a:lnTo>
                    <a:pt x="51401" y="125896"/>
                  </a:lnTo>
                  <a:lnTo>
                    <a:pt x="52328" y="125674"/>
                  </a:lnTo>
                  <a:lnTo>
                    <a:pt x="54396" y="125178"/>
                  </a:lnTo>
                  <a:lnTo>
                    <a:pt x="58898" y="124719"/>
                  </a:lnTo>
                  <a:lnTo>
                    <a:pt x="59250" y="124683"/>
                  </a:lnTo>
                  <a:lnTo>
                    <a:pt x="61409" y="129514"/>
                  </a:lnTo>
                  <a:lnTo>
                    <a:pt x="62370" y="129310"/>
                  </a:lnTo>
                  <a:lnTo>
                    <a:pt x="68691" y="127968"/>
                  </a:lnTo>
                  <a:lnTo>
                    <a:pt x="76899" y="126226"/>
                  </a:lnTo>
                  <a:lnTo>
                    <a:pt x="87412" y="123518"/>
                  </a:lnTo>
                  <a:lnTo>
                    <a:pt x="94011" y="126683"/>
                  </a:lnTo>
                  <a:lnTo>
                    <a:pt x="94223" y="126784"/>
                  </a:lnTo>
                  <a:lnTo>
                    <a:pt x="94375" y="126857"/>
                  </a:lnTo>
                  <a:lnTo>
                    <a:pt x="94518" y="126926"/>
                  </a:lnTo>
                  <a:lnTo>
                    <a:pt x="98115" y="127536"/>
                  </a:lnTo>
                  <a:lnTo>
                    <a:pt x="99715" y="122859"/>
                  </a:lnTo>
                  <a:lnTo>
                    <a:pt x="100500" y="120562"/>
                  </a:lnTo>
                  <a:lnTo>
                    <a:pt x="100574" y="120346"/>
                  </a:lnTo>
                  <a:lnTo>
                    <a:pt x="100638" y="120158"/>
                  </a:lnTo>
                  <a:lnTo>
                    <a:pt x="100782" y="119627"/>
                  </a:lnTo>
                  <a:lnTo>
                    <a:pt x="100996" y="118834"/>
                  </a:lnTo>
                  <a:lnTo>
                    <a:pt x="101241" y="117929"/>
                  </a:lnTo>
                  <a:lnTo>
                    <a:pt x="101480" y="117046"/>
                  </a:lnTo>
                  <a:lnTo>
                    <a:pt x="101694" y="116254"/>
                  </a:lnTo>
                  <a:lnTo>
                    <a:pt x="101878" y="115576"/>
                  </a:lnTo>
                  <a:lnTo>
                    <a:pt x="101965" y="115253"/>
                  </a:lnTo>
                  <a:lnTo>
                    <a:pt x="102141" y="114603"/>
                  </a:lnTo>
                  <a:lnTo>
                    <a:pt x="102177" y="114472"/>
                  </a:lnTo>
                  <a:lnTo>
                    <a:pt x="102236" y="114255"/>
                  </a:lnTo>
                  <a:lnTo>
                    <a:pt x="102474" y="113372"/>
                  </a:lnTo>
                  <a:lnTo>
                    <a:pt x="102778" y="112252"/>
                  </a:lnTo>
                  <a:lnTo>
                    <a:pt x="102918" y="111732"/>
                  </a:lnTo>
                  <a:lnTo>
                    <a:pt x="102983" y="111493"/>
                  </a:lnTo>
                  <a:lnTo>
                    <a:pt x="103120" y="110987"/>
                  </a:lnTo>
                  <a:lnTo>
                    <a:pt x="105064" y="110781"/>
                  </a:lnTo>
                  <a:lnTo>
                    <a:pt x="109884" y="110270"/>
                  </a:lnTo>
                  <a:lnTo>
                    <a:pt x="109894" y="107255"/>
                  </a:lnTo>
                  <a:lnTo>
                    <a:pt x="109905" y="103737"/>
                  </a:lnTo>
                  <a:lnTo>
                    <a:pt x="109914" y="100988"/>
                  </a:lnTo>
                  <a:lnTo>
                    <a:pt x="113462" y="101035"/>
                  </a:lnTo>
                  <a:lnTo>
                    <a:pt x="115841" y="101066"/>
                  </a:lnTo>
                  <a:lnTo>
                    <a:pt x="121179" y="103696"/>
                  </a:lnTo>
                  <a:lnTo>
                    <a:pt x="125358" y="104084"/>
                  </a:lnTo>
                  <a:lnTo>
                    <a:pt x="132087" y="103896"/>
                  </a:lnTo>
                  <a:lnTo>
                    <a:pt x="127437" y="96927"/>
                  </a:lnTo>
                  <a:lnTo>
                    <a:pt x="126347" y="92183"/>
                  </a:lnTo>
                  <a:lnTo>
                    <a:pt x="127639" y="84183"/>
                  </a:lnTo>
                  <a:lnTo>
                    <a:pt x="125117" y="65710"/>
                  </a:lnTo>
                  <a:lnTo>
                    <a:pt x="118480" y="59819"/>
                  </a:lnTo>
                  <a:lnTo>
                    <a:pt x="115060" y="53760"/>
                  </a:lnTo>
                  <a:lnTo>
                    <a:pt x="112021" y="49177"/>
                  </a:lnTo>
                  <a:lnTo>
                    <a:pt x="104939" y="46384"/>
                  </a:lnTo>
                  <a:lnTo>
                    <a:pt x="98038" y="43663"/>
                  </a:lnTo>
                  <a:lnTo>
                    <a:pt x="95074" y="40556"/>
                  </a:lnTo>
                  <a:lnTo>
                    <a:pt x="95910" y="37526"/>
                  </a:lnTo>
                  <a:lnTo>
                    <a:pt x="98494" y="34419"/>
                  </a:lnTo>
                  <a:lnTo>
                    <a:pt x="100470" y="31545"/>
                  </a:lnTo>
                  <a:lnTo>
                    <a:pt x="101534" y="28904"/>
                  </a:lnTo>
                  <a:lnTo>
                    <a:pt x="101838" y="26574"/>
                  </a:lnTo>
                  <a:lnTo>
                    <a:pt x="101990" y="24166"/>
                  </a:lnTo>
                  <a:lnTo>
                    <a:pt x="102142" y="21836"/>
                  </a:lnTo>
                  <a:lnTo>
                    <a:pt x="102218" y="19972"/>
                  </a:lnTo>
                  <a:lnTo>
                    <a:pt x="102148" y="17548"/>
                  </a:lnTo>
                  <a:lnTo>
                    <a:pt x="102142" y="17334"/>
                  </a:lnTo>
                  <a:lnTo>
                    <a:pt x="104720" y="17360"/>
                  </a:lnTo>
                  <a:lnTo>
                    <a:pt x="119664" y="4186"/>
                  </a:lnTo>
                  <a:lnTo>
                    <a:pt x="124931" y="0"/>
                  </a:lnTo>
                  <a:lnTo>
                    <a:pt x="131818" y="2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61577" y="3986521"/>
              <a:ext cx="151604" cy="120019"/>
            </a:xfrm>
            <a:custGeom>
              <a:avLst/>
              <a:pathLst>
                <a:path w="151604" h="120019">
                  <a:moveTo>
                    <a:pt x="96910" y="45529"/>
                  </a:moveTo>
                  <a:lnTo>
                    <a:pt x="97733" y="46000"/>
                  </a:lnTo>
                  <a:lnTo>
                    <a:pt x="99679" y="43041"/>
                  </a:lnTo>
                  <a:lnTo>
                    <a:pt x="101645" y="40053"/>
                  </a:lnTo>
                  <a:lnTo>
                    <a:pt x="102829" y="38252"/>
                  </a:lnTo>
                  <a:lnTo>
                    <a:pt x="103315" y="37514"/>
                  </a:lnTo>
                  <a:lnTo>
                    <a:pt x="103590" y="37401"/>
                  </a:lnTo>
                  <a:lnTo>
                    <a:pt x="104027" y="37223"/>
                  </a:lnTo>
                  <a:lnTo>
                    <a:pt x="104283" y="37048"/>
                  </a:lnTo>
                  <a:lnTo>
                    <a:pt x="105069" y="35974"/>
                  </a:lnTo>
                  <a:lnTo>
                    <a:pt x="105381" y="35548"/>
                  </a:lnTo>
                  <a:lnTo>
                    <a:pt x="105699" y="34816"/>
                  </a:lnTo>
                  <a:lnTo>
                    <a:pt x="106221" y="33616"/>
                  </a:lnTo>
                  <a:lnTo>
                    <a:pt x="106948" y="31943"/>
                  </a:lnTo>
                  <a:lnTo>
                    <a:pt x="107090" y="31616"/>
                  </a:lnTo>
                  <a:lnTo>
                    <a:pt x="109278" y="31921"/>
                  </a:lnTo>
                  <a:lnTo>
                    <a:pt x="110325" y="25398"/>
                  </a:lnTo>
                  <a:lnTo>
                    <a:pt x="110502" y="24301"/>
                  </a:lnTo>
                  <a:lnTo>
                    <a:pt x="110894" y="24371"/>
                  </a:lnTo>
                  <a:lnTo>
                    <a:pt x="117886" y="25621"/>
                  </a:lnTo>
                  <a:lnTo>
                    <a:pt x="123457" y="28460"/>
                  </a:lnTo>
                  <a:lnTo>
                    <a:pt x="124179" y="28825"/>
                  </a:lnTo>
                  <a:lnTo>
                    <a:pt x="125224" y="29117"/>
                  </a:lnTo>
                  <a:lnTo>
                    <a:pt x="126340" y="29359"/>
                  </a:lnTo>
                  <a:lnTo>
                    <a:pt x="127156" y="29112"/>
                  </a:lnTo>
                  <a:lnTo>
                    <a:pt x="127860" y="28898"/>
                  </a:lnTo>
                  <a:lnTo>
                    <a:pt x="128360" y="28176"/>
                  </a:lnTo>
                  <a:lnTo>
                    <a:pt x="128996" y="27055"/>
                  </a:lnTo>
                  <a:lnTo>
                    <a:pt x="129846" y="25556"/>
                  </a:lnTo>
                  <a:lnTo>
                    <a:pt x="132327" y="25706"/>
                  </a:lnTo>
                  <a:lnTo>
                    <a:pt x="132867" y="25739"/>
                  </a:lnTo>
                  <a:lnTo>
                    <a:pt x="133227" y="25784"/>
                  </a:lnTo>
                  <a:lnTo>
                    <a:pt x="134645" y="25964"/>
                  </a:lnTo>
                  <a:lnTo>
                    <a:pt x="135005" y="26010"/>
                  </a:lnTo>
                  <a:lnTo>
                    <a:pt x="135578" y="26082"/>
                  </a:lnTo>
                  <a:lnTo>
                    <a:pt x="137415" y="26030"/>
                  </a:lnTo>
                  <a:lnTo>
                    <a:pt x="137665" y="26023"/>
                  </a:lnTo>
                  <a:lnTo>
                    <a:pt x="138119" y="26010"/>
                  </a:lnTo>
                  <a:lnTo>
                    <a:pt x="142251" y="26616"/>
                  </a:lnTo>
                  <a:lnTo>
                    <a:pt x="143417" y="26841"/>
                  </a:lnTo>
                  <a:lnTo>
                    <a:pt x="144330" y="27017"/>
                  </a:lnTo>
                  <a:lnTo>
                    <a:pt x="144762" y="27100"/>
                  </a:lnTo>
                  <a:lnTo>
                    <a:pt x="144916" y="27129"/>
                  </a:lnTo>
                  <a:lnTo>
                    <a:pt x="144762" y="27850"/>
                  </a:lnTo>
                  <a:lnTo>
                    <a:pt x="143327" y="34533"/>
                  </a:lnTo>
                  <a:lnTo>
                    <a:pt x="142747" y="37232"/>
                  </a:lnTo>
                  <a:lnTo>
                    <a:pt x="142717" y="37373"/>
                  </a:lnTo>
                  <a:lnTo>
                    <a:pt x="143175" y="37393"/>
                  </a:lnTo>
                  <a:lnTo>
                    <a:pt x="143078" y="37649"/>
                  </a:lnTo>
                  <a:lnTo>
                    <a:pt x="142292" y="39733"/>
                  </a:lnTo>
                  <a:lnTo>
                    <a:pt x="141941" y="40665"/>
                  </a:lnTo>
                  <a:lnTo>
                    <a:pt x="141710" y="41275"/>
                  </a:lnTo>
                  <a:lnTo>
                    <a:pt x="141885" y="41342"/>
                  </a:lnTo>
                  <a:lnTo>
                    <a:pt x="142770" y="41683"/>
                  </a:lnTo>
                  <a:lnTo>
                    <a:pt x="143405" y="42259"/>
                  </a:lnTo>
                  <a:lnTo>
                    <a:pt x="145560" y="44212"/>
                  </a:lnTo>
                  <a:lnTo>
                    <a:pt x="146091" y="44499"/>
                  </a:lnTo>
                  <a:lnTo>
                    <a:pt x="146528" y="44735"/>
                  </a:lnTo>
                  <a:lnTo>
                    <a:pt x="151472" y="47381"/>
                  </a:lnTo>
                  <a:lnTo>
                    <a:pt x="151604" y="47533"/>
                  </a:lnTo>
                  <a:lnTo>
                    <a:pt x="151435" y="47783"/>
                  </a:lnTo>
                  <a:lnTo>
                    <a:pt x="151284" y="48005"/>
                  </a:lnTo>
                  <a:lnTo>
                    <a:pt x="147408" y="53723"/>
                  </a:lnTo>
                  <a:lnTo>
                    <a:pt x="146997" y="54330"/>
                  </a:lnTo>
                  <a:lnTo>
                    <a:pt x="146889" y="54676"/>
                  </a:lnTo>
                  <a:lnTo>
                    <a:pt x="148119" y="55709"/>
                  </a:lnTo>
                  <a:lnTo>
                    <a:pt x="145059" y="57277"/>
                  </a:lnTo>
                  <a:lnTo>
                    <a:pt x="140461" y="59633"/>
                  </a:lnTo>
                  <a:lnTo>
                    <a:pt x="140054" y="59851"/>
                  </a:lnTo>
                  <a:lnTo>
                    <a:pt x="138855" y="60493"/>
                  </a:lnTo>
                  <a:lnTo>
                    <a:pt x="137320" y="61317"/>
                  </a:lnTo>
                  <a:lnTo>
                    <a:pt x="137120" y="61424"/>
                  </a:lnTo>
                  <a:lnTo>
                    <a:pt x="136950" y="61501"/>
                  </a:lnTo>
                  <a:lnTo>
                    <a:pt x="133876" y="62904"/>
                  </a:lnTo>
                  <a:lnTo>
                    <a:pt x="132911" y="63332"/>
                  </a:lnTo>
                  <a:lnTo>
                    <a:pt x="127051" y="65363"/>
                  </a:lnTo>
                  <a:lnTo>
                    <a:pt x="126589" y="65530"/>
                  </a:lnTo>
                  <a:lnTo>
                    <a:pt x="125835" y="65803"/>
                  </a:lnTo>
                  <a:lnTo>
                    <a:pt x="120819" y="67622"/>
                  </a:lnTo>
                  <a:lnTo>
                    <a:pt x="120302" y="67809"/>
                  </a:lnTo>
                  <a:lnTo>
                    <a:pt x="120056" y="67898"/>
                  </a:lnTo>
                  <a:lnTo>
                    <a:pt x="119474" y="67829"/>
                  </a:lnTo>
                  <a:lnTo>
                    <a:pt x="119288" y="67470"/>
                  </a:lnTo>
                  <a:lnTo>
                    <a:pt x="114377" y="69828"/>
                  </a:lnTo>
                  <a:lnTo>
                    <a:pt x="112985" y="70051"/>
                  </a:lnTo>
                  <a:lnTo>
                    <a:pt x="114080" y="72173"/>
                  </a:lnTo>
                  <a:lnTo>
                    <a:pt x="114455" y="72024"/>
                  </a:lnTo>
                  <a:lnTo>
                    <a:pt x="120302" y="69693"/>
                  </a:lnTo>
                  <a:lnTo>
                    <a:pt x="120667" y="69548"/>
                  </a:lnTo>
                  <a:lnTo>
                    <a:pt x="121978" y="69927"/>
                  </a:lnTo>
                  <a:lnTo>
                    <a:pt x="123559" y="69979"/>
                  </a:lnTo>
                  <a:lnTo>
                    <a:pt x="134203" y="70334"/>
                  </a:lnTo>
                  <a:lnTo>
                    <a:pt x="134712" y="70351"/>
                  </a:lnTo>
                  <a:lnTo>
                    <a:pt x="136371" y="71500"/>
                  </a:lnTo>
                  <a:lnTo>
                    <a:pt x="136391" y="71743"/>
                  </a:lnTo>
                  <a:lnTo>
                    <a:pt x="136666" y="75089"/>
                  </a:lnTo>
                  <a:lnTo>
                    <a:pt x="136683" y="75298"/>
                  </a:lnTo>
                  <a:lnTo>
                    <a:pt x="136814" y="76885"/>
                  </a:lnTo>
                  <a:lnTo>
                    <a:pt x="133953" y="76687"/>
                  </a:lnTo>
                  <a:lnTo>
                    <a:pt x="129282" y="76368"/>
                  </a:lnTo>
                  <a:lnTo>
                    <a:pt x="125482" y="82534"/>
                  </a:lnTo>
                  <a:lnTo>
                    <a:pt x="125121" y="82688"/>
                  </a:lnTo>
                  <a:lnTo>
                    <a:pt x="120319" y="84737"/>
                  </a:lnTo>
                  <a:lnTo>
                    <a:pt x="119576" y="85055"/>
                  </a:lnTo>
                  <a:lnTo>
                    <a:pt x="118510" y="85590"/>
                  </a:lnTo>
                  <a:lnTo>
                    <a:pt x="118374" y="85790"/>
                  </a:lnTo>
                  <a:lnTo>
                    <a:pt x="117862" y="86547"/>
                  </a:lnTo>
                  <a:lnTo>
                    <a:pt x="116351" y="88368"/>
                  </a:lnTo>
                  <a:lnTo>
                    <a:pt x="111378" y="93748"/>
                  </a:lnTo>
                  <a:lnTo>
                    <a:pt x="110267" y="94951"/>
                  </a:lnTo>
                  <a:lnTo>
                    <a:pt x="110037" y="95200"/>
                  </a:lnTo>
                  <a:lnTo>
                    <a:pt x="109660" y="95032"/>
                  </a:lnTo>
                  <a:lnTo>
                    <a:pt x="107098" y="92741"/>
                  </a:lnTo>
                  <a:lnTo>
                    <a:pt x="107159" y="91236"/>
                  </a:lnTo>
                  <a:lnTo>
                    <a:pt x="106969" y="91392"/>
                  </a:lnTo>
                  <a:lnTo>
                    <a:pt x="106228" y="93237"/>
                  </a:lnTo>
                  <a:lnTo>
                    <a:pt x="103929" y="96033"/>
                  </a:lnTo>
                  <a:lnTo>
                    <a:pt x="102352" y="94694"/>
                  </a:lnTo>
                  <a:lnTo>
                    <a:pt x="100300" y="95470"/>
                  </a:lnTo>
                  <a:lnTo>
                    <a:pt x="99616" y="95729"/>
                  </a:lnTo>
                  <a:lnTo>
                    <a:pt x="99501" y="95496"/>
                  </a:lnTo>
                  <a:lnTo>
                    <a:pt x="99266" y="94794"/>
                  </a:lnTo>
                  <a:lnTo>
                    <a:pt x="99098" y="95031"/>
                  </a:lnTo>
                  <a:lnTo>
                    <a:pt x="98935" y="95263"/>
                  </a:lnTo>
                  <a:lnTo>
                    <a:pt x="97977" y="96620"/>
                  </a:lnTo>
                  <a:lnTo>
                    <a:pt x="95254" y="100478"/>
                  </a:lnTo>
                  <a:lnTo>
                    <a:pt x="94913" y="100961"/>
                  </a:lnTo>
                  <a:lnTo>
                    <a:pt x="87561" y="111379"/>
                  </a:lnTo>
                  <a:lnTo>
                    <a:pt x="87359" y="111665"/>
                  </a:lnTo>
                  <a:lnTo>
                    <a:pt x="87240" y="111833"/>
                  </a:lnTo>
                  <a:lnTo>
                    <a:pt x="82154" y="119039"/>
                  </a:lnTo>
                  <a:lnTo>
                    <a:pt x="81587" y="119842"/>
                  </a:lnTo>
                  <a:lnTo>
                    <a:pt x="81463" y="120019"/>
                  </a:lnTo>
                  <a:lnTo>
                    <a:pt x="74810" y="115460"/>
                  </a:lnTo>
                  <a:lnTo>
                    <a:pt x="74249" y="115061"/>
                  </a:lnTo>
                  <a:lnTo>
                    <a:pt x="74007" y="114910"/>
                  </a:lnTo>
                  <a:lnTo>
                    <a:pt x="69868" y="112074"/>
                  </a:lnTo>
                  <a:lnTo>
                    <a:pt x="69271" y="111665"/>
                  </a:lnTo>
                  <a:lnTo>
                    <a:pt x="64410" y="108334"/>
                  </a:lnTo>
                  <a:lnTo>
                    <a:pt x="63318" y="107587"/>
                  </a:lnTo>
                  <a:lnTo>
                    <a:pt x="59550" y="105004"/>
                  </a:lnTo>
                  <a:lnTo>
                    <a:pt x="59299" y="104832"/>
                  </a:lnTo>
                  <a:lnTo>
                    <a:pt x="57691" y="103730"/>
                  </a:lnTo>
                  <a:lnTo>
                    <a:pt x="55677" y="102351"/>
                  </a:lnTo>
                  <a:lnTo>
                    <a:pt x="54237" y="101364"/>
                  </a:lnTo>
                  <a:lnTo>
                    <a:pt x="52667" y="100288"/>
                  </a:lnTo>
                  <a:lnTo>
                    <a:pt x="49169" y="97892"/>
                  </a:lnTo>
                  <a:lnTo>
                    <a:pt x="46565" y="96108"/>
                  </a:lnTo>
                  <a:lnTo>
                    <a:pt x="30910" y="85381"/>
                  </a:lnTo>
                  <a:lnTo>
                    <a:pt x="30647" y="85201"/>
                  </a:lnTo>
                  <a:lnTo>
                    <a:pt x="21440" y="78893"/>
                  </a:lnTo>
                  <a:lnTo>
                    <a:pt x="18145" y="76635"/>
                  </a:lnTo>
                  <a:lnTo>
                    <a:pt x="16228" y="75321"/>
                  </a:lnTo>
                  <a:lnTo>
                    <a:pt x="11705" y="72222"/>
                  </a:lnTo>
                  <a:lnTo>
                    <a:pt x="7551" y="69376"/>
                  </a:lnTo>
                  <a:lnTo>
                    <a:pt x="7187" y="69126"/>
                  </a:lnTo>
                  <a:lnTo>
                    <a:pt x="3546" y="66632"/>
                  </a:lnTo>
                  <a:lnTo>
                    <a:pt x="3021" y="66272"/>
                  </a:lnTo>
                  <a:lnTo>
                    <a:pt x="2712" y="66060"/>
                  </a:lnTo>
                  <a:lnTo>
                    <a:pt x="1953" y="65722"/>
                  </a:lnTo>
                  <a:lnTo>
                    <a:pt x="1277" y="65421"/>
                  </a:lnTo>
                  <a:lnTo>
                    <a:pt x="1098" y="65341"/>
                  </a:lnTo>
                  <a:lnTo>
                    <a:pt x="0" y="64852"/>
                  </a:lnTo>
                  <a:lnTo>
                    <a:pt x="1620" y="62420"/>
                  </a:lnTo>
                  <a:lnTo>
                    <a:pt x="2229" y="61505"/>
                  </a:lnTo>
                  <a:lnTo>
                    <a:pt x="2705" y="60791"/>
                  </a:lnTo>
                  <a:lnTo>
                    <a:pt x="3399" y="59748"/>
                  </a:lnTo>
                  <a:lnTo>
                    <a:pt x="3969" y="58893"/>
                  </a:lnTo>
                  <a:lnTo>
                    <a:pt x="4291" y="58409"/>
                  </a:lnTo>
                  <a:lnTo>
                    <a:pt x="4457" y="58160"/>
                  </a:lnTo>
                  <a:lnTo>
                    <a:pt x="4601" y="57943"/>
                  </a:lnTo>
                  <a:lnTo>
                    <a:pt x="5457" y="56659"/>
                  </a:lnTo>
                  <a:lnTo>
                    <a:pt x="5948" y="55921"/>
                  </a:lnTo>
                  <a:lnTo>
                    <a:pt x="6154" y="55611"/>
                  </a:lnTo>
                  <a:lnTo>
                    <a:pt x="6397" y="55247"/>
                  </a:lnTo>
                  <a:lnTo>
                    <a:pt x="6668" y="54840"/>
                  </a:lnTo>
                  <a:lnTo>
                    <a:pt x="7267" y="53941"/>
                  </a:lnTo>
                  <a:lnTo>
                    <a:pt x="8030" y="52795"/>
                  </a:lnTo>
                  <a:lnTo>
                    <a:pt x="8501" y="52088"/>
                  </a:lnTo>
                  <a:lnTo>
                    <a:pt x="8903" y="51485"/>
                  </a:lnTo>
                  <a:lnTo>
                    <a:pt x="9507" y="50578"/>
                  </a:lnTo>
                  <a:lnTo>
                    <a:pt x="10285" y="49410"/>
                  </a:lnTo>
                  <a:lnTo>
                    <a:pt x="11281" y="47913"/>
                  </a:lnTo>
                  <a:lnTo>
                    <a:pt x="12521" y="46052"/>
                  </a:lnTo>
                  <a:lnTo>
                    <a:pt x="13385" y="44755"/>
                  </a:lnTo>
                  <a:lnTo>
                    <a:pt x="13886" y="44003"/>
                  </a:lnTo>
                  <a:lnTo>
                    <a:pt x="25090" y="27180"/>
                  </a:lnTo>
                  <a:lnTo>
                    <a:pt x="27521" y="23580"/>
                  </a:lnTo>
                  <a:lnTo>
                    <a:pt x="28553" y="22050"/>
                  </a:lnTo>
                  <a:lnTo>
                    <a:pt x="31091" y="18291"/>
                  </a:lnTo>
                  <a:lnTo>
                    <a:pt x="31388" y="17850"/>
                  </a:lnTo>
                  <a:lnTo>
                    <a:pt x="32643" y="15992"/>
                  </a:lnTo>
                  <a:lnTo>
                    <a:pt x="32799" y="15760"/>
                  </a:lnTo>
                  <a:lnTo>
                    <a:pt x="34765" y="12848"/>
                  </a:lnTo>
                  <a:lnTo>
                    <a:pt x="35378" y="11940"/>
                  </a:lnTo>
                  <a:lnTo>
                    <a:pt x="35492" y="11772"/>
                  </a:lnTo>
                  <a:lnTo>
                    <a:pt x="36058" y="10933"/>
                  </a:lnTo>
                  <a:lnTo>
                    <a:pt x="36457" y="10341"/>
                  </a:lnTo>
                  <a:lnTo>
                    <a:pt x="36584" y="10153"/>
                  </a:lnTo>
                  <a:lnTo>
                    <a:pt x="37332" y="9046"/>
                  </a:lnTo>
                  <a:lnTo>
                    <a:pt x="37630" y="8604"/>
                  </a:lnTo>
                  <a:lnTo>
                    <a:pt x="38216" y="7735"/>
                  </a:lnTo>
                  <a:lnTo>
                    <a:pt x="38390" y="7478"/>
                  </a:lnTo>
                  <a:lnTo>
                    <a:pt x="38912" y="6705"/>
                  </a:lnTo>
                  <a:lnTo>
                    <a:pt x="39345" y="6104"/>
                  </a:lnTo>
                  <a:lnTo>
                    <a:pt x="40375" y="4675"/>
                  </a:lnTo>
                  <a:lnTo>
                    <a:pt x="40490" y="4515"/>
                  </a:lnTo>
                  <a:lnTo>
                    <a:pt x="40971" y="3848"/>
                  </a:lnTo>
                  <a:lnTo>
                    <a:pt x="41586" y="2995"/>
                  </a:lnTo>
                  <a:lnTo>
                    <a:pt x="42670" y="1490"/>
                  </a:lnTo>
                  <a:lnTo>
                    <a:pt x="43062" y="948"/>
                  </a:lnTo>
                  <a:lnTo>
                    <a:pt x="43745" y="0"/>
                  </a:lnTo>
                  <a:lnTo>
                    <a:pt x="44339" y="373"/>
                  </a:lnTo>
                  <a:lnTo>
                    <a:pt x="46112" y="1489"/>
                  </a:lnTo>
                  <a:lnTo>
                    <a:pt x="50492" y="4245"/>
                  </a:lnTo>
                  <a:lnTo>
                    <a:pt x="50712" y="4465"/>
                  </a:lnTo>
                  <a:lnTo>
                    <a:pt x="48496" y="7462"/>
                  </a:lnTo>
                  <a:lnTo>
                    <a:pt x="47906" y="8394"/>
                  </a:lnTo>
                  <a:lnTo>
                    <a:pt x="52512" y="11563"/>
                  </a:lnTo>
                  <a:lnTo>
                    <a:pt x="54067" y="12633"/>
                  </a:lnTo>
                  <a:lnTo>
                    <a:pt x="54304" y="12796"/>
                  </a:lnTo>
                  <a:lnTo>
                    <a:pt x="59931" y="16667"/>
                  </a:lnTo>
                  <a:lnTo>
                    <a:pt x="59464" y="17419"/>
                  </a:lnTo>
                  <a:lnTo>
                    <a:pt x="59054" y="18029"/>
                  </a:lnTo>
                  <a:lnTo>
                    <a:pt x="60027" y="18695"/>
                  </a:lnTo>
                  <a:lnTo>
                    <a:pt x="68389" y="24418"/>
                  </a:lnTo>
                  <a:lnTo>
                    <a:pt x="68627" y="24581"/>
                  </a:lnTo>
                  <a:lnTo>
                    <a:pt x="68811" y="24723"/>
                  </a:lnTo>
                  <a:lnTo>
                    <a:pt x="69781" y="25471"/>
                  </a:lnTo>
                  <a:lnTo>
                    <a:pt x="73661" y="28465"/>
                  </a:lnTo>
                  <a:lnTo>
                    <a:pt x="74041" y="29187"/>
                  </a:lnTo>
                  <a:lnTo>
                    <a:pt x="74113" y="29324"/>
                  </a:lnTo>
                  <a:lnTo>
                    <a:pt x="74252" y="29589"/>
                  </a:lnTo>
                  <a:lnTo>
                    <a:pt x="74582" y="30218"/>
                  </a:lnTo>
                  <a:lnTo>
                    <a:pt x="74706" y="30455"/>
                  </a:lnTo>
                  <a:lnTo>
                    <a:pt x="74921" y="30702"/>
                  </a:lnTo>
                  <a:lnTo>
                    <a:pt x="77722" y="32955"/>
                  </a:lnTo>
                  <a:lnTo>
                    <a:pt x="79798" y="34315"/>
                  </a:lnTo>
                  <a:lnTo>
                    <a:pt x="85686" y="38174"/>
                  </a:lnTo>
                  <a:lnTo>
                    <a:pt x="91172" y="41769"/>
                  </a:lnTo>
                  <a:lnTo>
                    <a:pt x="91480" y="41971"/>
                  </a:lnTo>
                  <a:lnTo>
                    <a:pt x="92747" y="42801"/>
                  </a:lnTo>
                  <a:lnTo>
                    <a:pt x="94967" y="44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74562" y="4013651"/>
              <a:ext cx="119251" cy="72843"/>
            </a:xfrm>
            <a:custGeom>
              <a:avLst/>
              <a:pathLst>
                <a:path w="119251" h="72843">
                  <a:moveTo>
                    <a:pt x="33714" y="426"/>
                  </a:moveTo>
                  <a:lnTo>
                    <a:pt x="39012" y="2003"/>
                  </a:lnTo>
                  <a:lnTo>
                    <a:pt x="39472" y="883"/>
                  </a:lnTo>
                  <a:lnTo>
                    <a:pt x="46201" y="2992"/>
                  </a:lnTo>
                  <a:lnTo>
                    <a:pt x="63902" y="12059"/>
                  </a:lnTo>
                  <a:lnTo>
                    <a:pt x="64591" y="12412"/>
                  </a:lnTo>
                  <a:lnTo>
                    <a:pt x="66050" y="13296"/>
                  </a:lnTo>
                  <a:lnTo>
                    <a:pt x="66406" y="13511"/>
                  </a:lnTo>
                  <a:lnTo>
                    <a:pt x="66688" y="13853"/>
                  </a:lnTo>
                  <a:lnTo>
                    <a:pt x="67345" y="14650"/>
                  </a:lnTo>
                  <a:lnTo>
                    <a:pt x="70368" y="18319"/>
                  </a:lnTo>
                  <a:lnTo>
                    <a:pt x="70705" y="18855"/>
                  </a:lnTo>
                  <a:lnTo>
                    <a:pt x="70775" y="18996"/>
                  </a:lnTo>
                  <a:lnTo>
                    <a:pt x="71003" y="19459"/>
                  </a:lnTo>
                  <a:lnTo>
                    <a:pt x="71230" y="20072"/>
                  </a:lnTo>
                  <a:lnTo>
                    <a:pt x="71393" y="20706"/>
                  </a:lnTo>
                  <a:lnTo>
                    <a:pt x="71491" y="21354"/>
                  </a:lnTo>
                  <a:lnTo>
                    <a:pt x="71523" y="22008"/>
                  </a:lnTo>
                  <a:lnTo>
                    <a:pt x="71488" y="22663"/>
                  </a:lnTo>
                  <a:lnTo>
                    <a:pt x="71386" y="23311"/>
                  </a:lnTo>
                  <a:lnTo>
                    <a:pt x="71206" y="23985"/>
                  </a:lnTo>
                  <a:lnTo>
                    <a:pt x="71455" y="23811"/>
                  </a:lnTo>
                  <a:lnTo>
                    <a:pt x="74827" y="21448"/>
                  </a:lnTo>
                  <a:lnTo>
                    <a:pt x="76613" y="17700"/>
                  </a:lnTo>
                  <a:lnTo>
                    <a:pt x="77352" y="16056"/>
                  </a:lnTo>
                  <a:lnTo>
                    <a:pt x="80555" y="16313"/>
                  </a:lnTo>
                  <a:lnTo>
                    <a:pt x="86492" y="16798"/>
                  </a:lnTo>
                  <a:lnTo>
                    <a:pt x="89579" y="16313"/>
                  </a:lnTo>
                  <a:lnTo>
                    <a:pt x="95431" y="16228"/>
                  </a:lnTo>
                  <a:lnTo>
                    <a:pt x="95197" y="19377"/>
                  </a:lnTo>
                  <a:lnTo>
                    <a:pt x="96178" y="19225"/>
                  </a:lnTo>
                  <a:lnTo>
                    <a:pt x="97558" y="22164"/>
                  </a:lnTo>
                  <a:lnTo>
                    <a:pt x="98482" y="24273"/>
                  </a:lnTo>
                  <a:lnTo>
                    <a:pt x="98954" y="26132"/>
                  </a:lnTo>
                  <a:lnTo>
                    <a:pt x="100112" y="25802"/>
                  </a:lnTo>
                  <a:lnTo>
                    <a:pt x="102012" y="27899"/>
                  </a:lnTo>
                  <a:lnTo>
                    <a:pt x="101951" y="28849"/>
                  </a:lnTo>
                  <a:lnTo>
                    <a:pt x="101497" y="29850"/>
                  </a:lnTo>
                  <a:lnTo>
                    <a:pt x="104007" y="31803"/>
                  </a:lnTo>
                  <a:lnTo>
                    <a:pt x="103853" y="34824"/>
                  </a:lnTo>
                  <a:lnTo>
                    <a:pt x="107733" y="35601"/>
                  </a:lnTo>
                  <a:lnTo>
                    <a:pt x="108846" y="36838"/>
                  </a:lnTo>
                  <a:lnTo>
                    <a:pt x="110297" y="38451"/>
                  </a:lnTo>
                  <a:lnTo>
                    <a:pt x="112292" y="40669"/>
                  </a:lnTo>
                  <a:lnTo>
                    <a:pt x="112543" y="41310"/>
                  </a:lnTo>
                  <a:lnTo>
                    <a:pt x="113669" y="44188"/>
                  </a:lnTo>
                  <a:lnTo>
                    <a:pt x="112723" y="44930"/>
                  </a:lnTo>
                  <a:lnTo>
                    <a:pt x="114826" y="49098"/>
                  </a:lnTo>
                  <a:lnTo>
                    <a:pt x="115347" y="50132"/>
                  </a:lnTo>
                  <a:lnTo>
                    <a:pt x="115576" y="50585"/>
                  </a:lnTo>
                  <a:lnTo>
                    <a:pt x="114226" y="51575"/>
                  </a:lnTo>
                  <a:lnTo>
                    <a:pt x="114377" y="51881"/>
                  </a:lnTo>
                  <a:lnTo>
                    <a:pt x="114986" y="53117"/>
                  </a:lnTo>
                  <a:lnTo>
                    <a:pt x="116796" y="56799"/>
                  </a:lnTo>
                  <a:lnTo>
                    <a:pt x="117431" y="58133"/>
                  </a:lnTo>
                  <a:lnTo>
                    <a:pt x="119251" y="61958"/>
                  </a:lnTo>
                  <a:lnTo>
                    <a:pt x="113125" y="64333"/>
                  </a:lnTo>
                  <a:lnTo>
                    <a:pt x="110307" y="64440"/>
                  </a:lnTo>
                  <a:lnTo>
                    <a:pt x="110034" y="64450"/>
                  </a:lnTo>
                  <a:lnTo>
                    <a:pt x="110065" y="65953"/>
                  </a:lnTo>
                  <a:lnTo>
                    <a:pt x="110196" y="66151"/>
                  </a:lnTo>
                  <a:lnTo>
                    <a:pt x="110373" y="66418"/>
                  </a:lnTo>
                  <a:lnTo>
                    <a:pt x="110780" y="67106"/>
                  </a:lnTo>
                  <a:lnTo>
                    <a:pt x="111062" y="67583"/>
                  </a:lnTo>
                  <a:lnTo>
                    <a:pt x="111264" y="67777"/>
                  </a:lnTo>
                  <a:lnTo>
                    <a:pt x="111053" y="68077"/>
                  </a:lnTo>
                  <a:lnTo>
                    <a:pt x="110575" y="68760"/>
                  </a:lnTo>
                  <a:lnTo>
                    <a:pt x="110990" y="70496"/>
                  </a:lnTo>
                  <a:lnTo>
                    <a:pt x="111089" y="72843"/>
                  </a:lnTo>
                  <a:lnTo>
                    <a:pt x="110638" y="72630"/>
                  </a:lnTo>
                  <a:lnTo>
                    <a:pt x="109845" y="72256"/>
                  </a:lnTo>
                  <a:lnTo>
                    <a:pt x="109607" y="72144"/>
                  </a:lnTo>
                  <a:lnTo>
                    <a:pt x="108795" y="71044"/>
                  </a:lnTo>
                  <a:lnTo>
                    <a:pt x="108342" y="70917"/>
                  </a:lnTo>
                  <a:lnTo>
                    <a:pt x="102263" y="69208"/>
                  </a:lnTo>
                  <a:lnTo>
                    <a:pt x="98748" y="68800"/>
                  </a:lnTo>
                  <a:lnTo>
                    <a:pt x="98134" y="68860"/>
                  </a:lnTo>
                  <a:lnTo>
                    <a:pt x="97760" y="68897"/>
                  </a:lnTo>
                  <a:lnTo>
                    <a:pt x="95404" y="70489"/>
                  </a:lnTo>
                  <a:lnTo>
                    <a:pt x="94435" y="71033"/>
                  </a:lnTo>
                  <a:lnTo>
                    <a:pt x="93391" y="71130"/>
                  </a:lnTo>
                  <a:lnTo>
                    <a:pt x="93012" y="70995"/>
                  </a:lnTo>
                  <a:lnTo>
                    <a:pt x="91928" y="70606"/>
                  </a:lnTo>
                  <a:lnTo>
                    <a:pt x="91768" y="70675"/>
                  </a:lnTo>
                  <a:lnTo>
                    <a:pt x="82724" y="65862"/>
                  </a:lnTo>
                  <a:lnTo>
                    <a:pt x="82697" y="66940"/>
                  </a:lnTo>
                  <a:lnTo>
                    <a:pt x="82425" y="66834"/>
                  </a:lnTo>
                  <a:lnTo>
                    <a:pt x="81898" y="66630"/>
                  </a:lnTo>
                  <a:lnTo>
                    <a:pt x="81889" y="66930"/>
                  </a:lnTo>
                  <a:lnTo>
                    <a:pt x="81762" y="71489"/>
                  </a:lnTo>
                  <a:lnTo>
                    <a:pt x="81210" y="71363"/>
                  </a:lnTo>
                  <a:lnTo>
                    <a:pt x="77965" y="70621"/>
                  </a:lnTo>
                  <a:lnTo>
                    <a:pt x="73278" y="68582"/>
                  </a:lnTo>
                  <a:lnTo>
                    <a:pt x="73036" y="68477"/>
                  </a:lnTo>
                  <a:lnTo>
                    <a:pt x="73036" y="67648"/>
                  </a:lnTo>
                  <a:lnTo>
                    <a:pt x="69329" y="66705"/>
                  </a:lnTo>
                  <a:lnTo>
                    <a:pt x="62914" y="65072"/>
                  </a:lnTo>
                  <a:lnTo>
                    <a:pt x="61979" y="65287"/>
                  </a:lnTo>
                  <a:lnTo>
                    <a:pt x="58910" y="65918"/>
                  </a:lnTo>
                  <a:lnTo>
                    <a:pt x="56394" y="66226"/>
                  </a:lnTo>
                  <a:lnTo>
                    <a:pt x="55609" y="66321"/>
                  </a:lnTo>
                  <a:lnTo>
                    <a:pt x="54472" y="65554"/>
                  </a:lnTo>
                  <a:lnTo>
                    <a:pt x="53815" y="65111"/>
                  </a:lnTo>
                  <a:lnTo>
                    <a:pt x="52344" y="64119"/>
                  </a:lnTo>
                  <a:lnTo>
                    <a:pt x="49910" y="62476"/>
                  </a:lnTo>
                  <a:lnTo>
                    <a:pt x="49018" y="61734"/>
                  </a:lnTo>
                  <a:lnTo>
                    <a:pt x="48405" y="61223"/>
                  </a:lnTo>
                  <a:lnTo>
                    <a:pt x="47440" y="60420"/>
                  </a:lnTo>
                  <a:lnTo>
                    <a:pt x="46483" y="59624"/>
                  </a:lnTo>
                  <a:lnTo>
                    <a:pt x="43375" y="57435"/>
                  </a:lnTo>
                  <a:lnTo>
                    <a:pt x="42134" y="56562"/>
                  </a:lnTo>
                  <a:lnTo>
                    <a:pt x="41743" y="56325"/>
                  </a:lnTo>
                  <a:lnTo>
                    <a:pt x="38245" y="54204"/>
                  </a:lnTo>
                  <a:lnTo>
                    <a:pt x="37894" y="53977"/>
                  </a:lnTo>
                  <a:lnTo>
                    <a:pt x="37740" y="53876"/>
                  </a:lnTo>
                  <a:lnTo>
                    <a:pt x="36533" y="53094"/>
                  </a:lnTo>
                  <a:lnTo>
                    <a:pt x="33710" y="51263"/>
                  </a:lnTo>
                  <a:lnTo>
                    <a:pt x="32621" y="50557"/>
                  </a:lnTo>
                  <a:lnTo>
                    <a:pt x="31957" y="50126"/>
                  </a:lnTo>
                  <a:lnTo>
                    <a:pt x="31796" y="50019"/>
                  </a:lnTo>
                  <a:lnTo>
                    <a:pt x="26721" y="46651"/>
                  </a:lnTo>
                  <a:lnTo>
                    <a:pt x="26497" y="46502"/>
                  </a:lnTo>
                  <a:lnTo>
                    <a:pt x="25725" y="45990"/>
                  </a:lnTo>
                  <a:lnTo>
                    <a:pt x="23386" y="44370"/>
                  </a:lnTo>
                  <a:lnTo>
                    <a:pt x="21727" y="43221"/>
                  </a:lnTo>
                  <a:lnTo>
                    <a:pt x="21218" y="43204"/>
                  </a:lnTo>
                  <a:lnTo>
                    <a:pt x="10574" y="42849"/>
                  </a:lnTo>
                  <a:lnTo>
                    <a:pt x="8993" y="42797"/>
                  </a:lnTo>
                  <a:lnTo>
                    <a:pt x="7682" y="42418"/>
                  </a:lnTo>
                  <a:lnTo>
                    <a:pt x="7317" y="42563"/>
                  </a:lnTo>
                  <a:lnTo>
                    <a:pt x="1470" y="44894"/>
                  </a:lnTo>
                  <a:lnTo>
                    <a:pt x="1094" y="45043"/>
                  </a:lnTo>
                  <a:lnTo>
                    <a:pt x="0" y="42921"/>
                  </a:lnTo>
                  <a:lnTo>
                    <a:pt x="1392" y="42698"/>
                  </a:lnTo>
                  <a:lnTo>
                    <a:pt x="6303" y="40340"/>
                  </a:lnTo>
                  <a:lnTo>
                    <a:pt x="6489" y="40699"/>
                  </a:lnTo>
                  <a:lnTo>
                    <a:pt x="7071" y="40768"/>
                  </a:lnTo>
                  <a:lnTo>
                    <a:pt x="7317" y="40679"/>
                  </a:lnTo>
                  <a:lnTo>
                    <a:pt x="7834" y="40492"/>
                  </a:lnTo>
                  <a:lnTo>
                    <a:pt x="12850" y="38674"/>
                  </a:lnTo>
                  <a:lnTo>
                    <a:pt x="13603" y="38401"/>
                  </a:lnTo>
                  <a:lnTo>
                    <a:pt x="14065" y="38233"/>
                  </a:lnTo>
                  <a:lnTo>
                    <a:pt x="20034" y="36165"/>
                  </a:lnTo>
                  <a:lnTo>
                    <a:pt x="20890" y="35774"/>
                  </a:lnTo>
                  <a:lnTo>
                    <a:pt x="23965" y="34371"/>
                  </a:lnTo>
                  <a:lnTo>
                    <a:pt x="24135" y="34294"/>
                  </a:lnTo>
                  <a:lnTo>
                    <a:pt x="24335" y="34187"/>
                  </a:lnTo>
                  <a:lnTo>
                    <a:pt x="25870" y="33363"/>
                  </a:lnTo>
                  <a:lnTo>
                    <a:pt x="27069" y="32721"/>
                  </a:lnTo>
                  <a:lnTo>
                    <a:pt x="27530" y="32474"/>
                  </a:lnTo>
                  <a:lnTo>
                    <a:pt x="32073" y="30147"/>
                  </a:lnTo>
                  <a:lnTo>
                    <a:pt x="35134" y="28579"/>
                  </a:lnTo>
                  <a:lnTo>
                    <a:pt x="33823" y="27478"/>
                  </a:lnTo>
                  <a:lnTo>
                    <a:pt x="34012" y="27200"/>
                  </a:lnTo>
                  <a:lnTo>
                    <a:pt x="34423" y="26593"/>
                  </a:lnTo>
                  <a:lnTo>
                    <a:pt x="38337" y="20819"/>
                  </a:lnTo>
                  <a:lnTo>
                    <a:pt x="38450" y="20653"/>
                  </a:lnTo>
                  <a:lnTo>
                    <a:pt x="38658" y="20345"/>
                  </a:lnTo>
                  <a:lnTo>
                    <a:pt x="38438" y="20225"/>
                  </a:lnTo>
                  <a:lnTo>
                    <a:pt x="33543" y="17605"/>
                  </a:lnTo>
                  <a:lnTo>
                    <a:pt x="33106" y="17369"/>
                  </a:lnTo>
                  <a:lnTo>
                    <a:pt x="32302" y="16835"/>
                  </a:lnTo>
                  <a:lnTo>
                    <a:pt x="30420" y="15129"/>
                  </a:lnTo>
                  <a:lnTo>
                    <a:pt x="29785" y="14553"/>
                  </a:lnTo>
                  <a:lnTo>
                    <a:pt x="28900" y="14212"/>
                  </a:lnTo>
                  <a:lnTo>
                    <a:pt x="28757" y="14062"/>
                  </a:lnTo>
                  <a:lnTo>
                    <a:pt x="28955" y="13535"/>
                  </a:lnTo>
                  <a:lnTo>
                    <a:pt x="29307" y="12603"/>
                  </a:lnTo>
                  <a:lnTo>
                    <a:pt x="30093" y="10519"/>
                  </a:lnTo>
                  <a:lnTo>
                    <a:pt x="30190" y="10263"/>
                  </a:lnTo>
                  <a:lnTo>
                    <a:pt x="29732" y="10243"/>
                  </a:lnTo>
                  <a:lnTo>
                    <a:pt x="29762" y="10102"/>
                  </a:lnTo>
                  <a:lnTo>
                    <a:pt x="30342" y="7403"/>
                  </a:lnTo>
                  <a:lnTo>
                    <a:pt x="31777" y="720"/>
                  </a:lnTo>
                  <a:lnTo>
                    <a:pt x="31931" y="0"/>
                  </a:lnTo>
                  <a:lnTo>
                    <a:pt x="32923" y="1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009210" y="3974536"/>
              <a:ext cx="86981" cy="75954"/>
            </a:xfrm>
            <a:custGeom>
              <a:avLst/>
              <a:pathLst>
                <a:path w="86981" h="75954">
                  <a:moveTo>
                    <a:pt x="34916" y="1331"/>
                  </a:moveTo>
                  <a:lnTo>
                    <a:pt x="38376" y="3301"/>
                  </a:lnTo>
                  <a:lnTo>
                    <a:pt x="43069" y="2381"/>
                  </a:lnTo>
                  <a:lnTo>
                    <a:pt x="45126" y="2291"/>
                  </a:lnTo>
                  <a:lnTo>
                    <a:pt x="47916" y="5284"/>
                  </a:lnTo>
                  <a:lnTo>
                    <a:pt x="46811" y="6913"/>
                  </a:lnTo>
                  <a:lnTo>
                    <a:pt x="50231" y="12350"/>
                  </a:lnTo>
                  <a:lnTo>
                    <a:pt x="51494" y="10504"/>
                  </a:lnTo>
                  <a:lnTo>
                    <a:pt x="52606" y="10908"/>
                  </a:lnTo>
                  <a:lnTo>
                    <a:pt x="56406" y="14003"/>
                  </a:lnTo>
                  <a:lnTo>
                    <a:pt x="57490" y="17065"/>
                  </a:lnTo>
                  <a:lnTo>
                    <a:pt x="58662" y="20375"/>
                  </a:lnTo>
                  <a:lnTo>
                    <a:pt x="58046" y="23856"/>
                  </a:lnTo>
                  <a:lnTo>
                    <a:pt x="50193" y="33433"/>
                  </a:lnTo>
                  <a:lnTo>
                    <a:pt x="53460" y="37007"/>
                  </a:lnTo>
                  <a:lnTo>
                    <a:pt x="56044" y="39259"/>
                  </a:lnTo>
                  <a:lnTo>
                    <a:pt x="56915" y="34419"/>
                  </a:lnTo>
                  <a:lnTo>
                    <a:pt x="58899" y="33665"/>
                  </a:lnTo>
                  <a:lnTo>
                    <a:pt x="62461" y="33847"/>
                  </a:lnTo>
                  <a:lnTo>
                    <a:pt x="66083" y="33847"/>
                  </a:lnTo>
                  <a:lnTo>
                    <a:pt x="68101" y="30084"/>
                  </a:lnTo>
                  <a:lnTo>
                    <a:pt x="73504" y="30509"/>
                  </a:lnTo>
                  <a:lnTo>
                    <a:pt x="75938" y="32390"/>
                  </a:lnTo>
                  <a:lnTo>
                    <a:pt x="78550" y="32937"/>
                  </a:lnTo>
                  <a:lnTo>
                    <a:pt x="82944" y="33361"/>
                  </a:lnTo>
                  <a:lnTo>
                    <a:pt x="86268" y="35546"/>
                  </a:lnTo>
                  <a:lnTo>
                    <a:pt x="86640" y="35731"/>
                  </a:lnTo>
                  <a:lnTo>
                    <a:pt x="86981" y="42100"/>
                  </a:lnTo>
                  <a:lnTo>
                    <a:pt x="84998" y="48144"/>
                  </a:lnTo>
                  <a:lnTo>
                    <a:pt x="82310" y="48051"/>
                  </a:lnTo>
                  <a:lnTo>
                    <a:pt x="80212" y="51900"/>
                  </a:lnTo>
                  <a:lnTo>
                    <a:pt x="76270" y="50571"/>
                  </a:lnTo>
                  <a:lnTo>
                    <a:pt x="71758" y="50086"/>
                  </a:lnTo>
                  <a:lnTo>
                    <a:pt x="70880" y="49552"/>
                  </a:lnTo>
                  <a:lnTo>
                    <a:pt x="70828" y="51621"/>
                  </a:lnTo>
                  <a:lnTo>
                    <a:pt x="71740" y="53718"/>
                  </a:lnTo>
                  <a:lnTo>
                    <a:pt x="73165" y="55233"/>
                  </a:lnTo>
                  <a:lnTo>
                    <a:pt x="74476" y="57913"/>
                  </a:lnTo>
                  <a:lnTo>
                    <a:pt x="75274" y="58845"/>
                  </a:lnTo>
                  <a:lnTo>
                    <a:pt x="75901" y="59544"/>
                  </a:lnTo>
                  <a:lnTo>
                    <a:pt x="77839" y="60010"/>
                  </a:lnTo>
                  <a:lnTo>
                    <a:pt x="77725" y="63389"/>
                  </a:lnTo>
                  <a:lnTo>
                    <a:pt x="77725" y="64088"/>
                  </a:lnTo>
                  <a:lnTo>
                    <a:pt x="81144" y="62981"/>
                  </a:lnTo>
                  <a:lnTo>
                    <a:pt x="84051" y="70671"/>
                  </a:lnTo>
                  <a:lnTo>
                    <a:pt x="78294" y="72419"/>
                  </a:lnTo>
                  <a:lnTo>
                    <a:pt x="77041" y="73875"/>
                  </a:lnTo>
                  <a:lnTo>
                    <a:pt x="74198" y="75954"/>
                  </a:lnTo>
                  <a:lnTo>
                    <a:pt x="73085" y="74716"/>
                  </a:lnTo>
                  <a:lnTo>
                    <a:pt x="69120" y="73922"/>
                  </a:lnTo>
                  <a:lnTo>
                    <a:pt x="69359" y="70918"/>
                  </a:lnTo>
                  <a:lnTo>
                    <a:pt x="66849" y="68965"/>
                  </a:lnTo>
                  <a:lnTo>
                    <a:pt x="67304" y="67964"/>
                  </a:lnTo>
                  <a:lnTo>
                    <a:pt x="67365" y="67014"/>
                  </a:lnTo>
                  <a:lnTo>
                    <a:pt x="65465" y="64917"/>
                  </a:lnTo>
                  <a:lnTo>
                    <a:pt x="64306" y="65247"/>
                  </a:lnTo>
                  <a:lnTo>
                    <a:pt x="63809" y="63330"/>
                  </a:lnTo>
                  <a:lnTo>
                    <a:pt x="62911" y="61280"/>
                  </a:lnTo>
                  <a:lnTo>
                    <a:pt x="61530" y="58341"/>
                  </a:lnTo>
                  <a:lnTo>
                    <a:pt x="60549" y="58492"/>
                  </a:lnTo>
                  <a:lnTo>
                    <a:pt x="60783" y="55343"/>
                  </a:lnTo>
                  <a:lnTo>
                    <a:pt x="54932" y="55428"/>
                  </a:lnTo>
                  <a:lnTo>
                    <a:pt x="51845" y="55914"/>
                  </a:lnTo>
                  <a:lnTo>
                    <a:pt x="45908" y="55428"/>
                  </a:lnTo>
                  <a:lnTo>
                    <a:pt x="42704" y="55172"/>
                  </a:lnTo>
                  <a:lnTo>
                    <a:pt x="41966" y="56815"/>
                  </a:lnTo>
                  <a:lnTo>
                    <a:pt x="40180" y="60563"/>
                  </a:lnTo>
                  <a:lnTo>
                    <a:pt x="36807" y="62926"/>
                  </a:lnTo>
                  <a:lnTo>
                    <a:pt x="36572" y="63058"/>
                  </a:lnTo>
                  <a:lnTo>
                    <a:pt x="36739" y="62425"/>
                  </a:lnTo>
                  <a:lnTo>
                    <a:pt x="36840" y="61777"/>
                  </a:lnTo>
                  <a:lnTo>
                    <a:pt x="36875" y="61122"/>
                  </a:lnTo>
                  <a:lnTo>
                    <a:pt x="36844" y="60468"/>
                  </a:lnTo>
                  <a:lnTo>
                    <a:pt x="36746" y="59820"/>
                  </a:lnTo>
                  <a:lnTo>
                    <a:pt x="36582" y="59186"/>
                  </a:lnTo>
                  <a:lnTo>
                    <a:pt x="36355" y="58572"/>
                  </a:lnTo>
                  <a:lnTo>
                    <a:pt x="36128" y="58111"/>
                  </a:lnTo>
                  <a:lnTo>
                    <a:pt x="36058" y="57970"/>
                  </a:lnTo>
                  <a:lnTo>
                    <a:pt x="35721" y="57434"/>
                  </a:lnTo>
                  <a:lnTo>
                    <a:pt x="32697" y="53766"/>
                  </a:lnTo>
                  <a:lnTo>
                    <a:pt x="32040" y="52968"/>
                  </a:lnTo>
                  <a:lnTo>
                    <a:pt x="31758" y="52626"/>
                  </a:lnTo>
                  <a:lnTo>
                    <a:pt x="31402" y="52411"/>
                  </a:lnTo>
                  <a:lnTo>
                    <a:pt x="29943" y="51527"/>
                  </a:lnTo>
                  <a:lnTo>
                    <a:pt x="29255" y="51175"/>
                  </a:lnTo>
                  <a:lnTo>
                    <a:pt x="11553" y="42107"/>
                  </a:lnTo>
                  <a:lnTo>
                    <a:pt x="4824" y="39998"/>
                  </a:lnTo>
                  <a:lnTo>
                    <a:pt x="3806" y="32135"/>
                  </a:lnTo>
                  <a:lnTo>
                    <a:pt x="921" y="29214"/>
                  </a:lnTo>
                  <a:lnTo>
                    <a:pt x="0" y="28282"/>
                  </a:lnTo>
                  <a:lnTo>
                    <a:pt x="6711" y="21675"/>
                  </a:lnTo>
                  <a:lnTo>
                    <a:pt x="7503" y="20895"/>
                  </a:lnTo>
                  <a:lnTo>
                    <a:pt x="9564" y="19049"/>
                  </a:lnTo>
                  <a:lnTo>
                    <a:pt x="10739" y="17995"/>
                  </a:lnTo>
                  <a:lnTo>
                    <a:pt x="13835" y="15451"/>
                  </a:lnTo>
                  <a:lnTo>
                    <a:pt x="14629" y="14799"/>
                  </a:lnTo>
                  <a:lnTo>
                    <a:pt x="15526" y="14062"/>
                  </a:lnTo>
                  <a:lnTo>
                    <a:pt x="18211" y="11855"/>
                  </a:lnTo>
                  <a:lnTo>
                    <a:pt x="18735" y="11424"/>
                  </a:lnTo>
                  <a:lnTo>
                    <a:pt x="18531" y="5600"/>
                  </a:lnTo>
                  <a:lnTo>
                    <a:pt x="18542" y="4466"/>
                  </a:lnTo>
                  <a:lnTo>
                    <a:pt x="25212" y="4726"/>
                  </a:lnTo>
                  <a:lnTo>
                    <a:pt x="26065" y="4815"/>
                  </a:lnTo>
                  <a:lnTo>
                    <a:pt x="28155" y="0"/>
                  </a:lnTo>
                  <a:lnTo>
                    <a:pt x="29150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61193" y="3959406"/>
              <a:ext cx="319017" cy="215881"/>
            </a:xfrm>
            <a:custGeom>
              <a:avLst/>
              <a:pathLst>
                <a:path w="319017" h="215881">
                  <a:moveTo>
                    <a:pt x="299456" y="74785"/>
                  </a:moveTo>
                  <a:lnTo>
                    <a:pt x="294706" y="78831"/>
                  </a:lnTo>
                  <a:lnTo>
                    <a:pt x="288251" y="81576"/>
                  </a:lnTo>
                  <a:lnTo>
                    <a:pt x="280576" y="78103"/>
                  </a:lnTo>
                  <a:lnTo>
                    <a:pt x="273096" y="76890"/>
                  </a:lnTo>
                  <a:lnTo>
                    <a:pt x="264072" y="79438"/>
                  </a:lnTo>
                  <a:lnTo>
                    <a:pt x="252554" y="82230"/>
                  </a:lnTo>
                  <a:lnTo>
                    <a:pt x="242699" y="85749"/>
                  </a:lnTo>
                  <a:lnTo>
                    <a:pt x="237831" y="91818"/>
                  </a:lnTo>
                  <a:lnTo>
                    <a:pt x="232131" y="96672"/>
                  </a:lnTo>
                  <a:lnTo>
                    <a:pt x="224413" y="101770"/>
                  </a:lnTo>
                  <a:lnTo>
                    <a:pt x="219307" y="107838"/>
                  </a:lnTo>
                  <a:lnTo>
                    <a:pt x="220614" y="113664"/>
                  </a:lnTo>
                  <a:lnTo>
                    <a:pt x="223329" y="119202"/>
                  </a:lnTo>
                  <a:lnTo>
                    <a:pt x="218870" y="124426"/>
                  </a:lnTo>
                  <a:lnTo>
                    <a:pt x="212173" y="130251"/>
                  </a:lnTo>
                  <a:lnTo>
                    <a:pt x="211888" y="136514"/>
                  </a:lnTo>
                  <a:lnTo>
                    <a:pt x="217302" y="140737"/>
                  </a:lnTo>
                  <a:lnTo>
                    <a:pt x="220579" y="145835"/>
                  </a:lnTo>
                  <a:lnTo>
                    <a:pt x="226368" y="152794"/>
                  </a:lnTo>
                  <a:lnTo>
                    <a:pt x="230268" y="147583"/>
                  </a:lnTo>
                  <a:lnTo>
                    <a:pt x="231836" y="139427"/>
                  </a:lnTo>
                  <a:lnTo>
                    <a:pt x="233688" y="132582"/>
                  </a:lnTo>
                  <a:lnTo>
                    <a:pt x="236942" y="124806"/>
                  </a:lnTo>
                  <a:lnTo>
                    <a:pt x="238604" y="125518"/>
                  </a:lnTo>
                  <a:lnTo>
                    <a:pt x="244731" y="123115"/>
                  </a:lnTo>
                  <a:lnTo>
                    <a:pt x="250572" y="123916"/>
                  </a:lnTo>
                  <a:lnTo>
                    <a:pt x="257845" y="128922"/>
                  </a:lnTo>
                  <a:lnTo>
                    <a:pt x="261691" y="127825"/>
                  </a:lnTo>
                  <a:lnTo>
                    <a:pt x="261971" y="125591"/>
                  </a:lnTo>
                  <a:lnTo>
                    <a:pt x="268739" y="126392"/>
                  </a:lnTo>
                  <a:lnTo>
                    <a:pt x="269127" y="121472"/>
                  </a:lnTo>
                  <a:lnTo>
                    <a:pt x="271874" y="121950"/>
                  </a:lnTo>
                  <a:lnTo>
                    <a:pt x="272444" y="118163"/>
                  </a:lnTo>
                  <a:lnTo>
                    <a:pt x="284656" y="120374"/>
                  </a:lnTo>
                  <a:lnTo>
                    <a:pt x="284883" y="121613"/>
                  </a:lnTo>
                  <a:lnTo>
                    <a:pt x="283340" y="136662"/>
                  </a:lnTo>
                  <a:lnTo>
                    <a:pt x="278946" y="152561"/>
                  </a:lnTo>
                  <a:lnTo>
                    <a:pt x="274268" y="161009"/>
                  </a:lnTo>
                  <a:lnTo>
                    <a:pt x="274438" y="164829"/>
                  </a:lnTo>
                  <a:lnTo>
                    <a:pt x="274506" y="166349"/>
                  </a:lnTo>
                  <a:lnTo>
                    <a:pt x="274031" y="173971"/>
                  </a:lnTo>
                  <a:lnTo>
                    <a:pt x="273401" y="174880"/>
                  </a:lnTo>
                  <a:lnTo>
                    <a:pt x="271039" y="178291"/>
                  </a:lnTo>
                  <a:lnTo>
                    <a:pt x="271039" y="178922"/>
                  </a:lnTo>
                  <a:lnTo>
                    <a:pt x="271023" y="179730"/>
                  </a:lnTo>
                  <a:lnTo>
                    <a:pt x="269686" y="181279"/>
                  </a:lnTo>
                  <a:lnTo>
                    <a:pt x="269512" y="181495"/>
                  </a:lnTo>
                  <a:lnTo>
                    <a:pt x="268829" y="182342"/>
                  </a:lnTo>
                  <a:lnTo>
                    <a:pt x="268188" y="183137"/>
                  </a:lnTo>
                  <a:lnTo>
                    <a:pt x="267985" y="183389"/>
                  </a:lnTo>
                  <a:lnTo>
                    <a:pt x="266680" y="185007"/>
                  </a:lnTo>
                  <a:lnTo>
                    <a:pt x="265255" y="187046"/>
                  </a:lnTo>
                  <a:lnTo>
                    <a:pt x="264652" y="187938"/>
                  </a:lnTo>
                  <a:lnTo>
                    <a:pt x="262580" y="191402"/>
                  </a:lnTo>
                  <a:lnTo>
                    <a:pt x="262287" y="191893"/>
                  </a:lnTo>
                  <a:lnTo>
                    <a:pt x="261860" y="192607"/>
                  </a:lnTo>
                  <a:lnTo>
                    <a:pt x="259131" y="193535"/>
                  </a:lnTo>
                  <a:lnTo>
                    <a:pt x="257622" y="194049"/>
                  </a:lnTo>
                  <a:lnTo>
                    <a:pt x="253261" y="204367"/>
                  </a:lnTo>
                  <a:lnTo>
                    <a:pt x="253035" y="204911"/>
                  </a:lnTo>
                  <a:lnTo>
                    <a:pt x="253484" y="205023"/>
                  </a:lnTo>
                  <a:lnTo>
                    <a:pt x="256861" y="206264"/>
                  </a:lnTo>
                  <a:lnTo>
                    <a:pt x="257843" y="206579"/>
                  </a:lnTo>
                  <a:lnTo>
                    <a:pt x="262932" y="208111"/>
                  </a:lnTo>
                  <a:lnTo>
                    <a:pt x="261503" y="210690"/>
                  </a:lnTo>
                  <a:lnTo>
                    <a:pt x="259132" y="212119"/>
                  </a:lnTo>
                  <a:lnTo>
                    <a:pt x="254360" y="213238"/>
                  </a:lnTo>
                  <a:lnTo>
                    <a:pt x="252232" y="213486"/>
                  </a:lnTo>
                  <a:lnTo>
                    <a:pt x="250467" y="212678"/>
                  </a:lnTo>
                  <a:lnTo>
                    <a:pt x="248897" y="212459"/>
                  </a:lnTo>
                  <a:lnTo>
                    <a:pt x="248371" y="212484"/>
                  </a:lnTo>
                  <a:lnTo>
                    <a:pt x="247658" y="212739"/>
                  </a:lnTo>
                  <a:lnTo>
                    <a:pt x="246720" y="213309"/>
                  </a:lnTo>
                  <a:lnTo>
                    <a:pt x="244642" y="214426"/>
                  </a:lnTo>
                  <a:lnTo>
                    <a:pt x="244076" y="214730"/>
                  </a:lnTo>
                  <a:lnTo>
                    <a:pt x="243896" y="214801"/>
                  </a:lnTo>
                  <a:lnTo>
                    <a:pt x="241131" y="215881"/>
                  </a:lnTo>
                  <a:lnTo>
                    <a:pt x="241077" y="215533"/>
                  </a:lnTo>
                  <a:lnTo>
                    <a:pt x="241022" y="215176"/>
                  </a:lnTo>
                  <a:lnTo>
                    <a:pt x="240925" y="214554"/>
                  </a:lnTo>
                  <a:lnTo>
                    <a:pt x="240841" y="214018"/>
                  </a:lnTo>
                  <a:lnTo>
                    <a:pt x="239715" y="210581"/>
                  </a:lnTo>
                  <a:lnTo>
                    <a:pt x="239698" y="210393"/>
                  </a:lnTo>
                  <a:lnTo>
                    <a:pt x="239630" y="209663"/>
                  </a:lnTo>
                  <a:lnTo>
                    <a:pt x="239770" y="209114"/>
                  </a:lnTo>
                  <a:lnTo>
                    <a:pt x="239818" y="208914"/>
                  </a:lnTo>
                  <a:lnTo>
                    <a:pt x="239491" y="208696"/>
                  </a:lnTo>
                  <a:lnTo>
                    <a:pt x="239060" y="208456"/>
                  </a:lnTo>
                  <a:lnTo>
                    <a:pt x="237200" y="207420"/>
                  </a:lnTo>
                  <a:lnTo>
                    <a:pt x="235341" y="206384"/>
                  </a:lnTo>
                  <a:lnTo>
                    <a:pt x="234246" y="205774"/>
                  </a:lnTo>
                  <a:lnTo>
                    <a:pt x="235242" y="203940"/>
                  </a:lnTo>
                  <a:lnTo>
                    <a:pt x="228578" y="199874"/>
                  </a:lnTo>
                  <a:lnTo>
                    <a:pt x="229539" y="196919"/>
                  </a:lnTo>
                  <a:lnTo>
                    <a:pt x="228761" y="196847"/>
                  </a:lnTo>
                  <a:lnTo>
                    <a:pt x="225285" y="196527"/>
                  </a:lnTo>
                  <a:lnTo>
                    <a:pt x="222011" y="195255"/>
                  </a:lnTo>
                  <a:lnTo>
                    <a:pt x="221837" y="195187"/>
                  </a:lnTo>
                  <a:lnTo>
                    <a:pt x="221666" y="195110"/>
                  </a:lnTo>
                  <a:lnTo>
                    <a:pt x="220507" y="200330"/>
                  </a:lnTo>
                  <a:lnTo>
                    <a:pt x="220334" y="201108"/>
                  </a:lnTo>
                  <a:lnTo>
                    <a:pt x="210879" y="198128"/>
                  </a:lnTo>
                  <a:lnTo>
                    <a:pt x="205283" y="197358"/>
                  </a:lnTo>
                  <a:lnTo>
                    <a:pt x="204951" y="197313"/>
                  </a:lnTo>
                  <a:lnTo>
                    <a:pt x="198811" y="196469"/>
                  </a:lnTo>
                  <a:lnTo>
                    <a:pt x="193999" y="195321"/>
                  </a:lnTo>
                  <a:lnTo>
                    <a:pt x="193365" y="194567"/>
                  </a:lnTo>
                  <a:lnTo>
                    <a:pt x="188922" y="192686"/>
                  </a:lnTo>
                  <a:lnTo>
                    <a:pt x="188449" y="192486"/>
                  </a:lnTo>
                  <a:lnTo>
                    <a:pt x="187371" y="192030"/>
                  </a:lnTo>
                  <a:lnTo>
                    <a:pt x="186452" y="191641"/>
                  </a:lnTo>
                  <a:lnTo>
                    <a:pt x="184570" y="190844"/>
                  </a:lnTo>
                  <a:lnTo>
                    <a:pt x="182430" y="189937"/>
                  </a:lnTo>
                  <a:lnTo>
                    <a:pt x="182054" y="189778"/>
                  </a:lnTo>
                  <a:lnTo>
                    <a:pt x="181838" y="189687"/>
                  </a:lnTo>
                  <a:lnTo>
                    <a:pt x="181210" y="188818"/>
                  </a:lnTo>
                  <a:lnTo>
                    <a:pt x="179144" y="187993"/>
                  </a:lnTo>
                  <a:lnTo>
                    <a:pt x="176009" y="186974"/>
                  </a:lnTo>
                  <a:lnTo>
                    <a:pt x="172970" y="186051"/>
                  </a:lnTo>
                  <a:lnTo>
                    <a:pt x="172147" y="185928"/>
                  </a:lnTo>
                  <a:lnTo>
                    <a:pt x="170407" y="186145"/>
                  </a:lnTo>
                  <a:lnTo>
                    <a:pt x="169105" y="185980"/>
                  </a:lnTo>
                  <a:lnTo>
                    <a:pt x="167640" y="186153"/>
                  </a:lnTo>
                  <a:lnTo>
                    <a:pt x="165511" y="185021"/>
                  </a:lnTo>
                  <a:lnTo>
                    <a:pt x="164631" y="184553"/>
                  </a:lnTo>
                  <a:lnTo>
                    <a:pt x="164154" y="185267"/>
                  </a:lnTo>
                  <a:lnTo>
                    <a:pt x="162921" y="187116"/>
                  </a:lnTo>
                  <a:lnTo>
                    <a:pt x="160806" y="186637"/>
                  </a:lnTo>
                  <a:lnTo>
                    <a:pt x="158057" y="186310"/>
                  </a:lnTo>
                  <a:lnTo>
                    <a:pt x="157873" y="186313"/>
                  </a:lnTo>
                  <a:lnTo>
                    <a:pt x="155611" y="186347"/>
                  </a:lnTo>
                  <a:lnTo>
                    <a:pt x="153332" y="186189"/>
                  </a:lnTo>
                  <a:lnTo>
                    <a:pt x="151337" y="185898"/>
                  </a:lnTo>
                  <a:lnTo>
                    <a:pt x="147443" y="185029"/>
                  </a:lnTo>
                  <a:lnTo>
                    <a:pt x="147407" y="184548"/>
                  </a:lnTo>
                  <a:lnTo>
                    <a:pt x="147069" y="180063"/>
                  </a:lnTo>
                  <a:lnTo>
                    <a:pt x="143553" y="180770"/>
                  </a:lnTo>
                  <a:lnTo>
                    <a:pt x="142574" y="180967"/>
                  </a:lnTo>
                  <a:lnTo>
                    <a:pt x="137262" y="182036"/>
                  </a:lnTo>
                  <a:lnTo>
                    <a:pt x="136435" y="182222"/>
                  </a:lnTo>
                  <a:lnTo>
                    <a:pt x="136229" y="182408"/>
                  </a:lnTo>
                  <a:lnTo>
                    <a:pt x="135670" y="182915"/>
                  </a:lnTo>
                  <a:lnTo>
                    <a:pt x="134574" y="183282"/>
                  </a:lnTo>
                  <a:lnTo>
                    <a:pt x="133065" y="183604"/>
                  </a:lnTo>
                  <a:lnTo>
                    <a:pt x="130519" y="184148"/>
                  </a:lnTo>
                  <a:lnTo>
                    <a:pt x="129448" y="184376"/>
                  </a:lnTo>
                  <a:lnTo>
                    <a:pt x="128659" y="177449"/>
                  </a:lnTo>
                  <a:lnTo>
                    <a:pt x="130227" y="176939"/>
                  </a:lnTo>
                  <a:lnTo>
                    <a:pt x="129657" y="174536"/>
                  </a:lnTo>
                  <a:lnTo>
                    <a:pt x="129261" y="174126"/>
                  </a:lnTo>
                  <a:lnTo>
                    <a:pt x="128042" y="172861"/>
                  </a:lnTo>
                  <a:lnTo>
                    <a:pt x="125147" y="169701"/>
                  </a:lnTo>
                  <a:lnTo>
                    <a:pt x="122511" y="166562"/>
                  </a:lnTo>
                  <a:lnTo>
                    <a:pt x="122770" y="165506"/>
                  </a:lnTo>
                  <a:lnTo>
                    <a:pt x="120300" y="162982"/>
                  </a:lnTo>
                  <a:lnTo>
                    <a:pt x="121516" y="161254"/>
                  </a:lnTo>
                  <a:lnTo>
                    <a:pt x="121890" y="160724"/>
                  </a:lnTo>
                  <a:lnTo>
                    <a:pt x="121363" y="158977"/>
                  </a:lnTo>
                  <a:lnTo>
                    <a:pt x="120574" y="157605"/>
                  </a:lnTo>
                  <a:lnTo>
                    <a:pt x="120401" y="157285"/>
                  </a:lnTo>
                  <a:lnTo>
                    <a:pt x="120313" y="157122"/>
                  </a:lnTo>
                  <a:lnTo>
                    <a:pt x="119871" y="156304"/>
                  </a:lnTo>
                  <a:lnTo>
                    <a:pt x="122507" y="154912"/>
                  </a:lnTo>
                  <a:lnTo>
                    <a:pt x="123038" y="154632"/>
                  </a:lnTo>
                  <a:lnTo>
                    <a:pt x="123057" y="154399"/>
                  </a:lnTo>
                  <a:lnTo>
                    <a:pt x="119920" y="148881"/>
                  </a:lnTo>
                  <a:lnTo>
                    <a:pt x="115010" y="150140"/>
                  </a:lnTo>
                  <a:lnTo>
                    <a:pt x="112045" y="150900"/>
                  </a:lnTo>
                  <a:lnTo>
                    <a:pt x="110122" y="151993"/>
                  </a:lnTo>
                  <a:lnTo>
                    <a:pt x="109922" y="152286"/>
                  </a:lnTo>
                  <a:lnTo>
                    <a:pt x="106641" y="157122"/>
                  </a:lnTo>
                  <a:lnTo>
                    <a:pt x="106060" y="157978"/>
                  </a:lnTo>
                  <a:lnTo>
                    <a:pt x="106554" y="157269"/>
                  </a:lnTo>
                  <a:lnTo>
                    <a:pt x="104709" y="159998"/>
                  </a:lnTo>
                  <a:lnTo>
                    <a:pt x="99609" y="167391"/>
                  </a:lnTo>
                  <a:lnTo>
                    <a:pt x="98722" y="166769"/>
                  </a:lnTo>
                  <a:lnTo>
                    <a:pt x="96493" y="165204"/>
                  </a:lnTo>
                  <a:lnTo>
                    <a:pt x="95511" y="164516"/>
                  </a:lnTo>
                  <a:lnTo>
                    <a:pt x="95108" y="164233"/>
                  </a:lnTo>
                  <a:lnTo>
                    <a:pt x="93996" y="163453"/>
                  </a:lnTo>
                  <a:lnTo>
                    <a:pt x="93496" y="163102"/>
                  </a:lnTo>
                  <a:lnTo>
                    <a:pt x="90775" y="161335"/>
                  </a:lnTo>
                  <a:lnTo>
                    <a:pt x="88937" y="160141"/>
                  </a:lnTo>
                  <a:lnTo>
                    <a:pt x="88388" y="159895"/>
                  </a:lnTo>
                  <a:lnTo>
                    <a:pt x="87501" y="159496"/>
                  </a:lnTo>
                  <a:lnTo>
                    <a:pt x="87370" y="159437"/>
                  </a:lnTo>
                  <a:lnTo>
                    <a:pt x="86325" y="159174"/>
                  </a:lnTo>
                  <a:lnTo>
                    <a:pt x="85636" y="159000"/>
                  </a:lnTo>
                  <a:lnTo>
                    <a:pt x="82649" y="158753"/>
                  </a:lnTo>
                  <a:lnTo>
                    <a:pt x="80934" y="158612"/>
                  </a:lnTo>
                  <a:lnTo>
                    <a:pt x="69785" y="157954"/>
                  </a:lnTo>
                  <a:lnTo>
                    <a:pt x="68838" y="157898"/>
                  </a:lnTo>
                  <a:lnTo>
                    <a:pt x="67425" y="157815"/>
                  </a:lnTo>
                  <a:lnTo>
                    <a:pt x="66947" y="157786"/>
                  </a:lnTo>
                  <a:lnTo>
                    <a:pt x="65995" y="157685"/>
                  </a:lnTo>
                  <a:lnTo>
                    <a:pt x="65119" y="157591"/>
                  </a:lnTo>
                  <a:lnTo>
                    <a:pt x="62899" y="157355"/>
                  </a:lnTo>
                  <a:lnTo>
                    <a:pt x="62625" y="157325"/>
                  </a:lnTo>
                  <a:lnTo>
                    <a:pt x="61485" y="157080"/>
                  </a:lnTo>
                  <a:lnTo>
                    <a:pt x="61133" y="157004"/>
                  </a:lnTo>
                  <a:lnTo>
                    <a:pt x="60845" y="156942"/>
                  </a:lnTo>
                  <a:lnTo>
                    <a:pt x="59917" y="156743"/>
                  </a:lnTo>
                  <a:lnTo>
                    <a:pt x="58041" y="156136"/>
                  </a:lnTo>
                  <a:lnTo>
                    <a:pt x="57738" y="155969"/>
                  </a:lnTo>
                  <a:lnTo>
                    <a:pt x="55975" y="154995"/>
                  </a:lnTo>
                  <a:lnTo>
                    <a:pt x="51013" y="151666"/>
                  </a:lnTo>
                  <a:lnTo>
                    <a:pt x="50585" y="151378"/>
                  </a:lnTo>
                  <a:lnTo>
                    <a:pt x="50418" y="151286"/>
                  </a:lnTo>
                  <a:lnTo>
                    <a:pt x="50017" y="151063"/>
                  </a:lnTo>
                  <a:lnTo>
                    <a:pt x="48748" y="150358"/>
                  </a:lnTo>
                  <a:lnTo>
                    <a:pt x="45727" y="148680"/>
                  </a:lnTo>
                  <a:lnTo>
                    <a:pt x="44627" y="148224"/>
                  </a:lnTo>
                  <a:lnTo>
                    <a:pt x="44498" y="147832"/>
                  </a:lnTo>
                  <a:lnTo>
                    <a:pt x="44370" y="147444"/>
                  </a:lnTo>
                  <a:lnTo>
                    <a:pt x="44058" y="146495"/>
                  </a:lnTo>
                  <a:lnTo>
                    <a:pt x="43981" y="146358"/>
                  </a:lnTo>
                  <a:lnTo>
                    <a:pt x="43773" y="145987"/>
                  </a:lnTo>
                  <a:lnTo>
                    <a:pt x="43583" y="145646"/>
                  </a:lnTo>
                  <a:lnTo>
                    <a:pt x="42875" y="144607"/>
                  </a:lnTo>
                  <a:lnTo>
                    <a:pt x="37062" y="140393"/>
                  </a:lnTo>
                  <a:lnTo>
                    <a:pt x="36436" y="140161"/>
                  </a:lnTo>
                  <a:lnTo>
                    <a:pt x="35124" y="139677"/>
                  </a:lnTo>
                  <a:lnTo>
                    <a:pt x="34319" y="139473"/>
                  </a:lnTo>
                  <a:lnTo>
                    <a:pt x="26726" y="137558"/>
                  </a:lnTo>
                  <a:lnTo>
                    <a:pt x="20369" y="135954"/>
                  </a:lnTo>
                  <a:lnTo>
                    <a:pt x="18230" y="135414"/>
                  </a:lnTo>
                  <a:lnTo>
                    <a:pt x="17720" y="135286"/>
                  </a:lnTo>
                  <a:lnTo>
                    <a:pt x="17485" y="135226"/>
                  </a:lnTo>
                  <a:lnTo>
                    <a:pt x="15980" y="134847"/>
                  </a:lnTo>
                  <a:lnTo>
                    <a:pt x="4462" y="131934"/>
                  </a:lnTo>
                  <a:lnTo>
                    <a:pt x="340" y="123539"/>
                  </a:lnTo>
                  <a:lnTo>
                    <a:pt x="0" y="122844"/>
                  </a:lnTo>
                  <a:lnTo>
                    <a:pt x="684" y="122585"/>
                  </a:lnTo>
                  <a:lnTo>
                    <a:pt x="2736" y="121808"/>
                  </a:lnTo>
                  <a:lnTo>
                    <a:pt x="4313" y="123148"/>
                  </a:lnTo>
                  <a:lnTo>
                    <a:pt x="6611" y="120352"/>
                  </a:lnTo>
                  <a:lnTo>
                    <a:pt x="7352" y="118507"/>
                  </a:lnTo>
                  <a:lnTo>
                    <a:pt x="7543" y="118351"/>
                  </a:lnTo>
                  <a:lnTo>
                    <a:pt x="7482" y="119855"/>
                  </a:lnTo>
                  <a:lnTo>
                    <a:pt x="10044" y="122147"/>
                  </a:lnTo>
                  <a:lnTo>
                    <a:pt x="10421" y="122315"/>
                  </a:lnTo>
                  <a:lnTo>
                    <a:pt x="10651" y="122066"/>
                  </a:lnTo>
                  <a:lnTo>
                    <a:pt x="11762" y="120863"/>
                  </a:lnTo>
                  <a:lnTo>
                    <a:pt x="16735" y="115483"/>
                  </a:lnTo>
                  <a:lnTo>
                    <a:pt x="18245" y="113662"/>
                  </a:lnTo>
                  <a:lnTo>
                    <a:pt x="18758" y="112905"/>
                  </a:lnTo>
                  <a:lnTo>
                    <a:pt x="18894" y="112705"/>
                  </a:lnTo>
                  <a:lnTo>
                    <a:pt x="19960" y="112169"/>
                  </a:lnTo>
                  <a:lnTo>
                    <a:pt x="20775" y="111822"/>
                  </a:lnTo>
                  <a:lnTo>
                    <a:pt x="25505" y="109803"/>
                  </a:lnTo>
                  <a:lnTo>
                    <a:pt x="25925" y="109561"/>
                  </a:lnTo>
                  <a:lnTo>
                    <a:pt x="29667" y="103480"/>
                  </a:lnTo>
                  <a:lnTo>
                    <a:pt x="34337" y="103802"/>
                  </a:lnTo>
                  <a:lnTo>
                    <a:pt x="37198" y="104000"/>
                  </a:lnTo>
                  <a:lnTo>
                    <a:pt x="37067" y="102413"/>
                  </a:lnTo>
                  <a:lnTo>
                    <a:pt x="37050" y="102204"/>
                  </a:lnTo>
                  <a:lnTo>
                    <a:pt x="36775" y="98858"/>
                  </a:lnTo>
                  <a:lnTo>
                    <a:pt x="36755" y="98615"/>
                  </a:lnTo>
                  <a:lnTo>
                    <a:pt x="39094" y="100235"/>
                  </a:lnTo>
                  <a:lnTo>
                    <a:pt x="39866" y="100747"/>
                  </a:lnTo>
                  <a:lnTo>
                    <a:pt x="40090" y="100896"/>
                  </a:lnTo>
                  <a:lnTo>
                    <a:pt x="45165" y="104264"/>
                  </a:lnTo>
                  <a:lnTo>
                    <a:pt x="45326" y="104371"/>
                  </a:lnTo>
                  <a:lnTo>
                    <a:pt x="45990" y="104802"/>
                  </a:lnTo>
                  <a:lnTo>
                    <a:pt x="47079" y="105508"/>
                  </a:lnTo>
                  <a:lnTo>
                    <a:pt x="49902" y="107339"/>
                  </a:lnTo>
                  <a:lnTo>
                    <a:pt x="51109" y="108121"/>
                  </a:lnTo>
                  <a:lnTo>
                    <a:pt x="51263" y="108221"/>
                  </a:lnTo>
                  <a:lnTo>
                    <a:pt x="51614" y="108449"/>
                  </a:lnTo>
                  <a:lnTo>
                    <a:pt x="55112" y="110569"/>
                  </a:lnTo>
                  <a:lnTo>
                    <a:pt x="55503" y="110807"/>
                  </a:lnTo>
                  <a:lnTo>
                    <a:pt x="56840" y="111748"/>
                  </a:lnTo>
                  <a:lnTo>
                    <a:pt x="59852" y="113868"/>
                  </a:lnTo>
                  <a:lnTo>
                    <a:pt x="60808" y="114665"/>
                  </a:lnTo>
                  <a:lnTo>
                    <a:pt x="61774" y="115468"/>
                  </a:lnTo>
                  <a:lnTo>
                    <a:pt x="62387" y="115979"/>
                  </a:lnTo>
                  <a:lnTo>
                    <a:pt x="63279" y="116721"/>
                  </a:lnTo>
                  <a:lnTo>
                    <a:pt x="65713" y="118364"/>
                  </a:lnTo>
                  <a:lnTo>
                    <a:pt x="67184" y="119356"/>
                  </a:lnTo>
                  <a:lnTo>
                    <a:pt x="67850" y="119805"/>
                  </a:lnTo>
                  <a:lnTo>
                    <a:pt x="68978" y="120566"/>
                  </a:lnTo>
                  <a:lnTo>
                    <a:pt x="69763" y="120470"/>
                  </a:lnTo>
                  <a:lnTo>
                    <a:pt x="72269" y="120241"/>
                  </a:lnTo>
                  <a:lnTo>
                    <a:pt x="75348" y="119532"/>
                  </a:lnTo>
                  <a:lnTo>
                    <a:pt x="76283" y="119316"/>
                  </a:lnTo>
                  <a:lnTo>
                    <a:pt x="82698" y="120950"/>
                  </a:lnTo>
                  <a:lnTo>
                    <a:pt x="86405" y="121893"/>
                  </a:lnTo>
                  <a:lnTo>
                    <a:pt x="86405" y="122722"/>
                  </a:lnTo>
                  <a:lnTo>
                    <a:pt x="86647" y="122827"/>
                  </a:lnTo>
                  <a:lnTo>
                    <a:pt x="91334" y="124866"/>
                  </a:lnTo>
                  <a:lnTo>
                    <a:pt x="94579" y="125607"/>
                  </a:lnTo>
                  <a:lnTo>
                    <a:pt x="95131" y="125734"/>
                  </a:lnTo>
                  <a:lnTo>
                    <a:pt x="95258" y="121175"/>
                  </a:lnTo>
                  <a:lnTo>
                    <a:pt x="95267" y="120875"/>
                  </a:lnTo>
                  <a:lnTo>
                    <a:pt x="95794" y="121079"/>
                  </a:lnTo>
                  <a:lnTo>
                    <a:pt x="96066" y="121185"/>
                  </a:lnTo>
                  <a:lnTo>
                    <a:pt x="96165" y="120146"/>
                  </a:lnTo>
                  <a:lnTo>
                    <a:pt x="105107" y="124782"/>
                  </a:lnTo>
                  <a:lnTo>
                    <a:pt x="105297" y="124851"/>
                  </a:lnTo>
                  <a:lnTo>
                    <a:pt x="106381" y="125239"/>
                  </a:lnTo>
                  <a:lnTo>
                    <a:pt x="106759" y="125375"/>
                  </a:lnTo>
                  <a:lnTo>
                    <a:pt x="107804" y="125278"/>
                  </a:lnTo>
                  <a:lnTo>
                    <a:pt x="108773" y="124734"/>
                  </a:lnTo>
                  <a:lnTo>
                    <a:pt x="111129" y="123142"/>
                  </a:lnTo>
                  <a:lnTo>
                    <a:pt x="111503" y="123105"/>
                  </a:lnTo>
                  <a:lnTo>
                    <a:pt x="112117" y="123045"/>
                  </a:lnTo>
                  <a:lnTo>
                    <a:pt x="115632" y="123452"/>
                  </a:lnTo>
                  <a:lnTo>
                    <a:pt x="121711" y="125161"/>
                  </a:lnTo>
                  <a:lnTo>
                    <a:pt x="122164" y="125289"/>
                  </a:lnTo>
                  <a:lnTo>
                    <a:pt x="122976" y="126389"/>
                  </a:lnTo>
                  <a:lnTo>
                    <a:pt x="123214" y="126501"/>
                  </a:lnTo>
                  <a:lnTo>
                    <a:pt x="124007" y="126875"/>
                  </a:lnTo>
                  <a:lnTo>
                    <a:pt x="124464" y="127087"/>
                  </a:lnTo>
                  <a:lnTo>
                    <a:pt x="124359" y="124741"/>
                  </a:lnTo>
                  <a:lnTo>
                    <a:pt x="123944" y="123005"/>
                  </a:lnTo>
                  <a:lnTo>
                    <a:pt x="124422" y="122322"/>
                  </a:lnTo>
                  <a:lnTo>
                    <a:pt x="124632" y="122022"/>
                  </a:lnTo>
                  <a:lnTo>
                    <a:pt x="124431" y="121828"/>
                  </a:lnTo>
                  <a:lnTo>
                    <a:pt x="124149" y="121351"/>
                  </a:lnTo>
                  <a:lnTo>
                    <a:pt x="123742" y="120663"/>
                  </a:lnTo>
                  <a:lnTo>
                    <a:pt x="123565" y="120396"/>
                  </a:lnTo>
                  <a:lnTo>
                    <a:pt x="123434" y="120198"/>
                  </a:lnTo>
                  <a:lnTo>
                    <a:pt x="123438" y="118693"/>
                  </a:lnTo>
                  <a:lnTo>
                    <a:pt x="123676" y="118684"/>
                  </a:lnTo>
                  <a:lnTo>
                    <a:pt x="126494" y="118578"/>
                  </a:lnTo>
                  <a:lnTo>
                    <a:pt x="132620" y="116203"/>
                  </a:lnTo>
                  <a:lnTo>
                    <a:pt x="130800" y="112378"/>
                  </a:lnTo>
                  <a:lnTo>
                    <a:pt x="130140" y="110990"/>
                  </a:lnTo>
                  <a:lnTo>
                    <a:pt x="128354" y="107362"/>
                  </a:lnTo>
                  <a:lnTo>
                    <a:pt x="127746" y="106125"/>
                  </a:lnTo>
                  <a:lnTo>
                    <a:pt x="127595" y="105820"/>
                  </a:lnTo>
                  <a:lnTo>
                    <a:pt x="128945" y="104830"/>
                  </a:lnTo>
                  <a:lnTo>
                    <a:pt x="128716" y="104377"/>
                  </a:lnTo>
                  <a:lnTo>
                    <a:pt x="128195" y="103343"/>
                  </a:lnTo>
                  <a:lnTo>
                    <a:pt x="126092" y="99174"/>
                  </a:lnTo>
                  <a:lnTo>
                    <a:pt x="127038" y="98432"/>
                  </a:lnTo>
                  <a:lnTo>
                    <a:pt x="125912" y="95555"/>
                  </a:lnTo>
                  <a:lnTo>
                    <a:pt x="126909" y="94764"/>
                  </a:lnTo>
                  <a:lnTo>
                    <a:pt x="127778" y="94076"/>
                  </a:lnTo>
                  <a:lnTo>
                    <a:pt x="127689" y="92596"/>
                  </a:lnTo>
                  <a:lnTo>
                    <a:pt x="137468" y="89841"/>
                  </a:lnTo>
                  <a:lnTo>
                    <a:pt x="144592" y="87414"/>
                  </a:lnTo>
                  <a:lnTo>
                    <a:pt x="144830" y="78068"/>
                  </a:lnTo>
                  <a:lnTo>
                    <a:pt x="149342" y="72667"/>
                  </a:lnTo>
                  <a:lnTo>
                    <a:pt x="154804" y="72485"/>
                  </a:lnTo>
                  <a:lnTo>
                    <a:pt x="157297" y="72364"/>
                  </a:lnTo>
                  <a:lnTo>
                    <a:pt x="156406" y="80920"/>
                  </a:lnTo>
                  <a:lnTo>
                    <a:pt x="159316" y="79343"/>
                  </a:lnTo>
                  <a:lnTo>
                    <a:pt x="163649" y="76673"/>
                  </a:lnTo>
                  <a:lnTo>
                    <a:pt x="168245" y="75205"/>
                  </a:lnTo>
                  <a:lnTo>
                    <a:pt x="173794" y="76345"/>
                  </a:lnTo>
                  <a:lnTo>
                    <a:pt x="175404" y="81042"/>
                  </a:lnTo>
                  <a:lnTo>
                    <a:pt x="176414" y="86018"/>
                  </a:lnTo>
                  <a:lnTo>
                    <a:pt x="181188" y="84432"/>
                  </a:lnTo>
                  <a:lnTo>
                    <a:pt x="188133" y="87671"/>
                  </a:lnTo>
                  <a:lnTo>
                    <a:pt x="192598" y="87574"/>
                  </a:lnTo>
                  <a:lnTo>
                    <a:pt x="198772" y="86797"/>
                  </a:lnTo>
                  <a:lnTo>
                    <a:pt x="202382" y="89710"/>
                  </a:lnTo>
                  <a:lnTo>
                    <a:pt x="209791" y="89321"/>
                  </a:lnTo>
                  <a:lnTo>
                    <a:pt x="214350" y="85243"/>
                  </a:lnTo>
                  <a:lnTo>
                    <a:pt x="215680" y="77185"/>
                  </a:lnTo>
                  <a:lnTo>
                    <a:pt x="216019" y="69132"/>
                  </a:lnTo>
                  <a:lnTo>
                    <a:pt x="223482" y="57575"/>
                  </a:lnTo>
                  <a:lnTo>
                    <a:pt x="237148" y="51649"/>
                  </a:lnTo>
                  <a:lnTo>
                    <a:pt x="246552" y="46697"/>
                  </a:lnTo>
                  <a:lnTo>
                    <a:pt x="249687" y="40386"/>
                  </a:lnTo>
                  <a:lnTo>
                    <a:pt x="250637" y="31842"/>
                  </a:lnTo>
                  <a:lnTo>
                    <a:pt x="250048" y="30002"/>
                  </a:lnTo>
                  <a:lnTo>
                    <a:pt x="251667" y="26151"/>
                  </a:lnTo>
                  <a:lnTo>
                    <a:pt x="255187" y="24661"/>
                  </a:lnTo>
                  <a:lnTo>
                    <a:pt x="260594" y="22372"/>
                  </a:lnTo>
                  <a:lnTo>
                    <a:pt x="271433" y="17784"/>
                  </a:lnTo>
                  <a:lnTo>
                    <a:pt x="280943" y="14249"/>
                  </a:lnTo>
                  <a:lnTo>
                    <a:pt x="286125" y="12323"/>
                  </a:lnTo>
                  <a:lnTo>
                    <a:pt x="288413" y="11472"/>
                  </a:lnTo>
                  <a:lnTo>
                    <a:pt x="306549" y="4587"/>
                  </a:lnTo>
                  <a:lnTo>
                    <a:pt x="311452" y="1117"/>
                  </a:lnTo>
                  <a:lnTo>
                    <a:pt x="312352" y="941"/>
                  </a:lnTo>
                  <a:lnTo>
                    <a:pt x="317163" y="0"/>
                  </a:lnTo>
                  <a:lnTo>
                    <a:pt x="318797" y="7740"/>
                  </a:lnTo>
                  <a:lnTo>
                    <a:pt x="319017" y="8785"/>
                  </a:lnTo>
                  <a:lnTo>
                    <a:pt x="314772" y="10016"/>
                  </a:lnTo>
                  <a:lnTo>
                    <a:pt x="309429" y="10744"/>
                  </a:lnTo>
                  <a:lnTo>
                    <a:pt x="304205" y="13414"/>
                  </a:lnTo>
                  <a:lnTo>
                    <a:pt x="297674" y="18512"/>
                  </a:lnTo>
                  <a:lnTo>
                    <a:pt x="289722" y="25557"/>
                  </a:lnTo>
                  <a:lnTo>
                    <a:pt x="289480" y="25693"/>
                  </a:lnTo>
                  <a:lnTo>
                    <a:pt x="283218" y="29220"/>
                  </a:lnTo>
                  <a:lnTo>
                    <a:pt x="276094" y="38930"/>
                  </a:lnTo>
                  <a:lnTo>
                    <a:pt x="277044" y="46697"/>
                  </a:lnTo>
                  <a:lnTo>
                    <a:pt x="279656" y="50824"/>
                  </a:lnTo>
                  <a:lnTo>
                    <a:pt x="283693" y="53736"/>
                  </a:lnTo>
                  <a:lnTo>
                    <a:pt x="289155" y="54707"/>
                  </a:lnTo>
                  <a:lnTo>
                    <a:pt x="294943" y="670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25" y="4091203"/>
              <a:ext cx="159140" cy="98295"/>
            </a:xfrm>
            <a:custGeom>
              <a:avLst/>
              <a:pathLst>
                <a:path w="159140" h="98295">
                  <a:moveTo>
                    <a:pt x="85346" y="14242"/>
                  </a:moveTo>
                  <a:lnTo>
                    <a:pt x="86434" y="19297"/>
                  </a:lnTo>
                  <a:lnTo>
                    <a:pt x="98783" y="23666"/>
                  </a:lnTo>
                  <a:lnTo>
                    <a:pt x="98317" y="27813"/>
                  </a:lnTo>
                  <a:lnTo>
                    <a:pt x="86196" y="31919"/>
                  </a:lnTo>
                  <a:lnTo>
                    <a:pt x="79022" y="39139"/>
                  </a:lnTo>
                  <a:lnTo>
                    <a:pt x="89454" y="50290"/>
                  </a:lnTo>
                  <a:lnTo>
                    <a:pt x="89003" y="51787"/>
                  </a:lnTo>
                  <a:lnTo>
                    <a:pt x="58721" y="57515"/>
                  </a:lnTo>
                  <a:lnTo>
                    <a:pt x="58645" y="59316"/>
                  </a:lnTo>
                  <a:lnTo>
                    <a:pt x="62488" y="60589"/>
                  </a:lnTo>
                  <a:lnTo>
                    <a:pt x="66097" y="61900"/>
                  </a:lnTo>
                  <a:lnTo>
                    <a:pt x="68521" y="63117"/>
                  </a:lnTo>
                  <a:lnTo>
                    <a:pt x="75311" y="59327"/>
                  </a:lnTo>
                  <a:lnTo>
                    <a:pt x="79164" y="72508"/>
                  </a:lnTo>
                  <a:lnTo>
                    <a:pt x="81296" y="72483"/>
                  </a:lnTo>
                  <a:lnTo>
                    <a:pt x="84248" y="61942"/>
                  </a:lnTo>
                  <a:lnTo>
                    <a:pt x="86163" y="59690"/>
                  </a:lnTo>
                  <a:lnTo>
                    <a:pt x="88420" y="58065"/>
                  </a:lnTo>
                  <a:lnTo>
                    <a:pt x="90200" y="58719"/>
                  </a:lnTo>
                  <a:lnTo>
                    <a:pt x="92979" y="59084"/>
                  </a:lnTo>
                  <a:lnTo>
                    <a:pt x="97159" y="58405"/>
                  </a:lnTo>
                  <a:lnTo>
                    <a:pt x="100816" y="58065"/>
                  </a:lnTo>
                  <a:lnTo>
                    <a:pt x="105091" y="58114"/>
                  </a:lnTo>
                  <a:lnTo>
                    <a:pt x="107513" y="58259"/>
                  </a:lnTo>
                  <a:lnTo>
                    <a:pt x="109793" y="58502"/>
                  </a:lnTo>
                  <a:lnTo>
                    <a:pt x="111550" y="58405"/>
                  </a:lnTo>
                  <a:lnTo>
                    <a:pt x="112975" y="57677"/>
                  </a:lnTo>
                  <a:lnTo>
                    <a:pt x="114732" y="56803"/>
                  </a:lnTo>
                  <a:lnTo>
                    <a:pt x="116679" y="56220"/>
                  </a:lnTo>
                  <a:lnTo>
                    <a:pt x="119054" y="56026"/>
                  </a:lnTo>
                  <a:lnTo>
                    <a:pt x="121429" y="56123"/>
                  </a:lnTo>
                  <a:lnTo>
                    <a:pt x="123471" y="57919"/>
                  </a:lnTo>
                  <a:lnTo>
                    <a:pt x="125704" y="60881"/>
                  </a:lnTo>
                  <a:lnTo>
                    <a:pt x="127888" y="63260"/>
                  </a:lnTo>
                  <a:lnTo>
                    <a:pt x="130596" y="65687"/>
                  </a:lnTo>
                  <a:lnTo>
                    <a:pt x="135250" y="67969"/>
                  </a:lnTo>
                  <a:lnTo>
                    <a:pt x="138432" y="69376"/>
                  </a:lnTo>
                  <a:lnTo>
                    <a:pt x="139905" y="69182"/>
                  </a:lnTo>
                  <a:lnTo>
                    <a:pt x="142802" y="68163"/>
                  </a:lnTo>
                  <a:lnTo>
                    <a:pt x="146269" y="67920"/>
                  </a:lnTo>
                  <a:lnTo>
                    <a:pt x="149641" y="68211"/>
                  </a:lnTo>
                  <a:lnTo>
                    <a:pt x="152111" y="68842"/>
                  </a:lnTo>
                  <a:lnTo>
                    <a:pt x="154058" y="69910"/>
                  </a:lnTo>
                  <a:lnTo>
                    <a:pt x="157050" y="71173"/>
                  </a:lnTo>
                  <a:lnTo>
                    <a:pt x="158570" y="72144"/>
                  </a:lnTo>
                  <a:lnTo>
                    <a:pt x="159140" y="72920"/>
                  </a:lnTo>
                  <a:lnTo>
                    <a:pt x="158855" y="74280"/>
                  </a:lnTo>
                  <a:lnTo>
                    <a:pt x="157050" y="75105"/>
                  </a:lnTo>
                  <a:lnTo>
                    <a:pt x="155530" y="75056"/>
                  </a:lnTo>
                  <a:lnTo>
                    <a:pt x="153393" y="75251"/>
                  </a:lnTo>
                  <a:lnTo>
                    <a:pt x="151968" y="75736"/>
                  </a:lnTo>
                  <a:lnTo>
                    <a:pt x="149973" y="76561"/>
                  </a:lnTo>
                  <a:lnTo>
                    <a:pt x="148739" y="77629"/>
                  </a:lnTo>
                  <a:lnTo>
                    <a:pt x="147504" y="79668"/>
                  </a:lnTo>
                  <a:lnTo>
                    <a:pt x="145765" y="83891"/>
                  </a:lnTo>
                  <a:lnTo>
                    <a:pt x="143153" y="87096"/>
                  </a:lnTo>
                  <a:lnTo>
                    <a:pt x="139781" y="90057"/>
                  </a:lnTo>
                  <a:lnTo>
                    <a:pt x="136551" y="91416"/>
                  </a:lnTo>
                  <a:lnTo>
                    <a:pt x="131849" y="92678"/>
                  </a:lnTo>
                  <a:lnTo>
                    <a:pt x="129997" y="93115"/>
                  </a:lnTo>
                  <a:lnTo>
                    <a:pt x="128857" y="93115"/>
                  </a:lnTo>
                  <a:lnTo>
                    <a:pt x="127907" y="92727"/>
                  </a:lnTo>
                  <a:lnTo>
                    <a:pt x="127289" y="91950"/>
                  </a:lnTo>
                  <a:lnTo>
                    <a:pt x="127289" y="90737"/>
                  </a:lnTo>
                  <a:lnTo>
                    <a:pt x="127432" y="88552"/>
                  </a:lnTo>
                  <a:lnTo>
                    <a:pt x="126339" y="89135"/>
                  </a:lnTo>
                  <a:lnTo>
                    <a:pt x="124772" y="89474"/>
                  </a:lnTo>
                  <a:lnTo>
                    <a:pt x="121257" y="90154"/>
                  </a:lnTo>
                  <a:lnTo>
                    <a:pt x="118265" y="89766"/>
                  </a:lnTo>
                  <a:lnTo>
                    <a:pt x="114703" y="89620"/>
                  </a:lnTo>
                  <a:lnTo>
                    <a:pt x="112355" y="90229"/>
                  </a:lnTo>
                  <a:lnTo>
                    <a:pt x="111336" y="91245"/>
                  </a:lnTo>
                  <a:lnTo>
                    <a:pt x="110191" y="92630"/>
                  </a:lnTo>
                  <a:lnTo>
                    <a:pt x="106581" y="93992"/>
                  </a:lnTo>
                  <a:lnTo>
                    <a:pt x="105492" y="94403"/>
                  </a:lnTo>
                  <a:lnTo>
                    <a:pt x="104962" y="94423"/>
                  </a:lnTo>
                  <a:lnTo>
                    <a:pt x="103709" y="94365"/>
                  </a:lnTo>
                  <a:lnTo>
                    <a:pt x="102398" y="93724"/>
                  </a:lnTo>
                  <a:lnTo>
                    <a:pt x="102683" y="92734"/>
                  </a:lnTo>
                  <a:lnTo>
                    <a:pt x="103481" y="91685"/>
                  </a:lnTo>
                  <a:lnTo>
                    <a:pt x="103994" y="90404"/>
                  </a:lnTo>
                  <a:lnTo>
                    <a:pt x="103595" y="89646"/>
                  </a:lnTo>
                  <a:lnTo>
                    <a:pt x="102569" y="89588"/>
                  </a:lnTo>
                  <a:lnTo>
                    <a:pt x="101315" y="90112"/>
                  </a:lnTo>
                  <a:lnTo>
                    <a:pt x="99719" y="90870"/>
                  </a:lnTo>
                  <a:lnTo>
                    <a:pt x="96926" y="91627"/>
                  </a:lnTo>
                  <a:lnTo>
                    <a:pt x="94932" y="92035"/>
                  </a:lnTo>
                  <a:lnTo>
                    <a:pt x="92082" y="92268"/>
                  </a:lnTo>
                  <a:lnTo>
                    <a:pt x="87180" y="92268"/>
                  </a:lnTo>
                  <a:lnTo>
                    <a:pt x="80512" y="91744"/>
                  </a:lnTo>
                  <a:lnTo>
                    <a:pt x="73445" y="91744"/>
                  </a:lnTo>
                  <a:lnTo>
                    <a:pt x="69459" y="91454"/>
                  </a:lnTo>
                  <a:lnTo>
                    <a:pt x="69247" y="97816"/>
                  </a:lnTo>
                  <a:lnTo>
                    <a:pt x="64730" y="98295"/>
                  </a:lnTo>
                  <a:lnTo>
                    <a:pt x="64502" y="96454"/>
                  </a:lnTo>
                  <a:lnTo>
                    <a:pt x="61128" y="94707"/>
                  </a:lnTo>
                  <a:lnTo>
                    <a:pt x="62142" y="91681"/>
                  </a:lnTo>
                  <a:lnTo>
                    <a:pt x="59424" y="89255"/>
                  </a:lnTo>
                  <a:lnTo>
                    <a:pt x="54009" y="87459"/>
                  </a:lnTo>
                  <a:lnTo>
                    <a:pt x="51345" y="88203"/>
                  </a:lnTo>
                  <a:lnTo>
                    <a:pt x="48452" y="89012"/>
                  </a:lnTo>
                  <a:lnTo>
                    <a:pt x="42209" y="85699"/>
                  </a:lnTo>
                  <a:lnTo>
                    <a:pt x="41518" y="82167"/>
                  </a:lnTo>
                  <a:lnTo>
                    <a:pt x="38176" y="81777"/>
                  </a:lnTo>
                  <a:lnTo>
                    <a:pt x="34869" y="81390"/>
                  </a:lnTo>
                  <a:lnTo>
                    <a:pt x="34821" y="79615"/>
                  </a:lnTo>
                  <a:lnTo>
                    <a:pt x="29739" y="79400"/>
                  </a:lnTo>
                  <a:lnTo>
                    <a:pt x="23042" y="80322"/>
                  </a:lnTo>
                  <a:lnTo>
                    <a:pt x="16583" y="77264"/>
                  </a:lnTo>
                  <a:lnTo>
                    <a:pt x="16559" y="76307"/>
                  </a:lnTo>
                  <a:lnTo>
                    <a:pt x="16488" y="73477"/>
                  </a:lnTo>
                  <a:lnTo>
                    <a:pt x="14075" y="72313"/>
                  </a:lnTo>
                  <a:lnTo>
                    <a:pt x="12831" y="71443"/>
                  </a:lnTo>
                  <a:lnTo>
                    <a:pt x="8189" y="68197"/>
                  </a:lnTo>
                  <a:lnTo>
                    <a:pt x="4811" y="74783"/>
                  </a:lnTo>
                  <a:lnTo>
                    <a:pt x="3830" y="74467"/>
                  </a:lnTo>
                  <a:lnTo>
                    <a:pt x="452" y="73226"/>
                  </a:lnTo>
                  <a:lnTo>
                    <a:pt x="0" y="73114"/>
                  </a:lnTo>
                  <a:lnTo>
                    <a:pt x="255" y="72509"/>
                  </a:lnTo>
                  <a:lnTo>
                    <a:pt x="4591" y="62252"/>
                  </a:lnTo>
                  <a:lnTo>
                    <a:pt x="6100" y="61739"/>
                  </a:lnTo>
                  <a:lnTo>
                    <a:pt x="8828" y="60810"/>
                  </a:lnTo>
                  <a:lnTo>
                    <a:pt x="9255" y="60096"/>
                  </a:lnTo>
                  <a:lnTo>
                    <a:pt x="9549" y="59605"/>
                  </a:lnTo>
                  <a:lnTo>
                    <a:pt x="11621" y="56141"/>
                  </a:lnTo>
                  <a:lnTo>
                    <a:pt x="12224" y="55250"/>
                  </a:lnTo>
                  <a:lnTo>
                    <a:pt x="13649" y="53211"/>
                  </a:lnTo>
                  <a:lnTo>
                    <a:pt x="14954" y="51592"/>
                  </a:lnTo>
                  <a:lnTo>
                    <a:pt x="15157" y="51340"/>
                  </a:lnTo>
                  <a:lnTo>
                    <a:pt x="15797" y="50546"/>
                  </a:lnTo>
                  <a:lnTo>
                    <a:pt x="16481" y="49699"/>
                  </a:lnTo>
                  <a:lnTo>
                    <a:pt x="16655" y="49483"/>
                  </a:lnTo>
                  <a:lnTo>
                    <a:pt x="17991" y="47933"/>
                  </a:lnTo>
                  <a:lnTo>
                    <a:pt x="18007" y="47126"/>
                  </a:lnTo>
                  <a:lnTo>
                    <a:pt x="18007" y="46495"/>
                  </a:lnTo>
                  <a:lnTo>
                    <a:pt x="20369" y="43084"/>
                  </a:lnTo>
                  <a:lnTo>
                    <a:pt x="20999" y="42174"/>
                  </a:lnTo>
                  <a:lnTo>
                    <a:pt x="21474" y="34552"/>
                  </a:lnTo>
                  <a:lnTo>
                    <a:pt x="21407" y="33032"/>
                  </a:lnTo>
                  <a:lnTo>
                    <a:pt x="24553" y="31897"/>
                  </a:lnTo>
                  <a:lnTo>
                    <a:pt x="31298" y="29761"/>
                  </a:lnTo>
                  <a:lnTo>
                    <a:pt x="41082" y="28304"/>
                  </a:lnTo>
                  <a:lnTo>
                    <a:pt x="48301" y="28110"/>
                  </a:lnTo>
                  <a:lnTo>
                    <a:pt x="55912" y="27378"/>
                  </a:lnTo>
                  <a:lnTo>
                    <a:pt x="57640" y="28905"/>
                  </a:lnTo>
                  <a:lnTo>
                    <a:pt x="63212" y="33831"/>
                  </a:lnTo>
                  <a:lnTo>
                    <a:pt x="66016" y="36309"/>
                  </a:lnTo>
                  <a:lnTo>
                    <a:pt x="71462" y="31213"/>
                  </a:lnTo>
                  <a:lnTo>
                    <a:pt x="74109" y="28736"/>
                  </a:lnTo>
                  <a:lnTo>
                    <a:pt x="76617" y="21629"/>
                  </a:lnTo>
                  <a:lnTo>
                    <a:pt x="76214" y="16487"/>
                  </a:lnTo>
                  <a:lnTo>
                    <a:pt x="65774" y="20753"/>
                  </a:lnTo>
                  <a:lnTo>
                    <a:pt x="65180" y="8131"/>
                  </a:lnTo>
                  <a:lnTo>
                    <a:pt x="81328" y="4733"/>
                  </a:lnTo>
                  <a:lnTo>
                    <a:pt x="94004" y="1492"/>
                  </a:lnTo>
                  <a:lnTo>
                    <a:pt x="99970" y="0"/>
                  </a:lnTo>
                  <a:lnTo>
                    <a:pt x="96406" y="4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84960" y="4143960"/>
              <a:ext cx="149555" cy="86889"/>
            </a:xfrm>
            <a:custGeom>
              <a:avLst/>
              <a:pathLst>
                <a:path w="149555" h="86889">
                  <a:moveTo>
                    <a:pt x="41745" y="468"/>
                  </a:moveTo>
                  <a:lnTo>
                    <a:pt x="43874" y="1599"/>
                  </a:lnTo>
                  <a:lnTo>
                    <a:pt x="45338" y="1427"/>
                  </a:lnTo>
                  <a:lnTo>
                    <a:pt x="46640" y="1592"/>
                  </a:lnTo>
                  <a:lnTo>
                    <a:pt x="48380" y="1374"/>
                  </a:lnTo>
                  <a:lnTo>
                    <a:pt x="49203" y="1498"/>
                  </a:lnTo>
                  <a:lnTo>
                    <a:pt x="52243" y="2420"/>
                  </a:lnTo>
                  <a:lnTo>
                    <a:pt x="55377" y="3440"/>
                  </a:lnTo>
                  <a:lnTo>
                    <a:pt x="57444" y="4265"/>
                  </a:lnTo>
                  <a:lnTo>
                    <a:pt x="58071" y="5133"/>
                  </a:lnTo>
                  <a:lnTo>
                    <a:pt x="58287" y="5225"/>
                  </a:lnTo>
                  <a:lnTo>
                    <a:pt x="58663" y="5384"/>
                  </a:lnTo>
                  <a:lnTo>
                    <a:pt x="60803" y="6290"/>
                  </a:lnTo>
                  <a:lnTo>
                    <a:pt x="62686" y="7087"/>
                  </a:lnTo>
                  <a:lnTo>
                    <a:pt x="63605" y="7476"/>
                  </a:lnTo>
                  <a:lnTo>
                    <a:pt x="64721" y="7949"/>
                  </a:lnTo>
                  <a:lnTo>
                    <a:pt x="65155" y="8133"/>
                  </a:lnTo>
                  <a:lnTo>
                    <a:pt x="69598" y="10014"/>
                  </a:lnTo>
                  <a:lnTo>
                    <a:pt x="70232" y="10767"/>
                  </a:lnTo>
                  <a:lnTo>
                    <a:pt x="75044" y="11915"/>
                  </a:lnTo>
                  <a:lnTo>
                    <a:pt x="81185" y="12759"/>
                  </a:lnTo>
                  <a:lnTo>
                    <a:pt x="81516" y="12805"/>
                  </a:lnTo>
                  <a:lnTo>
                    <a:pt x="87112" y="13575"/>
                  </a:lnTo>
                  <a:lnTo>
                    <a:pt x="96567" y="16555"/>
                  </a:lnTo>
                  <a:lnTo>
                    <a:pt x="96740" y="15777"/>
                  </a:lnTo>
                  <a:lnTo>
                    <a:pt x="97900" y="10557"/>
                  </a:lnTo>
                  <a:lnTo>
                    <a:pt x="98070" y="10634"/>
                  </a:lnTo>
                  <a:lnTo>
                    <a:pt x="98245" y="10701"/>
                  </a:lnTo>
                  <a:lnTo>
                    <a:pt x="101518" y="11973"/>
                  </a:lnTo>
                  <a:lnTo>
                    <a:pt x="104995" y="12294"/>
                  </a:lnTo>
                  <a:lnTo>
                    <a:pt x="105773" y="12365"/>
                  </a:lnTo>
                  <a:lnTo>
                    <a:pt x="104811" y="15320"/>
                  </a:lnTo>
                  <a:lnTo>
                    <a:pt x="111475" y="19387"/>
                  </a:lnTo>
                  <a:lnTo>
                    <a:pt x="110480" y="21221"/>
                  </a:lnTo>
                  <a:lnTo>
                    <a:pt x="111574" y="21830"/>
                  </a:lnTo>
                  <a:lnTo>
                    <a:pt x="113433" y="22866"/>
                  </a:lnTo>
                  <a:lnTo>
                    <a:pt x="115293" y="23902"/>
                  </a:lnTo>
                  <a:lnTo>
                    <a:pt x="115725" y="24143"/>
                  </a:lnTo>
                  <a:lnTo>
                    <a:pt x="116052" y="24360"/>
                  </a:lnTo>
                  <a:lnTo>
                    <a:pt x="116004" y="24561"/>
                  </a:lnTo>
                  <a:lnTo>
                    <a:pt x="115863" y="25110"/>
                  </a:lnTo>
                  <a:lnTo>
                    <a:pt x="115931" y="25839"/>
                  </a:lnTo>
                  <a:lnTo>
                    <a:pt x="115949" y="26027"/>
                  </a:lnTo>
                  <a:lnTo>
                    <a:pt x="117074" y="29464"/>
                  </a:lnTo>
                  <a:lnTo>
                    <a:pt x="117158" y="30000"/>
                  </a:lnTo>
                  <a:lnTo>
                    <a:pt x="117255" y="30623"/>
                  </a:lnTo>
                  <a:lnTo>
                    <a:pt x="117311" y="30980"/>
                  </a:lnTo>
                  <a:lnTo>
                    <a:pt x="117365" y="31328"/>
                  </a:lnTo>
                  <a:lnTo>
                    <a:pt x="120130" y="30247"/>
                  </a:lnTo>
                  <a:lnTo>
                    <a:pt x="120309" y="30177"/>
                  </a:lnTo>
                  <a:lnTo>
                    <a:pt x="120875" y="29873"/>
                  </a:lnTo>
                  <a:lnTo>
                    <a:pt x="122953" y="28756"/>
                  </a:lnTo>
                  <a:lnTo>
                    <a:pt x="123892" y="28186"/>
                  </a:lnTo>
                  <a:lnTo>
                    <a:pt x="124604" y="27931"/>
                  </a:lnTo>
                  <a:lnTo>
                    <a:pt x="125130" y="27905"/>
                  </a:lnTo>
                  <a:lnTo>
                    <a:pt x="127000" y="30924"/>
                  </a:lnTo>
                  <a:lnTo>
                    <a:pt x="118593" y="35584"/>
                  </a:lnTo>
                  <a:lnTo>
                    <a:pt x="109697" y="36306"/>
                  </a:lnTo>
                  <a:lnTo>
                    <a:pt x="102806" y="36866"/>
                  </a:lnTo>
                  <a:lnTo>
                    <a:pt x="102036" y="36429"/>
                  </a:lnTo>
                  <a:lnTo>
                    <a:pt x="100200" y="41664"/>
                  </a:lnTo>
                  <a:lnTo>
                    <a:pt x="101922" y="44612"/>
                  </a:lnTo>
                  <a:lnTo>
                    <a:pt x="102948" y="47029"/>
                  </a:lnTo>
                  <a:lnTo>
                    <a:pt x="103087" y="47352"/>
                  </a:lnTo>
                  <a:lnTo>
                    <a:pt x="106467" y="45328"/>
                  </a:lnTo>
                  <a:lnTo>
                    <a:pt x="111027" y="46493"/>
                  </a:lnTo>
                  <a:lnTo>
                    <a:pt x="121400" y="53950"/>
                  </a:lnTo>
                  <a:lnTo>
                    <a:pt x="123224" y="51503"/>
                  </a:lnTo>
                  <a:lnTo>
                    <a:pt x="128011" y="54300"/>
                  </a:lnTo>
                  <a:lnTo>
                    <a:pt x="125048" y="59776"/>
                  </a:lnTo>
                  <a:lnTo>
                    <a:pt x="137586" y="68980"/>
                  </a:lnTo>
                  <a:lnTo>
                    <a:pt x="149555" y="71194"/>
                  </a:lnTo>
                  <a:lnTo>
                    <a:pt x="146249" y="79932"/>
                  </a:lnTo>
                  <a:lnTo>
                    <a:pt x="141462" y="79699"/>
                  </a:lnTo>
                  <a:lnTo>
                    <a:pt x="129493" y="73990"/>
                  </a:lnTo>
                  <a:lnTo>
                    <a:pt x="115745" y="66712"/>
                  </a:lnTo>
                  <a:lnTo>
                    <a:pt x="112135" y="64867"/>
                  </a:lnTo>
                  <a:lnTo>
                    <a:pt x="110093" y="64285"/>
                  </a:lnTo>
                  <a:lnTo>
                    <a:pt x="107135" y="66656"/>
                  </a:lnTo>
                  <a:lnTo>
                    <a:pt x="108668" y="69868"/>
                  </a:lnTo>
                  <a:lnTo>
                    <a:pt x="102046" y="73439"/>
                  </a:lnTo>
                  <a:lnTo>
                    <a:pt x="99026" y="65428"/>
                  </a:lnTo>
                  <a:lnTo>
                    <a:pt x="98664" y="64467"/>
                  </a:lnTo>
                  <a:lnTo>
                    <a:pt x="96129" y="62605"/>
                  </a:lnTo>
                  <a:lnTo>
                    <a:pt x="93839" y="65950"/>
                  </a:lnTo>
                  <a:lnTo>
                    <a:pt x="90174" y="64215"/>
                  </a:lnTo>
                  <a:lnTo>
                    <a:pt x="89277" y="64951"/>
                  </a:lnTo>
                  <a:lnTo>
                    <a:pt x="86846" y="62697"/>
                  </a:lnTo>
                  <a:lnTo>
                    <a:pt x="84702" y="59074"/>
                  </a:lnTo>
                  <a:lnTo>
                    <a:pt x="81254" y="56161"/>
                  </a:lnTo>
                  <a:lnTo>
                    <a:pt x="80713" y="57122"/>
                  </a:lnTo>
                  <a:lnTo>
                    <a:pt x="74529" y="53539"/>
                  </a:lnTo>
                  <a:lnTo>
                    <a:pt x="73039" y="55414"/>
                  </a:lnTo>
                  <a:lnTo>
                    <a:pt x="72306" y="56336"/>
                  </a:lnTo>
                  <a:lnTo>
                    <a:pt x="70853" y="55200"/>
                  </a:lnTo>
                  <a:lnTo>
                    <a:pt x="65771" y="54277"/>
                  </a:lnTo>
                  <a:lnTo>
                    <a:pt x="53843" y="51769"/>
                  </a:lnTo>
                  <a:lnTo>
                    <a:pt x="45769" y="49002"/>
                  </a:lnTo>
                  <a:lnTo>
                    <a:pt x="43915" y="46495"/>
                  </a:lnTo>
                  <a:lnTo>
                    <a:pt x="42157" y="44277"/>
                  </a:lnTo>
                  <a:lnTo>
                    <a:pt x="41284" y="44394"/>
                  </a:lnTo>
                  <a:lnTo>
                    <a:pt x="35109" y="43569"/>
                  </a:lnTo>
                  <a:lnTo>
                    <a:pt x="28213" y="43132"/>
                  </a:lnTo>
                  <a:lnTo>
                    <a:pt x="22143" y="42263"/>
                  </a:lnTo>
                  <a:lnTo>
                    <a:pt x="18438" y="44642"/>
                  </a:lnTo>
                  <a:lnTo>
                    <a:pt x="17750" y="47506"/>
                  </a:lnTo>
                  <a:lnTo>
                    <a:pt x="17916" y="52700"/>
                  </a:lnTo>
                  <a:lnTo>
                    <a:pt x="21358" y="62060"/>
                  </a:lnTo>
                  <a:lnTo>
                    <a:pt x="23211" y="61574"/>
                  </a:lnTo>
                  <a:lnTo>
                    <a:pt x="30596" y="69390"/>
                  </a:lnTo>
                  <a:lnTo>
                    <a:pt x="31308" y="73396"/>
                  </a:lnTo>
                  <a:lnTo>
                    <a:pt x="32900" y="73444"/>
                  </a:lnTo>
                  <a:lnTo>
                    <a:pt x="33018" y="75168"/>
                  </a:lnTo>
                  <a:lnTo>
                    <a:pt x="33803" y="75313"/>
                  </a:lnTo>
                  <a:lnTo>
                    <a:pt x="33707" y="78663"/>
                  </a:lnTo>
                  <a:lnTo>
                    <a:pt x="28700" y="78293"/>
                  </a:lnTo>
                  <a:lnTo>
                    <a:pt x="28206" y="83420"/>
                  </a:lnTo>
                  <a:lnTo>
                    <a:pt x="28799" y="84740"/>
                  </a:lnTo>
                  <a:lnTo>
                    <a:pt x="29251" y="86857"/>
                  </a:lnTo>
                  <a:lnTo>
                    <a:pt x="25411" y="86889"/>
                  </a:lnTo>
                  <a:lnTo>
                    <a:pt x="24878" y="85534"/>
                  </a:lnTo>
                  <a:lnTo>
                    <a:pt x="24632" y="84909"/>
                  </a:lnTo>
                  <a:lnTo>
                    <a:pt x="24387" y="84132"/>
                  </a:lnTo>
                  <a:lnTo>
                    <a:pt x="21570" y="84948"/>
                  </a:lnTo>
                  <a:lnTo>
                    <a:pt x="19467" y="80701"/>
                  </a:lnTo>
                  <a:lnTo>
                    <a:pt x="19012" y="77241"/>
                  </a:lnTo>
                  <a:lnTo>
                    <a:pt x="20455" y="77206"/>
                  </a:lnTo>
                  <a:lnTo>
                    <a:pt x="20741" y="73825"/>
                  </a:lnTo>
                  <a:lnTo>
                    <a:pt x="22241" y="73846"/>
                  </a:lnTo>
                  <a:lnTo>
                    <a:pt x="22222" y="72681"/>
                  </a:lnTo>
                  <a:lnTo>
                    <a:pt x="21956" y="71963"/>
                  </a:lnTo>
                  <a:lnTo>
                    <a:pt x="21158" y="71147"/>
                  </a:lnTo>
                  <a:lnTo>
                    <a:pt x="20505" y="70667"/>
                  </a:lnTo>
                  <a:lnTo>
                    <a:pt x="19282" y="69766"/>
                  </a:lnTo>
                  <a:lnTo>
                    <a:pt x="17512" y="72122"/>
                  </a:lnTo>
                  <a:lnTo>
                    <a:pt x="11865" y="68523"/>
                  </a:lnTo>
                  <a:lnTo>
                    <a:pt x="11590" y="68193"/>
                  </a:lnTo>
                  <a:lnTo>
                    <a:pt x="9614" y="65823"/>
                  </a:lnTo>
                  <a:lnTo>
                    <a:pt x="7795" y="62506"/>
                  </a:lnTo>
                  <a:lnTo>
                    <a:pt x="5026" y="60309"/>
                  </a:lnTo>
                  <a:lnTo>
                    <a:pt x="2675" y="56661"/>
                  </a:lnTo>
                  <a:lnTo>
                    <a:pt x="1488" y="53239"/>
                  </a:lnTo>
                  <a:lnTo>
                    <a:pt x="2979" y="52015"/>
                  </a:lnTo>
                  <a:lnTo>
                    <a:pt x="609" y="43175"/>
                  </a:lnTo>
                  <a:lnTo>
                    <a:pt x="0" y="40594"/>
                  </a:lnTo>
                  <a:lnTo>
                    <a:pt x="1091" y="41099"/>
                  </a:lnTo>
                  <a:lnTo>
                    <a:pt x="1907" y="41424"/>
                  </a:lnTo>
                  <a:lnTo>
                    <a:pt x="4764" y="42120"/>
                  </a:lnTo>
                  <a:lnTo>
                    <a:pt x="4927" y="41457"/>
                  </a:lnTo>
                  <a:lnTo>
                    <a:pt x="5576" y="38811"/>
                  </a:lnTo>
                  <a:lnTo>
                    <a:pt x="6324" y="36651"/>
                  </a:lnTo>
                  <a:lnTo>
                    <a:pt x="6452" y="35495"/>
                  </a:lnTo>
                  <a:lnTo>
                    <a:pt x="6594" y="34221"/>
                  </a:lnTo>
                  <a:lnTo>
                    <a:pt x="7891" y="30537"/>
                  </a:lnTo>
                  <a:lnTo>
                    <a:pt x="9373" y="28512"/>
                  </a:lnTo>
                  <a:lnTo>
                    <a:pt x="10997" y="26648"/>
                  </a:lnTo>
                  <a:lnTo>
                    <a:pt x="11909" y="25934"/>
                  </a:lnTo>
                  <a:lnTo>
                    <a:pt x="12906" y="25279"/>
                  </a:lnTo>
                  <a:lnTo>
                    <a:pt x="15231" y="24298"/>
                  </a:lnTo>
                  <a:lnTo>
                    <a:pt x="16122" y="24045"/>
                  </a:lnTo>
                  <a:lnTo>
                    <a:pt x="16300" y="23995"/>
                  </a:lnTo>
                  <a:lnTo>
                    <a:pt x="16923" y="23975"/>
                  </a:lnTo>
                  <a:lnTo>
                    <a:pt x="18080" y="23937"/>
                  </a:lnTo>
                  <a:lnTo>
                    <a:pt x="19402" y="24043"/>
                  </a:lnTo>
                  <a:lnTo>
                    <a:pt x="24422" y="24565"/>
                  </a:lnTo>
                  <a:lnTo>
                    <a:pt x="24642" y="24609"/>
                  </a:lnTo>
                  <a:lnTo>
                    <a:pt x="25097" y="21806"/>
                  </a:lnTo>
                  <a:lnTo>
                    <a:pt x="25833" y="18941"/>
                  </a:lnTo>
                  <a:lnTo>
                    <a:pt x="26510" y="17036"/>
                  </a:lnTo>
                  <a:lnTo>
                    <a:pt x="26583" y="16831"/>
                  </a:lnTo>
                  <a:lnTo>
                    <a:pt x="26191" y="16755"/>
                  </a:lnTo>
                  <a:lnTo>
                    <a:pt x="24993" y="16286"/>
                  </a:lnTo>
                  <a:lnTo>
                    <a:pt x="24395" y="16209"/>
                  </a:lnTo>
                  <a:lnTo>
                    <a:pt x="24399" y="16054"/>
                  </a:lnTo>
                  <a:lnTo>
                    <a:pt x="24423" y="15261"/>
                  </a:lnTo>
                  <a:lnTo>
                    <a:pt x="24478" y="13429"/>
                  </a:lnTo>
                  <a:lnTo>
                    <a:pt x="24502" y="11257"/>
                  </a:lnTo>
                  <a:lnTo>
                    <a:pt x="24318" y="7893"/>
                  </a:lnTo>
                  <a:lnTo>
                    <a:pt x="24205" y="5832"/>
                  </a:lnTo>
                  <a:lnTo>
                    <a:pt x="23999" y="3189"/>
                  </a:lnTo>
                  <a:lnTo>
                    <a:pt x="23979" y="2931"/>
                  </a:lnTo>
                  <a:lnTo>
                    <a:pt x="23863" y="2000"/>
                  </a:lnTo>
                  <a:lnTo>
                    <a:pt x="23837" y="1788"/>
                  </a:lnTo>
                  <a:lnTo>
                    <a:pt x="23773" y="1275"/>
                  </a:lnTo>
                  <a:lnTo>
                    <a:pt x="23682" y="552"/>
                  </a:lnTo>
                  <a:lnTo>
                    <a:pt x="27570" y="1344"/>
                  </a:lnTo>
                  <a:lnTo>
                    <a:pt x="29565" y="1636"/>
                  </a:lnTo>
                  <a:lnTo>
                    <a:pt x="31845" y="1793"/>
                  </a:lnTo>
                  <a:lnTo>
                    <a:pt x="34107" y="1760"/>
                  </a:lnTo>
                  <a:lnTo>
                    <a:pt x="34291" y="1757"/>
                  </a:lnTo>
                  <a:lnTo>
                    <a:pt x="37039" y="2083"/>
                  </a:lnTo>
                  <a:lnTo>
                    <a:pt x="39154" y="2563"/>
                  </a:lnTo>
                  <a:lnTo>
                    <a:pt x="40387" y="714"/>
                  </a:lnTo>
                  <a:lnTo>
                    <a:pt x="4086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86193" y="4136260"/>
              <a:ext cx="83031" cy="137701"/>
            </a:xfrm>
            <a:custGeom>
              <a:avLst/>
              <a:pathLst>
                <a:path w="83031" h="137701">
                  <a:moveTo>
                    <a:pt x="81783" y="19137"/>
                  </a:moveTo>
                  <a:lnTo>
                    <a:pt x="82003" y="21984"/>
                  </a:lnTo>
                  <a:lnTo>
                    <a:pt x="82828" y="32898"/>
                  </a:lnTo>
                  <a:lnTo>
                    <a:pt x="83031" y="35007"/>
                  </a:lnTo>
                  <a:lnTo>
                    <a:pt x="82572" y="34965"/>
                  </a:lnTo>
                  <a:lnTo>
                    <a:pt x="81975" y="34910"/>
                  </a:lnTo>
                  <a:lnTo>
                    <a:pt x="81168" y="34906"/>
                  </a:lnTo>
                  <a:lnTo>
                    <a:pt x="80269" y="34901"/>
                  </a:lnTo>
                  <a:lnTo>
                    <a:pt x="79509" y="34988"/>
                  </a:lnTo>
                  <a:lnTo>
                    <a:pt x="78754" y="35003"/>
                  </a:lnTo>
                  <a:lnTo>
                    <a:pt x="77785" y="34813"/>
                  </a:lnTo>
                  <a:lnTo>
                    <a:pt x="76303" y="34551"/>
                  </a:lnTo>
                  <a:lnTo>
                    <a:pt x="76077" y="34551"/>
                  </a:lnTo>
                  <a:lnTo>
                    <a:pt x="75748" y="34551"/>
                  </a:lnTo>
                  <a:lnTo>
                    <a:pt x="74494" y="34551"/>
                  </a:lnTo>
                  <a:lnTo>
                    <a:pt x="73110" y="34653"/>
                  </a:lnTo>
                  <a:lnTo>
                    <a:pt x="72650" y="36526"/>
                  </a:lnTo>
                  <a:lnTo>
                    <a:pt x="71420" y="37867"/>
                  </a:lnTo>
                  <a:lnTo>
                    <a:pt x="68944" y="40565"/>
                  </a:lnTo>
                  <a:lnTo>
                    <a:pt x="68338" y="41226"/>
                  </a:lnTo>
                  <a:lnTo>
                    <a:pt x="66566" y="42988"/>
                  </a:lnTo>
                  <a:lnTo>
                    <a:pt x="66955" y="46109"/>
                  </a:lnTo>
                  <a:lnTo>
                    <a:pt x="67054" y="46814"/>
                  </a:lnTo>
                  <a:lnTo>
                    <a:pt x="67394" y="49234"/>
                  </a:lnTo>
                  <a:lnTo>
                    <a:pt x="67485" y="49881"/>
                  </a:lnTo>
                  <a:lnTo>
                    <a:pt x="67029" y="50008"/>
                  </a:lnTo>
                  <a:lnTo>
                    <a:pt x="60522" y="51818"/>
                  </a:lnTo>
                  <a:lnTo>
                    <a:pt x="59918" y="52004"/>
                  </a:lnTo>
                  <a:lnTo>
                    <a:pt x="59760" y="52030"/>
                  </a:lnTo>
                  <a:lnTo>
                    <a:pt x="58717" y="52320"/>
                  </a:lnTo>
                  <a:lnTo>
                    <a:pt x="63981" y="75576"/>
                  </a:lnTo>
                  <a:lnTo>
                    <a:pt x="62271" y="83965"/>
                  </a:lnTo>
                  <a:lnTo>
                    <a:pt x="66037" y="90521"/>
                  </a:lnTo>
                  <a:lnTo>
                    <a:pt x="65087" y="95740"/>
                  </a:lnTo>
                  <a:lnTo>
                    <a:pt x="62617" y="102312"/>
                  </a:lnTo>
                  <a:lnTo>
                    <a:pt x="61262" y="108210"/>
                  </a:lnTo>
                  <a:lnTo>
                    <a:pt x="59125" y="114399"/>
                  </a:lnTo>
                  <a:lnTo>
                    <a:pt x="58365" y="118432"/>
                  </a:lnTo>
                  <a:lnTo>
                    <a:pt x="58650" y="124695"/>
                  </a:lnTo>
                  <a:lnTo>
                    <a:pt x="56299" y="130084"/>
                  </a:lnTo>
                  <a:lnTo>
                    <a:pt x="53235" y="131540"/>
                  </a:lnTo>
                  <a:lnTo>
                    <a:pt x="48533" y="132122"/>
                  </a:lnTo>
                  <a:lnTo>
                    <a:pt x="46051" y="131207"/>
                  </a:lnTo>
                  <a:lnTo>
                    <a:pt x="45443" y="132450"/>
                  </a:lnTo>
                  <a:lnTo>
                    <a:pt x="45899" y="135401"/>
                  </a:lnTo>
                  <a:lnTo>
                    <a:pt x="44833" y="137701"/>
                  </a:lnTo>
                  <a:lnTo>
                    <a:pt x="42763" y="137366"/>
                  </a:lnTo>
                  <a:lnTo>
                    <a:pt x="40982" y="136783"/>
                  </a:lnTo>
                  <a:lnTo>
                    <a:pt x="37291" y="134909"/>
                  </a:lnTo>
                  <a:lnTo>
                    <a:pt x="35240" y="133667"/>
                  </a:lnTo>
                  <a:lnTo>
                    <a:pt x="34252" y="132501"/>
                  </a:lnTo>
                  <a:lnTo>
                    <a:pt x="33492" y="130793"/>
                  </a:lnTo>
                  <a:lnTo>
                    <a:pt x="32504" y="129317"/>
                  </a:lnTo>
                  <a:lnTo>
                    <a:pt x="31060" y="127608"/>
                  </a:lnTo>
                  <a:lnTo>
                    <a:pt x="30148" y="125744"/>
                  </a:lnTo>
                  <a:lnTo>
                    <a:pt x="29768" y="123724"/>
                  </a:lnTo>
                  <a:lnTo>
                    <a:pt x="29844" y="121860"/>
                  </a:lnTo>
                  <a:lnTo>
                    <a:pt x="29286" y="119327"/>
                  </a:lnTo>
                  <a:lnTo>
                    <a:pt x="27924" y="116609"/>
                  </a:lnTo>
                  <a:lnTo>
                    <a:pt x="17989" y="113937"/>
                  </a:lnTo>
                  <a:lnTo>
                    <a:pt x="13278" y="113160"/>
                  </a:lnTo>
                  <a:lnTo>
                    <a:pt x="10866" y="111477"/>
                  </a:lnTo>
                  <a:lnTo>
                    <a:pt x="10106" y="102389"/>
                  </a:lnTo>
                  <a:lnTo>
                    <a:pt x="10562" y="98894"/>
                  </a:lnTo>
                  <a:lnTo>
                    <a:pt x="11550" y="95321"/>
                  </a:lnTo>
                  <a:lnTo>
                    <a:pt x="14134" y="92991"/>
                  </a:lnTo>
                  <a:lnTo>
                    <a:pt x="16794" y="89806"/>
                  </a:lnTo>
                  <a:lnTo>
                    <a:pt x="17478" y="88485"/>
                  </a:lnTo>
                  <a:lnTo>
                    <a:pt x="18238" y="86544"/>
                  </a:lnTo>
                  <a:lnTo>
                    <a:pt x="18466" y="84912"/>
                  </a:lnTo>
                  <a:lnTo>
                    <a:pt x="18314" y="83359"/>
                  </a:lnTo>
                  <a:lnTo>
                    <a:pt x="18162" y="82194"/>
                  </a:lnTo>
                  <a:lnTo>
                    <a:pt x="17478" y="81106"/>
                  </a:lnTo>
                  <a:lnTo>
                    <a:pt x="16186" y="78931"/>
                  </a:lnTo>
                  <a:lnTo>
                    <a:pt x="14362" y="76601"/>
                  </a:lnTo>
                  <a:lnTo>
                    <a:pt x="13602" y="72950"/>
                  </a:lnTo>
                  <a:lnTo>
                    <a:pt x="14742" y="69688"/>
                  </a:lnTo>
                  <a:lnTo>
                    <a:pt x="16262" y="67824"/>
                  </a:lnTo>
                  <a:lnTo>
                    <a:pt x="17934" y="66659"/>
                  </a:lnTo>
                  <a:lnTo>
                    <a:pt x="20669" y="66736"/>
                  </a:lnTo>
                  <a:lnTo>
                    <a:pt x="23177" y="67358"/>
                  </a:lnTo>
                  <a:lnTo>
                    <a:pt x="25533" y="67979"/>
                  </a:lnTo>
                  <a:lnTo>
                    <a:pt x="25229" y="66503"/>
                  </a:lnTo>
                  <a:lnTo>
                    <a:pt x="24013" y="64406"/>
                  </a:lnTo>
                  <a:lnTo>
                    <a:pt x="19605" y="62542"/>
                  </a:lnTo>
                  <a:lnTo>
                    <a:pt x="17402" y="62697"/>
                  </a:lnTo>
                  <a:lnTo>
                    <a:pt x="13906" y="63319"/>
                  </a:lnTo>
                  <a:lnTo>
                    <a:pt x="10942" y="62930"/>
                  </a:lnTo>
                  <a:lnTo>
                    <a:pt x="9195" y="61765"/>
                  </a:lnTo>
                  <a:lnTo>
                    <a:pt x="8435" y="60134"/>
                  </a:lnTo>
                  <a:lnTo>
                    <a:pt x="7675" y="57959"/>
                  </a:lnTo>
                  <a:lnTo>
                    <a:pt x="7447" y="55551"/>
                  </a:lnTo>
                  <a:lnTo>
                    <a:pt x="6763" y="53609"/>
                  </a:lnTo>
                  <a:lnTo>
                    <a:pt x="4939" y="51823"/>
                  </a:lnTo>
                  <a:lnTo>
                    <a:pt x="7903" y="48172"/>
                  </a:lnTo>
                  <a:lnTo>
                    <a:pt x="0" y="40327"/>
                  </a:lnTo>
                  <a:lnTo>
                    <a:pt x="4027" y="37841"/>
                  </a:lnTo>
                  <a:lnTo>
                    <a:pt x="14286" y="41181"/>
                  </a:lnTo>
                  <a:lnTo>
                    <a:pt x="19663" y="41811"/>
                  </a:lnTo>
                  <a:lnTo>
                    <a:pt x="30434" y="42277"/>
                  </a:lnTo>
                  <a:lnTo>
                    <a:pt x="33470" y="35631"/>
                  </a:lnTo>
                  <a:lnTo>
                    <a:pt x="29350" y="35115"/>
                  </a:lnTo>
                  <a:lnTo>
                    <a:pt x="24636" y="34524"/>
                  </a:lnTo>
                  <a:lnTo>
                    <a:pt x="24270" y="31501"/>
                  </a:lnTo>
                  <a:lnTo>
                    <a:pt x="24370" y="29030"/>
                  </a:lnTo>
                  <a:lnTo>
                    <a:pt x="23835" y="28357"/>
                  </a:lnTo>
                  <a:lnTo>
                    <a:pt x="24096" y="28197"/>
                  </a:lnTo>
                  <a:lnTo>
                    <a:pt x="24661" y="27852"/>
                  </a:lnTo>
                  <a:lnTo>
                    <a:pt x="25260" y="27837"/>
                  </a:lnTo>
                  <a:lnTo>
                    <a:pt x="27552" y="26802"/>
                  </a:lnTo>
                  <a:lnTo>
                    <a:pt x="27903" y="26643"/>
                  </a:lnTo>
                  <a:lnTo>
                    <a:pt x="29169" y="25081"/>
                  </a:lnTo>
                  <a:lnTo>
                    <a:pt x="30701" y="22581"/>
                  </a:lnTo>
                  <a:lnTo>
                    <a:pt x="31304" y="21889"/>
                  </a:lnTo>
                  <a:lnTo>
                    <a:pt x="31800" y="21444"/>
                  </a:lnTo>
                  <a:lnTo>
                    <a:pt x="32549" y="20773"/>
                  </a:lnTo>
                  <a:lnTo>
                    <a:pt x="34732" y="18283"/>
                  </a:lnTo>
                  <a:lnTo>
                    <a:pt x="35160" y="18218"/>
                  </a:lnTo>
                  <a:lnTo>
                    <a:pt x="36727" y="19441"/>
                  </a:lnTo>
                  <a:lnTo>
                    <a:pt x="37857" y="20512"/>
                  </a:lnTo>
                  <a:lnTo>
                    <a:pt x="38906" y="15841"/>
                  </a:lnTo>
                  <a:lnTo>
                    <a:pt x="39498" y="13205"/>
                  </a:lnTo>
                  <a:lnTo>
                    <a:pt x="39719" y="12220"/>
                  </a:lnTo>
                  <a:lnTo>
                    <a:pt x="39781" y="10679"/>
                  </a:lnTo>
                  <a:lnTo>
                    <a:pt x="39880" y="8215"/>
                  </a:lnTo>
                  <a:lnTo>
                    <a:pt x="39778" y="6460"/>
                  </a:lnTo>
                  <a:lnTo>
                    <a:pt x="39340" y="4577"/>
                  </a:lnTo>
                  <a:lnTo>
                    <a:pt x="39281" y="3726"/>
                  </a:lnTo>
                  <a:lnTo>
                    <a:pt x="40644" y="3718"/>
                  </a:lnTo>
                  <a:lnTo>
                    <a:pt x="45547" y="3691"/>
                  </a:lnTo>
                  <a:lnTo>
                    <a:pt x="53792" y="3646"/>
                  </a:lnTo>
                  <a:lnTo>
                    <a:pt x="55209" y="3574"/>
                  </a:lnTo>
                  <a:lnTo>
                    <a:pt x="61343" y="3262"/>
                  </a:lnTo>
                  <a:lnTo>
                    <a:pt x="65084" y="3072"/>
                  </a:lnTo>
                  <a:lnTo>
                    <a:pt x="66293" y="2999"/>
                  </a:lnTo>
                  <a:lnTo>
                    <a:pt x="68603" y="2860"/>
                  </a:lnTo>
                  <a:lnTo>
                    <a:pt x="69439" y="2483"/>
                  </a:lnTo>
                  <a:lnTo>
                    <a:pt x="71550" y="1528"/>
                  </a:lnTo>
                  <a:lnTo>
                    <a:pt x="72170" y="1248"/>
                  </a:lnTo>
                  <a:lnTo>
                    <a:pt x="73446" y="0"/>
                  </a:lnTo>
                  <a:lnTo>
                    <a:pt x="77933" y="3475"/>
                  </a:lnTo>
                  <a:lnTo>
                    <a:pt x="81258" y="123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912357" y="4081316"/>
              <a:ext cx="93463" cy="149695"/>
            </a:xfrm>
            <a:custGeom>
              <a:avLst/>
              <a:pathLst>
                <a:path w="93463" h="149695">
                  <a:moveTo>
                    <a:pt x="92894" y="24586"/>
                  </a:moveTo>
                  <a:lnTo>
                    <a:pt x="93206" y="25535"/>
                  </a:lnTo>
                  <a:lnTo>
                    <a:pt x="93334" y="25923"/>
                  </a:lnTo>
                  <a:lnTo>
                    <a:pt x="93463" y="26314"/>
                  </a:lnTo>
                  <a:lnTo>
                    <a:pt x="92810" y="26043"/>
                  </a:lnTo>
                  <a:lnTo>
                    <a:pt x="90972" y="25431"/>
                  </a:lnTo>
                  <a:lnTo>
                    <a:pt x="90191" y="25238"/>
                  </a:lnTo>
                  <a:lnTo>
                    <a:pt x="89619" y="25096"/>
                  </a:lnTo>
                  <a:lnTo>
                    <a:pt x="87838" y="24907"/>
                  </a:lnTo>
                  <a:lnTo>
                    <a:pt x="86470" y="24907"/>
                  </a:lnTo>
                  <a:lnTo>
                    <a:pt x="85742" y="24949"/>
                  </a:lnTo>
                  <a:lnTo>
                    <a:pt x="85170" y="24982"/>
                  </a:lnTo>
                  <a:lnTo>
                    <a:pt x="84792" y="25003"/>
                  </a:lnTo>
                  <a:lnTo>
                    <a:pt x="84423" y="25058"/>
                  </a:lnTo>
                  <a:lnTo>
                    <a:pt x="83783" y="25128"/>
                  </a:lnTo>
                  <a:lnTo>
                    <a:pt x="83360" y="25174"/>
                  </a:lnTo>
                  <a:lnTo>
                    <a:pt x="82106" y="25311"/>
                  </a:lnTo>
                  <a:lnTo>
                    <a:pt x="80064" y="25709"/>
                  </a:lnTo>
                  <a:lnTo>
                    <a:pt x="75296" y="26554"/>
                  </a:lnTo>
                  <a:lnTo>
                    <a:pt x="70613" y="27467"/>
                  </a:lnTo>
                  <a:lnTo>
                    <a:pt x="69397" y="27689"/>
                  </a:lnTo>
                  <a:lnTo>
                    <a:pt x="68843" y="27790"/>
                  </a:lnTo>
                  <a:lnTo>
                    <a:pt x="62380" y="28972"/>
                  </a:lnTo>
                  <a:lnTo>
                    <a:pt x="61693" y="29098"/>
                  </a:lnTo>
                  <a:lnTo>
                    <a:pt x="60663" y="29380"/>
                  </a:lnTo>
                  <a:lnTo>
                    <a:pt x="60011" y="29559"/>
                  </a:lnTo>
                  <a:lnTo>
                    <a:pt x="59617" y="29667"/>
                  </a:lnTo>
                  <a:lnTo>
                    <a:pt x="59641" y="29794"/>
                  </a:lnTo>
                  <a:lnTo>
                    <a:pt x="59829" y="30043"/>
                  </a:lnTo>
                  <a:lnTo>
                    <a:pt x="60446" y="30858"/>
                  </a:lnTo>
                  <a:lnTo>
                    <a:pt x="60627" y="31848"/>
                  </a:lnTo>
                  <a:lnTo>
                    <a:pt x="60978" y="33771"/>
                  </a:lnTo>
                  <a:lnTo>
                    <a:pt x="62365" y="40130"/>
                  </a:lnTo>
                  <a:lnTo>
                    <a:pt x="62923" y="39973"/>
                  </a:lnTo>
                  <a:lnTo>
                    <a:pt x="63436" y="42417"/>
                  </a:lnTo>
                  <a:lnTo>
                    <a:pt x="63527" y="42818"/>
                  </a:lnTo>
                  <a:lnTo>
                    <a:pt x="64414" y="46725"/>
                  </a:lnTo>
                  <a:lnTo>
                    <a:pt x="64712" y="48227"/>
                  </a:lnTo>
                  <a:lnTo>
                    <a:pt x="64654" y="48489"/>
                  </a:lnTo>
                  <a:lnTo>
                    <a:pt x="64778" y="48951"/>
                  </a:lnTo>
                  <a:lnTo>
                    <a:pt x="64899" y="49402"/>
                  </a:lnTo>
                  <a:lnTo>
                    <a:pt x="65200" y="50998"/>
                  </a:lnTo>
                  <a:lnTo>
                    <a:pt x="65810" y="54229"/>
                  </a:lnTo>
                  <a:lnTo>
                    <a:pt x="66101" y="55771"/>
                  </a:lnTo>
                  <a:lnTo>
                    <a:pt x="63574" y="56246"/>
                  </a:lnTo>
                  <a:lnTo>
                    <a:pt x="62058" y="56532"/>
                  </a:lnTo>
                  <a:lnTo>
                    <a:pt x="63628" y="57282"/>
                  </a:lnTo>
                  <a:lnTo>
                    <a:pt x="64093" y="57366"/>
                  </a:lnTo>
                  <a:lnTo>
                    <a:pt x="63761" y="57947"/>
                  </a:lnTo>
                  <a:lnTo>
                    <a:pt x="63741" y="58250"/>
                  </a:lnTo>
                  <a:lnTo>
                    <a:pt x="63618" y="60083"/>
                  </a:lnTo>
                  <a:lnTo>
                    <a:pt x="63381" y="60775"/>
                  </a:lnTo>
                  <a:lnTo>
                    <a:pt x="63060" y="61284"/>
                  </a:lnTo>
                  <a:lnTo>
                    <a:pt x="62372" y="62025"/>
                  </a:lnTo>
                  <a:lnTo>
                    <a:pt x="62144" y="62253"/>
                  </a:lnTo>
                  <a:lnTo>
                    <a:pt x="61719" y="62680"/>
                  </a:lnTo>
                  <a:lnTo>
                    <a:pt x="61618" y="63109"/>
                  </a:lnTo>
                  <a:lnTo>
                    <a:pt x="61354" y="64233"/>
                  </a:lnTo>
                  <a:lnTo>
                    <a:pt x="61280" y="64557"/>
                  </a:lnTo>
                  <a:lnTo>
                    <a:pt x="60981" y="65860"/>
                  </a:lnTo>
                  <a:lnTo>
                    <a:pt x="60680" y="67170"/>
                  </a:lnTo>
                  <a:lnTo>
                    <a:pt x="61791" y="68601"/>
                  </a:lnTo>
                  <a:lnTo>
                    <a:pt x="62618" y="69286"/>
                  </a:lnTo>
                  <a:lnTo>
                    <a:pt x="62843" y="69405"/>
                  </a:lnTo>
                  <a:lnTo>
                    <a:pt x="63439" y="69714"/>
                  </a:lnTo>
                  <a:lnTo>
                    <a:pt x="63796" y="69856"/>
                  </a:lnTo>
                  <a:lnTo>
                    <a:pt x="62548" y="70673"/>
                  </a:lnTo>
                  <a:lnTo>
                    <a:pt x="61032" y="71666"/>
                  </a:lnTo>
                  <a:lnTo>
                    <a:pt x="60548" y="73246"/>
                  </a:lnTo>
                  <a:lnTo>
                    <a:pt x="59765" y="73863"/>
                  </a:lnTo>
                  <a:lnTo>
                    <a:pt x="58810" y="74615"/>
                  </a:lnTo>
                  <a:lnTo>
                    <a:pt x="58821" y="74813"/>
                  </a:lnTo>
                  <a:lnTo>
                    <a:pt x="58883" y="75993"/>
                  </a:lnTo>
                  <a:lnTo>
                    <a:pt x="58924" y="76770"/>
                  </a:lnTo>
                  <a:lnTo>
                    <a:pt x="59688" y="77329"/>
                  </a:lnTo>
                  <a:lnTo>
                    <a:pt x="63039" y="78034"/>
                  </a:lnTo>
                  <a:lnTo>
                    <a:pt x="63942" y="80170"/>
                  </a:lnTo>
                  <a:lnTo>
                    <a:pt x="63063" y="82002"/>
                  </a:lnTo>
                  <a:lnTo>
                    <a:pt x="60926" y="84915"/>
                  </a:lnTo>
                  <a:lnTo>
                    <a:pt x="57382" y="84725"/>
                  </a:lnTo>
                  <a:lnTo>
                    <a:pt x="55478" y="83790"/>
                  </a:lnTo>
                  <a:lnTo>
                    <a:pt x="52343" y="84664"/>
                  </a:lnTo>
                  <a:lnTo>
                    <a:pt x="50975" y="84256"/>
                  </a:lnTo>
                  <a:lnTo>
                    <a:pt x="48838" y="86179"/>
                  </a:lnTo>
                  <a:lnTo>
                    <a:pt x="50037" y="87585"/>
                  </a:lnTo>
                  <a:lnTo>
                    <a:pt x="53908" y="86881"/>
                  </a:lnTo>
                  <a:lnTo>
                    <a:pt x="54167" y="90461"/>
                  </a:lnTo>
                  <a:lnTo>
                    <a:pt x="55093" y="100526"/>
                  </a:lnTo>
                  <a:lnTo>
                    <a:pt x="55909" y="105711"/>
                  </a:lnTo>
                  <a:lnTo>
                    <a:pt x="58711" y="103818"/>
                  </a:lnTo>
                  <a:lnTo>
                    <a:pt x="60659" y="104983"/>
                  </a:lnTo>
                  <a:lnTo>
                    <a:pt x="62321" y="106342"/>
                  </a:lnTo>
                  <a:lnTo>
                    <a:pt x="65503" y="111391"/>
                  </a:lnTo>
                  <a:lnTo>
                    <a:pt x="64886" y="112896"/>
                  </a:lnTo>
                  <a:lnTo>
                    <a:pt x="64283" y="114847"/>
                  </a:lnTo>
                  <a:lnTo>
                    <a:pt x="63405" y="117930"/>
                  </a:lnTo>
                  <a:lnTo>
                    <a:pt x="62455" y="118925"/>
                  </a:lnTo>
                  <a:lnTo>
                    <a:pt x="63428" y="119581"/>
                  </a:lnTo>
                  <a:lnTo>
                    <a:pt x="60080" y="124290"/>
                  </a:lnTo>
                  <a:lnTo>
                    <a:pt x="61101" y="125625"/>
                  </a:lnTo>
                  <a:lnTo>
                    <a:pt x="61529" y="126741"/>
                  </a:lnTo>
                  <a:lnTo>
                    <a:pt x="63301" y="131008"/>
                  </a:lnTo>
                  <a:lnTo>
                    <a:pt x="63634" y="132658"/>
                  </a:lnTo>
                  <a:lnTo>
                    <a:pt x="62906" y="135303"/>
                  </a:lnTo>
                  <a:lnTo>
                    <a:pt x="61741" y="135807"/>
                  </a:lnTo>
                  <a:lnTo>
                    <a:pt x="60411" y="135975"/>
                  </a:lnTo>
                  <a:lnTo>
                    <a:pt x="59169" y="136132"/>
                  </a:lnTo>
                  <a:lnTo>
                    <a:pt x="58321" y="136607"/>
                  </a:lnTo>
                  <a:lnTo>
                    <a:pt x="57145" y="137268"/>
                  </a:lnTo>
                  <a:lnTo>
                    <a:pt x="55492" y="138040"/>
                  </a:lnTo>
                  <a:lnTo>
                    <a:pt x="55073" y="138408"/>
                  </a:lnTo>
                  <a:lnTo>
                    <a:pt x="53255" y="140006"/>
                  </a:lnTo>
                  <a:lnTo>
                    <a:pt x="52584" y="140597"/>
                  </a:lnTo>
                  <a:lnTo>
                    <a:pt x="52329" y="140821"/>
                  </a:lnTo>
                  <a:lnTo>
                    <a:pt x="49736" y="143734"/>
                  </a:lnTo>
                  <a:lnTo>
                    <a:pt x="47605" y="144675"/>
                  </a:lnTo>
                  <a:lnTo>
                    <a:pt x="47328" y="144797"/>
                  </a:lnTo>
                  <a:lnTo>
                    <a:pt x="46953" y="145069"/>
                  </a:lnTo>
                  <a:lnTo>
                    <a:pt x="46644" y="145292"/>
                  </a:lnTo>
                  <a:lnTo>
                    <a:pt x="42939" y="149006"/>
                  </a:lnTo>
                  <a:lnTo>
                    <a:pt x="42253" y="149695"/>
                  </a:lnTo>
                  <a:lnTo>
                    <a:pt x="42228" y="149389"/>
                  </a:lnTo>
                  <a:lnTo>
                    <a:pt x="42050" y="147233"/>
                  </a:lnTo>
                  <a:lnTo>
                    <a:pt x="40257" y="144892"/>
                  </a:lnTo>
                  <a:lnTo>
                    <a:pt x="37779" y="147091"/>
                  </a:lnTo>
                  <a:lnTo>
                    <a:pt x="34958" y="148372"/>
                  </a:lnTo>
                  <a:lnTo>
                    <a:pt x="32892" y="148460"/>
                  </a:lnTo>
                  <a:lnTo>
                    <a:pt x="32160" y="148644"/>
                  </a:lnTo>
                  <a:lnTo>
                    <a:pt x="31484" y="146962"/>
                  </a:lnTo>
                  <a:lnTo>
                    <a:pt x="30844" y="146688"/>
                  </a:lnTo>
                  <a:lnTo>
                    <a:pt x="30680" y="146618"/>
                  </a:lnTo>
                  <a:lnTo>
                    <a:pt x="28904" y="145856"/>
                  </a:lnTo>
                  <a:lnTo>
                    <a:pt x="26909" y="146488"/>
                  </a:lnTo>
                  <a:lnTo>
                    <a:pt x="24825" y="146125"/>
                  </a:lnTo>
                  <a:lnTo>
                    <a:pt x="23661" y="145626"/>
                  </a:lnTo>
                  <a:lnTo>
                    <a:pt x="23164" y="146377"/>
                  </a:lnTo>
                  <a:lnTo>
                    <a:pt x="21352" y="143113"/>
                  </a:lnTo>
                  <a:lnTo>
                    <a:pt x="19079" y="140367"/>
                  </a:lnTo>
                  <a:lnTo>
                    <a:pt x="20563" y="138685"/>
                  </a:lnTo>
                  <a:lnTo>
                    <a:pt x="20829" y="138045"/>
                  </a:lnTo>
                  <a:lnTo>
                    <a:pt x="20886" y="137190"/>
                  </a:lnTo>
                  <a:lnTo>
                    <a:pt x="20901" y="135638"/>
                  </a:lnTo>
                  <a:lnTo>
                    <a:pt x="20917" y="133975"/>
                  </a:lnTo>
                  <a:lnTo>
                    <a:pt x="20934" y="132200"/>
                  </a:lnTo>
                  <a:lnTo>
                    <a:pt x="21066" y="129763"/>
                  </a:lnTo>
                  <a:lnTo>
                    <a:pt x="21138" y="128442"/>
                  </a:lnTo>
                  <a:lnTo>
                    <a:pt x="21236" y="127935"/>
                  </a:lnTo>
                  <a:lnTo>
                    <a:pt x="21395" y="127120"/>
                  </a:lnTo>
                  <a:lnTo>
                    <a:pt x="21437" y="126903"/>
                  </a:lnTo>
                  <a:lnTo>
                    <a:pt x="21667" y="126237"/>
                  </a:lnTo>
                  <a:lnTo>
                    <a:pt x="21758" y="124980"/>
                  </a:lnTo>
                  <a:lnTo>
                    <a:pt x="22119" y="122106"/>
                  </a:lnTo>
                  <a:lnTo>
                    <a:pt x="22271" y="121504"/>
                  </a:lnTo>
                  <a:lnTo>
                    <a:pt x="22406" y="121138"/>
                  </a:lnTo>
                  <a:lnTo>
                    <a:pt x="22753" y="120198"/>
                  </a:lnTo>
                  <a:lnTo>
                    <a:pt x="22918" y="119773"/>
                  </a:lnTo>
                  <a:lnTo>
                    <a:pt x="23154" y="119167"/>
                  </a:lnTo>
                  <a:lnTo>
                    <a:pt x="23185" y="118841"/>
                  </a:lnTo>
                  <a:lnTo>
                    <a:pt x="23306" y="117613"/>
                  </a:lnTo>
                  <a:lnTo>
                    <a:pt x="23287" y="115982"/>
                  </a:lnTo>
                  <a:lnTo>
                    <a:pt x="23192" y="115467"/>
                  </a:lnTo>
                  <a:lnTo>
                    <a:pt x="23097" y="114953"/>
                  </a:lnTo>
                  <a:lnTo>
                    <a:pt x="23101" y="114782"/>
                  </a:lnTo>
                  <a:lnTo>
                    <a:pt x="23107" y="114537"/>
                  </a:lnTo>
                  <a:lnTo>
                    <a:pt x="23116" y="114215"/>
                  </a:lnTo>
                  <a:lnTo>
                    <a:pt x="22980" y="113084"/>
                  </a:lnTo>
                  <a:lnTo>
                    <a:pt x="22797" y="111555"/>
                  </a:lnTo>
                  <a:lnTo>
                    <a:pt x="22706" y="110796"/>
                  </a:lnTo>
                  <a:lnTo>
                    <a:pt x="22671" y="109594"/>
                  </a:lnTo>
                  <a:lnTo>
                    <a:pt x="22548" y="108293"/>
                  </a:lnTo>
                  <a:lnTo>
                    <a:pt x="22970" y="105731"/>
                  </a:lnTo>
                  <a:lnTo>
                    <a:pt x="23114" y="104853"/>
                  </a:lnTo>
                  <a:lnTo>
                    <a:pt x="24354" y="105086"/>
                  </a:lnTo>
                  <a:lnTo>
                    <a:pt x="24871" y="105107"/>
                  </a:lnTo>
                  <a:lnTo>
                    <a:pt x="25570" y="105136"/>
                  </a:lnTo>
                  <a:lnTo>
                    <a:pt x="26477" y="105173"/>
                  </a:lnTo>
                  <a:lnTo>
                    <a:pt x="27019" y="104653"/>
                  </a:lnTo>
                  <a:lnTo>
                    <a:pt x="29950" y="104755"/>
                  </a:lnTo>
                  <a:lnTo>
                    <a:pt x="30995" y="104871"/>
                  </a:lnTo>
                  <a:lnTo>
                    <a:pt x="31784" y="104837"/>
                  </a:lnTo>
                  <a:lnTo>
                    <a:pt x="32563" y="103536"/>
                  </a:lnTo>
                  <a:lnTo>
                    <a:pt x="32873" y="103093"/>
                  </a:lnTo>
                  <a:lnTo>
                    <a:pt x="33789" y="101787"/>
                  </a:lnTo>
                  <a:lnTo>
                    <a:pt x="34823" y="100312"/>
                  </a:lnTo>
                  <a:lnTo>
                    <a:pt x="35338" y="99507"/>
                  </a:lnTo>
                  <a:lnTo>
                    <a:pt x="35431" y="99361"/>
                  </a:lnTo>
                  <a:lnTo>
                    <a:pt x="35573" y="99258"/>
                  </a:lnTo>
                  <a:lnTo>
                    <a:pt x="35853" y="99056"/>
                  </a:lnTo>
                  <a:lnTo>
                    <a:pt x="36010" y="98802"/>
                  </a:lnTo>
                  <a:lnTo>
                    <a:pt x="36244" y="98424"/>
                  </a:lnTo>
                  <a:lnTo>
                    <a:pt x="36847" y="97452"/>
                  </a:lnTo>
                  <a:lnTo>
                    <a:pt x="37044" y="97132"/>
                  </a:lnTo>
                  <a:lnTo>
                    <a:pt x="37848" y="95834"/>
                  </a:lnTo>
                  <a:lnTo>
                    <a:pt x="37951" y="95669"/>
                  </a:lnTo>
                  <a:lnTo>
                    <a:pt x="38224" y="95208"/>
                  </a:lnTo>
                  <a:lnTo>
                    <a:pt x="39308" y="93376"/>
                  </a:lnTo>
                  <a:lnTo>
                    <a:pt x="39783" y="92712"/>
                  </a:lnTo>
                  <a:lnTo>
                    <a:pt x="40987" y="91030"/>
                  </a:lnTo>
                  <a:lnTo>
                    <a:pt x="41254" y="90657"/>
                  </a:lnTo>
                  <a:lnTo>
                    <a:pt x="41644" y="90112"/>
                  </a:lnTo>
                  <a:lnTo>
                    <a:pt x="41978" y="89797"/>
                  </a:lnTo>
                  <a:lnTo>
                    <a:pt x="43671" y="88200"/>
                  </a:lnTo>
                  <a:lnTo>
                    <a:pt x="42788" y="87073"/>
                  </a:lnTo>
                  <a:lnTo>
                    <a:pt x="43062" y="86395"/>
                  </a:lnTo>
                  <a:lnTo>
                    <a:pt x="41712" y="85464"/>
                  </a:lnTo>
                  <a:lnTo>
                    <a:pt x="41339" y="84879"/>
                  </a:lnTo>
                  <a:lnTo>
                    <a:pt x="41227" y="83833"/>
                  </a:lnTo>
                  <a:lnTo>
                    <a:pt x="41066" y="82328"/>
                  </a:lnTo>
                  <a:lnTo>
                    <a:pt x="41283" y="81954"/>
                  </a:lnTo>
                  <a:lnTo>
                    <a:pt x="42514" y="79833"/>
                  </a:lnTo>
                  <a:lnTo>
                    <a:pt x="42828" y="79293"/>
                  </a:lnTo>
                  <a:lnTo>
                    <a:pt x="43240" y="78527"/>
                  </a:lnTo>
                  <a:lnTo>
                    <a:pt x="43332" y="78357"/>
                  </a:lnTo>
                  <a:lnTo>
                    <a:pt x="43492" y="78059"/>
                  </a:lnTo>
                  <a:lnTo>
                    <a:pt x="43263" y="78116"/>
                  </a:lnTo>
                  <a:lnTo>
                    <a:pt x="43115" y="78154"/>
                  </a:lnTo>
                  <a:lnTo>
                    <a:pt x="40847" y="78627"/>
                  </a:lnTo>
                  <a:lnTo>
                    <a:pt x="39537" y="79020"/>
                  </a:lnTo>
                  <a:lnTo>
                    <a:pt x="37938" y="79501"/>
                  </a:lnTo>
                  <a:lnTo>
                    <a:pt x="36526" y="79946"/>
                  </a:lnTo>
                  <a:lnTo>
                    <a:pt x="34934" y="80447"/>
                  </a:lnTo>
                  <a:lnTo>
                    <a:pt x="34431" y="80531"/>
                  </a:lnTo>
                  <a:lnTo>
                    <a:pt x="33800" y="80636"/>
                  </a:lnTo>
                  <a:lnTo>
                    <a:pt x="31645" y="80993"/>
                  </a:lnTo>
                  <a:lnTo>
                    <a:pt x="31336" y="81003"/>
                  </a:lnTo>
                  <a:lnTo>
                    <a:pt x="30064" y="81043"/>
                  </a:lnTo>
                  <a:lnTo>
                    <a:pt x="29510" y="81061"/>
                  </a:lnTo>
                  <a:lnTo>
                    <a:pt x="29341" y="81066"/>
                  </a:lnTo>
                  <a:lnTo>
                    <a:pt x="27394" y="80648"/>
                  </a:lnTo>
                  <a:lnTo>
                    <a:pt x="26064" y="80362"/>
                  </a:lnTo>
                  <a:lnTo>
                    <a:pt x="21315" y="79343"/>
                  </a:lnTo>
                  <a:lnTo>
                    <a:pt x="18098" y="79057"/>
                  </a:lnTo>
                  <a:lnTo>
                    <a:pt x="17491" y="79003"/>
                  </a:lnTo>
                  <a:lnTo>
                    <a:pt x="16147" y="79437"/>
                  </a:lnTo>
                  <a:lnTo>
                    <a:pt x="15865" y="79868"/>
                  </a:lnTo>
                  <a:lnTo>
                    <a:pt x="15672" y="80161"/>
                  </a:lnTo>
                  <a:lnTo>
                    <a:pt x="15400" y="79634"/>
                  </a:lnTo>
                  <a:lnTo>
                    <a:pt x="14859" y="78585"/>
                  </a:lnTo>
                  <a:lnTo>
                    <a:pt x="14038" y="76481"/>
                  </a:lnTo>
                  <a:lnTo>
                    <a:pt x="13492" y="75773"/>
                  </a:lnTo>
                  <a:lnTo>
                    <a:pt x="13121" y="75379"/>
                  </a:lnTo>
                  <a:lnTo>
                    <a:pt x="11440" y="74127"/>
                  </a:lnTo>
                  <a:lnTo>
                    <a:pt x="9317" y="72612"/>
                  </a:lnTo>
                  <a:lnTo>
                    <a:pt x="8676" y="71942"/>
                  </a:lnTo>
                  <a:lnTo>
                    <a:pt x="8248" y="71287"/>
                  </a:lnTo>
                  <a:lnTo>
                    <a:pt x="7779" y="70401"/>
                  </a:lnTo>
                  <a:lnTo>
                    <a:pt x="6282" y="68389"/>
                  </a:lnTo>
                  <a:lnTo>
                    <a:pt x="5612" y="66058"/>
                  </a:lnTo>
                  <a:lnTo>
                    <a:pt x="5527" y="64922"/>
                  </a:lnTo>
                  <a:lnTo>
                    <a:pt x="5313" y="63874"/>
                  </a:lnTo>
                  <a:lnTo>
                    <a:pt x="5086" y="63397"/>
                  </a:lnTo>
                  <a:lnTo>
                    <a:pt x="4658" y="62825"/>
                  </a:lnTo>
                  <a:lnTo>
                    <a:pt x="3842" y="62209"/>
                  </a:lnTo>
                  <a:lnTo>
                    <a:pt x="3290" y="61791"/>
                  </a:lnTo>
                  <a:lnTo>
                    <a:pt x="2962" y="61296"/>
                  </a:lnTo>
                  <a:lnTo>
                    <a:pt x="2777" y="60480"/>
                  </a:lnTo>
                  <a:lnTo>
                    <a:pt x="1889" y="58907"/>
                  </a:lnTo>
                  <a:lnTo>
                    <a:pt x="1118" y="57919"/>
                  </a:lnTo>
                  <a:lnTo>
                    <a:pt x="827" y="57547"/>
                  </a:lnTo>
                  <a:lnTo>
                    <a:pt x="0" y="56522"/>
                  </a:lnTo>
                  <a:lnTo>
                    <a:pt x="752" y="55897"/>
                  </a:lnTo>
                  <a:lnTo>
                    <a:pt x="3388" y="53737"/>
                  </a:lnTo>
                  <a:lnTo>
                    <a:pt x="4373" y="52535"/>
                  </a:lnTo>
                  <a:lnTo>
                    <a:pt x="6475" y="50278"/>
                  </a:lnTo>
                  <a:lnTo>
                    <a:pt x="6755" y="49949"/>
                  </a:lnTo>
                  <a:lnTo>
                    <a:pt x="7437" y="49149"/>
                  </a:lnTo>
                  <a:lnTo>
                    <a:pt x="9301" y="46746"/>
                  </a:lnTo>
                  <a:lnTo>
                    <a:pt x="12359" y="41782"/>
                  </a:lnTo>
                  <a:lnTo>
                    <a:pt x="15094" y="37344"/>
                  </a:lnTo>
                  <a:lnTo>
                    <a:pt x="15193" y="37183"/>
                  </a:lnTo>
                  <a:lnTo>
                    <a:pt x="19684" y="30365"/>
                  </a:lnTo>
                  <a:lnTo>
                    <a:pt x="21449" y="31733"/>
                  </a:lnTo>
                  <a:lnTo>
                    <a:pt x="24188" y="33653"/>
                  </a:lnTo>
                  <a:lnTo>
                    <a:pt x="24874" y="34095"/>
                  </a:lnTo>
                  <a:lnTo>
                    <a:pt x="30396" y="25663"/>
                  </a:lnTo>
                  <a:lnTo>
                    <a:pt x="30598" y="25354"/>
                  </a:lnTo>
                  <a:lnTo>
                    <a:pt x="30683" y="25225"/>
                  </a:lnTo>
                  <a:lnTo>
                    <a:pt x="30807" y="25048"/>
                  </a:lnTo>
                  <a:lnTo>
                    <a:pt x="31374" y="24245"/>
                  </a:lnTo>
                  <a:lnTo>
                    <a:pt x="36460" y="17039"/>
                  </a:lnTo>
                  <a:lnTo>
                    <a:pt x="36579" y="16871"/>
                  </a:lnTo>
                  <a:lnTo>
                    <a:pt x="36860" y="16473"/>
                  </a:lnTo>
                  <a:lnTo>
                    <a:pt x="44133" y="6167"/>
                  </a:lnTo>
                  <a:lnTo>
                    <a:pt x="44474" y="5684"/>
                  </a:lnTo>
                  <a:lnTo>
                    <a:pt x="47197" y="1826"/>
                  </a:lnTo>
                  <a:lnTo>
                    <a:pt x="48155" y="469"/>
                  </a:lnTo>
                  <a:lnTo>
                    <a:pt x="48318" y="237"/>
                  </a:lnTo>
                  <a:lnTo>
                    <a:pt x="48486" y="0"/>
                  </a:lnTo>
                  <a:lnTo>
                    <a:pt x="48721" y="701"/>
                  </a:lnTo>
                  <a:lnTo>
                    <a:pt x="48836" y="935"/>
                  </a:lnTo>
                  <a:lnTo>
                    <a:pt x="49176" y="1630"/>
                  </a:lnTo>
                  <a:lnTo>
                    <a:pt x="53302" y="10033"/>
                  </a:lnTo>
                  <a:lnTo>
                    <a:pt x="64816" y="12938"/>
                  </a:lnTo>
                  <a:lnTo>
                    <a:pt x="66321" y="13317"/>
                  </a:lnTo>
                  <a:lnTo>
                    <a:pt x="66556" y="13377"/>
                  </a:lnTo>
                  <a:lnTo>
                    <a:pt x="67066" y="13505"/>
                  </a:lnTo>
                  <a:lnTo>
                    <a:pt x="69205" y="14045"/>
                  </a:lnTo>
                  <a:lnTo>
                    <a:pt x="75562" y="15649"/>
                  </a:lnTo>
                  <a:lnTo>
                    <a:pt x="83155" y="17564"/>
                  </a:lnTo>
                  <a:lnTo>
                    <a:pt x="83960" y="17768"/>
                  </a:lnTo>
                  <a:lnTo>
                    <a:pt x="85272" y="18252"/>
                  </a:lnTo>
                  <a:lnTo>
                    <a:pt x="85898" y="18484"/>
                  </a:lnTo>
                  <a:lnTo>
                    <a:pt x="91711" y="22698"/>
                  </a:lnTo>
                  <a:lnTo>
                    <a:pt x="92419" y="23737"/>
                  </a:lnTo>
                  <a:lnTo>
                    <a:pt x="92609" y="24077"/>
                  </a:lnTo>
                  <a:lnTo>
                    <a:pt x="92817" y="24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923912" y="4159375"/>
              <a:ext cx="32117" cy="27113"/>
            </a:xfrm>
            <a:custGeom>
              <a:avLst/>
              <a:pathLst>
                <a:path w="32117" h="27113">
                  <a:moveTo>
                    <a:pt x="30960" y="1773"/>
                  </a:moveTo>
                  <a:lnTo>
                    <a:pt x="29729" y="3894"/>
                  </a:lnTo>
                  <a:lnTo>
                    <a:pt x="29511" y="4268"/>
                  </a:lnTo>
                  <a:lnTo>
                    <a:pt x="29672" y="5773"/>
                  </a:lnTo>
                  <a:lnTo>
                    <a:pt x="29784" y="6819"/>
                  </a:lnTo>
                  <a:lnTo>
                    <a:pt x="30158" y="7405"/>
                  </a:lnTo>
                  <a:lnTo>
                    <a:pt x="31507" y="8335"/>
                  </a:lnTo>
                  <a:lnTo>
                    <a:pt x="31214" y="9061"/>
                  </a:lnTo>
                  <a:lnTo>
                    <a:pt x="32117" y="10140"/>
                  </a:lnTo>
                  <a:lnTo>
                    <a:pt x="30423" y="11737"/>
                  </a:lnTo>
                  <a:lnTo>
                    <a:pt x="30090" y="12052"/>
                  </a:lnTo>
                  <a:lnTo>
                    <a:pt x="29700" y="12597"/>
                  </a:lnTo>
                  <a:lnTo>
                    <a:pt x="29433" y="12970"/>
                  </a:lnTo>
                  <a:lnTo>
                    <a:pt x="28229" y="14652"/>
                  </a:lnTo>
                  <a:lnTo>
                    <a:pt x="27754" y="15316"/>
                  </a:lnTo>
                  <a:lnTo>
                    <a:pt x="26670" y="17148"/>
                  </a:lnTo>
                  <a:lnTo>
                    <a:pt x="26397" y="17609"/>
                  </a:lnTo>
                  <a:lnTo>
                    <a:pt x="26294" y="17775"/>
                  </a:lnTo>
                  <a:lnTo>
                    <a:pt x="25490" y="19072"/>
                  </a:lnTo>
                  <a:lnTo>
                    <a:pt x="25292" y="19392"/>
                  </a:lnTo>
                  <a:lnTo>
                    <a:pt x="24690" y="20364"/>
                  </a:lnTo>
                  <a:lnTo>
                    <a:pt x="24456" y="20742"/>
                  </a:lnTo>
                  <a:lnTo>
                    <a:pt x="24298" y="20996"/>
                  </a:lnTo>
                  <a:lnTo>
                    <a:pt x="24019" y="21198"/>
                  </a:lnTo>
                  <a:lnTo>
                    <a:pt x="23877" y="21301"/>
                  </a:lnTo>
                  <a:lnTo>
                    <a:pt x="23728" y="21534"/>
                  </a:lnTo>
                  <a:lnTo>
                    <a:pt x="23269" y="22253"/>
                  </a:lnTo>
                  <a:lnTo>
                    <a:pt x="22235" y="23728"/>
                  </a:lnTo>
                  <a:lnTo>
                    <a:pt x="21319" y="25033"/>
                  </a:lnTo>
                  <a:lnTo>
                    <a:pt x="21008" y="25476"/>
                  </a:lnTo>
                  <a:lnTo>
                    <a:pt x="20229" y="26777"/>
                  </a:lnTo>
                  <a:lnTo>
                    <a:pt x="19441" y="26811"/>
                  </a:lnTo>
                  <a:lnTo>
                    <a:pt x="18396" y="26695"/>
                  </a:lnTo>
                  <a:lnTo>
                    <a:pt x="15465" y="26593"/>
                  </a:lnTo>
                  <a:lnTo>
                    <a:pt x="14923" y="27113"/>
                  </a:lnTo>
                  <a:lnTo>
                    <a:pt x="14016" y="27076"/>
                  </a:lnTo>
                  <a:lnTo>
                    <a:pt x="13316" y="27047"/>
                  </a:lnTo>
                  <a:lnTo>
                    <a:pt x="12800" y="27026"/>
                  </a:lnTo>
                  <a:lnTo>
                    <a:pt x="11560" y="26793"/>
                  </a:lnTo>
                  <a:lnTo>
                    <a:pt x="10463" y="26516"/>
                  </a:lnTo>
                  <a:lnTo>
                    <a:pt x="7698" y="25514"/>
                  </a:lnTo>
                  <a:lnTo>
                    <a:pt x="7043" y="25191"/>
                  </a:lnTo>
                  <a:lnTo>
                    <a:pt x="5969" y="24487"/>
                  </a:lnTo>
                  <a:lnTo>
                    <a:pt x="5301" y="24198"/>
                  </a:lnTo>
                  <a:lnTo>
                    <a:pt x="4908" y="23703"/>
                  </a:lnTo>
                  <a:lnTo>
                    <a:pt x="3055" y="21373"/>
                  </a:lnTo>
                  <a:lnTo>
                    <a:pt x="2128" y="20402"/>
                  </a:lnTo>
                  <a:lnTo>
                    <a:pt x="973" y="19194"/>
                  </a:lnTo>
                  <a:lnTo>
                    <a:pt x="0" y="18176"/>
                  </a:lnTo>
                  <a:lnTo>
                    <a:pt x="427" y="14870"/>
                  </a:lnTo>
                  <a:lnTo>
                    <a:pt x="1567" y="11360"/>
                  </a:lnTo>
                  <a:lnTo>
                    <a:pt x="3277" y="8126"/>
                  </a:lnTo>
                  <a:lnTo>
                    <a:pt x="3039" y="7079"/>
                  </a:lnTo>
                  <a:lnTo>
                    <a:pt x="2479" y="4602"/>
                  </a:lnTo>
                  <a:lnTo>
                    <a:pt x="3190" y="3517"/>
                  </a:lnTo>
                  <a:lnTo>
                    <a:pt x="3979" y="2313"/>
                  </a:lnTo>
                  <a:lnTo>
                    <a:pt x="4118" y="2102"/>
                  </a:lnTo>
                  <a:lnTo>
                    <a:pt x="4310" y="1808"/>
                  </a:lnTo>
                  <a:lnTo>
                    <a:pt x="4592" y="1378"/>
                  </a:lnTo>
                  <a:lnTo>
                    <a:pt x="5937" y="943"/>
                  </a:lnTo>
                  <a:lnTo>
                    <a:pt x="6543" y="997"/>
                  </a:lnTo>
                  <a:lnTo>
                    <a:pt x="9760" y="1283"/>
                  </a:lnTo>
                  <a:lnTo>
                    <a:pt x="14510" y="2303"/>
                  </a:lnTo>
                  <a:lnTo>
                    <a:pt x="15839" y="2588"/>
                  </a:lnTo>
                  <a:lnTo>
                    <a:pt x="17787" y="3007"/>
                  </a:lnTo>
                  <a:lnTo>
                    <a:pt x="17955" y="3001"/>
                  </a:lnTo>
                  <a:lnTo>
                    <a:pt x="18510" y="2984"/>
                  </a:lnTo>
                  <a:lnTo>
                    <a:pt x="19782" y="2944"/>
                  </a:lnTo>
                  <a:lnTo>
                    <a:pt x="20091" y="2934"/>
                  </a:lnTo>
                  <a:lnTo>
                    <a:pt x="22245" y="2576"/>
                  </a:lnTo>
                  <a:lnTo>
                    <a:pt x="22876" y="2471"/>
                  </a:lnTo>
                  <a:lnTo>
                    <a:pt x="23380" y="2388"/>
                  </a:lnTo>
                  <a:lnTo>
                    <a:pt x="24971" y="1886"/>
                  </a:lnTo>
                  <a:lnTo>
                    <a:pt x="26384" y="1441"/>
                  </a:lnTo>
                  <a:lnTo>
                    <a:pt x="27983" y="961"/>
                  </a:lnTo>
                  <a:lnTo>
                    <a:pt x="29293" y="567"/>
                  </a:lnTo>
                  <a:lnTo>
                    <a:pt x="31561" y="94"/>
                  </a:lnTo>
                  <a:lnTo>
                    <a:pt x="31709" y="57"/>
                  </a:lnTo>
                  <a:lnTo>
                    <a:pt x="31938" y="0"/>
                  </a:lnTo>
                  <a:lnTo>
                    <a:pt x="31778" y="297"/>
                  </a:lnTo>
                  <a:lnTo>
                    <a:pt x="31686" y="468"/>
                  </a:lnTo>
                  <a:lnTo>
                    <a:pt x="31274" y="1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935602" y="4203692"/>
              <a:ext cx="60274" cy="60253"/>
            </a:xfrm>
            <a:custGeom>
              <a:avLst/>
              <a:pathLst>
                <a:path w="60274" h="60253">
                  <a:moveTo>
                    <a:pt x="58310" y="26363"/>
                  </a:moveTo>
                  <a:lnTo>
                    <a:pt x="58991" y="29000"/>
                  </a:lnTo>
                  <a:lnTo>
                    <a:pt x="58798" y="33633"/>
                  </a:lnTo>
                  <a:lnTo>
                    <a:pt x="59953" y="36045"/>
                  </a:lnTo>
                  <a:lnTo>
                    <a:pt x="60274" y="38973"/>
                  </a:lnTo>
                  <a:lnTo>
                    <a:pt x="49052" y="41789"/>
                  </a:lnTo>
                  <a:lnTo>
                    <a:pt x="43694" y="41963"/>
                  </a:lnTo>
                  <a:lnTo>
                    <a:pt x="44090" y="47426"/>
                  </a:lnTo>
                  <a:lnTo>
                    <a:pt x="44191" y="48817"/>
                  </a:lnTo>
                  <a:lnTo>
                    <a:pt x="43883" y="48763"/>
                  </a:lnTo>
                  <a:lnTo>
                    <a:pt x="40280" y="48217"/>
                  </a:lnTo>
                  <a:lnTo>
                    <a:pt x="37864" y="48628"/>
                  </a:lnTo>
                  <a:lnTo>
                    <a:pt x="34275" y="49360"/>
                  </a:lnTo>
                  <a:lnTo>
                    <a:pt x="33658" y="50107"/>
                  </a:lnTo>
                  <a:lnTo>
                    <a:pt x="32945" y="50972"/>
                  </a:lnTo>
                  <a:lnTo>
                    <a:pt x="31482" y="51748"/>
                  </a:lnTo>
                  <a:lnTo>
                    <a:pt x="32004" y="53579"/>
                  </a:lnTo>
                  <a:lnTo>
                    <a:pt x="31810" y="53724"/>
                  </a:lnTo>
                  <a:lnTo>
                    <a:pt x="29134" y="55738"/>
                  </a:lnTo>
                  <a:lnTo>
                    <a:pt x="28641" y="58632"/>
                  </a:lnTo>
                  <a:lnTo>
                    <a:pt x="28365" y="60253"/>
                  </a:lnTo>
                  <a:lnTo>
                    <a:pt x="20116" y="60095"/>
                  </a:lnTo>
                  <a:lnTo>
                    <a:pt x="19648" y="59547"/>
                  </a:lnTo>
                  <a:lnTo>
                    <a:pt x="16344" y="55671"/>
                  </a:lnTo>
                  <a:lnTo>
                    <a:pt x="12471" y="51128"/>
                  </a:lnTo>
                  <a:lnTo>
                    <a:pt x="12186" y="50794"/>
                  </a:lnTo>
                  <a:lnTo>
                    <a:pt x="10731" y="47471"/>
                  </a:lnTo>
                  <a:lnTo>
                    <a:pt x="10628" y="47234"/>
                  </a:lnTo>
                  <a:lnTo>
                    <a:pt x="9178" y="43874"/>
                  </a:lnTo>
                  <a:lnTo>
                    <a:pt x="8711" y="42757"/>
                  </a:lnTo>
                  <a:lnTo>
                    <a:pt x="7903" y="40825"/>
                  </a:lnTo>
                  <a:lnTo>
                    <a:pt x="6953" y="40206"/>
                  </a:lnTo>
                  <a:lnTo>
                    <a:pt x="4689" y="38733"/>
                  </a:lnTo>
                  <a:lnTo>
                    <a:pt x="4614" y="38142"/>
                  </a:lnTo>
                  <a:lnTo>
                    <a:pt x="4476" y="37058"/>
                  </a:lnTo>
                  <a:lnTo>
                    <a:pt x="1979" y="33696"/>
                  </a:lnTo>
                  <a:lnTo>
                    <a:pt x="579" y="29170"/>
                  </a:lnTo>
                  <a:lnTo>
                    <a:pt x="943" y="28894"/>
                  </a:lnTo>
                  <a:lnTo>
                    <a:pt x="2445" y="28552"/>
                  </a:lnTo>
                  <a:lnTo>
                    <a:pt x="2142" y="28007"/>
                  </a:lnTo>
                  <a:lnTo>
                    <a:pt x="1490" y="26832"/>
                  </a:lnTo>
                  <a:lnTo>
                    <a:pt x="0" y="23879"/>
                  </a:lnTo>
                  <a:lnTo>
                    <a:pt x="416" y="23250"/>
                  </a:lnTo>
                  <a:lnTo>
                    <a:pt x="1580" y="23749"/>
                  </a:lnTo>
                  <a:lnTo>
                    <a:pt x="3664" y="24111"/>
                  </a:lnTo>
                  <a:lnTo>
                    <a:pt x="5659" y="23480"/>
                  </a:lnTo>
                  <a:lnTo>
                    <a:pt x="7435" y="24242"/>
                  </a:lnTo>
                  <a:lnTo>
                    <a:pt x="7599" y="24312"/>
                  </a:lnTo>
                  <a:lnTo>
                    <a:pt x="8239" y="24586"/>
                  </a:lnTo>
                  <a:lnTo>
                    <a:pt x="8915" y="26268"/>
                  </a:lnTo>
                  <a:lnTo>
                    <a:pt x="9647" y="26083"/>
                  </a:lnTo>
                  <a:lnTo>
                    <a:pt x="11713" y="25996"/>
                  </a:lnTo>
                  <a:lnTo>
                    <a:pt x="14534" y="24714"/>
                  </a:lnTo>
                  <a:lnTo>
                    <a:pt x="17012" y="22516"/>
                  </a:lnTo>
                  <a:lnTo>
                    <a:pt x="18805" y="24856"/>
                  </a:lnTo>
                  <a:lnTo>
                    <a:pt x="18983" y="27013"/>
                  </a:lnTo>
                  <a:lnTo>
                    <a:pt x="19008" y="27318"/>
                  </a:lnTo>
                  <a:lnTo>
                    <a:pt x="19694" y="26630"/>
                  </a:lnTo>
                  <a:lnTo>
                    <a:pt x="23399" y="22916"/>
                  </a:lnTo>
                  <a:lnTo>
                    <a:pt x="23708" y="22693"/>
                  </a:lnTo>
                  <a:lnTo>
                    <a:pt x="24083" y="22421"/>
                  </a:lnTo>
                  <a:lnTo>
                    <a:pt x="24360" y="22298"/>
                  </a:lnTo>
                  <a:lnTo>
                    <a:pt x="26491" y="21358"/>
                  </a:lnTo>
                  <a:lnTo>
                    <a:pt x="29084" y="18445"/>
                  </a:lnTo>
                  <a:lnTo>
                    <a:pt x="29339" y="18220"/>
                  </a:lnTo>
                  <a:lnTo>
                    <a:pt x="30010" y="17629"/>
                  </a:lnTo>
                  <a:lnTo>
                    <a:pt x="31828" y="16032"/>
                  </a:lnTo>
                  <a:lnTo>
                    <a:pt x="32247" y="15663"/>
                  </a:lnTo>
                  <a:lnTo>
                    <a:pt x="33900" y="14891"/>
                  </a:lnTo>
                  <a:lnTo>
                    <a:pt x="35076" y="14231"/>
                  </a:lnTo>
                  <a:lnTo>
                    <a:pt x="35924" y="13755"/>
                  </a:lnTo>
                  <a:lnTo>
                    <a:pt x="37166" y="13598"/>
                  </a:lnTo>
                  <a:lnTo>
                    <a:pt x="38496" y="13430"/>
                  </a:lnTo>
                  <a:lnTo>
                    <a:pt x="39676" y="12872"/>
                  </a:lnTo>
                  <a:lnTo>
                    <a:pt x="40389" y="10282"/>
                  </a:lnTo>
                  <a:lnTo>
                    <a:pt x="40056" y="8631"/>
                  </a:lnTo>
                  <a:lnTo>
                    <a:pt x="38284" y="4365"/>
                  </a:lnTo>
                  <a:lnTo>
                    <a:pt x="46506" y="0"/>
                  </a:lnTo>
                  <a:lnTo>
                    <a:pt x="49565" y="7476"/>
                  </a:lnTo>
                  <a:lnTo>
                    <a:pt x="50875" y="10855"/>
                  </a:lnTo>
                  <a:lnTo>
                    <a:pt x="53117" y="16442"/>
                  </a:lnTo>
                  <a:lnTo>
                    <a:pt x="55036" y="2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801729" y="4095217"/>
              <a:ext cx="150217" cy="191109"/>
            </a:xfrm>
            <a:custGeom>
              <a:avLst/>
              <a:pathLst>
                <a:path w="150217" h="191109">
                  <a:moveTo>
                    <a:pt x="54820" y="16721"/>
                  </a:moveTo>
                  <a:lnTo>
                    <a:pt x="55760" y="17322"/>
                  </a:lnTo>
                  <a:lnTo>
                    <a:pt x="56394" y="17126"/>
                  </a:lnTo>
                  <a:lnTo>
                    <a:pt x="57028" y="16417"/>
                  </a:lnTo>
                  <a:lnTo>
                    <a:pt x="58960" y="14255"/>
                  </a:lnTo>
                  <a:lnTo>
                    <a:pt x="59109" y="14353"/>
                  </a:lnTo>
                  <a:lnTo>
                    <a:pt x="61660" y="15894"/>
                  </a:lnTo>
                  <a:lnTo>
                    <a:pt x="62895" y="16642"/>
                  </a:lnTo>
                  <a:lnTo>
                    <a:pt x="64228" y="18245"/>
                  </a:lnTo>
                  <a:lnTo>
                    <a:pt x="64788" y="19008"/>
                  </a:lnTo>
                  <a:lnTo>
                    <a:pt x="65551" y="18751"/>
                  </a:lnTo>
                  <a:lnTo>
                    <a:pt x="70968" y="17097"/>
                  </a:lnTo>
                  <a:lnTo>
                    <a:pt x="71899" y="16812"/>
                  </a:lnTo>
                  <a:lnTo>
                    <a:pt x="72442" y="16646"/>
                  </a:lnTo>
                  <a:lnTo>
                    <a:pt x="74675" y="16124"/>
                  </a:lnTo>
                  <a:lnTo>
                    <a:pt x="77091" y="15481"/>
                  </a:lnTo>
                  <a:lnTo>
                    <a:pt x="78392" y="14782"/>
                  </a:lnTo>
                  <a:lnTo>
                    <a:pt x="78730" y="14601"/>
                  </a:lnTo>
                  <a:lnTo>
                    <a:pt x="79503" y="17745"/>
                  </a:lnTo>
                  <a:lnTo>
                    <a:pt x="80086" y="18937"/>
                  </a:lnTo>
                  <a:lnTo>
                    <a:pt x="84178" y="16795"/>
                  </a:lnTo>
                  <a:lnTo>
                    <a:pt x="84489" y="16554"/>
                  </a:lnTo>
                  <a:lnTo>
                    <a:pt x="85361" y="15877"/>
                  </a:lnTo>
                  <a:lnTo>
                    <a:pt x="89436" y="13625"/>
                  </a:lnTo>
                  <a:lnTo>
                    <a:pt x="90039" y="13291"/>
                  </a:lnTo>
                  <a:lnTo>
                    <a:pt x="91693" y="16211"/>
                  </a:lnTo>
                  <a:lnTo>
                    <a:pt x="93011" y="18455"/>
                  </a:lnTo>
                  <a:lnTo>
                    <a:pt x="92520" y="19802"/>
                  </a:lnTo>
                  <a:lnTo>
                    <a:pt x="92876" y="19836"/>
                  </a:lnTo>
                  <a:lnTo>
                    <a:pt x="93020" y="19849"/>
                  </a:lnTo>
                  <a:lnTo>
                    <a:pt x="94358" y="22129"/>
                  </a:lnTo>
                  <a:lnTo>
                    <a:pt x="94458" y="22299"/>
                  </a:lnTo>
                  <a:lnTo>
                    <a:pt x="95293" y="23722"/>
                  </a:lnTo>
                  <a:lnTo>
                    <a:pt x="96159" y="24687"/>
                  </a:lnTo>
                  <a:lnTo>
                    <a:pt x="97178" y="25412"/>
                  </a:lnTo>
                  <a:lnTo>
                    <a:pt x="98190" y="26131"/>
                  </a:lnTo>
                  <a:lnTo>
                    <a:pt x="99151" y="26896"/>
                  </a:lnTo>
                  <a:lnTo>
                    <a:pt x="100244" y="27576"/>
                  </a:lnTo>
                  <a:lnTo>
                    <a:pt x="101764" y="28595"/>
                  </a:lnTo>
                  <a:lnTo>
                    <a:pt x="102559" y="29348"/>
                  </a:lnTo>
                  <a:lnTo>
                    <a:pt x="102632" y="30621"/>
                  </a:lnTo>
                  <a:lnTo>
                    <a:pt x="102603" y="31266"/>
                  </a:lnTo>
                  <a:lnTo>
                    <a:pt x="102583" y="31714"/>
                  </a:lnTo>
                  <a:lnTo>
                    <a:pt x="102737" y="32200"/>
                  </a:lnTo>
                  <a:lnTo>
                    <a:pt x="102844" y="32631"/>
                  </a:lnTo>
                  <a:lnTo>
                    <a:pt x="103450" y="35076"/>
                  </a:lnTo>
                  <a:lnTo>
                    <a:pt x="103533" y="36290"/>
                  </a:lnTo>
                  <a:lnTo>
                    <a:pt x="103877" y="37285"/>
                  </a:lnTo>
                  <a:lnTo>
                    <a:pt x="104673" y="37968"/>
                  </a:lnTo>
                  <a:lnTo>
                    <a:pt x="107038" y="39996"/>
                  </a:lnTo>
                  <a:lnTo>
                    <a:pt x="108168" y="40598"/>
                  </a:lnTo>
                  <a:lnTo>
                    <a:pt x="109460" y="41365"/>
                  </a:lnTo>
                  <a:lnTo>
                    <a:pt x="110163" y="42045"/>
                  </a:lnTo>
                  <a:lnTo>
                    <a:pt x="110627" y="42620"/>
                  </a:lnTo>
                  <a:lnTo>
                    <a:pt x="111455" y="43645"/>
                  </a:lnTo>
                  <a:lnTo>
                    <a:pt x="111746" y="44017"/>
                  </a:lnTo>
                  <a:lnTo>
                    <a:pt x="112517" y="45006"/>
                  </a:lnTo>
                  <a:lnTo>
                    <a:pt x="113405" y="46578"/>
                  </a:lnTo>
                  <a:lnTo>
                    <a:pt x="113590" y="47394"/>
                  </a:lnTo>
                  <a:lnTo>
                    <a:pt x="113918" y="47889"/>
                  </a:lnTo>
                  <a:lnTo>
                    <a:pt x="114470" y="48307"/>
                  </a:lnTo>
                  <a:lnTo>
                    <a:pt x="115286" y="48923"/>
                  </a:lnTo>
                  <a:lnTo>
                    <a:pt x="115799" y="49608"/>
                  </a:lnTo>
                  <a:lnTo>
                    <a:pt x="115941" y="49972"/>
                  </a:lnTo>
                  <a:lnTo>
                    <a:pt x="116155" y="51021"/>
                  </a:lnTo>
                  <a:lnTo>
                    <a:pt x="116240" y="52157"/>
                  </a:lnTo>
                  <a:lnTo>
                    <a:pt x="116910" y="54487"/>
                  </a:lnTo>
                  <a:lnTo>
                    <a:pt x="118407" y="56499"/>
                  </a:lnTo>
                  <a:lnTo>
                    <a:pt x="118876" y="57385"/>
                  </a:lnTo>
                  <a:lnTo>
                    <a:pt x="119304" y="58040"/>
                  </a:lnTo>
                  <a:lnTo>
                    <a:pt x="119945" y="58710"/>
                  </a:lnTo>
                  <a:lnTo>
                    <a:pt x="122068" y="60225"/>
                  </a:lnTo>
                  <a:lnTo>
                    <a:pt x="123749" y="61478"/>
                  </a:lnTo>
                  <a:lnTo>
                    <a:pt x="124120" y="61871"/>
                  </a:lnTo>
                  <a:lnTo>
                    <a:pt x="124666" y="62580"/>
                  </a:lnTo>
                  <a:lnTo>
                    <a:pt x="125487" y="64683"/>
                  </a:lnTo>
                  <a:lnTo>
                    <a:pt x="126028" y="65733"/>
                  </a:lnTo>
                  <a:lnTo>
                    <a:pt x="126300" y="66259"/>
                  </a:lnTo>
                  <a:lnTo>
                    <a:pt x="126162" y="66471"/>
                  </a:lnTo>
                  <a:lnTo>
                    <a:pt x="125372" y="67675"/>
                  </a:lnTo>
                  <a:lnTo>
                    <a:pt x="124661" y="68760"/>
                  </a:lnTo>
                  <a:lnTo>
                    <a:pt x="125222" y="71236"/>
                  </a:lnTo>
                  <a:lnTo>
                    <a:pt x="125459" y="72284"/>
                  </a:lnTo>
                  <a:lnTo>
                    <a:pt x="123749" y="75517"/>
                  </a:lnTo>
                  <a:lnTo>
                    <a:pt x="122609" y="79027"/>
                  </a:lnTo>
                  <a:lnTo>
                    <a:pt x="122182" y="82333"/>
                  </a:lnTo>
                  <a:lnTo>
                    <a:pt x="123155" y="83352"/>
                  </a:lnTo>
                  <a:lnTo>
                    <a:pt x="122434" y="82918"/>
                  </a:lnTo>
                  <a:lnTo>
                    <a:pt x="121284" y="82227"/>
                  </a:lnTo>
                  <a:lnTo>
                    <a:pt x="119593" y="81211"/>
                  </a:lnTo>
                  <a:lnTo>
                    <a:pt x="119137" y="81393"/>
                  </a:lnTo>
                  <a:lnTo>
                    <a:pt x="118258" y="82211"/>
                  </a:lnTo>
                  <a:lnTo>
                    <a:pt x="115996" y="80531"/>
                  </a:lnTo>
                  <a:lnTo>
                    <a:pt x="115705" y="80245"/>
                  </a:lnTo>
                  <a:lnTo>
                    <a:pt x="114903" y="78514"/>
                  </a:lnTo>
                  <a:lnTo>
                    <a:pt x="114366" y="77762"/>
                  </a:lnTo>
                  <a:lnTo>
                    <a:pt x="114107" y="77810"/>
                  </a:lnTo>
                  <a:lnTo>
                    <a:pt x="113752" y="77876"/>
                  </a:lnTo>
                  <a:lnTo>
                    <a:pt x="112744" y="78185"/>
                  </a:lnTo>
                  <a:lnTo>
                    <a:pt x="110142" y="78983"/>
                  </a:lnTo>
                  <a:lnTo>
                    <a:pt x="109714" y="79360"/>
                  </a:lnTo>
                  <a:lnTo>
                    <a:pt x="107763" y="81078"/>
                  </a:lnTo>
                  <a:lnTo>
                    <a:pt x="107204" y="82340"/>
                  </a:lnTo>
                  <a:lnTo>
                    <a:pt x="107140" y="82540"/>
                  </a:lnTo>
                  <a:lnTo>
                    <a:pt x="106733" y="81985"/>
                  </a:lnTo>
                  <a:lnTo>
                    <a:pt x="104042" y="80453"/>
                  </a:lnTo>
                  <a:lnTo>
                    <a:pt x="103189" y="79967"/>
                  </a:lnTo>
                  <a:lnTo>
                    <a:pt x="101862" y="80608"/>
                  </a:lnTo>
                  <a:lnTo>
                    <a:pt x="101669" y="81054"/>
                  </a:lnTo>
                  <a:lnTo>
                    <a:pt x="98212" y="82646"/>
                  </a:lnTo>
                  <a:lnTo>
                    <a:pt x="95667" y="83649"/>
                  </a:lnTo>
                  <a:lnTo>
                    <a:pt x="90242" y="83799"/>
                  </a:lnTo>
                  <a:lnTo>
                    <a:pt x="90095" y="83801"/>
                  </a:lnTo>
                  <a:lnTo>
                    <a:pt x="89893" y="83803"/>
                  </a:lnTo>
                  <a:lnTo>
                    <a:pt x="89743" y="83805"/>
                  </a:lnTo>
                  <a:lnTo>
                    <a:pt x="88262" y="83823"/>
                  </a:lnTo>
                  <a:lnTo>
                    <a:pt x="85816" y="83423"/>
                  </a:lnTo>
                  <a:lnTo>
                    <a:pt x="85414" y="83332"/>
                  </a:lnTo>
                  <a:lnTo>
                    <a:pt x="85115" y="83265"/>
                  </a:lnTo>
                  <a:lnTo>
                    <a:pt x="82777" y="82991"/>
                  </a:lnTo>
                  <a:lnTo>
                    <a:pt x="81125" y="82798"/>
                  </a:lnTo>
                  <a:lnTo>
                    <a:pt x="80021" y="82668"/>
                  </a:lnTo>
                  <a:lnTo>
                    <a:pt x="79357" y="82642"/>
                  </a:lnTo>
                  <a:lnTo>
                    <a:pt x="79164" y="82634"/>
                  </a:lnTo>
                  <a:lnTo>
                    <a:pt x="79289" y="83296"/>
                  </a:lnTo>
                  <a:lnTo>
                    <a:pt x="79628" y="85085"/>
                  </a:lnTo>
                  <a:lnTo>
                    <a:pt x="79605" y="85635"/>
                  </a:lnTo>
                  <a:lnTo>
                    <a:pt x="79486" y="88508"/>
                  </a:lnTo>
                  <a:lnTo>
                    <a:pt x="79273" y="92236"/>
                  </a:lnTo>
                  <a:lnTo>
                    <a:pt x="79368" y="92710"/>
                  </a:lnTo>
                  <a:lnTo>
                    <a:pt x="79962" y="93256"/>
                  </a:lnTo>
                  <a:lnTo>
                    <a:pt x="81577" y="94300"/>
                  </a:lnTo>
                  <a:lnTo>
                    <a:pt x="81787" y="94406"/>
                  </a:lnTo>
                  <a:lnTo>
                    <a:pt x="84310" y="95692"/>
                  </a:lnTo>
                  <a:lnTo>
                    <a:pt x="83689" y="97700"/>
                  </a:lnTo>
                  <a:lnTo>
                    <a:pt x="83502" y="98303"/>
                  </a:lnTo>
                  <a:lnTo>
                    <a:pt x="79565" y="96951"/>
                  </a:lnTo>
                  <a:lnTo>
                    <a:pt x="75850" y="95559"/>
                  </a:lnTo>
                  <a:lnTo>
                    <a:pt x="75920" y="96623"/>
                  </a:lnTo>
                  <a:lnTo>
                    <a:pt x="75940" y="96915"/>
                  </a:lnTo>
                  <a:lnTo>
                    <a:pt x="75931" y="98154"/>
                  </a:lnTo>
                  <a:lnTo>
                    <a:pt x="74325" y="101445"/>
                  </a:lnTo>
                  <a:lnTo>
                    <a:pt x="74351" y="102122"/>
                  </a:lnTo>
                  <a:lnTo>
                    <a:pt x="84967" y="104815"/>
                  </a:lnTo>
                  <a:lnTo>
                    <a:pt x="85993" y="104582"/>
                  </a:lnTo>
                  <a:lnTo>
                    <a:pt x="87831" y="104174"/>
                  </a:lnTo>
                  <a:lnTo>
                    <a:pt x="88230" y="104131"/>
                  </a:lnTo>
                  <a:lnTo>
                    <a:pt x="88985" y="104131"/>
                  </a:lnTo>
                  <a:lnTo>
                    <a:pt x="90726" y="104278"/>
                  </a:lnTo>
                  <a:lnTo>
                    <a:pt x="91222" y="104320"/>
                  </a:lnTo>
                  <a:lnTo>
                    <a:pt x="91935" y="104422"/>
                  </a:lnTo>
                  <a:lnTo>
                    <a:pt x="92505" y="104669"/>
                  </a:lnTo>
                  <a:lnTo>
                    <a:pt x="93303" y="105179"/>
                  </a:lnTo>
                  <a:lnTo>
                    <a:pt x="93858" y="105456"/>
                  </a:lnTo>
                  <a:lnTo>
                    <a:pt x="95027" y="105689"/>
                  </a:lnTo>
                  <a:lnTo>
                    <a:pt x="95953" y="105805"/>
                  </a:lnTo>
                  <a:lnTo>
                    <a:pt x="96523" y="105747"/>
                  </a:lnTo>
                  <a:lnTo>
                    <a:pt x="100210" y="103970"/>
                  </a:lnTo>
                  <a:lnTo>
                    <a:pt x="100790" y="103695"/>
                  </a:lnTo>
                  <a:lnTo>
                    <a:pt x="102385" y="106661"/>
                  </a:lnTo>
                  <a:lnTo>
                    <a:pt x="102114" y="108047"/>
                  </a:lnTo>
                  <a:lnTo>
                    <a:pt x="101303" y="107936"/>
                  </a:lnTo>
                  <a:lnTo>
                    <a:pt x="96591" y="110130"/>
                  </a:lnTo>
                  <a:lnTo>
                    <a:pt x="97080" y="112328"/>
                  </a:lnTo>
                  <a:lnTo>
                    <a:pt x="90838" y="117247"/>
                  </a:lnTo>
                  <a:lnTo>
                    <a:pt x="92038" y="118490"/>
                  </a:lnTo>
                  <a:lnTo>
                    <a:pt x="92917" y="119400"/>
                  </a:lnTo>
                  <a:lnTo>
                    <a:pt x="93121" y="119612"/>
                  </a:lnTo>
                  <a:lnTo>
                    <a:pt x="94570" y="121113"/>
                  </a:lnTo>
                  <a:lnTo>
                    <a:pt x="95233" y="121800"/>
                  </a:lnTo>
                  <a:lnTo>
                    <a:pt x="95545" y="122123"/>
                  </a:lnTo>
                  <a:lnTo>
                    <a:pt x="96787" y="123410"/>
                  </a:lnTo>
                  <a:lnTo>
                    <a:pt x="96912" y="123575"/>
                  </a:lnTo>
                  <a:lnTo>
                    <a:pt x="97125" y="123858"/>
                  </a:lnTo>
                  <a:lnTo>
                    <a:pt x="98506" y="125687"/>
                  </a:lnTo>
                  <a:lnTo>
                    <a:pt x="98683" y="125881"/>
                  </a:lnTo>
                  <a:lnTo>
                    <a:pt x="98983" y="126206"/>
                  </a:lnTo>
                  <a:lnTo>
                    <a:pt x="99506" y="126775"/>
                  </a:lnTo>
                  <a:lnTo>
                    <a:pt x="100687" y="128069"/>
                  </a:lnTo>
                  <a:lnTo>
                    <a:pt x="101293" y="128900"/>
                  </a:lnTo>
                  <a:lnTo>
                    <a:pt x="101626" y="129358"/>
                  </a:lnTo>
                  <a:lnTo>
                    <a:pt x="101951" y="129853"/>
                  </a:lnTo>
                  <a:lnTo>
                    <a:pt x="102420" y="130570"/>
                  </a:lnTo>
                  <a:lnTo>
                    <a:pt x="102991" y="131402"/>
                  </a:lnTo>
                  <a:lnTo>
                    <a:pt x="105157" y="131489"/>
                  </a:lnTo>
                  <a:lnTo>
                    <a:pt x="106271" y="133123"/>
                  </a:lnTo>
                  <a:lnTo>
                    <a:pt x="107534" y="134974"/>
                  </a:lnTo>
                  <a:lnTo>
                    <a:pt x="109649" y="135334"/>
                  </a:lnTo>
                  <a:lnTo>
                    <a:pt x="109993" y="135393"/>
                  </a:lnTo>
                  <a:lnTo>
                    <a:pt x="112671" y="136047"/>
                  </a:lnTo>
                  <a:lnTo>
                    <a:pt x="114286" y="136442"/>
                  </a:lnTo>
                  <a:lnTo>
                    <a:pt x="115794" y="136778"/>
                  </a:lnTo>
                  <a:lnTo>
                    <a:pt x="117592" y="137180"/>
                  </a:lnTo>
                  <a:lnTo>
                    <a:pt x="120802" y="138246"/>
                  </a:lnTo>
                  <a:lnTo>
                    <a:pt x="121596" y="136741"/>
                  </a:lnTo>
                  <a:lnTo>
                    <a:pt x="122622" y="136780"/>
                  </a:lnTo>
                  <a:lnTo>
                    <a:pt x="125510" y="137790"/>
                  </a:lnTo>
                  <a:lnTo>
                    <a:pt x="126308" y="138178"/>
                  </a:lnTo>
                  <a:lnTo>
                    <a:pt x="126764" y="138799"/>
                  </a:lnTo>
                  <a:lnTo>
                    <a:pt x="127980" y="139848"/>
                  </a:lnTo>
                  <a:lnTo>
                    <a:pt x="129272" y="139887"/>
                  </a:lnTo>
                  <a:lnTo>
                    <a:pt x="131057" y="139615"/>
                  </a:lnTo>
                  <a:lnTo>
                    <a:pt x="132007" y="139071"/>
                  </a:lnTo>
                  <a:lnTo>
                    <a:pt x="132995" y="138644"/>
                  </a:lnTo>
                  <a:lnTo>
                    <a:pt x="134452" y="137644"/>
                  </a:lnTo>
                  <a:lnTo>
                    <a:pt x="135852" y="142171"/>
                  </a:lnTo>
                  <a:lnTo>
                    <a:pt x="138349" y="145532"/>
                  </a:lnTo>
                  <a:lnTo>
                    <a:pt x="138487" y="146616"/>
                  </a:lnTo>
                  <a:lnTo>
                    <a:pt x="138562" y="147207"/>
                  </a:lnTo>
                  <a:lnTo>
                    <a:pt x="140826" y="148681"/>
                  </a:lnTo>
                  <a:lnTo>
                    <a:pt x="141776" y="149300"/>
                  </a:lnTo>
                  <a:lnTo>
                    <a:pt x="142584" y="151232"/>
                  </a:lnTo>
                  <a:lnTo>
                    <a:pt x="143051" y="152348"/>
                  </a:lnTo>
                  <a:lnTo>
                    <a:pt x="144501" y="155708"/>
                  </a:lnTo>
                  <a:lnTo>
                    <a:pt x="144604" y="155946"/>
                  </a:lnTo>
                  <a:lnTo>
                    <a:pt x="146059" y="159269"/>
                  </a:lnTo>
                  <a:lnTo>
                    <a:pt x="146344" y="159603"/>
                  </a:lnTo>
                  <a:lnTo>
                    <a:pt x="150217" y="164146"/>
                  </a:lnTo>
                  <a:lnTo>
                    <a:pt x="126127" y="164633"/>
                  </a:lnTo>
                  <a:lnTo>
                    <a:pt x="125599" y="182876"/>
                  </a:lnTo>
                  <a:lnTo>
                    <a:pt x="123532" y="185601"/>
                  </a:lnTo>
                  <a:lnTo>
                    <a:pt x="113860" y="175359"/>
                  </a:lnTo>
                  <a:lnTo>
                    <a:pt x="109000" y="175435"/>
                  </a:lnTo>
                  <a:lnTo>
                    <a:pt x="103757" y="177377"/>
                  </a:lnTo>
                  <a:lnTo>
                    <a:pt x="96006" y="173881"/>
                  </a:lnTo>
                  <a:lnTo>
                    <a:pt x="96123" y="165048"/>
                  </a:lnTo>
                  <a:lnTo>
                    <a:pt x="91228" y="164211"/>
                  </a:lnTo>
                  <a:lnTo>
                    <a:pt x="90186" y="164032"/>
                  </a:lnTo>
                  <a:lnTo>
                    <a:pt x="90126" y="169985"/>
                  </a:lnTo>
                  <a:lnTo>
                    <a:pt x="79533" y="169686"/>
                  </a:lnTo>
                  <a:lnTo>
                    <a:pt x="79631" y="169899"/>
                  </a:lnTo>
                  <a:lnTo>
                    <a:pt x="82241" y="175617"/>
                  </a:lnTo>
                  <a:lnTo>
                    <a:pt x="81482" y="177461"/>
                  </a:lnTo>
                  <a:lnTo>
                    <a:pt x="78978" y="178985"/>
                  </a:lnTo>
                  <a:lnTo>
                    <a:pt x="80721" y="182310"/>
                  </a:lnTo>
                  <a:lnTo>
                    <a:pt x="81156" y="183179"/>
                  </a:lnTo>
                  <a:lnTo>
                    <a:pt x="83637" y="188133"/>
                  </a:lnTo>
                  <a:lnTo>
                    <a:pt x="76613" y="190226"/>
                  </a:lnTo>
                  <a:lnTo>
                    <a:pt x="75846" y="190455"/>
                  </a:lnTo>
                  <a:lnTo>
                    <a:pt x="73705" y="191109"/>
                  </a:lnTo>
                  <a:lnTo>
                    <a:pt x="68100" y="184750"/>
                  </a:lnTo>
                  <a:lnTo>
                    <a:pt x="67697" y="184571"/>
                  </a:lnTo>
                  <a:lnTo>
                    <a:pt x="66402" y="183998"/>
                  </a:lnTo>
                  <a:lnTo>
                    <a:pt x="65251" y="183487"/>
                  </a:lnTo>
                  <a:lnTo>
                    <a:pt x="61926" y="181934"/>
                  </a:lnTo>
                  <a:lnTo>
                    <a:pt x="60821" y="180656"/>
                  </a:lnTo>
                  <a:lnTo>
                    <a:pt x="56512" y="175671"/>
                  </a:lnTo>
                  <a:lnTo>
                    <a:pt x="55855" y="174506"/>
                  </a:lnTo>
                  <a:lnTo>
                    <a:pt x="52727" y="168951"/>
                  </a:lnTo>
                  <a:lnTo>
                    <a:pt x="51608" y="166963"/>
                  </a:lnTo>
                  <a:lnTo>
                    <a:pt x="50509" y="165505"/>
                  </a:lnTo>
                  <a:lnTo>
                    <a:pt x="49813" y="161191"/>
                  </a:lnTo>
                  <a:lnTo>
                    <a:pt x="48857" y="155146"/>
                  </a:lnTo>
                  <a:lnTo>
                    <a:pt x="48619" y="154531"/>
                  </a:lnTo>
                  <a:lnTo>
                    <a:pt x="47423" y="152279"/>
                  </a:lnTo>
                  <a:lnTo>
                    <a:pt x="48276" y="151741"/>
                  </a:lnTo>
                  <a:lnTo>
                    <a:pt x="47748" y="150492"/>
                  </a:lnTo>
                  <a:lnTo>
                    <a:pt x="46770" y="148178"/>
                  </a:lnTo>
                  <a:lnTo>
                    <a:pt x="46711" y="148040"/>
                  </a:lnTo>
                  <a:lnTo>
                    <a:pt x="46272" y="147225"/>
                  </a:lnTo>
                  <a:lnTo>
                    <a:pt x="45977" y="146529"/>
                  </a:lnTo>
                  <a:lnTo>
                    <a:pt x="45871" y="146276"/>
                  </a:lnTo>
                  <a:lnTo>
                    <a:pt x="45638" y="145727"/>
                  </a:lnTo>
                  <a:lnTo>
                    <a:pt x="45057" y="144353"/>
                  </a:lnTo>
                  <a:lnTo>
                    <a:pt x="42595" y="141081"/>
                  </a:lnTo>
                  <a:lnTo>
                    <a:pt x="41638" y="139809"/>
                  </a:lnTo>
                  <a:lnTo>
                    <a:pt x="40860" y="140178"/>
                  </a:lnTo>
                  <a:lnTo>
                    <a:pt x="39640" y="139281"/>
                  </a:lnTo>
                  <a:lnTo>
                    <a:pt x="39091" y="138389"/>
                  </a:lnTo>
                  <a:lnTo>
                    <a:pt x="38047" y="136055"/>
                  </a:lnTo>
                  <a:lnTo>
                    <a:pt x="37814" y="135100"/>
                  </a:lnTo>
                  <a:lnTo>
                    <a:pt x="37594" y="134310"/>
                  </a:lnTo>
                  <a:lnTo>
                    <a:pt x="37287" y="133210"/>
                  </a:lnTo>
                  <a:lnTo>
                    <a:pt x="37215" y="132951"/>
                  </a:lnTo>
                  <a:lnTo>
                    <a:pt x="36692" y="131217"/>
                  </a:lnTo>
                  <a:lnTo>
                    <a:pt x="36549" y="130741"/>
                  </a:lnTo>
                  <a:lnTo>
                    <a:pt x="36344" y="130504"/>
                  </a:lnTo>
                  <a:lnTo>
                    <a:pt x="35536" y="129573"/>
                  </a:lnTo>
                  <a:lnTo>
                    <a:pt x="34980" y="128871"/>
                  </a:lnTo>
                  <a:lnTo>
                    <a:pt x="33489" y="126989"/>
                  </a:lnTo>
                  <a:lnTo>
                    <a:pt x="32800" y="126121"/>
                  </a:lnTo>
                  <a:lnTo>
                    <a:pt x="32327" y="125972"/>
                  </a:lnTo>
                  <a:lnTo>
                    <a:pt x="31831" y="125815"/>
                  </a:lnTo>
                  <a:lnTo>
                    <a:pt x="31366" y="125363"/>
                  </a:lnTo>
                  <a:lnTo>
                    <a:pt x="29600" y="123645"/>
                  </a:lnTo>
                  <a:lnTo>
                    <a:pt x="29456" y="121725"/>
                  </a:lnTo>
                  <a:lnTo>
                    <a:pt x="29390" y="120740"/>
                  </a:lnTo>
                  <a:lnTo>
                    <a:pt x="29524" y="120375"/>
                  </a:lnTo>
                  <a:lnTo>
                    <a:pt x="29716" y="119854"/>
                  </a:lnTo>
                  <a:lnTo>
                    <a:pt x="29591" y="119123"/>
                  </a:lnTo>
                  <a:lnTo>
                    <a:pt x="29546" y="118912"/>
                  </a:lnTo>
                  <a:lnTo>
                    <a:pt x="29115" y="116878"/>
                  </a:lnTo>
                  <a:lnTo>
                    <a:pt x="29116" y="115227"/>
                  </a:lnTo>
                  <a:lnTo>
                    <a:pt x="29294" y="112642"/>
                  </a:lnTo>
                  <a:lnTo>
                    <a:pt x="29308" y="112513"/>
                  </a:lnTo>
                  <a:lnTo>
                    <a:pt x="29401" y="111669"/>
                  </a:lnTo>
                  <a:lnTo>
                    <a:pt x="29667" y="110038"/>
                  </a:lnTo>
                  <a:lnTo>
                    <a:pt x="29433" y="106352"/>
                  </a:lnTo>
                  <a:lnTo>
                    <a:pt x="29396" y="105761"/>
                  </a:lnTo>
                  <a:lnTo>
                    <a:pt x="29050" y="105664"/>
                  </a:lnTo>
                  <a:lnTo>
                    <a:pt x="27355" y="105190"/>
                  </a:lnTo>
                  <a:lnTo>
                    <a:pt x="27168" y="104672"/>
                  </a:lnTo>
                  <a:lnTo>
                    <a:pt x="26818" y="103700"/>
                  </a:lnTo>
                  <a:lnTo>
                    <a:pt x="26647" y="103307"/>
                  </a:lnTo>
                  <a:lnTo>
                    <a:pt x="26056" y="101947"/>
                  </a:lnTo>
                  <a:lnTo>
                    <a:pt x="25678" y="101079"/>
                  </a:lnTo>
                  <a:lnTo>
                    <a:pt x="25663" y="100193"/>
                  </a:lnTo>
                  <a:lnTo>
                    <a:pt x="25650" y="99468"/>
                  </a:lnTo>
                  <a:lnTo>
                    <a:pt x="25096" y="97184"/>
                  </a:lnTo>
                  <a:lnTo>
                    <a:pt x="25130" y="96762"/>
                  </a:lnTo>
                  <a:lnTo>
                    <a:pt x="25222" y="96594"/>
                  </a:lnTo>
                  <a:lnTo>
                    <a:pt x="26160" y="96121"/>
                  </a:lnTo>
                  <a:lnTo>
                    <a:pt x="27245" y="94991"/>
                  </a:lnTo>
                  <a:lnTo>
                    <a:pt x="26944" y="94303"/>
                  </a:lnTo>
                  <a:lnTo>
                    <a:pt x="26611" y="93860"/>
                  </a:lnTo>
                  <a:lnTo>
                    <a:pt x="25614" y="92531"/>
                  </a:lnTo>
                  <a:lnTo>
                    <a:pt x="24332" y="90409"/>
                  </a:lnTo>
                  <a:lnTo>
                    <a:pt x="23429" y="88914"/>
                  </a:lnTo>
                  <a:lnTo>
                    <a:pt x="23168" y="88405"/>
                  </a:lnTo>
                  <a:lnTo>
                    <a:pt x="22957" y="88084"/>
                  </a:lnTo>
                  <a:lnTo>
                    <a:pt x="22615" y="87657"/>
                  </a:lnTo>
                  <a:lnTo>
                    <a:pt x="21902" y="86916"/>
                  </a:lnTo>
                  <a:lnTo>
                    <a:pt x="22048" y="86858"/>
                  </a:lnTo>
                  <a:lnTo>
                    <a:pt x="22628" y="86624"/>
                  </a:lnTo>
                  <a:lnTo>
                    <a:pt x="26272" y="85157"/>
                  </a:lnTo>
                  <a:lnTo>
                    <a:pt x="28302" y="84501"/>
                  </a:lnTo>
                  <a:lnTo>
                    <a:pt x="28572" y="84442"/>
                  </a:lnTo>
                  <a:lnTo>
                    <a:pt x="29181" y="84307"/>
                  </a:lnTo>
                  <a:lnTo>
                    <a:pt x="31088" y="84302"/>
                  </a:lnTo>
                  <a:lnTo>
                    <a:pt x="32588" y="84298"/>
                  </a:lnTo>
                  <a:lnTo>
                    <a:pt x="33610" y="84295"/>
                  </a:lnTo>
                  <a:lnTo>
                    <a:pt x="37219" y="83376"/>
                  </a:lnTo>
                  <a:lnTo>
                    <a:pt x="37374" y="83336"/>
                  </a:lnTo>
                  <a:lnTo>
                    <a:pt x="37727" y="83105"/>
                  </a:lnTo>
                  <a:lnTo>
                    <a:pt x="38085" y="82872"/>
                  </a:lnTo>
                  <a:lnTo>
                    <a:pt x="38273" y="82749"/>
                  </a:lnTo>
                  <a:lnTo>
                    <a:pt x="38787" y="82414"/>
                  </a:lnTo>
                  <a:lnTo>
                    <a:pt x="46329" y="80367"/>
                  </a:lnTo>
                  <a:lnTo>
                    <a:pt x="46289" y="80141"/>
                  </a:lnTo>
                  <a:lnTo>
                    <a:pt x="46089" y="79017"/>
                  </a:lnTo>
                  <a:lnTo>
                    <a:pt x="45942" y="78620"/>
                  </a:lnTo>
                  <a:lnTo>
                    <a:pt x="45750" y="78102"/>
                  </a:lnTo>
                  <a:lnTo>
                    <a:pt x="44331" y="74260"/>
                  </a:lnTo>
                  <a:lnTo>
                    <a:pt x="42621" y="71395"/>
                  </a:lnTo>
                  <a:lnTo>
                    <a:pt x="39724" y="67851"/>
                  </a:lnTo>
                  <a:lnTo>
                    <a:pt x="38335" y="66913"/>
                  </a:lnTo>
                  <a:lnTo>
                    <a:pt x="36444" y="65635"/>
                  </a:lnTo>
                  <a:lnTo>
                    <a:pt x="36171" y="65451"/>
                  </a:lnTo>
                  <a:lnTo>
                    <a:pt x="34470" y="64300"/>
                  </a:lnTo>
                  <a:lnTo>
                    <a:pt x="29829" y="61298"/>
                  </a:lnTo>
                  <a:lnTo>
                    <a:pt x="27417" y="59737"/>
                  </a:lnTo>
                  <a:lnTo>
                    <a:pt x="20069" y="54656"/>
                  </a:lnTo>
                  <a:lnTo>
                    <a:pt x="19102" y="56183"/>
                  </a:lnTo>
                  <a:lnTo>
                    <a:pt x="18563" y="56990"/>
                  </a:lnTo>
                  <a:lnTo>
                    <a:pt x="13008" y="53377"/>
                  </a:lnTo>
                  <a:lnTo>
                    <a:pt x="11666" y="52504"/>
                  </a:lnTo>
                  <a:lnTo>
                    <a:pt x="5582" y="48547"/>
                  </a:lnTo>
                  <a:lnTo>
                    <a:pt x="5380" y="48416"/>
                  </a:lnTo>
                  <a:lnTo>
                    <a:pt x="174" y="45030"/>
                  </a:lnTo>
                  <a:lnTo>
                    <a:pt x="0" y="44916"/>
                  </a:lnTo>
                  <a:lnTo>
                    <a:pt x="1811" y="42006"/>
                  </a:lnTo>
                  <a:lnTo>
                    <a:pt x="5978" y="36219"/>
                  </a:lnTo>
                  <a:lnTo>
                    <a:pt x="7602" y="33694"/>
                  </a:lnTo>
                  <a:lnTo>
                    <a:pt x="7990" y="33092"/>
                  </a:lnTo>
                  <a:lnTo>
                    <a:pt x="10192" y="29669"/>
                  </a:lnTo>
                  <a:lnTo>
                    <a:pt x="11462" y="27695"/>
                  </a:lnTo>
                  <a:lnTo>
                    <a:pt x="18243" y="17614"/>
                  </a:lnTo>
                  <a:lnTo>
                    <a:pt x="20586" y="14130"/>
                  </a:lnTo>
                  <a:lnTo>
                    <a:pt x="24380" y="8490"/>
                  </a:lnTo>
                  <a:lnTo>
                    <a:pt x="24699" y="7990"/>
                  </a:lnTo>
                  <a:lnTo>
                    <a:pt x="25468" y="6783"/>
                  </a:lnTo>
                  <a:lnTo>
                    <a:pt x="29282" y="800"/>
                  </a:lnTo>
                  <a:lnTo>
                    <a:pt x="29799" y="0"/>
                  </a:lnTo>
                  <a:lnTo>
                    <a:pt x="30142" y="234"/>
                  </a:lnTo>
                  <a:lnTo>
                    <a:pt x="34355" y="2987"/>
                  </a:lnTo>
                  <a:lnTo>
                    <a:pt x="34830" y="3298"/>
                  </a:lnTo>
                  <a:lnTo>
                    <a:pt x="35086" y="3465"/>
                  </a:lnTo>
                  <a:lnTo>
                    <a:pt x="35933" y="4018"/>
                  </a:lnTo>
                  <a:lnTo>
                    <a:pt x="36796" y="4651"/>
                  </a:lnTo>
                  <a:lnTo>
                    <a:pt x="41456" y="8068"/>
                  </a:lnTo>
                  <a:lnTo>
                    <a:pt x="41614" y="8184"/>
                  </a:lnTo>
                  <a:lnTo>
                    <a:pt x="42514" y="8595"/>
                  </a:lnTo>
                  <a:lnTo>
                    <a:pt x="42889" y="8766"/>
                  </a:lnTo>
                  <a:lnTo>
                    <a:pt x="43916" y="9235"/>
                  </a:lnTo>
                  <a:lnTo>
                    <a:pt x="44863" y="9854"/>
                  </a:lnTo>
                  <a:lnTo>
                    <a:pt x="49198" y="12686"/>
                  </a:lnTo>
                  <a:lnTo>
                    <a:pt x="49958" y="13182"/>
                  </a:lnTo>
                  <a:lnTo>
                    <a:pt x="50694" y="14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345270" y="4032680"/>
              <a:ext cx="158245" cy="156060"/>
            </a:xfrm>
            <a:custGeom>
              <a:avLst/>
              <a:pathLst>
                <a:path w="158245" h="156060">
                  <a:moveTo>
                    <a:pt x="79806" y="28958"/>
                  </a:moveTo>
                  <a:lnTo>
                    <a:pt x="78041" y="31663"/>
                  </a:lnTo>
                  <a:lnTo>
                    <a:pt x="77859" y="31941"/>
                  </a:lnTo>
                  <a:lnTo>
                    <a:pt x="77357" y="32739"/>
                  </a:lnTo>
                  <a:lnTo>
                    <a:pt x="76114" y="34717"/>
                  </a:lnTo>
                  <a:lnTo>
                    <a:pt x="73423" y="38999"/>
                  </a:lnTo>
                  <a:lnTo>
                    <a:pt x="73228" y="39347"/>
                  </a:lnTo>
                  <a:lnTo>
                    <a:pt x="72921" y="39894"/>
                  </a:lnTo>
                  <a:lnTo>
                    <a:pt x="72199" y="41178"/>
                  </a:lnTo>
                  <a:lnTo>
                    <a:pt x="75150" y="43024"/>
                  </a:lnTo>
                  <a:lnTo>
                    <a:pt x="78438" y="45081"/>
                  </a:lnTo>
                  <a:lnTo>
                    <a:pt x="78577" y="45168"/>
                  </a:lnTo>
                  <a:lnTo>
                    <a:pt x="84330" y="48767"/>
                  </a:lnTo>
                  <a:lnTo>
                    <a:pt x="84469" y="48854"/>
                  </a:lnTo>
                  <a:lnTo>
                    <a:pt x="96266" y="56235"/>
                  </a:lnTo>
                  <a:lnTo>
                    <a:pt x="96815" y="56578"/>
                  </a:lnTo>
                  <a:lnTo>
                    <a:pt x="106281" y="62500"/>
                  </a:lnTo>
                  <a:lnTo>
                    <a:pt x="106443" y="62601"/>
                  </a:lnTo>
                  <a:lnTo>
                    <a:pt x="106772" y="62807"/>
                  </a:lnTo>
                  <a:lnTo>
                    <a:pt x="108885" y="59213"/>
                  </a:lnTo>
                  <a:lnTo>
                    <a:pt x="109603" y="57994"/>
                  </a:lnTo>
                  <a:lnTo>
                    <a:pt x="123133" y="36797"/>
                  </a:lnTo>
                  <a:lnTo>
                    <a:pt x="126366" y="31732"/>
                  </a:lnTo>
                  <a:lnTo>
                    <a:pt x="127487" y="29977"/>
                  </a:lnTo>
                  <a:lnTo>
                    <a:pt x="127847" y="30206"/>
                  </a:lnTo>
                  <a:lnTo>
                    <a:pt x="128954" y="30911"/>
                  </a:lnTo>
                  <a:lnTo>
                    <a:pt x="131767" y="32702"/>
                  </a:lnTo>
                  <a:lnTo>
                    <a:pt x="136428" y="35671"/>
                  </a:lnTo>
                  <a:lnTo>
                    <a:pt x="140197" y="38071"/>
                  </a:lnTo>
                  <a:lnTo>
                    <a:pt x="145098" y="41192"/>
                  </a:lnTo>
                  <a:lnTo>
                    <a:pt x="148954" y="44673"/>
                  </a:lnTo>
                  <a:lnTo>
                    <a:pt x="152675" y="48032"/>
                  </a:lnTo>
                  <a:lnTo>
                    <a:pt x="158245" y="53061"/>
                  </a:lnTo>
                  <a:lnTo>
                    <a:pt x="157603" y="55139"/>
                  </a:lnTo>
                  <a:lnTo>
                    <a:pt x="154863" y="64007"/>
                  </a:lnTo>
                  <a:lnTo>
                    <a:pt x="153555" y="68240"/>
                  </a:lnTo>
                  <a:lnTo>
                    <a:pt x="149717" y="82109"/>
                  </a:lnTo>
                  <a:lnTo>
                    <a:pt x="148901" y="85058"/>
                  </a:lnTo>
                  <a:lnTo>
                    <a:pt x="146740" y="92867"/>
                  </a:lnTo>
                  <a:lnTo>
                    <a:pt x="146344" y="94475"/>
                  </a:lnTo>
                  <a:lnTo>
                    <a:pt x="145188" y="98632"/>
                  </a:lnTo>
                  <a:lnTo>
                    <a:pt x="144616" y="100690"/>
                  </a:lnTo>
                  <a:lnTo>
                    <a:pt x="143889" y="103309"/>
                  </a:lnTo>
                  <a:lnTo>
                    <a:pt x="142375" y="108386"/>
                  </a:lnTo>
                  <a:lnTo>
                    <a:pt x="141006" y="112537"/>
                  </a:lnTo>
                  <a:lnTo>
                    <a:pt x="139545" y="117682"/>
                  </a:lnTo>
                  <a:lnTo>
                    <a:pt x="134470" y="136105"/>
                  </a:lnTo>
                  <a:lnTo>
                    <a:pt x="130890" y="148626"/>
                  </a:lnTo>
                  <a:lnTo>
                    <a:pt x="128912" y="155543"/>
                  </a:lnTo>
                  <a:lnTo>
                    <a:pt x="128764" y="156060"/>
                  </a:lnTo>
                  <a:lnTo>
                    <a:pt x="128494" y="155978"/>
                  </a:lnTo>
                  <a:lnTo>
                    <a:pt x="127178" y="155649"/>
                  </a:lnTo>
                  <a:lnTo>
                    <a:pt x="125571" y="155247"/>
                  </a:lnTo>
                  <a:lnTo>
                    <a:pt x="124398" y="154954"/>
                  </a:lnTo>
                  <a:lnTo>
                    <a:pt x="121851" y="154316"/>
                  </a:lnTo>
                  <a:lnTo>
                    <a:pt x="120015" y="153857"/>
                  </a:lnTo>
                  <a:lnTo>
                    <a:pt x="118863" y="153569"/>
                  </a:lnTo>
                  <a:lnTo>
                    <a:pt x="116353" y="152941"/>
                  </a:lnTo>
                  <a:lnTo>
                    <a:pt x="116018" y="152857"/>
                  </a:lnTo>
                  <a:lnTo>
                    <a:pt x="113652" y="152135"/>
                  </a:lnTo>
                  <a:lnTo>
                    <a:pt x="110074" y="151042"/>
                  </a:lnTo>
                  <a:lnTo>
                    <a:pt x="109804" y="150960"/>
                  </a:lnTo>
                  <a:lnTo>
                    <a:pt x="106577" y="149975"/>
                  </a:lnTo>
                  <a:lnTo>
                    <a:pt x="100365" y="148078"/>
                  </a:lnTo>
                  <a:lnTo>
                    <a:pt x="98958" y="147648"/>
                  </a:lnTo>
                  <a:lnTo>
                    <a:pt x="98558" y="147549"/>
                  </a:lnTo>
                  <a:lnTo>
                    <a:pt x="93985" y="146406"/>
                  </a:lnTo>
                  <a:lnTo>
                    <a:pt x="90746" y="145598"/>
                  </a:lnTo>
                  <a:lnTo>
                    <a:pt x="90251" y="145452"/>
                  </a:lnTo>
                  <a:lnTo>
                    <a:pt x="89609" y="145262"/>
                  </a:lnTo>
                  <a:lnTo>
                    <a:pt x="87492" y="144638"/>
                  </a:lnTo>
                  <a:lnTo>
                    <a:pt x="83958" y="143595"/>
                  </a:lnTo>
                  <a:lnTo>
                    <a:pt x="83110" y="143345"/>
                  </a:lnTo>
                  <a:lnTo>
                    <a:pt x="76097" y="141276"/>
                  </a:lnTo>
                  <a:lnTo>
                    <a:pt x="73717" y="140574"/>
                  </a:lnTo>
                  <a:lnTo>
                    <a:pt x="72075" y="140089"/>
                  </a:lnTo>
                  <a:lnTo>
                    <a:pt x="71685" y="139974"/>
                  </a:lnTo>
                  <a:lnTo>
                    <a:pt x="71145" y="139815"/>
                  </a:lnTo>
                  <a:lnTo>
                    <a:pt x="70890" y="139741"/>
                  </a:lnTo>
                  <a:lnTo>
                    <a:pt x="68359" y="139182"/>
                  </a:lnTo>
                  <a:lnTo>
                    <a:pt x="63569" y="138124"/>
                  </a:lnTo>
                  <a:lnTo>
                    <a:pt x="62451" y="137632"/>
                  </a:lnTo>
                  <a:lnTo>
                    <a:pt x="59837" y="136483"/>
                  </a:lnTo>
                  <a:lnTo>
                    <a:pt x="59356" y="136281"/>
                  </a:lnTo>
                  <a:lnTo>
                    <a:pt x="58237" y="136074"/>
                  </a:lnTo>
                  <a:lnTo>
                    <a:pt x="57524" y="135942"/>
                  </a:lnTo>
                  <a:lnTo>
                    <a:pt x="55770" y="135616"/>
                  </a:lnTo>
                  <a:lnTo>
                    <a:pt x="55414" y="135393"/>
                  </a:lnTo>
                  <a:lnTo>
                    <a:pt x="53059" y="133922"/>
                  </a:lnTo>
                  <a:lnTo>
                    <a:pt x="52627" y="133653"/>
                  </a:lnTo>
                  <a:lnTo>
                    <a:pt x="48794" y="131258"/>
                  </a:lnTo>
                  <a:lnTo>
                    <a:pt x="48447" y="131041"/>
                  </a:lnTo>
                  <a:lnTo>
                    <a:pt x="47214" y="130270"/>
                  </a:lnTo>
                  <a:lnTo>
                    <a:pt x="47017" y="130144"/>
                  </a:lnTo>
                  <a:lnTo>
                    <a:pt x="43779" y="128072"/>
                  </a:lnTo>
                  <a:lnTo>
                    <a:pt x="34929" y="122409"/>
                  </a:lnTo>
                  <a:lnTo>
                    <a:pt x="34686" y="122253"/>
                  </a:lnTo>
                  <a:lnTo>
                    <a:pt x="25548" y="116406"/>
                  </a:lnTo>
                  <a:lnTo>
                    <a:pt x="22632" y="114539"/>
                  </a:lnTo>
                  <a:lnTo>
                    <a:pt x="19071" y="112261"/>
                  </a:lnTo>
                  <a:lnTo>
                    <a:pt x="16916" y="110882"/>
                  </a:lnTo>
                  <a:lnTo>
                    <a:pt x="1980" y="101324"/>
                  </a:lnTo>
                  <a:lnTo>
                    <a:pt x="1209" y="100886"/>
                  </a:lnTo>
                  <a:lnTo>
                    <a:pt x="611" y="100546"/>
                  </a:lnTo>
                  <a:lnTo>
                    <a:pt x="0" y="100198"/>
                  </a:lnTo>
                  <a:lnTo>
                    <a:pt x="526" y="99548"/>
                  </a:lnTo>
                  <a:lnTo>
                    <a:pt x="635" y="99413"/>
                  </a:lnTo>
                  <a:lnTo>
                    <a:pt x="1151" y="98559"/>
                  </a:lnTo>
                  <a:lnTo>
                    <a:pt x="4628" y="92812"/>
                  </a:lnTo>
                  <a:lnTo>
                    <a:pt x="5007" y="92185"/>
                  </a:lnTo>
                  <a:lnTo>
                    <a:pt x="6372" y="89928"/>
                  </a:lnTo>
                  <a:lnTo>
                    <a:pt x="9154" y="85869"/>
                  </a:lnTo>
                  <a:lnTo>
                    <a:pt x="9278" y="85689"/>
                  </a:lnTo>
                  <a:lnTo>
                    <a:pt x="15625" y="75566"/>
                  </a:lnTo>
                  <a:lnTo>
                    <a:pt x="16993" y="73427"/>
                  </a:lnTo>
                  <a:lnTo>
                    <a:pt x="17097" y="73265"/>
                  </a:lnTo>
                  <a:lnTo>
                    <a:pt x="20549" y="67629"/>
                  </a:lnTo>
                  <a:lnTo>
                    <a:pt x="20739" y="67319"/>
                  </a:lnTo>
                  <a:lnTo>
                    <a:pt x="20967" y="66940"/>
                  </a:lnTo>
                  <a:lnTo>
                    <a:pt x="24800" y="60563"/>
                  </a:lnTo>
                  <a:lnTo>
                    <a:pt x="29809" y="52230"/>
                  </a:lnTo>
                  <a:lnTo>
                    <a:pt x="30060" y="51840"/>
                  </a:lnTo>
                  <a:lnTo>
                    <a:pt x="35900" y="42778"/>
                  </a:lnTo>
                  <a:lnTo>
                    <a:pt x="39535" y="37137"/>
                  </a:lnTo>
                  <a:lnTo>
                    <a:pt x="40198" y="36109"/>
                  </a:lnTo>
                  <a:lnTo>
                    <a:pt x="43262" y="31119"/>
                  </a:lnTo>
                  <a:lnTo>
                    <a:pt x="43574" y="30620"/>
                  </a:lnTo>
                  <a:lnTo>
                    <a:pt x="47375" y="24424"/>
                  </a:lnTo>
                  <a:lnTo>
                    <a:pt x="49164" y="21510"/>
                  </a:lnTo>
                  <a:lnTo>
                    <a:pt x="49295" y="21305"/>
                  </a:lnTo>
                  <a:lnTo>
                    <a:pt x="46841" y="19725"/>
                  </a:lnTo>
                  <a:lnTo>
                    <a:pt x="48616" y="16919"/>
                  </a:lnTo>
                  <a:lnTo>
                    <a:pt x="49033" y="16261"/>
                  </a:lnTo>
                  <a:lnTo>
                    <a:pt x="54254" y="7893"/>
                  </a:lnTo>
                  <a:lnTo>
                    <a:pt x="57174" y="3212"/>
                  </a:lnTo>
                  <a:lnTo>
                    <a:pt x="58576" y="964"/>
                  </a:lnTo>
                  <a:lnTo>
                    <a:pt x="59153" y="0"/>
                  </a:lnTo>
                  <a:lnTo>
                    <a:pt x="60409" y="753"/>
                  </a:lnTo>
                  <a:lnTo>
                    <a:pt x="65001" y="3510"/>
                  </a:lnTo>
                  <a:lnTo>
                    <a:pt x="64164" y="4790"/>
                  </a:lnTo>
                  <a:lnTo>
                    <a:pt x="67382" y="6783"/>
                  </a:lnTo>
                  <a:lnTo>
                    <a:pt x="65408" y="10455"/>
                  </a:lnTo>
                  <a:lnTo>
                    <a:pt x="65724" y="10648"/>
                  </a:lnTo>
                  <a:lnTo>
                    <a:pt x="75703" y="16740"/>
                  </a:lnTo>
                  <a:lnTo>
                    <a:pt x="75115" y="17695"/>
                  </a:lnTo>
                  <a:lnTo>
                    <a:pt x="76726" y="18712"/>
                  </a:lnTo>
                  <a:lnTo>
                    <a:pt x="83347" y="22893"/>
                  </a:lnTo>
                  <a:lnTo>
                    <a:pt x="83270" y="23027"/>
                  </a:lnTo>
                  <a:lnTo>
                    <a:pt x="81523" y="26083"/>
                  </a:lnTo>
                  <a:lnTo>
                    <a:pt x="80707" y="27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18198" y="4168968"/>
              <a:ext cx="196308" cy="201098"/>
            </a:xfrm>
            <a:custGeom>
              <a:avLst/>
              <a:pathLst>
                <a:path w="196308" h="201098">
                  <a:moveTo>
                    <a:pt x="94394" y="199798"/>
                  </a:moveTo>
                  <a:lnTo>
                    <a:pt x="93501" y="201098"/>
                  </a:lnTo>
                  <a:lnTo>
                    <a:pt x="93357" y="200997"/>
                  </a:lnTo>
                  <a:lnTo>
                    <a:pt x="71620" y="185715"/>
                  </a:lnTo>
                  <a:lnTo>
                    <a:pt x="45771" y="167542"/>
                  </a:lnTo>
                  <a:lnTo>
                    <a:pt x="43259" y="165776"/>
                  </a:lnTo>
                  <a:lnTo>
                    <a:pt x="41325" y="164417"/>
                  </a:lnTo>
                  <a:lnTo>
                    <a:pt x="33226" y="158723"/>
                  </a:lnTo>
                  <a:lnTo>
                    <a:pt x="28497" y="155398"/>
                  </a:lnTo>
                  <a:lnTo>
                    <a:pt x="24872" y="152850"/>
                  </a:lnTo>
                  <a:lnTo>
                    <a:pt x="17508" y="147673"/>
                  </a:lnTo>
                  <a:lnTo>
                    <a:pt x="17265" y="147502"/>
                  </a:lnTo>
                  <a:lnTo>
                    <a:pt x="16198" y="146752"/>
                  </a:lnTo>
                  <a:lnTo>
                    <a:pt x="13467" y="144832"/>
                  </a:lnTo>
                  <a:lnTo>
                    <a:pt x="12820" y="144377"/>
                  </a:lnTo>
                  <a:lnTo>
                    <a:pt x="8712" y="141489"/>
                  </a:lnTo>
                  <a:lnTo>
                    <a:pt x="6662" y="140048"/>
                  </a:lnTo>
                  <a:lnTo>
                    <a:pt x="5673" y="139352"/>
                  </a:lnTo>
                  <a:lnTo>
                    <a:pt x="4251" y="138353"/>
                  </a:lnTo>
                  <a:lnTo>
                    <a:pt x="2064" y="136815"/>
                  </a:lnTo>
                  <a:lnTo>
                    <a:pt x="0" y="135364"/>
                  </a:lnTo>
                  <a:lnTo>
                    <a:pt x="107" y="135192"/>
                  </a:lnTo>
                  <a:lnTo>
                    <a:pt x="5432" y="126704"/>
                  </a:lnTo>
                  <a:lnTo>
                    <a:pt x="7658" y="123256"/>
                  </a:lnTo>
                  <a:lnTo>
                    <a:pt x="7835" y="122983"/>
                  </a:lnTo>
                  <a:lnTo>
                    <a:pt x="11086" y="117947"/>
                  </a:lnTo>
                  <a:lnTo>
                    <a:pt x="11187" y="117789"/>
                  </a:lnTo>
                  <a:lnTo>
                    <a:pt x="15327" y="111377"/>
                  </a:lnTo>
                  <a:lnTo>
                    <a:pt x="15724" y="110762"/>
                  </a:lnTo>
                  <a:lnTo>
                    <a:pt x="16188" y="110043"/>
                  </a:lnTo>
                  <a:lnTo>
                    <a:pt x="16526" y="109446"/>
                  </a:lnTo>
                  <a:lnTo>
                    <a:pt x="16955" y="108690"/>
                  </a:lnTo>
                  <a:lnTo>
                    <a:pt x="17356" y="107982"/>
                  </a:lnTo>
                  <a:lnTo>
                    <a:pt x="17927" y="106974"/>
                  </a:lnTo>
                  <a:lnTo>
                    <a:pt x="18570" y="105837"/>
                  </a:lnTo>
                  <a:lnTo>
                    <a:pt x="19064" y="104966"/>
                  </a:lnTo>
                  <a:lnTo>
                    <a:pt x="20479" y="102467"/>
                  </a:lnTo>
                  <a:lnTo>
                    <a:pt x="21142" y="101297"/>
                  </a:lnTo>
                  <a:lnTo>
                    <a:pt x="21471" y="100872"/>
                  </a:lnTo>
                  <a:lnTo>
                    <a:pt x="22954" y="98957"/>
                  </a:lnTo>
                  <a:lnTo>
                    <a:pt x="23369" y="98422"/>
                  </a:lnTo>
                  <a:lnTo>
                    <a:pt x="23566" y="98167"/>
                  </a:lnTo>
                  <a:lnTo>
                    <a:pt x="24027" y="97572"/>
                  </a:lnTo>
                  <a:lnTo>
                    <a:pt x="25093" y="95707"/>
                  </a:lnTo>
                  <a:lnTo>
                    <a:pt x="26747" y="92814"/>
                  </a:lnTo>
                  <a:lnTo>
                    <a:pt x="27304" y="91839"/>
                  </a:lnTo>
                  <a:lnTo>
                    <a:pt x="27595" y="91331"/>
                  </a:lnTo>
                  <a:lnTo>
                    <a:pt x="29148" y="88851"/>
                  </a:lnTo>
                  <a:lnTo>
                    <a:pt x="29606" y="88119"/>
                  </a:lnTo>
                  <a:lnTo>
                    <a:pt x="29993" y="87503"/>
                  </a:lnTo>
                  <a:lnTo>
                    <a:pt x="30492" y="86705"/>
                  </a:lnTo>
                  <a:lnTo>
                    <a:pt x="31671" y="84823"/>
                  </a:lnTo>
                  <a:lnTo>
                    <a:pt x="31733" y="84616"/>
                  </a:lnTo>
                  <a:lnTo>
                    <a:pt x="32184" y="83106"/>
                  </a:lnTo>
                  <a:lnTo>
                    <a:pt x="32511" y="82014"/>
                  </a:lnTo>
                  <a:lnTo>
                    <a:pt x="32507" y="81727"/>
                  </a:lnTo>
                  <a:lnTo>
                    <a:pt x="32513" y="81582"/>
                  </a:lnTo>
                  <a:lnTo>
                    <a:pt x="33027" y="80730"/>
                  </a:lnTo>
                  <a:lnTo>
                    <a:pt x="33162" y="80507"/>
                  </a:lnTo>
                  <a:lnTo>
                    <a:pt x="34865" y="77686"/>
                  </a:lnTo>
                  <a:lnTo>
                    <a:pt x="34998" y="77465"/>
                  </a:lnTo>
                  <a:lnTo>
                    <a:pt x="36791" y="74495"/>
                  </a:lnTo>
                  <a:lnTo>
                    <a:pt x="36961" y="74213"/>
                  </a:lnTo>
                  <a:lnTo>
                    <a:pt x="37459" y="73389"/>
                  </a:lnTo>
                  <a:lnTo>
                    <a:pt x="37897" y="72662"/>
                  </a:lnTo>
                  <a:lnTo>
                    <a:pt x="38463" y="71726"/>
                  </a:lnTo>
                  <a:lnTo>
                    <a:pt x="38886" y="71025"/>
                  </a:lnTo>
                  <a:lnTo>
                    <a:pt x="39236" y="70445"/>
                  </a:lnTo>
                  <a:lnTo>
                    <a:pt x="39392" y="70200"/>
                  </a:lnTo>
                  <a:lnTo>
                    <a:pt x="39568" y="69925"/>
                  </a:lnTo>
                  <a:lnTo>
                    <a:pt x="39721" y="69684"/>
                  </a:lnTo>
                  <a:lnTo>
                    <a:pt x="40622" y="68270"/>
                  </a:lnTo>
                  <a:lnTo>
                    <a:pt x="41326" y="67165"/>
                  </a:lnTo>
                  <a:lnTo>
                    <a:pt x="42551" y="65089"/>
                  </a:lnTo>
                  <a:lnTo>
                    <a:pt x="43092" y="64170"/>
                  </a:lnTo>
                  <a:lnTo>
                    <a:pt x="46085" y="59095"/>
                  </a:lnTo>
                  <a:lnTo>
                    <a:pt x="49257" y="53717"/>
                  </a:lnTo>
                  <a:lnTo>
                    <a:pt x="50738" y="51205"/>
                  </a:lnTo>
                  <a:lnTo>
                    <a:pt x="51484" y="50048"/>
                  </a:lnTo>
                  <a:lnTo>
                    <a:pt x="51923" y="49366"/>
                  </a:lnTo>
                  <a:lnTo>
                    <a:pt x="52111" y="49076"/>
                  </a:lnTo>
                  <a:lnTo>
                    <a:pt x="52408" y="48614"/>
                  </a:lnTo>
                  <a:lnTo>
                    <a:pt x="53520" y="46889"/>
                  </a:lnTo>
                  <a:lnTo>
                    <a:pt x="54488" y="45387"/>
                  </a:lnTo>
                  <a:lnTo>
                    <a:pt x="56046" y="42970"/>
                  </a:lnTo>
                  <a:lnTo>
                    <a:pt x="56182" y="42759"/>
                  </a:lnTo>
                  <a:lnTo>
                    <a:pt x="57258" y="41089"/>
                  </a:lnTo>
                  <a:lnTo>
                    <a:pt x="59232" y="38027"/>
                  </a:lnTo>
                  <a:lnTo>
                    <a:pt x="59781" y="37175"/>
                  </a:lnTo>
                  <a:lnTo>
                    <a:pt x="61245" y="34903"/>
                  </a:lnTo>
                  <a:lnTo>
                    <a:pt x="63127" y="31984"/>
                  </a:lnTo>
                  <a:lnTo>
                    <a:pt x="65016" y="29053"/>
                  </a:lnTo>
                  <a:lnTo>
                    <a:pt x="65402" y="28453"/>
                  </a:lnTo>
                  <a:lnTo>
                    <a:pt x="68057" y="24677"/>
                  </a:lnTo>
                  <a:lnTo>
                    <a:pt x="68384" y="24211"/>
                  </a:lnTo>
                  <a:lnTo>
                    <a:pt x="70937" y="20580"/>
                  </a:lnTo>
                  <a:lnTo>
                    <a:pt x="71874" y="19247"/>
                  </a:lnTo>
                  <a:lnTo>
                    <a:pt x="72981" y="17672"/>
                  </a:lnTo>
                  <a:lnTo>
                    <a:pt x="76031" y="13334"/>
                  </a:lnTo>
                  <a:lnTo>
                    <a:pt x="76524" y="12633"/>
                  </a:lnTo>
                  <a:lnTo>
                    <a:pt x="79834" y="8081"/>
                  </a:lnTo>
                  <a:lnTo>
                    <a:pt x="80627" y="6991"/>
                  </a:lnTo>
                  <a:lnTo>
                    <a:pt x="81701" y="5515"/>
                  </a:lnTo>
                  <a:lnTo>
                    <a:pt x="82289" y="4705"/>
                  </a:lnTo>
                  <a:lnTo>
                    <a:pt x="83485" y="3359"/>
                  </a:lnTo>
                  <a:lnTo>
                    <a:pt x="84419" y="2306"/>
                  </a:lnTo>
                  <a:lnTo>
                    <a:pt x="84557" y="2151"/>
                  </a:lnTo>
                  <a:lnTo>
                    <a:pt x="86467" y="0"/>
                  </a:lnTo>
                  <a:lnTo>
                    <a:pt x="86909" y="194"/>
                  </a:lnTo>
                  <a:lnTo>
                    <a:pt x="89523" y="1344"/>
                  </a:lnTo>
                  <a:lnTo>
                    <a:pt x="90641" y="1835"/>
                  </a:lnTo>
                  <a:lnTo>
                    <a:pt x="95431" y="2893"/>
                  </a:lnTo>
                  <a:lnTo>
                    <a:pt x="97974" y="3454"/>
                  </a:lnTo>
                  <a:lnTo>
                    <a:pt x="98217" y="3526"/>
                  </a:lnTo>
                  <a:lnTo>
                    <a:pt x="98757" y="3685"/>
                  </a:lnTo>
                  <a:lnTo>
                    <a:pt x="99147" y="3801"/>
                  </a:lnTo>
                  <a:lnTo>
                    <a:pt x="100789" y="4285"/>
                  </a:lnTo>
                  <a:lnTo>
                    <a:pt x="103169" y="4987"/>
                  </a:lnTo>
                  <a:lnTo>
                    <a:pt x="110182" y="7056"/>
                  </a:lnTo>
                  <a:lnTo>
                    <a:pt x="111030" y="7306"/>
                  </a:lnTo>
                  <a:lnTo>
                    <a:pt x="114564" y="8349"/>
                  </a:lnTo>
                  <a:lnTo>
                    <a:pt x="116681" y="8973"/>
                  </a:lnTo>
                  <a:lnTo>
                    <a:pt x="117324" y="9163"/>
                  </a:lnTo>
                  <a:lnTo>
                    <a:pt x="117818" y="9309"/>
                  </a:lnTo>
                  <a:lnTo>
                    <a:pt x="121057" y="10118"/>
                  </a:lnTo>
                  <a:lnTo>
                    <a:pt x="125630" y="11260"/>
                  </a:lnTo>
                  <a:lnTo>
                    <a:pt x="126030" y="11360"/>
                  </a:lnTo>
                  <a:lnTo>
                    <a:pt x="127437" y="11789"/>
                  </a:lnTo>
                  <a:lnTo>
                    <a:pt x="133649" y="13686"/>
                  </a:lnTo>
                  <a:lnTo>
                    <a:pt x="136876" y="14671"/>
                  </a:lnTo>
                  <a:lnTo>
                    <a:pt x="137146" y="14754"/>
                  </a:lnTo>
                  <a:lnTo>
                    <a:pt x="140725" y="15846"/>
                  </a:lnTo>
                  <a:lnTo>
                    <a:pt x="143090" y="16569"/>
                  </a:lnTo>
                  <a:lnTo>
                    <a:pt x="143425" y="16652"/>
                  </a:lnTo>
                  <a:lnTo>
                    <a:pt x="146016" y="17300"/>
                  </a:lnTo>
                  <a:lnTo>
                    <a:pt x="147088" y="17568"/>
                  </a:lnTo>
                  <a:lnTo>
                    <a:pt x="148923" y="18028"/>
                  </a:lnTo>
                  <a:lnTo>
                    <a:pt x="151470" y="18665"/>
                  </a:lnTo>
                  <a:lnTo>
                    <a:pt x="152643" y="18958"/>
                  </a:lnTo>
                  <a:lnTo>
                    <a:pt x="154250" y="19360"/>
                  </a:lnTo>
                  <a:lnTo>
                    <a:pt x="155566" y="19689"/>
                  </a:lnTo>
                  <a:lnTo>
                    <a:pt x="155836" y="19771"/>
                  </a:lnTo>
                  <a:lnTo>
                    <a:pt x="155966" y="19810"/>
                  </a:lnTo>
                  <a:lnTo>
                    <a:pt x="157002" y="20123"/>
                  </a:lnTo>
                  <a:lnTo>
                    <a:pt x="157178" y="20176"/>
                  </a:lnTo>
                  <a:lnTo>
                    <a:pt x="159293" y="20816"/>
                  </a:lnTo>
                  <a:lnTo>
                    <a:pt x="159506" y="20880"/>
                  </a:lnTo>
                  <a:lnTo>
                    <a:pt x="160402" y="21151"/>
                  </a:lnTo>
                  <a:lnTo>
                    <a:pt x="163666" y="22138"/>
                  </a:lnTo>
                  <a:lnTo>
                    <a:pt x="163934" y="22214"/>
                  </a:lnTo>
                  <a:lnTo>
                    <a:pt x="166156" y="22846"/>
                  </a:lnTo>
                  <a:lnTo>
                    <a:pt x="171710" y="24425"/>
                  </a:lnTo>
                  <a:lnTo>
                    <a:pt x="177676" y="26120"/>
                  </a:lnTo>
                  <a:lnTo>
                    <a:pt x="184557" y="28344"/>
                  </a:lnTo>
                  <a:lnTo>
                    <a:pt x="187261" y="29547"/>
                  </a:lnTo>
                  <a:lnTo>
                    <a:pt x="189128" y="30336"/>
                  </a:lnTo>
                  <a:lnTo>
                    <a:pt x="189573" y="30525"/>
                  </a:lnTo>
                  <a:lnTo>
                    <a:pt x="195399" y="35354"/>
                  </a:lnTo>
                  <a:lnTo>
                    <a:pt x="195598" y="35602"/>
                  </a:lnTo>
                  <a:lnTo>
                    <a:pt x="196192" y="36342"/>
                  </a:lnTo>
                  <a:lnTo>
                    <a:pt x="196308" y="36487"/>
                  </a:lnTo>
                  <a:lnTo>
                    <a:pt x="195891" y="37306"/>
                  </a:lnTo>
                  <a:lnTo>
                    <a:pt x="195082" y="38893"/>
                  </a:lnTo>
                  <a:lnTo>
                    <a:pt x="194943" y="39166"/>
                  </a:lnTo>
                  <a:lnTo>
                    <a:pt x="194613" y="39816"/>
                  </a:lnTo>
                  <a:lnTo>
                    <a:pt x="194461" y="40114"/>
                  </a:lnTo>
                  <a:lnTo>
                    <a:pt x="193685" y="41638"/>
                  </a:lnTo>
                  <a:lnTo>
                    <a:pt x="193140" y="42708"/>
                  </a:lnTo>
                  <a:lnTo>
                    <a:pt x="193001" y="42981"/>
                  </a:lnTo>
                  <a:lnTo>
                    <a:pt x="192198" y="44559"/>
                  </a:lnTo>
                  <a:lnTo>
                    <a:pt x="189707" y="49452"/>
                  </a:lnTo>
                  <a:lnTo>
                    <a:pt x="182924" y="61644"/>
                  </a:lnTo>
                  <a:lnTo>
                    <a:pt x="179869" y="67136"/>
                  </a:lnTo>
                  <a:lnTo>
                    <a:pt x="178665" y="69258"/>
                  </a:lnTo>
                  <a:lnTo>
                    <a:pt x="177884" y="70636"/>
                  </a:lnTo>
                  <a:lnTo>
                    <a:pt x="177285" y="71693"/>
                  </a:lnTo>
                  <a:lnTo>
                    <a:pt x="176297" y="73434"/>
                  </a:lnTo>
                  <a:lnTo>
                    <a:pt x="172873" y="79470"/>
                  </a:lnTo>
                  <a:lnTo>
                    <a:pt x="172743" y="79699"/>
                  </a:lnTo>
                  <a:lnTo>
                    <a:pt x="170472" y="83704"/>
                  </a:lnTo>
                  <a:lnTo>
                    <a:pt x="170272" y="84055"/>
                  </a:lnTo>
                  <a:lnTo>
                    <a:pt x="168125" y="87628"/>
                  </a:lnTo>
                  <a:lnTo>
                    <a:pt x="167561" y="88565"/>
                  </a:lnTo>
                  <a:lnTo>
                    <a:pt x="166478" y="90366"/>
                  </a:lnTo>
                  <a:lnTo>
                    <a:pt x="165230" y="92260"/>
                  </a:lnTo>
                  <a:lnTo>
                    <a:pt x="163194" y="95348"/>
                  </a:lnTo>
                  <a:lnTo>
                    <a:pt x="162196" y="96862"/>
                  </a:lnTo>
                  <a:lnTo>
                    <a:pt x="161355" y="98066"/>
                  </a:lnTo>
                  <a:lnTo>
                    <a:pt x="157546" y="103513"/>
                  </a:lnTo>
                  <a:lnTo>
                    <a:pt x="156532" y="104924"/>
                  </a:lnTo>
                  <a:lnTo>
                    <a:pt x="154943" y="106602"/>
                  </a:lnTo>
                  <a:lnTo>
                    <a:pt x="154760" y="106812"/>
                  </a:lnTo>
                  <a:lnTo>
                    <a:pt x="153648" y="108093"/>
                  </a:lnTo>
                  <a:lnTo>
                    <a:pt x="153398" y="108381"/>
                  </a:lnTo>
                  <a:lnTo>
                    <a:pt x="152437" y="109316"/>
                  </a:lnTo>
                  <a:lnTo>
                    <a:pt x="146233" y="114971"/>
                  </a:lnTo>
                  <a:lnTo>
                    <a:pt x="145982" y="115200"/>
                  </a:lnTo>
                  <a:lnTo>
                    <a:pt x="139591" y="120492"/>
                  </a:lnTo>
                  <a:lnTo>
                    <a:pt x="131045" y="127568"/>
                  </a:lnTo>
                  <a:lnTo>
                    <a:pt x="130174" y="128316"/>
                  </a:lnTo>
                  <a:lnTo>
                    <a:pt x="128716" y="129568"/>
                  </a:lnTo>
                  <a:lnTo>
                    <a:pt x="128460" y="129788"/>
                  </a:lnTo>
                  <a:lnTo>
                    <a:pt x="126346" y="131603"/>
                  </a:lnTo>
                  <a:lnTo>
                    <a:pt x="132658" y="139645"/>
                  </a:lnTo>
                  <a:lnTo>
                    <a:pt x="133280" y="140438"/>
                  </a:lnTo>
                  <a:lnTo>
                    <a:pt x="133916" y="141247"/>
                  </a:lnTo>
                  <a:lnTo>
                    <a:pt x="134442" y="141900"/>
                  </a:lnTo>
                  <a:lnTo>
                    <a:pt x="135231" y="142878"/>
                  </a:lnTo>
                  <a:lnTo>
                    <a:pt x="135900" y="143708"/>
                  </a:lnTo>
                  <a:lnTo>
                    <a:pt x="136410" y="144339"/>
                  </a:lnTo>
                  <a:lnTo>
                    <a:pt x="137288" y="145429"/>
                  </a:lnTo>
                  <a:lnTo>
                    <a:pt x="139817" y="148564"/>
                  </a:lnTo>
                  <a:lnTo>
                    <a:pt x="142730" y="152177"/>
                  </a:lnTo>
                  <a:lnTo>
                    <a:pt x="142836" y="152308"/>
                  </a:lnTo>
                  <a:lnTo>
                    <a:pt x="141663" y="153170"/>
                  </a:lnTo>
                  <a:lnTo>
                    <a:pt x="141529" y="153268"/>
                  </a:lnTo>
                  <a:lnTo>
                    <a:pt x="139273" y="154923"/>
                  </a:lnTo>
                  <a:lnTo>
                    <a:pt x="139016" y="155112"/>
                  </a:lnTo>
                  <a:lnTo>
                    <a:pt x="137991" y="155864"/>
                  </a:lnTo>
                  <a:lnTo>
                    <a:pt x="135874" y="157418"/>
                  </a:lnTo>
                  <a:lnTo>
                    <a:pt x="134833" y="158182"/>
                  </a:lnTo>
                  <a:lnTo>
                    <a:pt x="133530" y="159138"/>
                  </a:lnTo>
                  <a:lnTo>
                    <a:pt x="133040" y="159498"/>
                  </a:lnTo>
                  <a:lnTo>
                    <a:pt x="132400" y="159967"/>
                  </a:lnTo>
                  <a:lnTo>
                    <a:pt x="132079" y="160221"/>
                  </a:lnTo>
                  <a:lnTo>
                    <a:pt x="131319" y="160820"/>
                  </a:lnTo>
                  <a:lnTo>
                    <a:pt x="129893" y="161944"/>
                  </a:lnTo>
                  <a:lnTo>
                    <a:pt x="129314" y="162400"/>
                  </a:lnTo>
                  <a:lnTo>
                    <a:pt x="128181" y="163294"/>
                  </a:lnTo>
                  <a:lnTo>
                    <a:pt x="127873" y="163536"/>
                  </a:lnTo>
                  <a:lnTo>
                    <a:pt x="126079" y="164951"/>
                  </a:lnTo>
                  <a:lnTo>
                    <a:pt x="125570" y="165352"/>
                  </a:lnTo>
                  <a:lnTo>
                    <a:pt x="124858" y="165914"/>
                  </a:lnTo>
                  <a:lnTo>
                    <a:pt x="124462" y="166226"/>
                  </a:lnTo>
                  <a:lnTo>
                    <a:pt x="123062" y="167330"/>
                  </a:lnTo>
                  <a:lnTo>
                    <a:pt x="122657" y="167648"/>
                  </a:lnTo>
                  <a:lnTo>
                    <a:pt x="122009" y="168159"/>
                  </a:lnTo>
                  <a:lnTo>
                    <a:pt x="121044" y="168920"/>
                  </a:lnTo>
                  <a:lnTo>
                    <a:pt x="119282" y="170310"/>
                  </a:lnTo>
                  <a:lnTo>
                    <a:pt x="118674" y="170789"/>
                  </a:lnTo>
                  <a:lnTo>
                    <a:pt x="117891" y="171406"/>
                  </a:lnTo>
                  <a:lnTo>
                    <a:pt x="117146" y="171993"/>
                  </a:lnTo>
                  <a:lnTo>
                    <a:pt x="116797" y="172269"/>
                  </a:lnTo>
                  <a:lnTo>
                    <a:pt x="115921" y="172960"/>
                  </a:lnTo>
                  <a:lnTo>
                    <a:pt x="114671" y="173945"/>
                  </a:lnTo>
                  <a:lnTo>
                    <a:pt x="114221" y="174299"/>
                  </a:lnTo>
                  <a:lnTo>
                    <a:pt x="113332" y="175001"/>
                  </a:lnTo>
                  <a:lnTo>
                    <a:pt x="112794" y="175425"/>
                  </a:lnTo>
                  <a:lnTo>
                    <a:pt x="112637" y="175585"/>
                  </a:lnTo>
                  <a:lnTo>
                    <a:pt x="112029" y="176207"/>
                  </a:lnTo>
                  <a:lnTo>
                    <a:pt x="111841" y="176399"/>
                  </a:lnTo>
                  <a:lnTo>
                    <a:pt x="111528" y="176718"/>
                  </a:lnTo>
                  <a:lnTo>
                    <a:pt x="110912" y="177348"/>
                  </a:lnTo>
                  <a:lnTo>
                    <a:pt x="110264" y="178011"/>
                  </a:lnTo>
                  <a:lnTo>
                    <a:pt x="109981" y="178300"/>
                  </a:lnTo>
                  <a:lnTo>
                    <a:pt x="109545" y="178745"/>
                  </a:lnTo>
                  <a:lnTo>
                    <a:pt x="108585" y="179727"/>
                  </a:lnTo>
                  <a:lnTo>
                    <a:pt x="107895" y="180432"/>
                  </a:lnTo>
                  <a:lnTo>
                    <a:pt x="107171" y="181173"/>
                  </a:lnTo>
                  <a:lnTo>
                    <a:pt x="99095" y="192944"/>
                  </a:lnTo>
                  <a:lnTo>
                    <a:pt x="97475" y="195306"/>
                  </a:lnTo>
                  <a:lnTo>
                    <a:pt x="96959" y="196059"/>
                  </a:lnTo>
                  <a:lnTo>
                    <a:pt x="95532" y="198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474035" y="4085741"/>
              <a:ext cx="212489" cy="177120"/>
            </a:xfrm>
            <a:custGeom>
              <a:avLst/>
              <a:pathLst>
                <a:path w="212489" h="177120">
                  <a:moveTo>
                    <a:pt x="134299" y="92737"/>
                  </a:moveTo>
                  <a:lnTo>
                    <a:pt x="135709" y="93937"/>
                  </a:lnTo>
                  <a:lnTo>
                    <a:pt x="137321" y="91714"/>
                  </a:lnTo>
                  <a:lnTo>
                    <a:pt x="142342" y="84789"/>
                  </a:lnTo>
                  <a:lnTo>
                    <a:pt x="142871" y="84059"/>
                  </a:lnTo>
                  <a:lnTo>
                    <a:pt x="148628" y="76119"/>
                  </a:lnTo>
                  <a:lnTo>
                    <a:pt x="152192" y="71204"/>
                  </a:lnTo>
                  <a:lnTo>
                    <a:pt x="154672" y="67784"/>
                  </a:lnTo>
                  <a:lnTo>
                    <a:pt x="159754" y="60774"/>
                  </a:lnTo>
                  <a:lnTo>
                    <a:pt x="162491" y="62670"/>
                  </a:lnTo>
                  <a:lnTo>
                    <a:pt x="164305" y="63928"/>
                  </a:lnTo>
                  <a:lnTo>
                    <a:pt x="171683" y="69339"/>
                  </a:lnTo>
                  <a:lnTo>
                    <a:pt x="177555" y="73645"/>
                  </a:lnTo>
                  <a:lnTo>
                    <a:pt x="177793" y="73820"/>
                  </a:lnTo>
                  <a:lnTo>
                    <a:pt x="187129" y="80667"/>
                  </a:lnTo>
                  <a:lnTo>
                    <a:pt x="188861" y="81937"/>
                  </a:lnTo>
                  <a:lnTo>
                    <a:pt x="189180" y="82171"/>
                  </a:lnTo>
                  <a:lnTo>
                    <a:pt x="194536" y="86100"/>
                  </a:lnTo>
                  <a:lnTo>
                    <a:pt x="195486" y="86796"/>
                  </a:lnTo>
                  <a:lnTo>
                    <a:pt x="199458" y="89710"/>
                  </a:lnTo>
                  <a:lnTo>
                    <a:pt x="203696" y="92818"/>
                  </a:lnTo>
                  <a:lnTo>
                    <a:pt x="212489" y="99267"/>
                  </a:lnTo>
                  <a:lnTo>
                    <a:pt x="210983" y="101343"/>
                  </a:lnTo>
                  <a:lnTo>
                    <a:pt x="206045" y="108147"/>
                  </a:lnTo>
                  <a:lnTo>
                    <a:pt x="205637" y="108711"/>
                  </a:lnTo>
                  <a:lnTo>
                    <a:pt x="202078" y="113615"/>
                  </a:lnTo>
                  <a:lnTo>
                    <a:pt x="197190" y="120351"/>
                  </a:lnTo>
                  <a:lnTo>
                    <a:pt x="194155" y="124532"/>
                  </a:lnTo>
                  <a:lnTo>
                    <a:pt x="193641" y="125241"/>
                  </a:lnTo>
                  <a:lnTo>
                    <a:pt x="193351" y="125640"/>
                  </a:lnTo>
                  <a:lnTo>
                    <a:pt x="189740" y="130617"/>
                  </a:lnTo>
                  <a:lnTo>
                    <a:pt x="189290" y="131095"/>
                  </a:lnTo>
                  <a:lnTo>
                    <a:pt x="188151" y="132306"/>
                  </a:lnTo>
                  <a:lnTo>
                    <a:pt x="186941" y="132985"/>
                  </a:lnTo>
                  <a:lnTo>
                    <a:pt x="186438" y="133267"/>
                  </a:lnTo>
                  <a:lnTo>
                    <a:pt x="185692" y="133685"/>
                  </a:lnTo>
                  <a:lnTo>
                    <a:pt x="183791" y="134752"/>
                  </a:lnTo>
                  <a:lnTo>
                    <a:pt x="173738" y="138929"/>
                  </a:lnTo>
                  <a:lnTo>
                    <a:pt x="167783" y="141403"/>
                  </a:lnTo>
                  <a:lnTo>
                    <a:pt x="167325" y="141602"/>
                  </a:lnTo>
                  <a:lnTo>
                    <a:pt x="168759" y="144650"/>
                  </a:lnTo>
                  <a:lnTo>
                    <a:pt x="170669" y="148709"/>
                  </a:lnTo>
                  <a:lnTo>
                    <a:pt x="171420" y="150956"/>
                  </a:lnTo>
                  <a:lnTo>
                    <a:pt x="171513" y="151235"/>
                  </a:lnTo>
                  <a:lnTo>
                    <a:pt x="171036" y="151423"/>
                  </a:lnTo>
                  <a:lnTo>
                    <a:pt x="151713" y="159019"/>
                  </a:lnTo>
                  <a:lnTo>
                    <a:pt x="150575" y="159466"/>
                  </a:lnTo>
                  <a:lnTo>
                    <a:pt x="149653" y="159922"/>
                  </a:lnTo>
                  <a:lnTo>
                    <a:pt x="148325" y="160580"/>
                  </a:lnTo>
                  <a:lnTo>
                    <a:pt x="142536" y="163598"/>
                  </a:lnTo>
                  <a:lnTo>
                    <a:pt x="140894" y="164587"/>
                  </a:lnTo>
                  <a:lnTo>
                    <a:pt x="139054" y="165694"/>
                  </a:lnTo>
                  <a:lnTo>
                    <a:pt x="135976" y="167688"/>
                  </a:lnTo>
                  <a:lnTo>
                    <a:pt x="126281" y="174246"/>
                  </a:lnTo>
                  <a:lnTo>
                    <a:pt x="122031" y="177120"/>
                  </a:lnTo>
                  <a:lnTo>
                    <a:pt x="119291" y="172587"/>
                  </a:lnTo>
                  <a:lnTo>
                    <a:pt x="115610" y="167186"/>
                  </a:lnTo>
                  <a:lnTo>
                    <a:pt x="111514" y="162453"/>
                  </a:lnTo>
                  <a:lnTo>
                    <a:pt x="105161" y="155535"/>
                  </a:lnTo>
                  <a:lnTo>
                    <a:pt x="99276" y="150106"/>
                  </a:lnTo>
                  <a:lnTo>
                    <a:pt x="98392" y="149290"/>
                  </a:lnTo>
                  <a:lnTo>
                    <a:pt x="97795" y="148740"/>
                  </a:lnTo>
                  <a:lnTo>
                    <a:pt x="97620" y="148578"/>
                  </a:lnTo>
                  <a:lnTo>
                    <a:pt x="97109" y="148108"/>
                  </a:lnTo>
                  <a:lnTo>
                    <a:pt x="95356" y="150341"/>
                  </a:lnTo>
                  <a:lnTo>
                    <a:pt x="92198" y="153992"/>
                  </a:lnTo>
                  <a:lnTo>
                    <a:pt x="87560" y="159356"/>
                  </a:lnTo>
                  <a:lnTo>
                    <a:pt x="87087" y="159986"/>
                  </a:lnTo>
                  <a:lnTo>
                    <a:pt x="84254" y="162950"/>
                  </a:lnTo>
                  <a:lnTo>
                    <a:pt x="83708" y="163522"/>
                  </a:lnTo>
                  <a:lnTo>
                    <a:pt x="83042" y="162873"/>
                  </a:lnTo>
                  <a:lnTo>
                    <a:pt x="82317" y="162167"/>
                  </a:lnTo>
                  <a:lnTo>
                    <a:pt x="80035" y="159943"/>
                  </a:lnTo>
                  <a:lnTo>
                    <a:pt x="79791" y="159705"/>
                  </a:lnTo>
                  <a:lnTo>
                    <a:pt x="78982" y="158916"/>
                  </a:lnTo>
                  <a:lnTo>
                    <a:pt x="75731" y="155437"/>
                  </a:lnTo>
                  <a:lnTo>
                    <a:pt x="74021" y="153606"/>
                  </a:lnTo>
                  <a:lnTo>
                    <a:pt x="73077" y="152645"/>
                  </a:lnTo>
                  <a:lnTo>
                    <a:pt x="72289" y="151845"/>
                  </a:lnTo>
                  <a:lnTo>
                    <a:pt x="67370" y="146843"/>
                  </a:lnTo>
                  <a:lnTo>
                    <a:pt x="67128" y="146598"/>
                  </a:lnTo>
                  <a:lnTo>
                    <a:pt x="62647" y="142042"/>
                  </a:lnTo>
                  <a:lnTo>
                    <a:pt x="61481" y="140856"/>
                  </a:lnTo>
                  <a:lnTo>
                    <a:pt x="60695" y="140056"/>
                  </a:lnTo>
                  <a:lnTo>
                    <a:pt x="49122" y="128568"/>
                  </a:lnTo>
                  <a:lnTo>
                    <a:pt x="48991" y="128438"/>
                  </a:lnTo>
                  <a:lnTo>
                    <a:pt x="42600" y="122094"/>
                  </a:lnTo>
                  <a:lnTo>
                    <a:pt x="41989" y="121486"/>
                  </a:lnTo>
                  <a:lnTo>
                    <a:pt x="41135" y="120490"/>
                  </a:lnTo>
                  <a:lnTo>
                    <a:pt x="40871" y="120181"/>
                  </a:lnTo>
                  <a:lnTo>
                    <a:pt x="40457" y="119697"/>
                  </a:lnTo>
                  <a:lnTo>
                    <a:pt x="40355" y="119569"/>
                  </a:lnTo>
                  <a:lnTo>
                    <a:pt x="39761" y="118829"/>
                  </a:lnTo>
                  <a:lnTo>
                    <a:pt x="39563" y="118582"/>
                  </a:lnTo>
                  <a:lnTo>
                    <a:pt x="33736" y="113752"/>
                  </a:lnTo>
                  <a:lnTo>
                    <a:pt x="33291" y="113564"/>
                  </a:lnTo>
                  <a:lnTo>
                    <a:pt x="31424" y="112774"/>
                  </a:lnTo>
                  <a:lnTo>
                    <a:pt x="28720" y="111571"/>
                  </a:lnTo>
                  <a:lnTo>
                    <a:pt x="21840" y="109348"/>
                  </a:lnTo>
                  <a:lnTo>
                    <a:pt x="15874" y="107652"/>
                  </a:lnTo>
                  <a:lnTo>
                    <a:pt x="10320" y="106073"/>
                  </a:lnTo>
                  <a:lnTo>
                    <a:pt x="8097" y="105441"/>
                  </a:lnTo>
                  <a:lnTo>
                    <a:pt x="7830" y="105365"/>
                  </a:lnTo>
                  <a:lnTo>
                    <a:pt x="4559" y="104377"/>
                  </a:lnTo>
                  <a:lnTo>
                    <a:pt x="3670" y="104108"/>
                  </a:lnTo>
                  <a:lnTo>
                    <a:pt x="3457" y="104043"/>
                  </a:lnTo>
                  <a:lnTo>
                    <a:pt x="1341" y="103404"/>
                  </a:lnTo>
                  <a:lnTo>
                    <a:pt x="1165" y="103351"/>
                  </a:lnTo>
                  <a:lnTo>
                    <a:pt x="129" y="103037"/>
                  </a:lnTo>
                  <a:lnTo>
                    <a:pt x="0" y="102998"/>
                  </a:lnTo>
                  <a:lnTo>
                    <a:pt x="147" y="102481"/>
                  </a:lnTo>
                  <a:lnTo>
                    <a:pt x="2125" y="95565"/>
                  </a:lnTo>
                  <a:lnTo>
                    <a:pt x="5706" y="83044"/>
                  </a:lnTo>
                  <a:lnTo>
                    <a:pt x="10780" y="64620"/>
                  </a:lnTo>
                  <a:lnTo>
                    <a:pt x="12241" y="59476"/>
                  </a:lnTo>
                  <a:lnTo>
                    <a:pt x="13610" y="55324"/>
                  </a:lnTo>
                  <a:lnTo>
                    <a:pt x="15124" y="50248"/>
                  </a:lnTo>
                  <a:lnTo>
                    <a:pt x="15852" y="47629"/>
                  </a:lnTo>
                  <a:lnTo>
                    <a:pt x="16424" y="45570"/>
                  </a:lnTo>
                  <a:lnTo>
                    <a:pt x="17579" y="41413"/>
                  </a:lnTo>
                  <a:lnTo>
                    <a:pt x="17975" y="39805"/>
                  </a:lnTo>
                  <a:lnTo>
                    <a:pt x="20136" y="31997"/>
                  </a:lnTo>
                  <a:lnTo>
                    <a:pt x="20952" y="29048"/>
                  </a:lnTo>
                  <a:lnTo>
                    <a:pt x="24790" y="15179"/>
                  </a:lnTo>
                  <a:lnTo>
                    <a:pt x="26098" y="10946"/>
                  </a:lnTo>
                  <a:lnTo>
                    <a:pt x="28838" y="2077"/>
                  </a:lnTo>
                  <a:lnTo>
                    <a:pt x="29480" y="0"/>
                  </a:lnTo>
                  <a:lnTo>
                    <a:pt x="30570" y="1002"/>
                  </a:lnTo>
                  <a:lnTo>
                    <a:pt x="39986" y="9658"/>
                  </a:lnTo>
                  <a:lnTo>
                    <a:pt x="40711" y="10324"/>
                  </a:lnTo>
                  <a:lnTo>
                    <a:pt x="49122" y="18057"/>
                  </a:lnTo>
                  <a:lnTo>
                    <a:pt x="52847" y="21482"/>
                  </a:lnTo>
                  <a:lnTo>
                    <a:pt x="53840" y="22374"/>
                  </a:lnTo>
                  <a:lnTo>
                    <a:pt x="57035" y="25243"/>
                  </a:lnTo>
                  <a:lnTo>
                    <a:pt x="62548" y="30195"/>
                  </a:lnTo>
                  <a:lnTo>
                    <a:pt x="69603" y="36532"/>
                  </a:lnTo>
                  <a:lnTo>
                    <a:pt x="70130" y="36979"/>
                  </a:lnTo>
                  <a:lnTo>
                    <a:pt x="77743" y="43434"/>
                  </a:lnTo>
                  <a:lnTo>
                    <a:pt x="84850" y="49461"/>
                  </a:lnTo>
                  <a:lnTo>
                    <a:pt x="85419" y="49938"/>
                  </a:lnTo>
                  <a:lnTo>
                    <a:pt x="85845" y="50294"/>
                  </a:lnTo>
                  <a:lnTo>
                    <a:pt x="86115" y="50503"/>
                  </a:lnTo>
                  <a:lnTo>
                    <a:pt x="86633" y="50903"/>
                  </a:lnTo>
                  <a:lnTo>
                    <a:pt x="87117" y="51337"/>
                  </a:lnTo>
                  <a:lnTo>
                    <a:pt x="87932" y="52068"/>
                  </a:lnTo>
                  <a:lnTo>
                    <a:pt x="94908" y="58329"/>
                  </a:lnTo>
                  <a:lnTo>
                    <a:pt x="95126" y="58526"/>
                  </a:lnTo>
                  <a:lnTo>
                    <a:pt x="95264" y="58650"/>
                  </a:lnTo>
                  <a:lnTo>
                    <a:pt x="108533" y="70590"/>
                  </a:lnTo>
                  <a:lnTo>
                    <a:pt x="111573" y="73326"/>
                  </a:lnTo>
                  <a:lnTo>
                    <a:pt x="112900" y="74520"/>
                  </a:lnTo>
                  <a:lnTo>
                    <a:pt x="113104" y="74703"/>
                  </a:lnTo>
                  <a:lnTo>
                    <a:pt x="121430" y="81787"/>
                  </a:lnTo>
                  <a:lnTo>
                    <a:pt x="124284" y="84215"/>
                  </a:lnTo>
                  <a:lnTo>
                    <a:pt x="125203" y="84998"/>
                  </a:lnTo>
                  <a:lnTo>
                    <a:pt x="125445" y="85204"/>
                  </a:lnTo>
                  <a:lnTo>
                    <a:pt x="132336" y="91066"/>
                  </a:lnTo>
                  <a:lnTo>
                    <a:pt x="132793" y="91455"/>
                  </a:lnTo>
                  <a:lnTo>
                    <a:pt x="133533" y="92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689091" y="4178034"/>
              <a:ext cx="164791" cy="124003"/>
            </a:xfrm>
            <a:custGeom>
              <a:avLst/>
              <a:pathLst>
                <a:path w="164791" h="124003">
                  <a:moveTo>
                    <a:pt x="53244" y="0"/>
                  </a:moveTo>
                  <a:lnTo>
                    <a:pt x="53803" y="62"/>
                  </a:lnTo>
                  <a:lnTo>
                    <a:pt x="58593" y="601"/>
                  </a:lnTo>
                  <a:lnTo>
                    <a:pt x="61706" y="952"/>
                  </a:lnTo>
                  <a:lnTo>
                    <a:pt x="63691" y="1766"/>
                  </a:lnTo>
                  <a:lnTo>
                    <a:pt x="64239" y="2133"/>
                  </a:lnTo>
                  <a:lnTo>
                    <a:pt x="66156" y="3420"/>
                  </a:lnTo>
                  <a:lnTo>
                    <a:pt x="72809" y="8261"/>
                  </a:lnTo>
                  <a:lnTo>
                    <a:pt x="75680" y="10351"/>
                  </a:lnTo>
                  <a:lnTo>
                    <a:pt x="76304" y="10804"/>
                  </a:lnTo>
                  <a:lnTo>
                    <a:pt x="76842" y="11176"/>
                  </a:lnTo>
                  <a:lnTo>
                    <a:pt x="77006" y="11289"/>
                  </a:lnTo>
                  <a:lnTo>
                    <a:pt x="77878" y="11893"/>
                  </a:lnTo>
                  <a:lnTo>
                    <a:pt x="78380" y="12240"/>
                  </a:lnTo>
                  <a:lnTo>
                    <a:pt x="78866" y="12617"/>
                  </a:lnTo>
                  <a:lnTo>
                    <a:pt x="78998" y="12734"/>
                  </a:lnTo>
                  <a:lnTo>
                    <a:pt x="79375" y="13092"/>
                  </a:lnTo>
                  <a:lnTo>
                    <a:pt x="77614" y="15692"/>
                  </a:lnTo>
                  <a:lnTo>
                    <a:pt x="77279" y="16162"/>
                  </a:lnTo>
                  <a:lnTo>
                    <a:pt x="76224" y="17703"/>
                  </a:lnTo>
                  <a:lnTo>
                    <a:pt x="75771" y="18301"/>
                  </a:lnTo>
                  <a:lnTo>
                    <a:pt x="75285" y="18943"/>
                  </a:lnTo>
                  <a:lnTo>
                    <a:pt x="74925" y="19417"/>
                  </a:lnTo>
                  <a:lnTo>
                    <a:pt x="74806" y="19575"/>
                  </a:lnTo>
                  <a:lnTo>
                    <a:pt x="74604" y="19841"/>
                  </a:lnTo>
                  <a:lnTo>
                    <a:pt x="74330" y="20242"/>
                  </a:lnTo>
                  <a:lnTo>
                    <a:pt x="75331" y="21368"/>
                  </a:lnTo>
                  <a:lnTo>
                    <a:pt x="76081" y="22211"/>
                  </a:lnTo>
                  <a:lnTo>
                    <a:pt x="76384" y="22552"/>
                  </a:lnTo>
                  <a:lnTo>
                    <a:pt x="76717" y="22927"/>
                  </a:lnTo>
                  <a:lnTo>
                    <a:pt x="77526" y="23837"/>
                  </a:lnTo>
                  <a:lnTo>
                    <a:pt x="77670" y="24000"/>
                  </a:lnTo>
                  <a:lnTo>
                    <a:pt x="77810" y="24156"/>
                  </a:lnTo>
                  <a:lnTo>
                    <a:pt x="79378" y="26314"/>
                  </a:lnTo>
                  <a:lnTo>
                    <a:pt x="79749" y="26823"/>
                  </a:lnTo>
                  <a:lnTo>
                    <a:pt x="80420" y="27721"/>
                  </a:lnTo>
                  <a:lnTo>
                    <a:pt x="83203" y="31444"/>
                  </a:lnTo>
                  <a:lnTo>
                    <a:pt x="82935" y="31673"/>
                  </a:lnTo>
                  <a:lnTo>
                    <a:pt x="82642" y="31981"/>
                  </a:lnTo>
                  <a:lnTo>
                    <a:pt x="85556" y="37344"/>
                  </a:lnTo>
                  <a:lnTo>
                    <a:pt x="86551" y="35852"/>
                  </a:lnTo>
                  <a:lnTo>
                    <a:pt x="89285" y="31751"/>
                  </a:lnTo>
                  <a:lnTo>
                    <a:pt x="90152" y="30450"/>
                  </a:lnTo>
                  <a:lnTo>
                    <a:pt x="90246" y="30310"/>
                  </a:lnTo>
                  <a:lnTo>
                    <a:pt x="90359" y="30136"/>
                  </a:lnTo>
                  <a:lnTo>
                    <a:pt x="90451" y="29982"/>
                  </a:lnTo>
                  <a:lnTo>
                    <a:pt x="90738" y="29500"/>
                  </a:lnTo>
                  <a:lnTo>
                    <a:pt x="91563" y="30121"/>
                  </a:lnTo>
                  <a:lnTo>
                    <a:pt x="93313" y="31440"/>
                  </a:lnTo>
                  <a:lnTo>
                    <a:pt x="94495" y="32330"/>
                  </a:lnTo>
                  <a:lnTo>
                    <a:pt x="95337" y="32966"/>
                  </a:lnTo>
                  <a:lnTo>
                    <a:pt x="95964" y="33448"/>
                  </a:lnTo>
                  <a:lnTo>
                    <a:pt x="96600" y="33938"/>
                  </a:lnTo>
                  <a:lnTo>
                    <a:pt x="96789" y="34076"/>
                  </a:lnTo>
                  <a:lnTo>
                    <a:pt x="97487" y="34585"/>
                  </a:lnTo>
                  <a:lnTo>
                    <a:pt x="97625" y="34685"/>
                  </a:lnTo>
                  <a:lnTo>
                    <a:pt x="97902" y="34887"/>
                  </a:lnTo>
                  <a:lnTo>
                    <a:pt x="98443" y="35826"/>
                  </a:lnTo>
                  <a:lnTo>
                    <a:pt x="98869" y="36514"/>
                  </a:lnTo>
                  <a:lnTo>
                    <a:pt x="99804" y="38349"/>
                  </a:lnTo>
                  <a:lnTo>
                    <a:pt x="99958" y="38651"/>
                  </a:lnTo>
                  <a:lnTo>
                    <a:pt x="100624" y="39958"/>
                  </a:lnTo>
                  <a:lnTo>
                    <a:pt x="101530" y="41738"/>
                  </a:lnTo>
                  <a:lnTo>
                    <a:pt x="102127" y="42910"/>
                  </a:lnTo>
                  <a:lnTo>
                    <a:pt x="102327" y="43287"/>
                  </a:lnTo>
                  <a:lnTo>
                    <a:pt x="102520" y="43595"/>
                  </a:lnTo>
                  <a:lnTo>
                    <a:pt x="102957" y="44404"/>
                  </a:lnTo>
                  <a:lnTo>
                    <a:pt x="103236" y="44920"/>
                  </a:lnTo>
                  <a:lnTo>
                    <a:pt x="103843" y="46045"/>
                  </a:lnTo>
                  <a:lnTo>
                    <a:pt x="103984" y="46307"/>
                  </a:lnTo>
                  <a:lnTo>
                    <a:pt x="104102" y="46524"/>
                  </a:lnTo>
                  <a:lnTo>
                    <a:pt x="104273" y="46840"/>
                  </a:lnTo>
                  <a:lnTo>
                    <a:pt x="104540" y="47257"/>
                  </a:lnTo>
                  <a:lnTo>
                    <a:pt x="104787" y="47642"/>
                  </a:lnTo>
                  <a:lnTo>
                    <a:pt x="107806" y="52352"/>
                  </a:lnTo>
                  <a:lnTo>
                    <a:pt x="108501" y="53447"/>
                  </a:lnTo>
                  <a:lnTo>
                    <a:pt x="109117" y="54417"/>
                  </a:lnTo>
                  <a:lnTo>
                    <a:pt x="109669" y="55285"/>
                  </a:lnTo>
                  <a:lnTo>
                    <a:pt x="111746" y="58798"/>
                  </a:lnTo>
                  <a:lnTo>
                    <a:pt x="111974" y="59185"/>
                  </a:lnTo>
                  <a:lnTo>
                    <a:pt x="112099" y="59395"/>
                  </a:lnTo>
                  <a:lnTo>
                    <a:pt x="112426" y="59949"/>
                  </a:lnTo>
                  <a:lnTo>
                    <a:pt x="112855" y="60194"/>
                  </a:lnTo>
                  <a:lnTo>
                    <a:pt x="114074" y="60891"/>
                  </a:lnTo>
                  <a:lnTo>
                    <a:pt x="114253" y="60993"/>
                  </a:lnTo>
                  <a:lnTo>
                    <a:pt x="114629" y="61208"/>
                  </a:lnTo>
                  <a:lnTo>
                    <a:pt x="115684" y="61811"/>
                  </a:lnTo>
                  <a:lnTo>
                    <a:pt x="115998" y="61990"/>
                  </a:lnTo>
                  <a:lnTo>
                    <a:pt x="117378" y="62780"/>
                  </a:lnTo>
                  <a:lnTo>
                    <a:pt x="117556" y="62881"/>
                  </a:lnTo>
                  <a:lnTo>
                    <a:pt x="119159" y="63797"/>
                  </a:lnTo>
                  <a:lnTo>
                    <a:pt x="119428" y="63951"/>
                  </a:lnTo>
                  <a:lnTo>
                    <a:pt x="121436" y="65099"/>
                  </a:lnTo>
                  <a:lnTo>
                    <a:pt x="121851" y="65336"/>
                  </a:lnTo>
                  <a:lnTo>
                    <a:pt x="123279" y="66152"/>
                  </a:lnTo>
                  <a:lnTo>
                    <a:pt x="123854" y="66662"/>
                  </a:lnTo>
                  <a:lnTo>
                    <a:pt x="124768" y="67469"/>
                  </a:lnTo>
                  <a:lnTo>
                    <a:pt x="125454" y="68076"/>
                  </a:lnTo>
                  <a:lnTo>
                    <a:pt x="126766" y="69237"/>
                  </a:lnTo>
                  <a:lnTo>
                    <a:pt x="127379" y="69533"/>
                  </a:lnTo>
                  <a:lnTo>
                    <a:pt x="127827" y="69749"/>
                  </a:lnTo>
                  <a:lnTo>
                    <a:pt x="127999" y="69833"/>
                  </a:lnTo>
                  <a:lnTo>
                    <a:pt x="128229" y="69943"/>
                  </a:lnTo>
                  <a:lnTo>
                    <a:pt x="128782" y="70211"/>
                  </a:lnTo>
                  <a:lnTo>
                    <a:pt x="129344" y="70482"/>
                  </a:lnTo>
                  <a:lnTo>
                    <a:pt x="130255" y="70789"/>
                  </a:lnTo>
                  <a:lnTo>
                    <a:pt x="130753" y="70957"/>
                  </a:lnTo>
                  <a:lnTo>
                    <a:pt x="132173" y="71436"/>
                  </a:lnTo>
                  <a:lnTo>
                    <a:pt x="131146" y="72879"/>
                  </a:lnTo>
                  <a:lnTo>
                    <a:pt x="129286" y="75447"/>
                  </a:lnTo>
                  <a:lnTo>
                    <a:pt x="133766" y="79153"/>
                  </a:lnTo>
                  <a:lnTo>
                    <a:pt x="134396" y="79674"/>
                  </a:lnTo>
                  <a:lnTo>
                    <a:pt x="134735" y="79954"/>
                  </a:lnTo>
                  <a:lnTo>
                    <a:pt x="139633" y="79310"/>
                  </a:lnTo>
                  <a:lnTo>
                    <a:pt x="140219" y="79233"/>
                  </a:lnTo>
                  <a:lnTo>
                    <a:pt x="141274" y="80147"/>
                  </a:lnTo>
                  <a:lnTo>
                    <a:pt x="149918" y="87638"/>
                  </a:lnTo>
                  <a:lnTo>
                    <a:pt x="150445" y="88095"/>
                  </a:lnTo>
                  <a:lnTo>
                    <a:pt x="152548" y="85173"/>
                  </a:lnTo>
                  <a:lnTo>
                    <a:pt x="154080" y="82567"/>
                  </a:lnTo>
                  <a:lnTo>
                    <a:pt x="155227" y="80617"/>
                  </a:lnTo>
                  <a:lnTo>
                    <a:pt x="156613" y="78260"/>
                  </a:lnTo>
                  <a:lnTo>
                    <a:pt x="157083" y="76892"/>
                  </a:lnTo>
                  <a:lnTo>
                    <a:pt x="157525" y="73017"/>
                  </a:lnTo>
                  <a:lnTo>
                    <a:pt x="158247" y="70376"/>
                  </a:lnTo>
                  <a:lnTo>
                    <a:pt x="159318" y="65373"/>
                  </a:lnTo>
                  <a:lnTo>
                    <a:pt x="159350" y="65224"/>
                  </a:lnTo>
                  <a:lnTo>
                    <a:pt x="159408" y="65362"/>
                  </a:lnTo>
                  <a:lnTo>
                    <a:pt x="160386" y="67675"/>
                  </a:lnTo>
                  <a:lnTo>
                    <a:pt x="160914" y="68925"/>
                  </a:lnTo>
                  <a:lnTo>
                    <a:pt x="160061" y="69462"/>
                  </a:lnTo>
                  <a:lnTo>
                    <a:pt x="161258" y="71715"/>
                  </a:lnTo>
                  <a:lnTo>
                    <a:pt x="161495" y="72330"/>
                  </a:lnTo>
                  <a:lnTo>
                    <a:pt x="162456" y="78405"/>
                  </a:lnTo>
                  <a:lnTo>
                    <a:pt x="163147" y="82689"/>
                  </a:lnTo>
                  <a:lnTo>
                    <a:pt x="163247" y="83340"/>
                  </a:lnTo>
                  <a:lnTo>
                    <a:pt x="163252" y="84485"/>
                  </a:lnTo>
                  <a:lnTo>
                    <a:pt x="162578" y="85751"/>
                  </a:lnTo>
                  <a:lnTo>
                    <a:pt x="160888" y="88926"/>
                  </a:lnTo>
                  <a:lnTo>
                    <a:pt x="162825" y="90790"/>
                  </a:lnTo>
                  <a:lnTo>
                    <a:pt x="161857" y="96441"/>
                  </a:lnTo>
                  <a:lnTo>
                    <a:pt x="164791" y="100535"/>
                  </a:lnTo>
                  <a:lnTo>
                    <a:pt x="164357" y="102034"/>
                  </a:lnTo>
                  <a:lnTo>
                    <a:pt x="163515" y="104941"/>
                  </a:lnTo>
                  <a:lnTo>
                    <a:pt x="161234" y="112818"/>
                  </a:lnTo>
                  <a:lnTo>
                    <a:pt x="154913" y="113486"/>
                  </a:lnTo>
                  <a:lnTo>
                    <a:pt x="145632" y="114467"/>
                  </a:lnTo>
                  <a:lnTo>
                    <a:pt x="140276" y="115661"/>
                  </a:lnTo>
                  <a:lnTo>
                    <a:pt x="139614" y="115809"/>
                  </a:lnTo>
                  <a:lnTo>
                    <a:pt x="134827" y="117291"/>
                  </a:lnTo>
                  <a:lnTo>
                    <a:pt x="131009" y="120870"/>
                  </a:lnTo>
                  <a:lnTo>
                    <a:pt x="124708" y="120842"/>
                  </a:lnTo>
                  <a:lnTo>
                    <a:pt x="122589" y="120832"/>
                  </a:lnTo>
                  <a:lnTo>
                    <a:pt x="120719" y="120824"/>
                  </a:lnTo>
                  <a:lnTo>
                    <a:pt x="120321" y="122991"/>
                  </a:lnTo>
                  <a:lnTo>
                    <a:pt x="118370" y="122202"/>
                  </a:lnTo>
                  <a:lnTo>
                    <a:pt x="117835" y="122062"/>
                  </a:lnTo>
                  <a:lnTo>
                    <a:pt x="117363" y="121939"/>
                  </a:lnTo>
                  <a:lnTo>
                    <a:pt x="116447" y="121702"/>
                  </a:lnTo>
                  <a:lnTo>
                    <a:pt x="114715" y="121800"/>
                  </a:lnTo>
                  <a:lnTo>
                    <a:pt x="112792" y="121974"/>
                  </a:lnTo>
                  <a:lnTo>
                    <a:pt x="112246" y="122437"/>
                  </a:lnTo>
                  <a:lnTo>
                    <a:pt x="112057" y="122597"/>
                  </a:lnTo>
                  <a:lnTo>
                    <a:pt x="111552" y="122735"/>
                  </a:lnTo>
                  <a:lnTo>
                    <a:pt x="110535" y="123013"/>
                  </a:lnTo>
                  <a:lnTo>
                    <a:pt x="110199" y="123110"/>
                  </a:lnTo>
                  <a:lnTo>
                    <a:pt x="108614" y="123565"/>
                  </a:lnTo>
                  <a:lnTo>
                    <a:pt x="107763" y="123816"/>
                  </a:lnTo>
                  <a:lnTo>
                    <a:pt x="107120" y="124003"/>
                  </a:lnTo>
                  <a:lnTo>
                    <a:pt x="98444" y="123367"/>
                  </a:lnTo>
                  <a:lnTo>
                    <a:pt x="97949" y="123331"/>
                  </a:lnTo>
                  <a:lnTo>
                    <a:pt x="97298" y="123283"/>
                  </a:lnTo>
                  <a:lnTo>
                    <a:pt x="97077" y="123264"/>
                  </a:lnTo>
                  <a:lnTo>
                    <a:pt x="96735" y="123233"/>
                  </a:lnTo>
                  <a:lnTo>
                    <a:pt x="96558" y="123219"/>
                  </a:lnTo>
                  <a:lnTo>
                    <a:pt x="94148" y="122983"/>
                  </a:lnTo>
                  <a:lnTo>
                    <a:pt x="94714" y="120947"/>
                  </a:lnTo>
                  <a:lnTo>
                    <a:pt x="94984" y="120069"/>
                  </a:lnTo>
                  <a:lnTo>
                    <a:pt x="95042" y="119879"/>
                  </a:lnTo>
                  <a:lnTo>
                    <a:pt x="95244" y="119125"/>
                  </a:lnTo>
                  <a:lnTo>
                    <a:pt x="93313" y="118170"/>
                  </a:lnTo>
                  <a:lnTo>
                    <a:pt x="91676" y="117361"/>
                  </a:lnTo>
                  <a:lnTo>
                    <a:pt x="91852" y="114883"/>
                  </a:lnTo>
                  <a:lnTo>
                    <a:pt x="91910" y="114029"/>
                  </a:lnTo>
                  <a:lnTo>
                    <a:pt x="91919" y="113900"/>
                  </a:lnTo>
                  <a:lnTo>
                    <a:pt x="91842" y="113547"/>
                  </a:lnTo>
                  <a:lnTo>
                    <a:pt x="91283" y="113749"/>
                  </a:lnTo>
                  <a:lnTo>
                    <a:pt x="89901" y="113522"/>
                  </a:lnTo>
                  <a:lnTo>
                    <a:pt x="87892" y="113020"/>
                  </a:lnTo>
                  <a:lnTo>
                    <a:pt x="87070" y="112815"/>
                  </a:lnTo>
                  <a:lnTo>
                    <a:pt x="86397" y="112637"/>
                  </a:lnTo>
                  <a:lnTo>
                    <a:pt x="85726" y="112376"/>
                  </a:lnTo>
                  <a:lnTo>
                    <a:pt x="85439" y="112269"/>
                  </a:lnTo>
                  <a:lnTo>
                    <a:pt x="85213" y="112185"/>
                  </a:lnTo>
                  <a:lnTo>
                    <a:pt x="85062" y="112129"/>
                  </a:lnTo>
                  <a:lnTo>
                    <a:pt x="85062" y="111809"/>
                  </a:lnTo>
                  <a:lnTo>
                    <a:pt x="85062" y="111538"/>
                  </a:lnTo>
                  <a:lnTo>
                    <a:pt x="85062" y="110561"/>
                  </a:lnTo>
                  <a:lnTo>
                    <a:pt x="85062" y="109755"/>
                  </a:lnTo>
                  <a:lnTo>
                    <a:pt x="85312" y="109661"/>
                  </a:lnTo>
                  <a:lnTo>
                    <a:pt x="86733" y="109129"/>
                  </a:lnTo>
                  <a:lnTo>
                    <a:pt x="87256" y="108933"/>
                  </a:lnTo>
                  <a:lnTo>
                    <a:pt x="87510" y="108839"/>
                  </a:lnTo>
                  <a:lnTo>
                    <a:pt x="88096" y="108619"/>
                  </a:lnTo>
                  <a:lnTo>
                    <a:pt x="88367" y="108523"/>
                  </a:lnTo>
                  <a:lnTo>
                    <a:pt x="89494" y="108124"/>
                  </a:lnTo>
                  <a:lnTo>
                    <a:pt x="90291" y="107842"/>
                  </a:lnTo>
                  <a:lnTo>
                    <a:pt x="91801" y="107308"/>
                  </a:lnTo>
                  <a:lnTo>
                    <a:pt x="91991" y="107235"/>
                  </a:lnTo>
                  <a:lnTo>
                    <a:pt x="92319" y="107108"/>
                  </a:lnTo>
                  <a:lnTo>
                    <a:pt x="92580" y="107007"/>
                  </a:lnTo>
                  <a:lnTo>
                    <a:pt x="94323" y="106332"/>
                  </a:lnTo>
                  <a:lnTo>
                    <a:pt x="94468" y="106252"/>
                  </a:lnTo>
                  <a:lnTo>
                    <a:pt x="95100" y="105902"/>
                  </a:lnTo>
                  <a:lnTo>
                    <a:pt x="96026" y="105390"/>
                  </a:lnTo>
                  <a:lnTo>
                    <a:pt x="96247" y="105267"/>
                  </a:lnTo>
                  <a:lnTo>
                    <a:pt x="96902" y="104905"/>
                  </a:lnTo>
                  <a:lnTo>
                    <a:pt x="98288" y="104513"/>
                  </a:lnTo>
                  <a:lnTo>
                    <a:pt x="99230" y="104247"/>
                  </a:lnTo>
                  <a:lnTo>
                    <a:pt x="99581" y="104148"/>
                  </a:lnTo>
                  <a:lnTo>
                    <a:pt x="99548" y="103914"/>
                  </a:lnTo>
                  <a:lnTo>
                    <a:pt x="99505" y="103607"/>
                  </a:lnTo>
                  <a:lnTo>
                    <a:pt x="99455" y="103252"/>
                  </a:lnTo>
                  <a:lnTo>
                    <a:pt x="99421" y="103012"/>
                  </a:lnTo>
                  <a:lnTo>
                    <a:pt x="99267" y="101919"/>
                  </a:lnTo>
                  <a:lnTo>
                    <a:pt x="99198" y="101295"/>
                  </a:lnTo>
                  <a:lnTo>
                    <a:pt x="99145" y="100823"/>
                  </a:lnTo>
                  <a:lnTo>
                    <a:pt x="99118" y="100582"/>
                  </a:lnTo>
                  <a:lnTo>
                    <a:pt x="99083" y="100268"/>
                  </a:lnTo>
                  <a:lnTo>
                    <a:pt x="99066" y="100121"/>
                  </a:lnTo>
                  <a:lnTo>
                    <a:pt x="98999" y="99897"/>
                  </a:lnTo>
                  <a:lnTo>
                    <a:pt x="98778" y="99925"/>
                  </a:lnTo>
                  <a:lnTo>
                    <a:pt x="98628" y="99944"/>
                  </a:lnTo>
                  <a:lnTo>
                    <a:pt x="98372" y="99977"/>
                  </a:lnTo>
                  <a:lnTo>
                    <a:pt x="97672" y="100065"/>
                  </a:lnTo>
                  <a:lnTo>
                    <a:pt x="97343" y="100071"/>
                  </a:lnTo>
                  <a:lnTo>
                    <a:pt x="97192" y="100074"/>
                  </a:lnTo>
                  <a:lnTo>
                    <a:pt x="95499" y="100104"/>
                  </a:lnTo>
                  <a:lnTo>
                    <a:pt x="93213" y="100146"/>
                  </a:lnTo>
                  <a:lnTo>
                    <a:pt x="89695" y="100210"/>
                  </a:lnTo>
                  <a:lnTo>
                    <a:pt x="85852" y="100280"/>
                  </a:lnTo>
                  <a:lnTo>
                    <a:pt x="85295" y="100290"/>
                  </a:lnTo>
                  <a:lnTo>
                    <a:pt x="83183" y="100328"/>
                  </a:lnTo>
                  <a:lnTo>
                    <a:pt x="83016" y="100331"/>
                  </a:lnTo>
                  <a:lnTo>
                    <a:pt x="82607" y="100337"/>
                  </a:lnTo>
                  <a:lnTo>
                    <a:pt x="80769" y="100328"/>
                  </a:lnTo>
                  <a:lnTo>
                    <a:pt x="78209" y="100317"/>
                  </a:lnTo>
                  <a:lnTo>
                    <a:pt x="74100" y="100298"/>
                  </a:lnTo>
                  <a:lnTo>
                    <a:pt x="72795" y="99969"/>
                  </a:lnTo>
                  <a:lnTo>
                    <a:pt x="68399" y="98862"/>
                  </a:lnTo>
                  <a:lnTo>
                    <a:pt x="68224" y="98817"/>
                  </a:lnTo>
                  <a:lnTo>
                    <a:pt x="69005" y="97812"/>
                  </a:lnTo>
                  <a:lnTo>
                    <a:pt x="69304" y="97427"/>
                  </a:lnTo>
                  <a:lnTo>
                    <a:pt x="70049" y="95539"/>
                  </a:lnTo>
                  <a:lnTo>
                    <a:pt x="69029" y="95243"/>
                  </a:lnTo>
                  <a:lnTo>
                    <a:pt x="68505" y="95151"/>
                  </a:lnTo>
                  <a:lnTo>
                    <a:pt x="67854" y="95037"/>
                  </a:lnTo>
                  <a:lnTo>
                    <a:pt x="67621" y="94997"/>
                  </a:lnTo>
                  <a:lnTo>
                    <a:pt x="66728" y="94812"/>
                  </a:lnTo>
                  <a:lnTo>
                    <a:pt x="65376" y="94532"/>
                  </a:lnTo>
                  <a:lnTo>
                    <a:pt x="65040" y="94463"/>
                  </a:lnTo>
                  <a:lnTo>
                    <a:pt x="63333" y="94110"/>
                  </a:lnTo>
                  <a:lnTo>
                    <a:pt x="62769" y="93993"/>
                  </a:lnTo>
                  <a:lnTo>
                    <a:pt x="62177" y="93870"/>
                  </a:lnTo>
                  <a:lnTo>
                    <a:pt x="61562" y="93743"/>
                  </a:lnTo>
                  <a:lnTo>
                    <a:pt x="61120" y="93652"/>
                  </a:lnTo>
                  <a:lnTo>
                    <a:pt x="60608" y="93546"/>
                  </a:lnTo>
                  <a:lnTo>
                    <a:pt x="60091" y="93439"/>
                  </a:lnTo>
                  <a:lnTo>
                    <a:pt x="59630" y="93344"/>
                  </a:lnTo>
                  <a:lnTo>
                    <a:pt x="59089" y="93232"/>
                  </a:lnTo>
                  <a:lnTo>
                    <a:pt x="58675" y="93146"/>
                  </a:lnTo>
                  <a:lnTo>
                    <a:pt x="58182" y="93044"/>
                  </a:lnTo>
                  <a:lnTo>
                    <a:pt x="57720" y="92949"/>
                  </a:lnTo>
                  <a:lnTo>
                    <a:pt x="57268" y="92855"/>
                  </a:lnTo>
                  <a:lnTo>
                    <a:pt x="56950" y="92789"/>
                  </a:lnTo>
                  <a:lnTo>
                    <a:pt x="56257" y="92647"/>
                  </a:lnTo>
                  <a:lnTo>
                    <a:pt x="54516" y="92546"/>
                  </a:lnTo>
                  <a:lnTo>
                    <a:pt x="44504" y="91970"/>
                  </a:lnTo>
                  <a:lnTo>
                    <a:pt x="43397" y="91906"/>
                  </a:lnTo>
                  <a:lnTo>
                    <a:pt x="42932" y="91879"/>
                  </a:lnTo>
                  <a:lnTo>
                    <a:pt x="41869" y="91818"/>
                  </a:lnTo>
                  <a:lnTo>
                    <a:pt x="42067" y="88685"/>
                  </a:lnTo>
                  <a:lnTo>
                    <a:pt x="42713" y="78322"/>
                  </a:lnTo>
                  <a:lnTo>
                    <a:pt x="39813" y="78521"/>
                  </a:lnTo>
                  <a:lnTo>
                    <a:pt x="38256" y="78628"/>
                  </a:lnTo>
                  <a:lnTo>
                    <a:pt x="38084" y="78640"/>
                  </a:lnTo>
                  <a:lnTo>
                    <a:pt x="37339" y="78678"/>
                  </a:lnTo>
                  <a:lnTo>
                    <a:pt x="35900" y="78683"/>
                  </a:lnTo>
                  <a:lnTo>
                    <a:pt x="34104" y="78690"/>
                  </a:lnTo>
                  <a:lnTo>
                    <a:pt x="33572" y="78692"/>
                  </a:lnTo>
                  <a:lnTo>
                    <a:pt x="32068" y="78698"/>
                  </a:lnTo>
                  <a:lnTo>
                    <a:pt x="26887" y="78717"/>
                  </a:lnTo>
                  <a:lnTo>
                    <a:pt x="26208" y="78719"/>
                  </a:lnTo>
                  <a:lnTo>
                    <a:pt x="24724" y="78725"/>
                  </a:lnTo>
                  <a:lnTo>
                    <a:pt x="24527" y="78726"/>
                  </a:lnTo>
                  <a:lnTo>
                    <a:pt x="23953" y="79018"/>
                  </a:lnTo>
                  <a:lnTo>
                    <a:pt x="23044" y="79381"/>
                  </a:lnTo>
                  <a:lnTo>
                    <a:pt x="22255" y="79340"/>
                  </a:lnTo>
                  <a:lnTo>
                    <a:pt x="22059" y="79330"/>
                  </a:lnTo>
                  <a:lnTo>
                    <a:pt x="20563" y="79252"/>
                  </a:lnTo>
                  <a:lnTo>
                    <a:pt x="20314" y="79239"/>
                  </a:lnTo>
                  <a:lnTo>
                    <a:pt x="17973" y="78982"/>
                  </a:lnTo>
                  <a:lnTo>
                    <a:pt x="17711" y="78888"/>
                  </a:lnTo>
                  <a:lnTo>
                    <a:pt x="16459" y="78440"/>
                  </a:lnTo>
                  <a:lnTo>
                    <a:pt x="16204" y="78349"/>
                  </a:lnTo>
                  <a:lnTo>
                    <a:pt x="14682" y="77805"/>
                  </a:lnTo>
                  <a:lnTo>
                    <a:pt x="13669" y="77279"/>
                  </a:lnTo>
                  <a:lnTo>
                    <a:pt x="13252" y="77063"/>
                  </a:lnTo>
                  <a:lnTo>
                    <a:pt x="12233" y="76461"/>
                  </a:lnTo>
                  <a:lnTo>
                    <a:pt x="11075" y="75778"/>
                  </a:lnTo>
                  <a:lnTo>
                    <a:pt x="9094" y="74608"/>
                  </a:lnTo>
                  <a:lnTo>
                    <a:pt x="8811" y="74440"/>
                  </a:lnTo>
                  <a:lnTo>
                    <a:pt x="8520" y="74269"/>
                  </a:lnTo>
                  <a:lnTo>
                    <a:pt x="6622" y="73003"/>
                  </a:lnTo>
                  <a:lnTo>
                    <a:pt x="653" y="69023"/>
                  </a:lnTo>
                  <a:lnTo>
                    <a:pt x="312" y="68742"/>
                  </a:lnTo>
                  <a:lnTo>
                    <a:pt x="0" y="68484"/>
                  </a:lnTo>
                  <a:lnTo>
                    <a:pt x="4628" y="62712"/>
                  </a:lnTo>
                  <a:lnTo>
                    <a:pt x="4882" y="62371"/>
                  </a:lnTo>
                  <a:lnTo>
                    <a:pt x="7433" y="58937"/>
                  </a:lnTo>
                  <a:lnTo>
                    <a:pt x="8803" y="56920"/>
                  </a:lnTo>
                  <a:lnTo>
                    <a:pt x="9226" y="56297"/>
                  </a:lnTo>
                  <a:lnTo>
                    <a:pt x="10239" y="54806"/>
                  </a:lnTo>
                  <a:lnTo>
                    <a:pt x="12744" y="51268"/>
                  </a:lnTo>
                  <a:lnTo>
                    <a:pt x="12927" y="51010"/>
                  </a:lnTo>
                  <a:lnTo>
                    <a:pt x="13440" y="50271"/>
                  </a:lnTo>
                  <a:lnTo>
                    <a:pt x="13944" y="49545"/>
                  </a:lnTo>
                  <a:lnTo>
                    <a:pt x="15596" y="47134"/>
                  </a:lnTo>
                  <a:lnTo>
                    <a:pt x="15938" y="46638"/>
                  </a:lnTo>
                  <a:lnTo>
                    <a:pt x="16290" y="46099"/>
                  </a:lnTo>
                  <a:lnTo>
                    <a:pt x="18269" y="43062"/>
                  </a:lnTo>
                  <a:lnTo>
                    <a:pt x="18396" y="42842"/>
                  </a:lnTo>
                  <a:lnTo>
                    <a:pt x="18989" y="41806"/>
                  </a:lnTo>
                  <a:lnTo>
                    <a:pt x="19314" y="41239"/>
                  </a:lnTo>
                  <a:lnTo>
                    <a:pt x="19472" y="40963"/>
                  </a:lnTo>
                  <a:lnTo>
                    <a:pt x="19690" y="40582"/>
                  </a:lnTo>
                  <a:lnTo>
                    <a:pt x="20059" y="39938"/>
                  </a:lnTo>
                  <a:lnTo>
                    <a:pt x="20296" y="39575"/>
                  </a:lnTo>
                  <a:lnTo>
                    <a:pt x="21030" y="38451"/>
                  </a:lnTo>
                  <a:lnTo>
                    <a:pt x="21486" y="37754"/>
                  </a:lnTo>
                  <a:lnTo>
                    <a:pt x="24859" y="33313"/>
                  </a:lnTo>
                  <a:lnTo>
                    <a:pt x="25352" y="32708"/>
                  </a:lnTo>
                  <a:lnTo>
                    <a:pt x="25457" y="32580"/>
                  </a:lnTo>
                  <a:lnTo>
                    <a:pt x="27137" y="30519"/>
                  </a:lnTo>
                  <a:lnTo>
                    <a:pt x="27612" y="29936"/>
                  </a:lnTo>
                  <a:lnTo>
                    <a:pt x="31883" y="24806"/>
                  </a:lnTo>
                  <a:lnTo>
                    <a:pt x="34864" y="21224"/>
                  </a:lnTo>
                  <a:lnTo>
                    <a:pt x="36360" y="19494"/>
                  </a:lnTo>
                  <a:lnTo>
                    <a:pt x="38714" y="16771"/>
                  </a:lnTo>
                  <a:lnTo>
                    <a:pt x="38951" y="16486"/>
                  </a:lnTo>
                  <a:lnTo>
                    <a:pt x="40044" y="15167"/>
                  </a:lnTo>
                  <a:lnTo>
                    <a:pt x="41219" y="13748"/>
                  </a:lnTo>
                  <a:lnTo>
                    <a:pt x="42492" y="12281"/>
                  </a:lnTo>
                  <a:lnTo>
                    <a:pt x="43166" y="11504"/>
                  </a:lnTo>
                  <a:lnTo>
                    <a:pt x="45593" y="8708"/>
                  </a:lnTo>
                  <a:lnTo>
                    <a:pt x="46210" y="7996"/>
                  </a:lnTo>
                  <a:lnTo>
                    <a:pt x="46760" y="7363"/>
                  </a:lnTo>
                  <a:lnTo>
                    <a:pt x="46875" y="7230"/>
                  </a:lnTo>
                  <a:lnTo>
                    <a:pt x="47617" y="6375"/>
                  </a:lnTo>
                  <a:lnTo>
                    <a:pt x="48242" y="5655"/>
                  </a:lnTo>
                  <a:lnTo>
                    <a:pt x="48878" y="4922"/>
                  </a:lnTo>
                  <a:lnTo>
                    <a:pt x="52902" y="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652028" y="4256356"/>
              <a:ext cx="159263" cy="149734"/>
            </a:xfrm>
            <a:custGeom>
              <a:avLst/>
              <a:pathLst>
                <a:path w="159263" h="149734">
                  <a:moveTo>
                    <a:pt x="79783" y="0"/>
                  </a:moveTo>
                  <a:lnTo>
                    <a:pt x="79130" y="10363"/>
                  </a:lnTo>
                  <a:lnTo>
                    <a:pt x="78936" y="13497"/>
                  </a:lnTo>
                  <a:lnTo>
                    <a:pt x="79995" y="13558"/>
                  </a:lnTo>
                  <a:lnTo>
                    <a:pt x="80460" y="13584"/>
                  </a:lnTo>
                  <a:lnTo>
                    <a:pt x="81567" y="13648"/>
                  </a:lnTo>
                  <a:lnTo>
                    <a:pt x="91579" y="14225"/>
                  </a:lnTo>
                  <a:lnTo>
                    <a:pt x="93324" y="14325"/>
                  </a:lnTo>
                  <a:lnTo>
                    <a:pt x="94013" y="14468"/>
                  </a:lnTo>
                  <a:lnTo>
                    <a:pt x="94331" y="14533"/>
                  </a:lnTo>
                  <a:lnTo>
                    <a:pt x="94783" y="14627"/>
                  </a:lnTo>
                  <a:lnTo>
                    <a:pt x="95245" y="14722"/>
                  </a:lnTo>
                  <a:lnTo>
                    <a:pt x="95738" y="14824"/>
                  </a:lnTo>
                  <a:lnTo>
                    <a:pt x="96152" y="14910"/>
                  </a:lnTo>
                  <a:lnTo>
                    <a:pt x="96693" y="15022"/>
                  </a:lnTo>
                  <a:lnTo>
                    <a:pt x="97264" y="15140"/>
                  </a:lnTo>
                  <a:lnTo>
                    <a:pt x="97671" y="15224"/>
                  </a:lnTo>
                  <a:lnTo>
                    <a:pt x="98183" y="15330"/>
                  </a:lnTo>
                  <a:lnTo>
                    <a:pt x="98624" y="15421"/>
                  </a:lnTo>
                  <a:lnTo>
                    <a:pt x="99240" y="15549"/>
                  </a:lnTo>
                  <a:lnTo>
                    <a:pt x="99832" y="15671"/>
                  </a:lnTo>
                  <a:lnTo>
                    <a:pt x="100396" y="15788"/>
                  </a:lnTo>
                  <a:lnTo>
                    <a:pt x="102103" y="16141"/>
                  </a:lnTo>
                  <a:lnTo>
                    <a:pt x="102439" y="16210"/>
                  </a:lnTo>
                  <a:lnTo>
                    <a:pt x="103791" y="16490"/>
                  </a:lnTo>
                  <a:lnTo>
                    <a:pt x="104684" y="16675"/>
                  </a:lnTo>
                  <a:lnTo>
                    <a:pt x="104917" y="16715"/>
                  </a:lnTo>
                  <a:lnTo>
                    <a:pt x="105568" y="16829"/>
                  </a:lnTo>
                  <a:lnTo>
                    <a:pt x="106128" y="16927"/>
                  </a:lnTo>
                  <a:lnTo>
                    <a:pt x="107109" y="17234"/>
                  </a:lnTo>
                  <a:lnTo>
                    <a:pt x="106367" y="19105"/>
                  </a:lnTo>
                  <a:lnTo>
                    <a:pt x="106068" y="19490"/>
                  </a:lnTo>
                  <a:lnTo>
                    <a:pt x="105321" y="20504"/>
                  </a:lnTo>
                  <a:lnTo>
                    <a:pt x="105462" y="20540"/>
                  </a:lnTo>
                  <a:lnTo>
                    <a:pt x="109858" y="21647"/>
                  </a:lnTo>
                  <a:lnTo>
                    <a:pt x="111166" y="21976"/>
                  </a:lnTo>
                  <a:lnTo>
                    <a:pt x="115272" y="21995"/>
                  </a:lnTo>
                  <a:lnTo>
                    <a:pt x="117832" y="22006"/>
                  </a:lnTo>
                  <a:lnTo>
                    <a:pt x="119773" y="22015"/>
                  </a:lnTo>
                  <a:lnTo>
                    <a:pt x="120079" y="22009"/>
                  </a:lnTo>
                  <a:lnTo>
                    <a:pt x="120254" y="22006"/>
                  </a:lnTo>
                  <a:lnTo>
                    <a:pt x="122358" y="21968"/>
                  </a:lnTo>
                  <a:lnTo>
                    <a:pt x="122922" y="21958"/>
                  </a:lnTo>
                  <a:lnTo>
                    <a:pt x="126758" y="21888"/>
                  </a:lnTo>
                  <a:lnTo>
                    <a:pt x="130383" y="21822"/>
                  </a:lnTo>
                  <a:lnTo>
                    <a:pt x="132562" y="21783"/>
                  </a:lnTo>
                  <a:lnTo>
                    <a:pt x="134255" y="21752"/>
                  </a:lnTo>
                  <a:lnTo>
                    <a:pt x="134406" y="21749"/>
                  </a:lnTo>
                  <a:lnTo>
                    <a:pt x="134739" y="21743"/>
                  </a:lnTo>
                  <a:lnTo>
                    <a:pt x="135435" y="21655"/>
                  </a:lnTo>
                  <a:lnTo>
                    <a:pt x="135705" y="21621"/>
                  </a:lnTo>
                  <a:lnTo>
                    <a:pt x="135912" y="21595"/>
                  </a:lnTo>
                  <a:lnTo>
                    <a:pt x="136106" y="21587"/>
                  </a:lnTo>
                  <a:lnTo>
                    <a:pt x="136129" y="21799"/>
                  </a:lnTo>
                  <a:lnTo>
                    <a:pt x="136160" y="22071"/>
                  </a:lnTo>
                  <a:lnTo>
                    <a:pt x="136193" y="22374"/>
                  </a:lnTo>
                  <a:lnTo>
                    <a:pt x="136208" y="22501"/>
                  </a:lnTo>
                  <a:lnTo>
                    <a:pt x="136261" y="22973"/>
                  </a:lnTo>
                  <a:lnTo>
                    <a:pt x="136342" y="23682"/>
                  </a:lnTo>
                  <a:lnTo>
                    <a:pt x="136484" y="24690"/>
                  </a:lnTo>
                  <a:lnTo>
                    <a:pt x="136518" y="24930"/>
                  </a:lnTo>
                  <a:lnTo>
                    <a:pt x="136568" y="25285"/>
                  </a:lnTo>
                  <a:lnTo>
                    <a:pt x="136617" y="25639"/>
                  </a:lnTo>
                  <a:lnTo>
                    <a:pt x="136516" y="25862"/>
                  </a:lnTo>
                  <a:lnTo>
                    <a:pt x="136293" y="25925"/>
                  </a:lnTo>
                  <a:lnTo>
                    <a:pt x="135351" y="26191"/>
                  </a:lnTo>
                  <a:lnTo>
                    <a:pt x="133965" y="26583"/>
                  </a:lnTo>
                  <a:lnTo>
                    <a:pt x="133310" y="26945"/>
                  </a:lnTo>
                  <a:lnTo>
                    <a:pt x="133089" y="27068"/>
                  </a:lnTo>
                  <a:lnTo>
                    <a:pt x="132163" y="27580"/>
                  </a:lnTo>
                  <a:lnTo>
                    <a:pt x="131531" y="27930"/>
                  </a:lnTo>
                  <a:lnTo>
                    <a:pt x="130995" y="28162"/>
                  </a:lnTo>
                  <a:lnTo>
                    <a:pt x="129643" y="28685"/>
                  </a:lnTo>
                  <a:lnTo>
                    <a:pt x="129382" y="28786"/>
                  </a:lnTo>
                  <a:lnTo>
                    <a:pt x="129054" y="28913"/>
                  </a:lnTo>
                  <a:lnTo>
                    <a:pt x="128864" y="28986"/>
                  </a:lnTo>
                  <a:lnTo>
                    <a:pt x="127354" y="29520"/>
                  </a:lnTo>
                  <a:lnTo>
                    <a:pt x="126556" y="29803"/>
                  </a:lnTo>
                  <a:lnTo>
                    <a:pt x="125430" y="30201"/>
                  </a:lnTo>
                  <a:lnTo>
                    <a:pt x="125159" y="30297"/>
                  </a:lnTo>
                  <a:lnTo>
                    <a:pt x="124572" y="30517"/>
                  </a:lnTo>
                  <a:lnTo>
                    <a:pt x="124319" y="30612"/>
                  </a:lnTo>
                  <a:lnTo>
                    <a:pt x="123796" y="30807"/>
                  </a:lnTo>
                  <a:lnTo>
                    <a:pt x="122270" y="31379"/>
                  </a:lnTo>
                  <a:lnTo>
                    <a:pt x="122125" y="31433"/>
                  </a:lnTo>
                  <a:lnTo>
                    <a:pt x="122125" y="32239"/>
                  </a:lnTo>
                  <a:lnTo>
                    <a:pt x="122125" y="33271"/>
                  </a:lnTo>
                  <a:lnTo>
                    <a:pt x="122125" y="33512"/>
                  </a:lnTo>
                  <a:lnTo>
                    <a:pt x="122125" y="33807"/>
                  </a:lnTo>
                  <a:lnTo>
                    <a:pt x="122276" y="33863"/>
                  </a:lnTo>
                  <a:lnTo>
                    <a:pt x="122503" y="33948"/>
                  </a:lnTo>
                  <a:lnTo>
                    <a:pt x="122789" y="34054"/>
                  </a:lnTo>
                  <a:lnTo>
                    <a:pt x="123564" y="34350"/>
                  </a:lnTo>
                  <a:lnTo>
                    <a:pt x="124133" y="34493"/>
                  </a:lnTo>
                  <a:lnTo>
                    <a:pt x="124955" y="34698"/>
                  </a:lnTo>
                  <a:lnTo>
                    <a:pt x="126964" y="35200"/>
                  </a:lnTo>
                  <a:lnTo>
                    <a:pt x="128385" y="35418"/>
                  </a:lnTo>
                  <a:lnTo>
                    <a:pt x="129005" y="35232"/>
                  </a:lnTo>
                  <a:lnTo>
                    <a:pt x="128982" y="35578"/>
                  </a:lnTo>
                  <a:lnTo>
                    <a:pt x="128973" y="35707"/>
                  </a:lnTo>
                  <a:lnTo>
                    <a:pt x="128915" y="36561"/>
                  </a:lnTo>
                  <a:lnTo>
                    <a:pt x="128739" y="39039"/>
                  </a:lnTo>
                  <a:lnTo>
                    <a:pt x="130376" y="39848"/>
                  </a:lnTo>
                  <a:lnTo>
                    <a:pt x="132333" y="40817"/>
                  </a:lnTo>
                  <a:lnTo>
                    <a:pt x="132105" y="41557"/>
                  </a:lnTo>
                  <a:lnTo>
                    <a:pt x="132030" y="41803"/>
                  </a:lnTo>
                  <a:lnTo>
                    <a:pt x="131718" y="42836"/>
                  </a:lnTo>
                  <a:lnTo>
                    <a:pt x="131204" y="44689"/>
                  </a:lnTo>
                  <a:lnTo>
                    <a:pt x="133621" y="44897"/>
                  </a:lnTo>
                  <a:lnTo>
                    <a:pt x="133798" y="44912"/>
                  </a:lnTo>
                  <a:lnTo>
                    <a:pt x="134216" y="44948"/>
                  </a:lnTo>
                  <a:lnTo>
                    <a:pt x="134438" y="44967"/>
                  </a:lnTo>
                  <a:lnTo>
                    <a:pt x="135068" y="45013"/>
                  </a:lnTo>
                  <a:lnTo>
                    <a:pt x="135507" y="45045"/>
                  </a:lnTo>
                  <a:lnTo>
                    <a:pt x="144206" y="45676"/>
                  </a:lnTo>
                  <a:lnTo>
                    <a:pt x="144826" y="45494"/>
                  </a:lnTo>
                  <a:lnTo>
                    <a:pt x="145677" y="45243"/>
                  </a:lnTo>
                  <a:lnTo>
                    <a:pt x="147262" y="44788"/>
                  </a:lnTo>
                  <a:lnTo>
                    <a:pt x="147598" y="44691"/>
                  </a:lnTo>
                  <a:lnTo>
                    <a:pt x="148615" y="44413"/>
                  </a:lnTo>
                  <a:lnTo>
                    <a:pt x="149150" y="44249"/>
                  </a:lnTo>
                  <a:lnTo>
                    <a:pt x="149376" y="44058"/>
                  </a:lnTo>
                  <a:lnTo>
                    <a:pt x="149858" y="43649"/>
                  </a:lnTo>
                  <a:lnTo>
                    <a:pt x="151786" y="43478"/>
                  </a:lnTo>
                  <a:lnTo>
                    <a:pt x="153531" y="43384"/>
                  </a:lnTo>
                  <a:lnTo>
                    <a:pt x="154426" y="43617"/>
                  </a:lnTo>
                  <a:lnTo>
                    <a:pt x="154898" y="43740"/>
                  </a:lnTo>
                  <a:lnTo>
                    <a:pt x="155433" y="43880"/>
                  </a:lnTo>
                  <a:lnTo>
                    <a:pt x="157384" y="44669"/>
                  </a:lnTo>
                  <a:lnTo>
                    <a:pt x="157480" y="45544"/>
                  </a:lnTo>
                  <a:lnTo>
                    <a:pt x="157516" y="46049"/>
                  </a:lnTo>
                  <a:lnTo>
                    <a:pt x="157661" y="47796"/>
                  </a:lnTo>
                  <a:lnTo>
                    <a:pt x="157724" y="48549"/>
                  </a:lnTo>
                  <a:lnTo>
                    <a:pt x="157745" y="49870"/>
                  </a:lnTo>
                  <a:lnTo>
                    <a:pt x="157750" y="50182"/>
                  </a:lnTo>
                  <a:lnTo>
                    <a:pt x="157979" y="51692"/>
                  </a:lnTo>
                  <a:lnTo>
                    <a:pt x="158073" y="52359"/>
                  </a:lnTo>
                  <a:lnTo>
                    <a:pt x="158618" y="56218"/>
                  </a:lnTo>
                  <a:lnTo>
                    <a:pt x="159263" y="59158"/>
                  </a:lnTo>
                  <a:lnTo>
                    <a:pt x="157305" y="60945"/>
                  </a:lnTo>
                  <a:lnTo>
                    <a:pt x="154513" y="63493"/>
                  </a:lnTo>
                  <a:lnTo>
                    <a:pt x="153789" y="64132"/>
                  </a:lnTo>
                  <a:lnTo>
                    <a:pt x="152257" y="65240"/>
                  </a:lnTo>
                  <a:lnTo>
                    <a:pt x="151528" y="65756"/>
                  </a:lnTo>
                  <a:lnTo>
                    <a:pt x="149781" y="66850"/>
                  </a:lnTo>
                  <a:lnTo>
                    <a:pt x="148830" y="67452"/>
                  </a:lnTo>
                  <a:lnTo>
                    <a:pt x="148576" y="67642"/>
                  </a:lnTo>
                  <a:lnTo>
                    <a:pt x="148416" y="67763"/>
                  </a:lnTo>
                  <a:lnTo>
                    <a:pt x="147405" y="68520"/>
                  </a:lnTo>
                  <a:lnTo>
                    <a:pt x="146462" y="69227"/>
                  </a:lnTo>
                  <a:lnTo>
                    <a:pt x="145895" y="69652"/>
                  </a:lnTo>
                  <a:lnTo>
                    <a:pt x="145421" y="70015"/>
                  </a:lnTo>
                  <a:lnTo>
                    <a:pt x="144808" y="70471"/>
                  </a:lnTo>
                  <a:lnTo>
                    <a:pt x="143916" y="71135"/>
                  </a:lnTo>
                  <a:lnTo>
                    <a:pt x="142116" y="72477"/>
                  </a:lnTo>
                  <a:lnTo>
                    <a:pt x="141722" y="73844"/>
                  </a:lnTo>
                  <a:lnTo>
                    <a:pt x="141632" y="74341"/>
                  </a:lnTo>
                  <a:lnTo>
                    <a:pt x="142113" y="75135"/>
                  </a:lnTo>
                  <a:lnTo>
                    <a:pt x="142367" y="75553"/>
                  </a:lnTo>
                  <a:lnTo>
                    <a:pt x="142634" y="75995"/>
                  </a:lnTo>
                  <a:lnTo>
                    <a:pt x="143138" y="76825"/>
                  </a:lnTo>
                  <a:lnTo>
                    <a:pt x="143751" y="77497"/>
                  </a:lnTo>
                  <a:lnTo>
                    <a:pt x="143897" y="77655"/>
                  </a:lnTo>
                  <a:lnTo>
                    <a:pt x="143269" y="78085"/>
                  </a:lnTo>
                  <a:lnTo>
                    <a:pt x="142722" y="78460"/>
                  </a:lnTo>
                  <a:lnTo>
                    <a:pt x="142503" y="78610"/>
                  </a:lnTo>
                  <a:lnTo>
                    <a:pt x="142253" y="78781"/>
                  </a:lnTo>
                  <a:lnTo>
                    <a:pt x="141455" y="79324"/>
                  </a:lnTo>
                  <a:lnTo>
                    <a:pt x="141297" y="79427"/>
                  </a:lnTo>
                  <a:lnTo>
                    <a:pt x="140627" y="79861"/>
                  </a:lnTo>
                  <a:lnTo>
                    <a:pt x="139729" y="80443"/>
                  </a:lnTo>
                  <a:lnTo>
                    <a:pt x="138613" y="81163"/>
                  </a:lnTo>
                  <a:lnTo>
                    <a:pt x="137807" y="80539"/>
                  </a:lnTo>
                  <a:lnTo>
                    <a:pt x="136997" y="79917"/>
                  </a:lnTo>
                  <a:lnTo>
                    <a:pt x="135490" y="81165"/>
                  </a:lnTo>
                  <a:lnTo>
                    <a:pt x="135338" y="81291"/>
                  </a:lnTo>
                  <a:lnTo>
                    <a:pt x="135174" y="81427"/>
                  </a:lnTo>
                  <a:lnTo>
                    <a:pt x="134538" y="81954"/>
                  </a:lnTo>
                  <a:lnTo>
                    <a:pt x="134090" y="82325"/>
                  </a:lnTo>
                  <a:lnTo>
                    <a:pt x="133895" y="82487"/>
                  </a:lnTo>
                  <a:lnTo>
                    <a:pt x="133726" y="82627"/>
                  </a:lnTo>
                  <a:lnTo>
                    <a:pt x="133463" y="82844"/>
                  </a:lnTo>
                  <a:lnTo>
                    <a:pt x="133247" y="83023"/>
                  </a:lnTo>
                  <a:lnTo>
                    <a:pt x="132811" y="83385"/>
                  </a:lnTo>
                  <a:lnTo>
                    <a:pt x="132653" y="83516"/>
                  </a:lnTo>
                  <a:lnTo>
                    <a:pt x="132041" y="84023"/>
                  </a:lnTo>
                  <a:lnTo>
                    <a:pt x="130245" y="85578"/>
                  </a:lnTo>
                  <a:lnTo>
                    <a:pt x="129649" y="86265"/>
                  </a:lnTo>
                  <a:lnTo>
                    <a:pt x="129529" y="86402"/>
                  </a:lnTo>
                  <a:lnTo>
                    <a:pt x="128345" y="87764"/>
                  </a:lnTo>
                  <a:lnTo>
                    <a:pt x="126794" y="89545"/>
                  </a:lnTo>
                  <a:lnTo>
                    <a:pt x="125477" y="88799"/>
                  </a:lnTo>
                  <a:lnTo>
                    <a:pt x="124886" y="88777"/>
                  </a:lnTo>
                  <a:lnTo>
                    <a:pt x="124633" y="88768"/>
                  </a:lnTo>
                  <a:lnTo>
                    <a:pt x="123275" y="88719"/>
                  </a:lnTo>
                  <a:lnTo>
                    <a:pt x="123008" y="88710"/>
                  </a:lnTo>
                  <a:lnTo>
                    <a:pt x="122581" y="88694"/>
                  </a:lnTo>
                  <a:lnTo>
                    <a:pt x="122340" y="88686"/>
                  </a:lnTo>
                  <a:lnTo>
                    <a:pt x="121895" y="88651"/>
                  </a:lnTo>
                  <a:lnTo>
                    <a:pt x="121333" y="88607"/>
                  </a:lnTo>
                  <a:lnTo>
                    <a:pt x="120406" y="88534"/>
                  </a:lnTo>
                  <a:lnTo>
                    <a:pt x="119834" y="88490"/>
                  </a:lnTo>
                  <a:lnTo>
                    <a:pt x="116248" y="88210"/>
                  </a:lnTo>
                  <a:lnTo>
                    <a:pt x="115415" y="88144"/>
                  </a:lnTo>
                  <a:lnTo>
                    <a:pt x="113625" y="88004"/>
                  </a:lnTo>
                  <a:lnTo>
                    <a:pt x="113525" y="88241"/>
                  </a:lnTo>
                  <a:lnTo>
                    <a:pt x="113298" y="88781"/>
                  </a:lnTo>
                  <a:lnTo>
                    <a:pt x="113190" y="89040"/>
                  </a:lnTo>
                  <a:lnTo>
                    <a:pt x="113050" y="89371"/>
                  </a:lnTo>
                  <a:lnTo>
                    <a:pt x="112851" y="89844"/>
                  </a:lnTo>
                  <a:lnTo>
                    <a:pt x="112591" y="90462"/>
                  </a:lnTo>
                  <a:lnTo>
                    <a:pt x="112402" y="90913"/>
                  </a:lnTo>
                  <a:lnTo>
                    <a:pt x="112208" y="91372"/>
                  </a:lnTo>
                  <a:lnTo>
                    <a:pt x="112101" y="91628"/>
                  </a:lnTo>
                  <a:lnTo>
                    <a:pt x="111954" y="91977"/>
                  </a:lnTo>
                  <a:lnTo>
                    <a:pt x="111385" y="93330"/>
                  </a:lnTo>
                  <a:lnTo>
                    <a:pt x="111294" y="93546"/>
                  </a:lnTo>
                  <a:lnTo>
                    <a:pt x="107857" y="101620"/>
                  </a:lnTo>
                  <a:lnTo>
                    <a:pt x="106480" y="101037"/>
                  </a:lnTo>
                  <a:lnTo>
                    <a:pt x="100576" y="98539"/>
                  </a:lnTo>
                  <a:lnTo>
                    <a:pt x="100423" y="98474"/>
                  </a:lnTo>
                  <a:lnTo>
                    <a:pt x="100177" y="98370"/>
                  </a:lnTo>
                  <a:lnTo>
                    <a:pt x="100214" y="98114"/>
                  </a:lnTo>
                  <a:lnTo>
                    <a:pt x="100389" y="96900"/>
                  </a:lnTo>
                  <a:lnTo>
                    <a:pt x="100413" y="96733"/>
                  </a:lnTo>
                  <a:lnTo>
                    <a:pt x="100944" y="93051"/>
                  </a:lnTo>
                  <a:lnTo>
                    <a:pt x="101294" y="90624"/>
                  </a:lnTo>
                  <a:lnTo>
                    <a:pt x="102309" y="83585"/>
                  </a:lnTo>
                  <a:lnTo>
                    <a:pt x="102336" y="83361"/>
                  </a:lnTo>
                  <a:lnTo>
                    <a:pt x="98943" y="83066"/>
                  </a:lnTo>
                  <a:lnTo>
                    <a:pt x="97730" y="82961"/>
                  </a:lnTo>
                  <a:lnTo>
                    <a:pt x="94212" y="82656"/>
                  </a:lnTo>
                  <a:lnTo>
                    <a:pt x="92661" y="82521"/>
                  </a:lnTo>
                  <a:lnTo>
                    <a:pt x="92626" y="82959"/>
                  </a:lnTo>
                  <a:lnTo>
                    <a:pt x="92593" y="83374"/>
                  </a:lnTo>
                  <a:lnTo>
                    <a:pt x="92485" y="84734"/>
                  </a:lnTo>
                  <a:lnTo>
                    <a:pt x="92242" y="87766"/>
                  </a:lnTo>
                  <a:lnTo>
                    <a:pt x="92132" y="89709"/>
                  </a:lnTo>
                  <a:lnTo>
                    <a:pt x="92103" y="90224"/>
                  </a:lnTo>
                  <a:lnTo>
                    <a:pt x="91757" y="92306"/>
                  </a:lnTo>
                  <a:lnTo>
                    <a:pt x="91427" y="94206"/>
                  </a:lnTo>
                  <a:lnTo>
                    <a:pt x="91245" y="94801"/>
                  </a:lnTo>
                  <a:lnTo>
                    <a:pt x="90130" y="98440"/>
                  </a:lnTo>
                  <a:lnTo>
                    <a:pt x="88378" y="102959"/>
                  </a:lnTo>
                  <a:lnTo>
                    <a:pt x="88195" y="103357"/>
                  </a:lnTo>
                  <a:lnTo>
                    <a:pt x="87878" y="104046"/>
                  </a:lnTo>
                  <a:lnTo>
                    <a:pt x="87714" y="104403"/>
                  </a:lnTo>
                  <a:lnTo>
                    <a:pt x="86760" y="106946"/>
                  </a:lnTo>
                  <a:lnTo>
                    <a:pt x="86496" y="107649"/>
                  </a:lnTo>
                  <a:lnTo>
                    <a:pt x="86052" y="108833"/>
                  </a:lnTo>
                  <a:lnTo>
                    <a:pt x="85575" y="110053"/>
                  </a:lnTo>
                  <a:lnTo>
                    <a:pt x="85397" y="110506"/>
                  </a:lnTo>
                  <a:lnTo>
                    <a:pt x="85293" y="110772"/>
                  </a:lnTo>
                  <a:lnTo>
                    <a:pt x="85234" y="110923"/>
                  </a:lnTo>
                  <a:lnTo>
                    <a:pt x="85493" y="110932"/>
                  </a:lnTo>
                  <a:lnTo>
                    <a:pt x="85643" y="110937"/>
                  </a:lnTo>
                  <a:lnTo>
                    <a:pt x="94945" y="115331"/>
                  </a:lnTo>
                  <a:lnTo>
                    <a:pt x="95856" y="115807"/>
                  </a:lnTo>
                  <a:lnTo>
                    <a:pt x="95426" y="116764"/>
                  </a:lnTo>
                  <a:lnTo>
                    <a:pt x="94859" y="118022"/>
                  </a:lnTo>
                  <a:lnTo>
                    <a:pt x="94244" y="119388"/>
                  </a:lnTo>
                  <a:lnTo>
                    <a:pt x="93827" y="120314"/>
                  </a:lnTo>
                  <a:lnTo>
                    <a:pt x="93296" y="121495"/>
                  </a:lnTo>
                  <a:lnTo>
                    <a:pt x="92175" y="123985"/>
                  </a:lnTo>
                  <a:lnTo>
                    <a:pt x="91178" y="126199"/>
                  </a:lnTo>
                  <a:lnTo>
                    <a:pt x="90792" y="127055"/>
                  </a:lnTo>
                  <a:lnTo>
                    <a:pt x="89049" y="130918"/>
                  </a:lnTo>
                  <a:lnTo>
                    <a:pt x="84021" y="128265"/>
                  </a:lnTo>
                  <a:lnTo>
                    <a:pt x="76931" y="124644"/>
                  </a:lnTo>
                  <a:lnTo>
                    <a:pt x="76754" y="124963"/>
                  </a:lnTo>
                  <a:lnTo>
                    <a:pt x="76629" y="125190"/>
                  </a:lnTo>
                  <a:lnTo>
                    <a:pt x="74506" y="129016"/>
                  </a:lnTo>
                  <a:lnTo>
                    <a:pt x="73952" y="130016"/>
                  </a:lnTo>
                  <a:lnTo>
                    <a:pt x="73627" y="130571"/>
                  </a:lnTo>
                  <a:lnTo>
                    <a:pt x="73332" y="131074"/>
                  </a:lnTo>
                  <a:lnTo>
                    <a:pt x="73164" y="131360"/>
                  </a:lnTo>
                  <a:lnTo>
                    <a:pt x="72614" y="132300"/>
                  </a:lnTo>
                  <a:lnTo>
                    <a:pt x="72537" y="132456"/>
                  </a:lnTo>
                  <a:lnTo>
                    <a:pt x="72262" y="133018"/>
                  </a:lnTo>
                  <a:lnTo>
                    <a:pt x="72032" y="133488"/>
                  </a:lnTo>
                  <a:lnTo>
                    <a:pt x="71867" y="133825"/>
                  </a:lnTo>
                  <a:lnTo>
                    <a:pt x="71351" y="134785"/>
                  </a:lnTo>
                  <a:lnTo>
                    <a:pt x="69866" y="137551"/>
                  </a:lnTo>
                  <a:lnTo>
                    <a:pt x="69518" y="138200"/>
                  </a:lnTo>
                  <a:lnTo>
                    <a:pt x="68541" y="140020"/>
                  </a:lnTo>
                  <a:lnTo>
                    <a:pt x="68447" y="140195"/>
                  </a:lnTo>
                  <a:lnTo>
                    <a:pt x="67902" y="141210"/>
                  </a:lnTo>
                  <a:lnTo>
                    <a:pt x="66954" y="142977"/>
                  </a:lnTo>
                  <a:lnTo>
                    <a:pt x="66707" y="143438"/>
                  </a:lnTo>
                  <a:lnTo>
                    <a:pt x="64099" y="148296"/>
                  </a:lnTo>
                  <a:lnTo>
                    <a:pt x="63607" y="149212"/>
                  </a:lnTo>
                  <a:lnTo>
                    <a:pt x="63323" y="149734"/>
                  </a:lnTo>
                  <a:lnTo>
                    <a:pt x="61529" y="148120"/>
                  </a:lnTo>
                  <a:lnTo>
                    <a:pt x="61076" y="147737"/>
                  </a:lnTo>
                  <a:lnTo>
                    <a:pt x="60746" y="147458"/>
                  </a:lnTo>
                  <a:lnTo>
                    <a:pt x="60560" y="147301"/>
                  </a:lnTo>
                  <a:lnTo>
                    <a:pt x="59187" y="146137"/>
                  </a:lnTo>
                  <a:lnTo>
                    <a:pt x="58743" y="145747"/>
                  </a:lnTo>
                  <a:lnTo>
                    <a:pt x="58156" y="145232"/>
                  </a:lnTo>
                  <a:lnTo>
                    <a:pt x="55920" y="143271"/>
                  </a:lnTo>
                  <a:lnTo>
                    <a:pt x="55727" y="143101"/>
                  </a:lnTo>
                  <a:lnTo>
                    <a:pt x="53587" y="141224"/>
                  </a:lnTo>
                  <a:lnTo>
                    <a:pt x="53305" y="140977"/>
                  </a:lnTo>
                  <a:lnTo>
                    <a:pt x="49747" y="137990"/>
                  </a:lnTo>
                  <a:lnTo>
                    <a:pt x="48389" y="136850"/>
                  </a:lnTo>
                  <a:lnTo>
                    <a:pt x="47677" y="136324"/>
                  </a:lnTo>
                  <a:lnTo>
                    <a:pt x="47516" y="136206"/>
                  </a:lnTo>
                  <a:lnTo>
                    <a:pt x="46252" y="135272"/>
                  </a:lnTo>
                  <a:lnTo>
                    <a:pt x="44775" y="134625"/>
                  </a:lnTo>
                  <a:lnTo>
                    <a:pt x="44473" y="134493"/>
                  </a:lnTo>
                  <a:lnTo>
                    <a:pt x="43570" y="134332"/>
                  </a:lnTo>
                  <a:lnTo>
                    <a:pt x="42982" y="134227"/>
                  </a:lnTo>
                  <a:lnTo>
                    <a:pt x="42165" y="134123"/>
                  </a:lnTo>
                  <a:lnTo>
                    <a:pt x="41436" y="134030"/>
                  </a:lnTo>
                  <a:lnTo>
                    <a:pt x="40579" y="133921"/>
                  </a:lnTo>
                  <a:lnTo>
                    <a:pt x="39910" y="133836"/>
                  </a:lnTo>
                  <a:lnTo>
                    <a:pt x="38882" y="133705"/>
                  </a:lnTo>
                  <a:lnTo>
                    <a:pt x="38563" y="133664"/>
                  </a:lnTo>
                  <a:lnTo>
                    <a:pt x="37555" y="133584"/>
                  </a:lnTo>
                  <a:lnTo>
                    <a:pt x="36617" y="133510"/>
                  </a:lnTo>
                  <a:lnTo>
                    <a:pt x="35810" y="133393"/>
                  </a:lnTo>
                  <a:lnTo>
                    <a:pt x="34809" y="133247"/>
                  </a:lnTo>
                  <a:lnTo>
                    <a:pt x="34126" y="133175"/>
                  </a:lnTo>
                  <a:lnTo>
                    <a:pt x="33155" y="133071"/>
                  </a:lnTo>
                  <a:lnTo>
                    <a:pt x="31228" y="132866"/>
                  </a:lnTo>
                  <a:lnTo>
                    <a:pt x="31017" y="132853"/>
                  </a:lnTo>
                  <a:lnTo>
                    <a:pt x="30621" y="132830"/>
                  </a:lnTo>
                  <a:lnTo>
                    <a:pt x="30114" y="132799"/>
                  </a:lnTo>
                  <a:lnTo>
                    <a:pt x="29359" y="132754"/>
                  </a:lnTo>
                  <a:lnTo>
                    <a:pt x="29175" y="132737"/>
                  </a:lnTo>
                  <a:lnTo>
                    <a:pt x="28480" y="132672"/>
                  </a:lnTo>
                  <a:lnTo>
                    <a:pt x="27410" y="132574"/>
                  </a:lnTo>
                  <a:lnTo>
                    <a:pt x="26942" y="132531"/>
                  </a:lnTo>
                  <a:lnTo>
                    <a:pt x="25834" y="132428"/>
                  </a:lnTo>
                  <a:lnTo>
                    <a:pt x="25585" y="132405"/>
                  </a:lnTo>
                  <a:lnTo>
                    <a:pt x="24175" y="132275"/>
                  </a:lnTo>
                  <a:lnTo>
                    <a:pt x="22681" y="132137"/>
                  </a:lnTo>
                  <a:lnTo>
                    <a:pt x="20838" y="131967"/>
                  </a:lnTo>
                  <a:lnTo>
                    <a:pt x="18786" y="131778"/>
                  </a:lnTo>
                  <a:lnTo>
                    <a:pt x="17402" y="131650"/>
                  </a:lnTo>
                  <a:lnTo>
                    <a:pt x="17191" y="131630"/>
                  </a:lnTo>
                  <a:lnTo>
                    <a:pt x="16428" y="131560"/>
                  </a:lnTo>
                  <a:lnTo>
                    <a:pt x="13701" y="131308"/>
                  </a:lnTo>
                  <a:lnTo>
                    <a:pt x="13377" y="131278"/>
                  </a:lnTo>
                  <a:lnTo>
                    <a:pt x="12583" y="131205"/>
                  </a:lnTo>
                  <a:lnTo>
                    <a:pt x="10348" y="131035"/>
                  </a:lnTo>
                  <a:lnTo>
                    <a:pt x="7018" y="130781"/>
                  </a:lnTo>
                  <a:lnTo>
                    <a:pt x="6018" y="130704"/>
                  </a:lnTo>
                  <a:lnTo>
                    <a:pt x="5804" y="130688"/>
                  </a:lnTo>
                  <a:lnTo>
                    <a:pt x="3671" y="130525"/>
                  </a:lnTo>
                  <a:lnTo>
                    <a:pt x="2136" y="130439"/>
                  </a:lnTo>
                  <a:lnTo>
                    <a:pt x="1150" y="130384"/>
                  </a:lnTo>
                  <a:lnTo>
                    <a:pt x="762" y="130362"/>
                  </a:lnTo>
                  <a:lnTo>
                    <a:pt x="0" y="130319"/>
                  </a:lnTo>
                  <a:lnTo>
                    <a:pt x="1" y="130063"/>
                  </a:lnTo>
                  <a:lnTo>
                    <a:pt x="7" y="129435"/>
                  </a:lnTo>
                  <a:lnTo>
                    <a:pt x="29" y="129183"/>
                  </a:lnTo>
                  <a:lnTo>
                    <a:pt x="94" y="128420"/>
                  </a:lnTo>
                  <a:lnTo>
                    <a:pt x="227" y="126882"/>
                  </a:lnTo>
                  <a:lnTo>
                    <a:pt x="607" y="122458"/>
                  </a:lnTo>
                  <a:lnTo>
                    <a:pt x="692" y="121480"/>
                  </a:lnTo>
                  <a:lnTo>
                    <a:pt x="1555" y="111450"/>
                  </a:lnTo>
                  <a:lnTo>
                    <a:pt x="1622" y="110678"/>
                  </a:lnTo>
                  <a:lnTo>
                    <a:pt x="1658" y="110250"/>
                  </a:lnTo>
                  <a:lnTo>
                    <a:pt x="2136" y="104700"/>
                  </a:lnTo>
                  <a:lnTo>
                    <a:pt x="2200" y="103962"/>
                  </a:lnTo>
                  <a:lnTo>
                    <a:pt x="2309" y="102686"/>
                  </a:lnTo>
                  <a:lnTo>
                    <a:pt x="2396" y="101674"/>
                  </a:lnTo>
                  <a:lnTo>
                    <a:pt x="2465" y="100883"/>
                  </a:lnTo>
                  <a:lnTo>
                    <a:pt x="2513" y="100320"/>
                  </a:lnTo>
                  <a:lnTo>
                    <a:pt x="2554" y="99843"/>
                  </a:lnTo>
                  <a:lnTo>
                    <a:pt x="2574" y="99608"/>
                  </a:lnTo>
                  <a:lnTo>
                    <a:pt x="3022" y="94401"/>
                  </a:lnTo>
                  <a:lnTo>
                    <a:pt x="3116" y="93309"/>
                  </a:lnTo>
                  <a:lnTo>
                    <a:pt x="3509" y="88752"/>
                  </a:lnTo>
                  <a:lnTo>
                    <a:pt x="3533" y="88474"/>
                  </a:lnTo>
                  <a:lnTo>
                    <a:pt x="4044" y="82536"/>
                  </a:lnTo>
                  <a:lnTo>
                    <a:pt x="4806" y="73683"/>
                  </a:lnTo>
                  <a:lnTo>
                    <a:pt x="4853" y="73132"/>
                  </a:lnTo>
                  <a:lnTo>
                    <a:pt x="5230" y="68750"/>
                  </a:lnTo>
                  <a:lnTo>
                    <a:pt x="5353" y="67322"/>
                  </a:lnTo>
                  <a:lnTo>
                    <a:pt x="5494" y="65681"/>
                  </a:lnTo>
                  <a:lnTo>
                    <a:pt x="5586" y="64614"/>
                  </a:lnTo>
                  <a:lnTo>
                    <a:pt x="5725" y="63006"/>
                  </a:lnTo>
                  <a:lnTo>
                    <a:pt x="6423" y="54895"/>
                  </a:lnTo>
                  <a:lnTo>
                    <a:pt x="6673" y="54916"/>
                  </a:lnTo>
                  <a:lnTo>
                    <a:pt x="6822" y="54928"/>
                  </a:lnTo>
                  <a:lnTo>
                    <a:pt x="12669" y="55415"/>
                  </a:lnTo>
                  <a:lnTo>
                    <a:pt x="13001" y="54785"/>
                  </a:lnTo>
                  <a:lnTo>
                    <a:pt x="13069" y="54648"/>
                  </a:lnTo>
                  <a:lnTo>
                    <a:pt x="13245" y="54294"/>
                  </a:lnTo>
                  <a:lnTo>
                    <a:pt x="13354" y="54076"/>
                  </a:lnTo>
                  <a:lnTo>
                    <a:pt x="13607" y="53569"/>
                  </a:lnTo>
                  <a:lnTo>
                    <a:pt x="14192" y="52394"/>
                  </a:lnTo>
                  <a:lnTo>
                    <a:pt x="14558" y="51689"/>
                  </a:lnTo>
                  <a:lnTo>
                    <a:pt x="14737" y="51344"/>
                  </a:lnTo>
                  <a:lnTo>
                    <a:pt x="15551" y="49777"/>
                  </a:lnTo>
                  <a:lnTo>
                    <a:pt x="17856" y="45336"/>
                  </a:lnTo>
                  <a:lnTo>
                    <a:pt x="23205" y="35032"/>
                  </a:lnTo>
                  <a:lnTo>
                    <a:pt x="25343" y="30588"/>
                  </a:lnTo>
                  <a:lnTo>
                    <a:pt x="25608" y="30037"/>
                  </a:lnTo>
                  <a:lnTo>
                    <a:pt x="25766" y="30139"/>
                  </a:lnTo>
                  <a:lnTo>
                    <a:pt x="26642" y="30707"/>
                  </a:lnTo>
                  <a:lnTo>
                    <a:pt x="27381" y="31186"/>
                  </a:lnTo>
                  <a:lnTo>
                    <a:pt x="27677" y="31378"/>
                  </a:lnTo>
                  <a:lnTo>
                    <a:pt x="28270" y="31762"/>
                  </a:lnTo>
                  <a:lnTo>
                    <a:pt x="28486" y="31903"/>
                  </a:lnTo>
                  <a:lnTo>
                    <a:pt x="29438" y="32520"/>
                  </a:lnTo>
                  <a:lnTo>
                    <a:pt x="33339" y="35137"/>
                  </a:lnTo>
                  <a:lnTo>
                    <a:pt x="34378" y="35833"/>
                  </a:lnTo>
                  <a:lnTo>
                    <a:pt x="36635" y="37348"/>
                  </a:lnTo>
                  <a:lnTo>
                    <a:pt x="38670" y="38179"/>
                  </a:lnTo>
                  <a:lnTo>
                    <a:pt x="41057" y="39154"/>
                  </a:lnTo>
                  <a:lnTo>
                    <a:pt x="46316" y="39969"/>
                  </a:lnTo>
                  <a:lnTo>
                    <a:pt x="47583" y="39956"/>
                  </a:lnTo>
                  <a:lnTo>
                    <a:pt x="48372" y="39949"/>
                  </a:lnTo>
                  <a:lnTo>
                    <a:pt x="48994" y="40023"/>
                  </a:lnTo>
                  <a:lnTo>
                    <a:pt x="54109" y="40632"/>
                  </a:lnTo>
                  <a:lnTo>
                    <a:pt x="55146" y="40756"/>
                  </a:lnTo>
                  <a:lnTo>
                    <a:pt x="56218" y="40887"/>
                  </a:lnTo>
                  <a:lnTo>
                    <a:pt x="57407" y="41032"/>
                  </a:lnTo>
                  <a:lnTo>
                    <a:pt x="57544" y="40077"/>
                  </a:lnTo>
                  <a:lnTo>
                    <a:pt x="57695" y="37891"/>
                  </a:lnTo>
                  <a:lnTo>
                    <a:pt x="57731" y="37357"/>
                  </a:lnTo>
                  <a:lnTo>
                    <a:pt x="57763" y="36456"/>
                  </a:lnTo>
                  <a:lnTo>
                    <a:pt x="57816" y="34960"/>
                  </a:lnTo>
                  <a:lnTo>
                    <a:pt x="57837" y="34362"/>
                  </a:lnTo>
                  <a:lnTo>
                    <a:pt x="57868" y="33482"/>
                  </a:lnTo>
                  <a:lnTo>
                    <a:pt x="57918" y="32063"/>
                  </a:lnTo>
                  <a:lnTo>
                    <a:pt x="57941" y="31405"/>
                  </a:lnTo>
                  <a:lnTo>
                    <a:pt x="57963" y="30789"/>
                  </a:lnTo>
                  <a:lnTo>
                    <a:pt x="57985" y="30157"/>
                  </a:lnTo>
                  <a:lnTo>
                    <a:pt x="58182" y="28328"/>
                  </a:lnTo>
                  <a:lnTo>
                    <a:pt x="58983" y="20878"/>
                  </a:lnTo>
                  <a:lnTo>
                    <a:pt x="59368" y="12707"/>
                  </a:lnTo>
                  <a:lnTo>
                    <a:pt x="59618" y="9405"/>
                  </a:lnTo>
                  <a:lnTo>
                    <a:pt x="60063" y="3517"/>
                  </a:lnTo>
                  <a:lnTo>
                    <a:pt x="60535" y="941"/>
                  </a:lnTo>
                  <a:lnTo>
                    <a:pt x="61017" y="696"/>
                  </a:lnTo>
                  <a:lnTo>
                    <a:pt x="61597" y="404"/>
                  </a:lnTo>
                  <a:lnTo>
                    <a:pt x="61864" y="403"/>
                  </a:lnTo>
                  <a:lnTo>
                    <a:pt x="63270" y="398"/>
                  </a:lnTo>
                  <a:lnTo>
                    <a:pt x="63957" y="395"/>
                  </a:lnTo>
                  <a:lnTo>
                    <a:pt x="69131" y="376"/>
                  </a:lnTo>
                  <a:lnTo>
                    <a:pt x="70738" y="370"/>
                  </a:lnTo>
                  <a:lnTo>
                    <a:pt x="71175" y="368"/>
                  </a:lnTo>
                  <a:lnTo>
                    <a:pt x="72970" y="362"/>
                  </a:lnTo>
                  <a:lnTo>
                    <a:pt x="75011" y="327"/>
                  </a:lnTo>
                  <a:lnTo>
                    <a:pt x="75147" y="318"/>
                  </a:lnTo>
                  <a:lnTo>
                    <a:pt x="75444" y="297"/>
                  </a:lnTo>
                  <a:lnTo>
                    <a:pt x="76878" y="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715355" y="4304642"/>
              <a:ext cx="145624" cy="127412"/>
            </a:xfrm>
            <a:custGeom>
              <a:avLst/>
              <a:pathLst>
                <a:path w="145624" h="127412">
                  <a:moveTo>
                    <a:pt x="110602" y="0"/>
                  </a:moveTo>
                  <a:lnTo>
                    <a:pt x="127992" y="12737"/>
                  </a:lnTo>
                  <a:lnTo>
                    <a:pt x="139717" y="3430"/>
                  </a:lnTo>
                  <a:lnTo>
                    <a:pt x="145624" y="7027"/>
                  </a:lnTo>
                  <a:lnTo>
                    <a:pt x="141027" y="11980"/>
                  </a:lnTo>
                  <a:lnTo>
                    <a:pt x="145557" y="16518"/>
                  </a:lnTo>
                  <a:lnTo>
                    <a:pt x="133541" y="28008"/>
                  </a:lnTo>
                  <a:lnTo>
                    <a:pt x="135649" y="31185"/>
                  </a:lnTo>
                  <a:lnTo>
                    <a:pt x="144957" y="34992"/>
                  </a:lnTo>
                  <a:lnTo>
                    <a:pt x="142646" y="38658"/>
                  </a:lnTo>
                  <a:lnTo>
                    <a:pt x="141462" y="39060"/>
                  </a:lnTo>
                  <a:lnTo>
                    <a:pt x="140639" y="39340"/>
                  </a:lnTo>
                  <a:lnTo>
                    <a:pt x="140466" y="39399"/>
                  </a:lnTo>
                  <a:lnTo>
                    <a:pt x="139967" y="39562"/>
                  </a:lnTo>
                  <a:lnTo>
                    <a:pt x="137111" y="40495"/>
                  </a:lnTo>
                  <a:lnTo>
                    <a:pt x="136106" y="40823"/>
                  </a:lnTo>
                  <a:lnTo>
                    <a:pt x="135238" y="41107"/>
                  </a:lnTo>
                  <a:lnTo>
                    <a:pt x="134791" y="41253"/>
                  </a:lnTo>
                  <a:lnTo>
                    <a:pt x="134544" y="41334"/>
                  </a:lnTo>
                  <a:lnTo>
                    <a:pt x="134378" y="41388"/>
                  </a:lnTo>
                  <a:lnTo>
                    <a:pt x="133602" y="41642"/>
                  </a:lnTo>
                  <a:lnTo>
                    <a:pt x="133091" y="41810"/>
                  </a:lnTo>
                  <a:lnTo>
                    <a:pt x="131879" y="43310"/>
                  </a:lnTo>
                  <a:lnTo>
                    <a:pt x="131504" y="43764"/>
                  </a:lnTo>
                  <a:lnTo>
                    <a:pt x="131237" y="44088"/>
                  </a:lnTo>
                  <a:lnTo>
                    <a:pt x="131075" y="44284"/>
                  </a:lnTo>
                  <a:lnTo>
                    <a:pt x="129724" y="45919"/>
                  </a:lnTo>
                  <a:lnTo>
                    <a:pt x="128136" y="47844"/>
                  </a:lnTo>
                  <a:lnTo>
                    <a:pt x="127894" y="47968"/>
                  </a:lnTo>
                  <a:lnTo>
                    <a:pt x="127589" y="48125"/>
                  </a:lnTo>
                  <a:lnTo>
                    <a:pt x="127373" y="48236"/>
                  </a:lnTo>
                  <a:lnTo>
                    <a:pt x="127052" y="48401"/>
                  </a:lnTo>
                  <a:lnTo>
                    <a:pt x="126467" y="48702"/>
                  </a:lnTo>
                  <a:lnTo>
                    <a:pt x="125039" y="49436"/>
                  </a:lnTo>
                  <a:lnTo>
                    <a:pt x="124209" y="49863"/>
                  </a:lnTo>
                  <a:lnTo>
                    <a:pt x="121980" y="51009"/>
                  </a:lnTo>
                  <a:lnTo>
                    <a:pt x="121283" y="51367"/>
                  </a:lnTo>
                  <a:lnTo>
                    <a:pt x="121372" y="52133"/>
                  </a:lnTo>
                  <a:lnTo>
                    <a:pt x="121550" y="53665"/>
                  </a:lnTo>
                  <a:lnTo>
                    <a:pt x="121767" y="54510"/>
                  </a:lnTo>
                  <a:lnTo>
                    <a:pt x="121847" y="54821"/>
                  </a:lnTo>
                  <a:lnTo>
                    <a:pt x="121905" y="55047"/>
                  </a:lnTo>
                  <a:lnTo>
                    <a:pt x="122085" y="55744"/>
                  </a:lnTo>
                  <a:lnTo>
                    <a:pt x="122250" y="56385"/>
                  </a:lnTo>
                  <a:lnTo>
                    <a:pt x="122834" y="58656"/>
                  </a:lnTo>
                  <a:lnTo>
                    <a:pt x="122342" y="58845"/>
                  </a:lnTo>
                  <a:lnTo>
                    <a:pt x="122096" y="58939"/>
                  </a:lnTo>
                  <a:lnTo>
                    <a:pt x="121770" y="59064"/>
                  </a:lnTo>
                  <a:lnTo>
                    <a:pt x="120764" y="59450"/>
                  </a:lnTo>
                  <a:lnTo>
                    <a:pt x="120003" y="59742"/>
                  </a:lnTo>
                  <a:lnTo>
                    <a:pt x="119359" y="59989"/>
                  </a:lnTo>
                  <a:lnTo>
                    <a:pt x="118531" y="60306"/>
                  </a:lnTo>
                  <a:lnTo>
                    <a:pt x="118193" y="60436"/>
                  </a:lnTo>
                  <a:lnTo>
                    <a:pt x="117648" y="60938"/>
                  </a:lnTo>
                  <a:lnTo>
                    <a:pt x="116932" y="61598"/>
                  </a:lnTo>
                  <a:lnTo>
                    <a:pt x="116666" y="61843"/>
                  </a:lnTo>
                  <a:lnTo>
                    <a:pt x="116324" y="62159"/>
                  </a:lnTo>
                  <a:lnTo>
                    <a:pt x="115976" y="62479"/>
                  </a:lnTo>
                  <a:lnTo>
                    <a:pt x="115834" y="62899"/>
                  </a:lnTo>
                  <a:lnTo>
                    <a:pt x="115500" y="63885"/>
                  </a:lnTo>
                  <a:lnTo>
                    <a:pt x="115377" y="64187"/>
                  </a:lnTo>
                  <a:lnTo>
                    <a:pt x="114859" y="65463"/>
                  </a:lnTo>
                  <a:lnTo>
                    <a:pt x="114605" y="66087"/>
                  </a:lnTo>
                  <a:lnTo>
                    <a:pt x="114278" y="66891"/>
                  </a:lnTo>
                  <a:lnTo>
                    <a:pt x="114015" y="67538"/>
                  </a:lnTo>
                  <a:lnTo>
                    <a:pt x="113707" y="68295"/>
                  </a:lnTo>
                  <a:lnTo>
                    <a:pt x="113632" y="68480"/>
                  </a:lnTo>
                  <a:lnTo>
                    <a:pt x="112967" y="69219"/>
                  </a:lnTo>
                  <a:lnTo>
                    <a:pt x="112747" y="69463"/>
                  </a:lnTo>
                  <a:lnTo>
                    <a:pt x="111245" y="71133"/>
                  </a:lnTo>
                  <a:lnTo>
                    <a:pt x="107374" y="75342"/>
                  </a:lnTo>
                  <a:lnTo>
                    <a:pt x="104419" y="77711"/>
                  </a:lnTo>
                  <a:lnTo>
                    <a:pt x="102834" y="78772"/>
                  </a:lnTo>
                  <a:lnTo>
                    <a:pt x="97914" y="82068"/>
                  </a:lnTo>
                  <a:lnTo>
                    <a:pt x="97703" y="82174"/>
                  </a:lnTo>
                  <a:lnTo>
                    <a:pt x="96917" y="82718"/>
                  </a:lnTo>
                  <a:lnTo>
                    <a:pt x="95883" y="83064"/>
                  </a:lnTo>
                  <a:lnTo>
                    <a:pt x="95499" y="83193"/>
                  </a:lnTo>
                  <a:lnTo>
                    <a:pt x="94984" y="83366"/>
                  </a:lnTo>
                  <a:lnTo>
                    <a:pt x="93806" y="83761"/>
                  </a:lnTo>
                  <a:lnTo>
                    <a:pt x="92262" y="84029"/>
                  </a:lnTo>
                  <a:lnTo>
                    <a:pt x="90919" y="84001"/>
                  </a:lnTo>
                  <a:lnTo>
                    <a:pt x="90736" y="83997"/>
                  </a:lnTo>
                  <a:lnTo>
                    <a:pt x="87605" y="83928"/>
                  </a:lnTo>
                  <a:lnTo>
                    <a:pt x="86713" y="83798"/>
                  </a:lnTo>
                  <a:lnTo>
                    <a:pt x="86281" y="83735"/>
                  </a:lnTo>
                  <a:lnTo>
                    <a:pt x="85838" y="83680"/>
                  </a:lnTo>
                  <a:lnTo>
                    <a:pt x="84970" y="83746"/>
                  </a:lnTo>
                  <a:lnTo>
                    <a:pt x="85383" y="84126"/>
                  </a:lnTo>
                  <a:lnTo>
                    <a:pt x="85799" y="84509"/>
                  </a:lnTo>
                  <a:lnTo>
                    <a:pt x="86324" y="84992"/>
                  </a:lnTo>
                  <a:lnTo>
                    <a:pt x="86615" y="85260"/>
                  </a:lnTo>
                  <a:lnTo>
                    <a:pt x="87081" y="85646"/>
                  </a:lnTo>
                  <a:lnTo>
                    <a:pt x="87463" y="85962"/>
                  </a:lnTo>
                  <a:lnTo>
                    <a:pt x="87660" y="86125"/>
                  </a:lnTo>
                  <a:lnTo>
                    <a:pt x="87914" y="86335"/>
                  </a:lnTo>
                  <a:lnTo>
                    <a:pt x="88370" y="86713"/>
                  </a:lnTo>
                  <a:lnTo>
                    <a:pt x="88887" y="87140"/>
                  </a:lnTo>
                  <a:lnTo>
                    <a:pt x="90591" y="88552"/>
                  </a:lnTo>
                  <a:lnTo>
                    <a:pt x="90470" y="89835"/>
                  </a:lnTo>
                  <a:lnTo>
                    <a:pt x="90377" y="90820"/>
                  </a:lnTo>
                  <a:lnTo>
                    <a:pt x="90332" y="91298"/>
                  </a:lnTo>
                  <a:lnTo>
                    <a:pt x="90283" y="91817"/>
                  </a:lnTo>
                  <a:lnTo>
                    <a:pt x="90262" y="92227"/>
                  </a:lnTo>
                  <a:lnTo>
                    <a:pt x="90227" y="92942"/>
                  </a:lnTo>
                  <a:lnTo>
                    <a:pt x="90206" y="93359"/>
                  </a:lnTo>
                  <a:lnTo>
                    <a:pt x="90184" y="93797"/>
                  </a:lnTo>
                  <a:lnTo>
                    <a:pt x="90168" y="94135"/>
                  </a:lnTo>
                  <a:lnTo>
                    <a:pt x="90042" y="96655"/>
                  </a:lnTo>
                  <a:lnTo>
                    <a:pt x="89952" y="98457"/>
                  </a:lnTo>
                  <a:lnTo>
                    <a:pt x="89923" y="98966"/>
                  </a:lnTo>
                  <a:lnTo>
                    <a:pt x="89876" y="99780"/>
                  </a:lnTo>
                  <a:lnTo>
                    <a:pt x="89388" y="108259"/>
                  </a:lnTo>
                  <a:lnTo>
                    <a:pt x="88285" y="127412"/>
                  </a:lnTo>
                  <a:lnTo>
                    <a:pt x="87989" y="127393"/>
                  </a:lnTo>
                  <a:lnTo>
                    <a:pt x="80211" y="126912"/>
                  </a:lnTo>
                  <a:lnTo>
                    <a:pt x="77368" y="126737"/>
                  </a:lnTo>
                  <a:lnTo>
                    <a:pt x="67943" y="126154"/>
                  </a:lnTo>
                  <a:lnTo>
                    <a:pt x="67117" y="126103"/>
                  </a:lnTo>
                  <a:lnTo>
                    <a:pt x="66540" y="126067"/>
                  </a:lnTo>
                  <a:lnTo>
                    <a:pt x="62149" y="124011"/>
                  </a:lnTo>
                  <a:lnTo>
                    <a:pt x="61288" y="123608"/>
                  </a:lnTo>
                  <a:lnTo>
                    <a:pt x="59605" y="122821"/>
                  </a:lnTo>
                  <a:lnTo>
                    <a:pt x="59189" y="122626"/>
                  </a:lnTo>
                  <a:lnTo>
                    <a:pt x="56649" y="121437"/>
                  </a:lnTo>
                  <a:lnTo>
                    <a:pt x="56196" y="121225"/>
                  </a:lnTo>
                  <a:lnTo>
                    <a:pt x="52268" y="119386"/>
                  </a:lnTo>
                  <a:lnTo>
                    <a:pt x="51853" y="119192"/>
                  </a:lnTo>
                  <a:lnTo>
                    <a:pt x="51397" y="118954"/>
                  </a:lnTo>
                  <a:lnTo>
                    <a:pt x="49914" y="118181"/>
                  </a:lnTo>
                  <a:lnTo>
                    <a:pt x="49577" y="118005"/>
                  </a:lnTo>
                  <a:lnTo>
                    <a:pt x="45679" y="115973"/>
                  </a:lnTo>
                  <a:lnTo>
                    <a:pt x="44593" y="115478"/>
                  </a:lnTo>
                  <a:lnTo>
                    <a:pt x="35551" y="111360"/>
                  </a:lnTo>
                  <a:lnTo>
                    <a:pt x="33856" y="110610"/>
                  </a:lnTo>
                  <a:lnTo>
                    <a:pt x="33259" y="110555"/>
                  </a:lnTo>
                  <a:lnTo>
                    <a:pt x="30987" y="110347"/>
                  </a:lnTo>
                  <a:lnTo>
                    <a:pt x="23879" y="109866"/>
                  </a:lnTo>
                  <a:lnTo>
                    <a:pt x="20130" y="109612"/>
                  </a:lnTo>
                  <a:lnTo>
                    <a:pt x="18076" y="109376"/>
                  </a:lnTo>
                  <a:lnTo>
                    <a:pt x="17751" y="109339"/>
                  </a:lnTo>
                  <a:lnTo>
                    <a:pt x="17078" y="109262"/>
                  </a:lnTo>
                  <a:lnTo>
                    <a:pt x="11346" y="107321"/>
                  </a:lnTo>
                  <a:lnTo>
                    <a:pt x="7890" y="105995"/>
                  </a:lnTo>
                  <a:lnTo>
                    <a:pt x="7721" y="105907"/>
                  </a:lnTo>
                  <a:lnTo>
                    <a:pt x="6924" y="105490"/>
                  </a:lnTo>
                  <a:lnTo>
                    <a:pt x="5913" y="104962"/>
                  </a:lnTo>
                  <a:lnTo>
                    <a:pt x="5175" y="104576"/>
                  </a:lnTo>
                  <a:lnTo>
                    <a:pt x="4886" y="104425"/>
                  </a:lnTo>
                  <a:lnTo>
                    <a:pt x="4416" y="104179"/>
                  </a:lnTo>
                  <a:lnTo>
                    <a:pt x="3866" y="103907"/>
                  </a:lnTo>
                  <a:lnTo>
                    <a:pt x="3631" y="103791"/>
                  </a:lnTo>
                  <a:lnTo>
                    <a:pt x="2863" y="103411"/>
                  </a:lnTo>
                  <a:lnTo>
                    <a:pt x="0" y="101450"/>
                  </a:lnTo>
                  <a:lnTo>
                    <a:pt x="281" y="100926"/>
                  </a:lnTo>
                  <a:lnTo>
                    <a:pt x="773" y="100010"/>
                  </a:lnTo>
                  <a:lnTo>
                    <a:pt x="3380" y="95151"/>
                  </a:lnTo>
                  <a:lnTo>
                    <a:pt x="3628" y="94691"/>
                  </a:lnTo>
                  <a:lnTo>
                    <a:pt x="4576" y="92924"/>
                  </a:lnTo>
                  <a:lnTo>
                    <a:pt x="5121" y="91909"/>
                  </a:lnTo>
                  <a:lnTo>
                    <a:pt x="5215" y="91734"/>
                  </a:lnTo>
                  <a:lnTo>
                    <a:pt x="6192" y="89914"/>
                  </a:lnTo>
                  <a:lnTo>
                    <a:pt x="6540" y="89265"/>
                  </a:lnTo>
                  <a:lnTo>
                    <a:pt x="8059" y="86435"/>
                  </a:lnTo>
                  <a:lnTo>
                    <a:pt x="8540" y="85539"/>
                  </a:lnTo>
                  <a:lnTo>
                    <a:pt x="8705" y="85202"/>
                  </a:lnTo>
                  <a:lnTo>
                    <a:pt x="8936" y="84732"/>
                  </a:lnTo>
                  <a:lnTo>
                    <a:pt x="9211" y="84170"/>
                  </a:lnTo>
                  <a:lnTo>
                    <a:pt x="9288" y="84013"/>
                  </a:lnTo>
                  <a:lnTo>
                    <a:pt x="9838" y="83074"/>
                  </a:lnTo>
                  <a:lnTo>
                    <a:pt x="10006" y="82788"/>
                  </a:lnTo>
                  <a:lnTo>
                    <a:pt x="10301" y="82284"/>
                  </a:lnTo>
                  <a:lnTo>
                    <a:pt x="10626" y="81730"/>
                  </a:lnTo>
                  <a:lnTo>
                    <a:pt x="11180" y="80730"/>
                  </a:lnTo>
                  <a:lnTo>
                    <a:pt x="13302" y="76903"/>
                  </a:lnTo>
                  <a:lnTo>
                    <a:pt x="13473" y="76595"/>
                  </a:lnTo>
                  <a:lnTo>
                    <a:pt x="13902" y="76393"/>
                  </a:lnTo>
                  <a:lnTo>
                    <a:pt x="20695" y="79978"/>
                  </a:lnTo>
                  <a:lnTo>
                    <a:pt x="25726" y="82634"/>
                  </a:lnTo>
                  <a:lnTo>
                    <a:pt x="27466" y="78769"/>
                  </a:lnTo>
                  <a:lnTo>
                    <a:pt x="27852" y="77912"/>
                  </a:lnTo>
                  <a:lnTo>
                    <a:pt x="28848" y="75698"/>
                  </a:lnTo>
                  <a:lnTo>
                    <a:pt x="29969" y="73208"/>
                  </a:lnTo>
                  <a:lnTo>
                    <a:pt x="30501" y="72028"/>
                  </a:lnTo>
                  <a:lnTo>
                    <a:pt x="30918" y="71102"/>
                  </a:lnTo>
                  <a:lnTo>
                    <a:pt x="31533" y="69736"/>
                  </a:lnTo>
                  <a:lnTo>
                    <a:pt x="32099" y="68478"/>
                  </a:lnTo>
                  <a:lnTo>
                    <a:pt x="32465" y="67444"/>
                  </a:lnTo>
                  <a:lnTo>
                    <a:pt x="31619" y="67044"/>
                  </a:lnTo>
                  <a:lnTo>
                    <a:pt x="22317" y="62650"/>
                  </a:lnTo>
                  <a:lnTo>
                    <a:pt x="22166" y="62645"/>
                  </a:lnTo>
                  <a:lnTo>
                    <a:pt x="21908" y="62637"/>
                  </a:lnTo>
                  <a:lnTo>
                    <a:pt x="21967" y="62485"/>
                  </a:lnTo>
                  <a:lnTo>
                    <a:pt x="22071" y="62220"/>
                  </a:lnTo>
                  <a:lnTo>
                    <a:pt x="22248" y="61766"/>
                  </a:lnTo>
                  <a:lnTo>
                    <a:pt x="22725" y="60546"/>
                  </a:lnTo>
                  <a:lnTo>
                    <a:pt x="23170" y="59363"/>
                  </a:lnTo>
                  <a:lnTo>
                    <a:pt x="23433" y="58660"/>
                  </a:lnTo>
                  <a:lnTo>
                    <a:pt x="24388" y="56117"/>
                  </a:lnTo>
                  <a:lnTo>
                    <a:pt x="24552" y="55760"/>
                  </a:lnTo>
                  <a:lnTo>
                    <a:pt x="24868" y="55071"/>
                  </a:lnTo>
                  <a:lnTo>
                    <a:pt x="25051" y="54673"/>
                  </a:lnTo>
                  <a:lnTo>
                    <a:pt x="26819" y="50103"/>
                  </a:lnTo>
                  <a:lnTo>
                    <a:pt x="27918" y="46515"/>
                  </a:lnTo>
                  <a:lnTo>
                    <a:pt x="28131" y="45821"/>
                  </a:lnTo>
                  <a:lnTo>
                    <a:pt x="28431" y="44020"/>
                  </a:lnTo>
                  <a:lnTo>
                    <a:pt x="28777" y="41938"/>
                  </a:lnTo>
                  <a:lnTo>
                    <a:pt x="28806" y="41422"/>
                  </a:lnTo>
                  <a:lnTo>
                    <a:pt x="28916" y="39480"/>
                  </a:lnTo>
                  <a:lnTo>
                    <a:pt x="29158" y="36445"/>
                  </a:lnTo>
                  <a:lnTo>
                    <a:pt x="29267" y="35088"/>
                  </a:lnTo>
                  <a:lnTo>
                    <a:pt x="29300" y="34673"/>
                  </a:lnTo>
                  <a:lnTo>
                    <a:pt x="29335" y="34235"/>
                  </a:lnTo>
                  <a:lnTo>
                    <a:pt x="30886" y="34369"/>
                  </a:lnTo>
                  <a:lnTo>
                    <a:pt x="34404" y="34675"/>
                  </a:lnTo>
                  <a:lnTo>
                    <a:pt x="35616" y="34780"/>
                  </a:lnTo>
                  <a:lnTo>
                    <a:pt x="39015" y="35075"/>
                  </a:lnTo>
                  <a:lnTo>
                    <a:pt x="38975" y="35356"/>
                  </a:lnTo>
                  <a:lnTo>
                    <a:pt x="37968" y="42338"/>
                  </a:lnTo>
                  <a:lnTo>
                    <a:pt x="37618" y="44764"/>
                  </a:lnTo>
                  <a:lnTo>
                    <a:pt x="37087" y="48447"/>
                  </a:lnTo>
                  <a:lnTo>
                    <a:pt x="37062" y="48614"/>
                  </a:lnTo>
                  <a:lnTo>
                    <a:pt x="36887" y="49827"/>
                  </a:lnTo>
                  <a:lnTo>
                    <a:pt x="36943" y="50123"/>
                  </a:lnTo>
                  <a:lnTo>
                    <a:pt x="37097" y="50188"/>
                  </a:lnTo>
                  <a:lnTo>
                    <a:pt x="37255" y="50255"/>
                  </a:lnTo>
                  <a:lnTo>
                    <a:pt x="43153" y="52751"/>
                  </a:lnTo>
                  <a:lnTo>
                    <a:pt x="44596" y="53274"/>
                  </a:lnTo>
                  <a:lnTo>
                    <a:pt x="47968" y="45259"/>
                  </a:lnTo>
                  <a:lnTo>
                    <a:pt x="48058" y="45044"/>
                  </a:lnTo>
                  <a:lnTo>
                    <a:pt x="48628" y="43691"/>
                  </a:lnTo>
                  <a:lnTo>
                    <a:pt x="48775" y="43342"/>
                  </a:lnTo>
                  <a:lnTo>
                    <a:pt x="48882" y="43086"/>
                  </a:lnTo>
                  <a:lnTo>
                    <a:pt x="49103" y="42560"/>
                  </a:lnTo>
                  <a:lnTo>
                    <a:pt x="49265" y="42176"/>
                  </a:lnTo>
                  <a:lnTo>
                    <a:pt x="49525" y="41558"/>
                  </a:lnTo>
                  <a:lnTo>
                    <a:pt x="49767" y="40982"/>
                  </a:lnTo>
                  <a:lnTo>
                    <a:pt x="49884" y="40705"/>
                  </a:lnTo>
                  <a:lnTo>
                    <a:pt x="50069" y="40265"/>
                  </a:lnTo>
                  <a:lnTo>
                    <a:pt x="50216" y="39915"/>
                  </a:lnTo>
                  <a:lnTo>
                    <a:pt x="50299" y="39718"/>
                  </a:lnTo>
                  <a:lnTo>
                    <a:pt x="52088" y="39858"/>
                  </a:lnTo>
                  <a:lnTo>
                    <a:pt x="52922" y="39923"/>
                  </a:lnTo>
                  <a:lnTo>
                    <a:pt x="56508" y="40204"/>
                  </a:lnTo>
                  <a:lnTo>
                    <a:pt x="57079" y="40248"/>
                  </a:lnTo>
                  <a:lnTo>
                    <a:pt x="58007" y="40321"/>
                  </a:lnTo>
                  <a:lnTo>
                    <a:pt x="58569" y="40365"/>
                  </a:lnTo>
                  <a:lnTo>
                    <a:pt x="59018" y="40400"/>
                  </a:lnTo>
                  <a:lnTo>
                    <a:pt x="59255" y="40408"/>
                  </a:lnTo>
                  <a:lnTo>
                    <a:pt x="59682" y="40424"/>
                  </a:lnTo>
                  <a:lnTo>
                    <a:pt x="59948" y="40433"/>
                  </a:lnTo>
                  <a:lnTo>
                    <a:pt x="61306" y="40482"/>
                  </a:lnTo>
                  <a:lnTo>
                    <a:pt x="61560" y="40491"/>
                  </a:lnTo>
                  <a:lnTo>
                    <a:pt x="62154" y="40513"/>
                  </a:lnTo>
                  <a:lnTo>
                    <a:pt x="63470" y="41261"/>
                  </a:lnTo>
                  <a:lnTo>
                    <a:pt x="65019" y="39478"/>
                  </a:lnTo>
                  <a:lnTo>
                    <a:pt x="66203" y="38116"/>
                  </a:lnTo>
                  <a:lnTo>
                    <a:pt x="66322" y="37978"/>
                  </a:lnTo>
                  <a:lnTo>
                    <a:pt x="68105" y="36242"/>
                  </a:lnTo>
                  <a:lnTo>
                    <a:pt x="68822" y="35648"/>
                  </a:lnTo>
                  <a:lnTo>
                    <a:pt x="69327" y="35229"/>
                  </a:lnTo>
                  <a:lnTo>
                    <a:pt x="69484" y="35099"/>
                  </a:lnTo>
                  <a:lnTo>
                    <a:pt x="69921" y="34737"/>
                  </a:lnTo>
                  <a:lnTo>
                    <a:pt x="70137" y="34558"/>
                  </a:lnTo>
                  <a:lnTo>
                    <a:pt x="70400" y="34340"/>
                  </a:lnTo>
                  <a:lnTo>
                    <a:pt x="70568" y="34201"/>
                  </a:lnTo>
                  <a:lnTo>
                    <a:pt x="70879" y="33944"/>
                  </a:lnTo>
                  <a:lnTo>
                    <a:pt x="71211" y="33668"/>
                  </a:lnTo>
                  <a:lnTo>
                    <a:pt x="71848" y="33140"/>
                  </a:lnTo>
                  <a:lnTo>
                    <a:pt x="72011" y="33005"/>
                  </a:lnTo>
                  <a:lnTo>
                    <a:pt x="72164" y="32879"/>
                  </a:lnTo>
                  <a:lnTo>
                    <a:pt x="73873" y="31782"/>
                  </a:lnTo>
                  <a:lnTo>
                    <a:pt x="74481" y="32253"/>
                  </a:lnTo>
                  <a:lnTo>
                    <a:pt x="75289" y="32878"/>
                  </a:lnTo>
                  <a:lnTo>
                    <a:pt x="76403" y="32156"/>
                  </a:lnTo>
                  <a:lnTo>
                    <a:pt x="77419" y="31498"/>
                  </a:lnTo>
                  <a:lnTo>
                    <a:pt x="77970" y="31141"/>
                  </a:lnTo>
                  <a:lnTo>
                    <a:pt x="78195" y="30995"/>
                  </a:lnTo>
                  <a:lnTo>
                    <a:pt x="78927" y="30494"/>
                  </a:lnTo>
                  <a:lnTo>
                    <a:pt x="79176" y="30323"/>
                  </a:lnTo>
                  <a:lnTo>
                    <a:pt x="79395" y="30174"/>
                  </a:lnTo>
                  <a:lnTo>
                    <a:pt x="79943" y="29799"/>
                  </a:lnTo>
                  <a:lnTo>
                    <a:pt x="80570" y="29369"/>
                  </a:lnTo>
                  <a:lnTo>
                    <a:pt x="80425" y="29210"/>
                  </a:lnTo>
                  <a:lnTo>
                    <a:pt x="79811" y="28539"/>
                  </a:lnTo>
                  <a:lnTo>
                    <a:pt x="79257" y="27624"/>
                  </a:lnTo>
                  <a:lnTo>
                    <a:pt x="79041" y="27267"/>
                  </a:lnTo>
                  <a:lnTo>
                    <a:pt x="78787" y="26849"/>
                  </a:lnTo>
                  <a:lnTo>
                    <a:pt x="78306" y="26054"/>
                  </a:lnTo>
                  <a:lnTo>
                    <a:pt x="78395" y="25558"/>
                  </a:lnTo>
                  <a:lnTo>
                    <a:pt x="78789" y="24190"/>
                  </a:lnTo>
                  <a:lnTo>
                    <a:pt x="80590" y="22849"/>
                  </a:lnTo>
                  <a:lnTo>
                    <a:pt x="81481" y="22185"/>
                  </a:lnTo>
                  <a:lnTo>
                    <a:pt x="82173" y="21668"/>
                  </a:lnTo>
                  <a:lnTo>
                    <a:pt x="82569" y="21366"/>
                  </a:lnTo>
                  <a:lnTo>
                    <a:pt x="83136" y="20941"/>
                  </a:lnTo>
                  <a:lnTo>
                    <a:pt x="84078" y="20234"/>
                  </a:lnTo>
                  <a:lnTo>
                    <a:pt x="85089" y="19476"/>
                  </a:lnTo>
                  <a:lnTo>
                    <a:pt x="85250" y="19356"/>
                  </a:lnTo>
                  <a:lnTo>
                    <a:pt x="85504" y="19166"/>
                  </a:lnTo>
                  <a:lnTo>
                    <a:pt x="86455" y="18564"/>
                  </a:lnTo>
                  <a:lnTo>
                    <a:pt x="88202" y="17470"/>
                  </a:lnTo>
                  <a:lnTo>
                    <a:pt x="88932" y="16953"/>
                  </a:lnTo>
                  <a:lnTo>
                    <a:pt x="90579" y="15761"/>
                  </a:lnTo>
                  <a:lnTo>
                    <a:pt x="91187" y="15207"/>
                  </a:lnTo>
                  <a:lnTo>
                    <a:pt x="93979" y="12659"/>
                  </a:lnTo>
                  <a:lnTo>
                    <a:pt x="96047" y="10764"/>
                  </a:lnTo>
                  <a:lnTo>
                    <a:pt x="100136" y="7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800222" y="4315327"/>
              <a:ext cx="294145" cy="128573"/>
            </a:xfrm>
            <a:custGeom>
              <a:avLst/>
              <a:pathLst>
                <a:path w="294145" h="128573">
                  <a:moveTo>
                    <a:pt x="145105" y="6482"/>
                  </a:moveTo>
                  <a:lnTo>
                    <a:pt x="145681" y="14583"/>
                  </a:lnTo>
                  <a:lnTo>
                    <a:pt x="151046" y="20256"/>
                  </a:lnTo>
                  <a:lnTo>
                    <a:pt x="138128" y="32063"/>
                  </a:lnTo>
                  <a:lnTo>
                    <a:pt x="133036" y="35325"/>
                  </a:lnTo>
                  <a:lnTo>
                    <a:pt x="142383" y="34782"/>
                  </a:lnTo>
                  <a:lnTo>
                    <a:pt x="169757" y="27952"/>
                  </a:lnTo>
                  <a:lnTo>
                    <a:pt x="176216" y="40962"/>
                  </a:lnTo>
                  <a:lnTo>
                    <a:pt x="163012" y="47662"/>
                  </a:lnTo>
                  <a:lnTo>
                    <a:pt x="144313" y="49330"/>
                  </a:lnTo>
                  <a:lnTo>
                    <a:pt x="133796" y="49618"/>
                  </a:lnTo>
                  <a:lnTo>
                    <a:pt x="135323" y="54324"/>
                  </a:lnTo>
                  <a:lnTo>
                    <a:pt x="141320" y="60581"/>
                  </a:lnTo>
                  <a:lnTo>
                    <a:pt x="139767" y="60998"/>
                  </a:lnTo>
                  <a:lnTo>
                    <a:pt x="134064" y="62533"/>
                  </a:lnTo>
                  <a:lnTo>
                    <a:pt x="130244" y="64640"/>
                  </a:lnTo>
                  <a:lnTo>
                    <a:pt x="129546" y="65025"/>
                  </a:lnTo>
                  <a:lnTo>
                    <a:pt x="131458" y="67912"/>
                  </a:lnTo>
                  <a:lnTo>
                    <a:pt x="134287" y="70197"/>
                  </a:lnTo>
                  <a:lnTo>
                    <a:pt x="137171" y="78575"/>
                  </a:lnTo>
                  <a:lnTo>
                    <a:pt x="136790" y="83037"/>
                  </a:lnTo>
                  <a:lnTo>
                    <a:pt x="149151" y="78824"/>
                  </a:lnTo>
                  <a:lnTo>
                    <a:pt x="159913" y="70395"/>
                  </a:lnTo>
                  <a:lnTo>
                    <a:pt x="158297" y="61670"/>
                  </a:lnTo>
                  <a:lnTo>
                    <a:pt x="184641" y="58877"/>
                  </a:lnTo>
                  <a:lnTo>
                    <a:pt x="188692" y="58447"/>
                  </a:lnTo>
                  <a:lnTo>
                    <a:pt x="189273" y="55235"/>
                  </a:lnTo>
                  <a:lnTo>
                    <a:pt x="203433" y="55059"/>
                  </a:lnTo>
                  <a:lnTo>
                    <a:pt x="208912" y="57450"/>
                  </a:lnTo>
                  <a:lnTo>
                    <a:pt x="211482" y="48356"/>
                  </a:lnTo>
                  <a:lnTo>
                    <a:pt x="218545" y="50592"/>
                  </a:lnTo>
                  <a:lnTo>
                    <a:pt x="213717" y="62571"/>
                  </a:lnTo>
                  <a:lnTo>
                    <a:pt x="215921" y="64012"/>
                  </a:lnTo>
                  <a:lnTo>
                    <a:pt x="220265" y="61428"/>
                  </a:lnTo>
                  <a:lnTo>
                    <a:pt x="227813" y="58973"/>
                  </a:lnTo>
                  <a:lnTo>
                    <a:pt x="231206" y="55261"/>
                  </a:lnTo>
                  <a:lnTo>
                    <a:pt x="232753" y="53924"/>
                  </a:lnTo>
                  <a:lnTo>
                    <a:pt x="233988" y="55991"/>
                  </a:lnTo>
                  <a:lnTo>
                    <a:pt x="234273" y="56468"/>
                  </a:lnTo>
                  <a:lnTo>
                    <a:pt x="235260" y="58119"/>
                  </a:lnTo>
                  <a:lnTo>
                    <a:pt x="233029" y="64138"/>
                  </a:lnTo>
                  <a:lnTo>
                    <a:pt x="228016" y="67523"/>
                  </a:lnTo>
                  <a:lnTo>
                    <a:pt x="231186" y="69156"/>
                  </a:lnTo>
                  <a:lnTo>
                    <a:pt x="234466" y="70897"/>
                  </a:lnTo>
                  <a:lnTo>
                    <a:pt x="245314" y="76060"/>
                  </a:lnTo>
                  <a:lnTo>
                    <a:pt x="248531" y="65548"/>
                  </a:lnTo>
                  <a:lnTo>
                    <a:pt x="259317" y="68660"/>
                  </a:lnTo>
                  <a:lnTo>
                    <a:pt x="258243" y="77469"/>
                  </a:lnTo>
                  <a:lnTo>
                    <a:pt x="265075" y="79815"/>
                  </a:lnTo>
                  <a:lnTo>
                    <a:pt x="267940" y="76216"/>
                  </a:lnTo>
                  <a:lnTo>
                    <a:pt x="279033" y="79381"/>
                  </a:lnTo>
                  <a:lnTo>
                    <a:pt x="280517" y="80975"/>
                  </a:lnTo>
                  <a:lnTo>
                    <a:pt x="283498" y="84179"/>
                  </a:lnTo>
                  <a:lnTo>
                    <a:pt x="294145" y="87251"/>
                  </a:lnTo>
                  <a:lnTo>
                    <a:pt x="292699" y="94390"/>
                  </a:lnTo>
                  <a:lnTo>
                    <a:pt x="292435" y="95691"/>
                  </a:lnTo>
                  <a:lnTo>
                    <a:pt x="289430" y="94937"/>
                  </a:lnTo>
                  <a:lnTo>
                    <a:pt x="280843" y="94082"/>
                  </a:lnTo>
                  <a:lnTo>
                    <a:pt x="274536" y="93383"/>
                  </a:lnTo>
                  <a:lnTo>
                    <a:pt x="271496" y="94082"/>
                  </a:lnTo>
                  <a:lnTo>
                    <a:pt x="264311" y="95192"/>
                  </a:lnTo>
                  <a:lnTo>
                    <a:pt x="262065" y="95987"/>
                  </a:lnTo>
                  <a:lnTo>
                    <a:pt x="260840" y="108226"/>
                  </a:lnTo>
                  <a:lnTo>
                    <a:pt x="225656" y="109578"/>
                  </a:lnTo>
                  <a:lnTo>
                    <a:pt x="215821" y="112108"/>
                  </a:lnTo>
                  <a:lnTo>
                    <a:pt x="203047" y="115393"/>
                  </a:lnTo>
                  <a:lnTo>
                    <a:pt x="190542" y="113000"/>
                  </a:lnTo>
                  <a:lnTo>
                    <a:pt x="172137" y="109479"/>
                  </a:lnTo>
                  <a:lnTo>
                    <a:pt x="169848" y="108272"/>
                  </a:lnTo>
                  <a:lnTo>
                    <a:pt x="167394" y="106978"/>
                  </a:lnTo>
                  <a:lnTo>
                    <a:pt x="165634" y="106050"/>
                  </a:lnTo>
                  <a:lnTo>
                    <a:pt x="164015" y="105197"/>
                  </a:lnTo>
                  <a:lnTo>
                    <a:pt x="161959" y="103820"/>
                  </a:lnTo>
                  <a:lnTo>
                    <a:pt x="161182" y="104544"/>
                  </a:lnTo>
                  <a:lnTo>
                    <a:pt x="160952" y="104759"/>
                  </a:lnTo>
                  <a:lnTo>
                    <a:pt x="159650" y="105972"/>
                  </a:lnTo>
                  <a:lnTo>
                    <a:pt x="157366" y="108100"/>
                  </a:lnTo>
                  <a:lnTo>
                    <a:pt x="156563" y="108848"/>
                  </a:lnTo>
                  <a:lnTo>
                    <a:pt x="155995" y="109377"/>
                  </a:lnTo>
                  <a:lnTo>
                    <a:pt x="155853" y="109477"/>
                  </a:lnTo>
                  <a:lnTo>
                    <a:pt x="155639" y="109627"/>
                  </a:lnTo>
                  <a:lnTo>
                    <a:pt x="154993" y="110081"/>
                  </a:lnTo>
                  <a:lnTo>
                    <a:pt x="154762" y="110243"/>
                  </a:lnTo>
                  <a:lnTo>
                    <a:pt x="153435" y="111175"/>
                  </a:lnTo>
                  <a:lnTo>
                    <a:pt x="153216" y="111328"/>
                  </a:lnTo>
                  <a:lnTo>
                    <a:pt x="152189" y="112049"/>
                  </a:lnTo>
                  <a:lnTo>
                    <a:pt x="152062" y="112144"/>
                  </a:lnTo>
                  <a:lnTo>
                    <a:pt x="151315" y="112699"/>
                  </a:lnTo>
                  <a:lnTo>
                    <a:pt x="150011" y="113669"/>
                  </a:lnTo>
                  <a:lnTo>
                    <a:pt x="148188" y="115025"/>
                  </a:lnTo>
                  <a:lnTo>
                    <a:pt x="146438" y="116327"/>
                  </a:lnTo>
                  <a:lnTo>
                    <a:pt x="145144" y="117290"/>
                  </a:lnTo>
                  <a:lnTo>
                    <a:pt x="143880" y="118230"/>
                  </a:lnTo>
                  <a:lnTo>
                    <a:pt x="141834" y="119751"/>
                  </a:lnTo>
                  <a:lnTo>
                    <a:pt x="141294" y="120153"/>
                  </a:lnTo>
                  <a:lnTo>
                    <a:pt x="140939" y="120417"/>
                  </a:lnTo>
                  <a:lnTo>
                    <a:pt x="139348" y="121600"/>
                  </a:lnTo>
                  <a:lnTo>
                    <a:pt x="138708" y="123786"/>
                  </a:lnTo>
                  <a:lnTo>
                    <a:pt x="138524" y="124415"/>
                  </a:lnTo>
                  <a:lnTo>
                    <a:pt x="138342" y="124835"/>
                  </a:lnTo>
                  <a:lnTo>
                    <a:pt x="132637" y="128383"/>
                  </a:lnTo>
                  <a:lnTo>
                    <a:pt x="132212" y="128573"/>
                  </a:lnTo>
                  <a:lnTo>
                    <a:pt x="131778" y="128264"/>
                  </a:lnTo>
                  <a:lnTo>
                    <a:pt x="130553" y="127884"/>
                  </a:lnTo>
                  <a:lnTo>
                    <a:pt x="129611" y="127595"/>
                  </a:lnTo>
                  <a:lnTo>
                    <a:pt x="126938" y="127168"/>
                  </a:lnTo>
                  <a:lnTo>
                    <a:pt x="125962" y="127012"/>
                  </a:lnTo>
                  <a:lnTo>
                    <a:pt x="108170" y="124463"/>
                  </a:lnTo>
                  <a:lnTo>
                    <a:pt x="107617" y="124378"/>
                  </a:lnTo>
                  <a:lnTo>
                    <a:pt x="107031" y="124287"/>
                  </a:lnTo>
                  <a:lnTo>
                    <a:pt x="106138" y="124150"/>
                  </a:lnTo>
                  <a:lnTo>
                    <a:pt x="101475" y="123432"/>
                  </a:lnTo>
                  <a:lnTo>
                    <a:pt x="99782" y="123171"/>
                  </a:lnTo>
                  <a:lnTo>
                    <a:pt x="88877" y="121571"/>
                  </a:lnTo>
                  <a:lnTo>
                    <a:pt x="88268" y="121481"/>
                  </a:lnTo>
                  <a:lnTo>
                    <a:pt x="87937" y="121433"/>
                  </a:lnTo>
                  <a:lnTo>
                    <a:pt x="86856" y="121274"/>
                  </a:lnTo>
                  <a:lnTo>
                    <a:pt x="76904" y="119740"/>
                  </a:lnTo>
                  <a:lnTo>
                    <a:pt x="72763" y="119415"/>
                  </a:lnTo>
                  <a:lnTo>
                    <a:pt x="71339" y="119235"/>
                  </a:lnTo>
                  <a:lnTo>
                    <a:pt x="70628" y="119145"/>
                  </a:lnTo>
                  <a:lnTo>
                    <a:pt x="70164" y="119086"/>
                  </a:lnTo>
                  <a:lnTo>
                    <a:pt x="69918" y="119085"/>
                  </a:lnTo>
                  <a:lnTo>
                    <a:pt x="69448" y="119082"/>
                  </a:lnTo>
                  <a:lnTo>
                    <a:pt x="69200" y="119081"/>
                  </a:lnTo>
                  <a:lnTo>
                    <a:pt x="68877" y="119079"/>
                  </a:lnTo>
                  <a:lnTo>
                    <a:pt x="68543" y="119077"/>
                  </a:lnTo>
                  <a:lnTo>
                    <a:pt x="68312" y="119075"/>
                  </a:lnTo>
                  <a:lnTo>
                    <a:pt x="67810" y="119073"/>
                  </a:lnTo>
                  <a:lnTo>
                    <a:pt x="67435" y="119070"/>
                  </a:lnTo>
                  <a:lnTo>
                    <a:pt x="66692" y="119066"/>
                  </a:lnTo>
                  <a:lnTo>
                    <a:pt x="66387" y="119050"/>
                  </a:lnTo>
                  <a:lnTo>
                    <a:pt x="65755" y="119017"/>
                  </a:lnTo>
                  <a:lnTo>
                    <a:pt x="65621" y="119010"/>
                  </a:lnTo>
                  <a:lnTo>
                    <a:pt x="63415" y="118893"/>
                  </a:lnTo>
                  <a:lnTo>
                    <a:pt x="62939" y="118868"/>
                  </a:lnTo>
                  <a:lnTo>
                    <a:pt x="58317" y="118624"/>
                  </a:lnTo>
                  <a:lnTo>
                    <a:pt x="51953" y="118289"/>
                  </a:lnTo>
                  <a:lnTo>
                    <a:pt x="50958" y="118250"/>
                  </a:lnTo>
                  <a:lnTo>
                    <a:pt x="50211" y="118221"/>
                  </a:lnTo>
                  <a:lnTo>
                    <a:pt x="40933" y="117862"/>
                  </a:lnTo>
                  <a:lnTo>
                    <a:pt x="37922" y="117745"/>
                  </a:lnTo>
                  <a:lnTo>
                    <a:pt x="37761" y="117739"/>
                  </a:lnTo>
                  <a:lnTo>
                    <a:pt x="37236" y="117719"/>
                  </a:lnTo>
                  <a:lnTo>
                    <a:pt x="37020" y="117710"/>
                  </a:lnTo>
                  <a:lnTo>
                    <a:pt x="36406" y="117687"/>
                  </a:lnTo>
                  <a:lnTo>
                    <a:pt x="35487" y="117651"/>
                  </a:lnTo>
                  <a:lnTo>
                    <a:pt x="34980" y="117631"/>
                  </a:lnTo>
                  <a:lnTo>
                    <a:pt x="34149" y="117599"/>
                  </a:lnTo>
                  <a:lnTo>
                    <a:pt x="33097" y="117558"/>
                  </a:lnTo>
                  <a:lnTo>
                    <a:pt x="32737" y="117544"/>
                  </a:lnTo>
                  <a:lnTo>
                    <a:pt x="32496" y="117535"/>
                  </a:lnTo>
                  <a:lnTo>
                    <a:pt x="31940" y="117514"/>
                  </a:lnTo>
                  <a:lnTo>
                    <a:pt x="31776" y="117507"/>
                  </a:lnTo>
                  <a:lnTo>
                    <a:pt x="31141" y="117483"/>
                  </a:lnTo>
                  <a:lnTo>
                    <a:pt x="30961" y="117476"/>
                  </a:lnTo>
                  <a:lnTo>
                    <a:pt x="29864" y="117433"/>
                  </a:lnTo>
                  <a:lnTo>
                    <a:pt x="29318" y="117412"/>
                  </a:lnTo>
                  <a:lnTo>
                    <a:pt x="28441" y="117378"/>
                  </a:lnTo>
                  <a:lnTo>
                    <a:pt x="22142" y="117262"/>
                  </a:lnTo>
                  <a:lnTo>
                    <a:pt x="21689" y="117237"/>
                  </a:lnTo>
                  <a:lnTo>
                    <a:pt x="19120" y="117096"/>
                  </a:lnTo>
                  <a:lnTo>
                    <a:pt x="13877" y="116878"/>
                  </a:lnTo>
                  <a:lnTo>
                    <a:pt x="13078" y="116854"/>
                  </a:lnTo>
                  <a:lnTo>
                    <a:pt x="12590" y="116879"/>
                  </a:lnTo>
                  <a:lnTo>
                    <a:pt x="12295" y="116894"/>
                  </a:lnTo>
                  <a:lnTo>
                    <a:pt x="10789" y="116972"/>
                  </a:lnTo>
                  <a:lnTo>
                    <a:pt x="10509" y="116986"/>
                  </a:lnTo>
                  <a:lnTo>
                    <a:pt x="8750" y="116926"/>
                  </a:lnTo>
                  <a:lnTo>
                    <a:pt x="8515" y="116918"/>
                  </a:lnTo>
                  <a:lnTo>
                    <a:pt x="7163" y="116872"/>
                  </a:lnTo>
                  <a:lnTo>
                    <a:pt x="6066" y="116835"/>
                  </a:lnTo>
                  <a:lnTo>
                    <a:pt x="5058" y="116800"/>
                  </a:lnTo>
                  <a:lnTo>
                    <a:pt x="4367" y="116777"/>
                  </a:lnTo>
                  <a:lnTo>
                    <a:pt x="4044" y="116765"/>
                  </a:lnTo>
                  <a:lnTo>
                    <a:pt x="3418" y="116726"/>
                  </a:lnTo>
                  <a:lnTo>
                    <a:pt x="4521" y="97574"/>
                  </a:lnTo>
                  <a:lnTo>
                    <a:pt x="5009" y="89095"/>
                  </a:lnTo>
                  <a:lnTo>
                    <a:pt x="5056" y="88280"/>
                  </a:lnTo>
                  <a:lnTo>
                    <a:pt x="5085" y="87771"/>
                  </a:lnTo>
                  <a:lnTo>
                    <a:pt x="5175" y="85969"/>
                  </a:lnTo>
                  <a:lnTo>
                    <a:pt x="5300" y="83449"/>
                  </a:lnTo>
                  <a:lnTo>
                    <a:pt x="5317" y="83112"/>
                  </a:lnTo>
                  <a:lnTo>
                    <a:pt x="5339" y="82674"/>
                  </a:lnTo>
                  <a:lnTo>
                    <a:pt x="5365" y="82158"/>
                  </a:lnTo>
                  <a:lnTo>
                    <a:pt x="5395" y="81542"/>
                  </a:lnTo>
                  <a:lnTo>
                    <a:pt x="5415" y="81131"/>
                  </a:lnTo>
                  <a:lnTo>
                    <a:pt x="5464" y="80613"/>
                  </a:lnTo>
                  <a:lnTo>
                    <a:pt x="5514" y="80089"/>
                  </a:lnTo>
                  <a:lnTo>
                    <a:pt x="5603" y="79150"/>
                  </a:lnTo>
                  <a:lnTo>
                    <a:pt x="5724" y="77866"/>
                  </a:lnTo>
                  <a:lnTo>
                    <a:pt x="3922" y="76374"/>
                  </a:lnTo>
                  <a:lnTo>
                    <a:pt x="3503" y="76027"/>
                  </a:lnTo>
                  <a:lnTo>
                    <a:pt x="3047" y="75650"/>
                  </a:lnTo>
                  <a:lnTo>
                    <a:pt x="2793" y="75440"/>
                  </a:lnTo>
                  <a:lnTo>
                    <a:pt x="2595" y="75276"/>
                  </a:lnTo>
                  <a:lnTo>
                    <a:pt x="2214" y="74961"/>
                  </a:lnTo>
                  <a:lnTo>
                    <a:pt x="1748" y="74575"/>
                  </a:lnTo>
                  <a:lnTo>
                    <a:pt x="1457" y="74307"/>
                  </a:lnTo>
                  <a:lnTo>
                    <a:pt x="932" y="73823"/>
                  </a:lnTo>
                  <a:lnTo>
                    <a:pt x="516" y="73441"/>
                  </a:lnTo>
                  <a:lnTo>
                    <a:pt x="0" y="72965"/>
                  </a:lnTo>
                  <a:lnTo>
                    <a:pt x="1052" y="72997"/>
                  </a:lnTo>
                  <a:lnTo>
                    <a:pt x="1414" y="73050"/>
                  </a:lnTo>
                  <a:lnTo>
                    <a:pt x="1846" y="73113"/>
                  </a:lnTo>
                  <a:lnTo>
                    <a:pt x="2776" y="73248"/>
                  </a:lnTo>
                  <a:lnTo>
                    <a:pt x="5869" y="73312"/>
                  </a:lnTo>
                  <a:lnTo>
                    <a:pt x="6052" y="73316"/>
                  </a:lnTo>
                  <a:lnTo>
                    <a:pt x="7395" y="73344"/>
                  </a:lnTo>
                  <a:lnTo>
                    <a:pt x="8939" y="73075"/>
                  </a:lnTo>
                  <a:lnTo>
                    <a:pt x="10116" y="72681"/>
                  </a:lnTo>
                  <a:lnTo>
                    <a:pt x="10632" y="72508"/>
                  </a:lnTo>
                  <a:lnTo>
                    <a:pt x="11016" y="72379"/>
                  </a:lnTo>
                  <a:lnTo>
                    <a:pt x="12050" y="72032"/>
                  </a:lnTo>
                  <a:lnTo>
                    <a:pt x="12917" y="71432"/>
                  </a:lnTo>
                  <a:lnTo>
                    <a:pt x="13047" y="71383"/>
                  </a:lnTo>
                  <a:lnTo>
                    <a:pt x="17967" y="68087"/>
                  </a:lnTo>
                  <a:lnTo>
                    <a:pt x="19552" y="67025"/>
                  </a:lnTo>
                  <a:lnTo>
                    <a:pt x="22517" y="64649"/>
                  </a:lnTo>
                  <a:lnTo>
                    <a:pt x="26378" y="60447"/>
                  </a:lnTo>
                  <a:lnTo>
                    <a:pt x="27880" y="58778"/>
                  </a:lnTo>
                  <a:lnTo>
                    <a:pt x="28152" y="58475"/>
                  </a:lnTo>
                  <a:lnTo>
                    <a:pt x="28764" y="57795"/>
                  </a:lnTo>
                  <a:lnTo>
                    <a:pt x="28840" y="57610"/>
                  </a:lnTo>
                  <a:lnTo>
                    <a:pt x="29148" y="56852"/>
                  </a:lnTo>
                  <a:lnTo>
                    <a:pt x="29410" y="56206"/>
                  </a:lnTo>
                  <a:lnTo>
                    <a:pt x="29738" y="55401"/>
                  </a:lnTo>
                  <a:lnTo>
                    <a:pt x="29991" y="54778"/>
                  </a:lnTo>
                  <a:lnTo>
                    <a:pt x="30510" y="53501"/>
                  </a:lnTo>
                  <a:lnTo>
                    <a:pt x="30633" y="53200"/>
                  </a:lnTo>
                  <a:lnTo>
                    <a:pt x="30979" y="52175"/>
                  </a:lnTo>
                  <a:lnTo>
                    <a:pt x="31108" y="51794"/>
                  </a:lnTo>
                  <a:lnTo>
                    <a:pt x="31541" y="51395"/>
                  </a:lnTo>
                  <a:lnTo>
                    <a:pt x="31847" y="51113"/>
                  </a:lnTo>
                  <a:lnTo>
                    <a:pt x="32064" y="50913"/>
                  </a:lnTo>
                  <a:lnTo>
                    <a:pt x="32780" y="50253"/>
                  </a:lnTo>
                  <a:lnTo>
                    <a:pt x="33326" y="49750"/>
                  </a:lnTo>
                  <a:lnTo>
                    <a:pt x="33792" y="49572"/>
                  </a:lnTo>
                  <a:lnTo>
                    <a:pt x="34491" y="49303"/>
                  </a:lnTo>
                  <a:lnTo>
                    <a:pt x="35136" y="49056"/>
                  </a:lnTo>
                  <a:lnTo>
                    <a:pt x="35896" y="48765"/>
                  </a:lnTo>
                  <a:lnTo>
                    <a:pt x="36902" y="48379"/>
                  </a:lnTo>
                  <a:lnTo>
                    <a:pt x="37311" y="48222"/>
                  </a:lnTo>
                  <a:lnTo>
                    <a:pt x="37474" y="48160"/>
                  </a:lnTo>
                  <a:lnTo>
                    <a:pt x="37967" y="47971"/>
                  </a:lnTo>
                  <a:lnTo>
                    <a:pt x="37363" y="45623"/>
                  </a:lnTo>
                  <a:lnTo>
                    <a:pt x="37217" y="45058"/>
                  </a:lnTo>
                  <a:lnTo>
                    <a:pt x="37038" y="44362"/>
                  </a:lnTo>
                  <a:lnTo>
                    <a:pt x="36980" y="44135"/>
                  </a:lnTo>
                  <a:lnTo>
                    <a:pt x="36900" y="43824"/>
                  </a:lnTo>
                  <a:lnTo>
                    <a:pt x="36683" y="42980"/>
                  </a:lnTo>
                  <a:lnTo>
                    <a:pt x="36505" y="41447"/>
                  </a:lnTo>
                  <a:lnTo>
                    <a:pt x="36416" y="40682"/>
                  </a:lnTo>
                  <a:lnTo>
                    <a:pt x="37113" y="40324"/>
                  </a:lnTo>
                  <a:lnTo>
                    <a:pt x="39366" y="39165"/>
                  </a:lnTo>
                  <a:lnTo>
                    <a:pt x="40172" y="38751"/>
                  </a:lnTo>
                  <a:lnTo>
                    <a:pt x="41707" y="37961"/>
                  </a:lnTo>
                  <a:lnTo>
                    <a:pt x="42185" y="37716"/>
                  </a:lnTo>
                  <a:lnTo>
                    <a:pt x="42506" y="37550"/>
                  </a:lnTo>
                  <a:lnTo>
                    <a:pt x="42722" y="37439"/>
                  </a:lnTo>
                  <a:lnTo>
                    <a:pt x="43027" y="37282"/>
                  </a:lnTo>
                  <a:lnTo>
                    <a:pt x="43268" y="37158"/>
                  </a:lnTo>
                  <a:lnTo>
                    <a:pt x="44857" y="35234"/>
                  </a:lnTo>
                  <a:lnTo>
                    <a:pt x="46207" y="33599"/>
                  </a:lnTo>
                  <a:lnTo>
                    <a:pt x="46370" y="33402"/>
                  </a:lnTo>
                  <a:lnTo>
                    <a:pt x="46637" y="33078"/>
                  </a:lnTo>
                  <a:lnTo>
                    <a:pt x="47012" y="32624"/>
                  </a:lnTo>
                  <a:lnTo>
                    <a:pt x="48223" y="31125"/>
                  </a:lnTo>
                  <a:lnTo>
                    <a:pt x="48735" y="30956"/>
                  </a:lnTo>
                  <a:lnTo>
                    <a:pt x="49511" y="30703"/>
                  </a:lnTo>
                  <a:lnTo>
                    <a:pt x="49677" y="30648"/>
                  </a:lnTo>
                  <a:lnTo>
                    <a:pt x="49924" y="30568"/>
                  </a:lnTo>
                  <a:lnTo>
                    <a:pt x="50370" y="30422"/>
                  </a:lnTo>
                  <a:lnTo>
                    <a:pt x="51239" y="30138"/>
                  </a:lnTo>
                  <a:lnTo>
                    <a:pt x="52244" y="29810"/>
                  </a:lnTo>
                  <a:lnTo>
                    <a:pt x="55100" y="28876"/>
                  </a:lnTo>
                  <a:lnTo>
                    <a:pt x="55599" y="28713"/>
                  </a:lnTo>
                  <a:lnTo>
                    <a:pt x="55772" y="28655"/>
                  </a:lnTo>
                  <a:lnTo>
                    <a:pt x="56595" y="28375"/>
                  </a:lnTo>
                  <a:lnTo>
                    <a:pt x="57783" y="27971"/>
                  </a:lnTo>
                  <a:lnTo>
                    <a:pt x="67128" y="27702"/>
                  </a:lnTo>
                  <a:lnTo>
                    <a:pt x="69174" y="42459"/>
                  </a:lnTo>
                  <a:lnTo>
                    <a:pt x="74313" y="40123"/>
                  </a:lnTo>
                  <a:lnTo>
                    <a:pt x="77584" y="45402"/>
                  </a:lnTo>
                  <a:lnTo>
                    <a:pt x="86554" y="41852"/>
                  </a:lnTo>
                  <a:lnTo>
                    <a:pt x="84468" y="34401"/>
                  </a:lnTo>
                  <a:lnTo>
                    <a:pt x="95011" y="31821"/>
                  </a:lnTo>
                  <a:lnTo>
                    <a:pt x="94251" y="23374"/>
                  </a:lnTo>
                  <a:lnTo>
                    <a:pt x="96151" y="15995"/>
                  </a:lnTo>
                  <a:lnTo>
                    <a:pt x="100264" y="8720"/>
                  </a:lnTo>
                  <a:lnTo>
                    <a:pt x="107485" y="12339"/>
                  </a:lnTo>
                  <a:lnTo>
                    <a:pt x="103703" y="23529"/>
                  </a:lnTo>
                  <a:lnTo>
                    <a:pt x="103247" y="26558"/>
                  </a:lnTo>
                  <a:lnTo>
                    <a:pt x="107351" y="24694"/>
                  </a:lnTo>
                  <a:lnTo>
                    <a:pt x="107996" y="29141"/>
                  </a:lnTo>
                  <a:lnTo>
                    <a:pt x="113354" y="26403"/>
                  </a:lnTo>
                  <a:lnTo>
                    <a:pt x="116653" y="21652"/>
                  </a:lnTo>
                  <a:lnTo>
                    <a:pt x="119586" y="22830"/>
                  </a:lnTo>
                  <a:lnTo>
                    <a:pt x="124513" y="21225"/>
                  </a:lnTo>
                  <a:lnTo>
                    <a:pt x="126428" y="15533"/>
                  </a:lnTo>
                  <a:lnTo>
                    <a:pt x="125012" y="12259"/>
                  </a:lnTo>
                  <a:lnTo>
                    <a:pt x="119702" y="11462"/>
                  </a:lnTo>
                  <a:lnTo>
                    <a:pt x="115632" y="12170"/>
                  </a:lnTo>
                  <a:lnTo>
                    <a:pt x="112688" y="4568"/>
                  </a:lnTo>
                  <a:lnTo>
                    <a:pt x="121765" y="0"/>
                  </a:lnTo>
                  <a:lnTo>
                    <a:pt x="142944" y="1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444544" y="4205455"/>
              <a:ext cx="158915" cy="207874"/>
            </a:xfrm>
            <a:custGeom>
              <a:avLst/>
              <a:pathLst>
                <a:path w="158915" h="207874">
                  <a:moveTo>
                    <a:pt x="148045" y="95167"/>
                  </a:moveTo>
                  <a:lnTo>
                    <a:pt x="152724" y="106341"/>
                  </a:lnTo>
                  <a:lnTo>
                    <a:pt x="153470" y="108124"/>
                  </a:lnTo>
                  <a:lnTo>
                    <a:pt x="154071" y="109559"/>
                  </a:lnTo>
                  <a:lnTo>
                    <a:pt x="156399" y="114917"/>
                  </a:lnTo>
                  <a:lnTo>
                    <a:pt x="158269" y="119219"/>
                  </a:lnTo>
                  <a:lnTo>
                    <a:pt x="158453" y="119642"/>
                  </a:lnTo>
                  <a:lnTo>
                    <a:pt x="158526" y="119811"/>
                  </a:lnTo>
                  <a:lnTo>
                    <a:pt x="158915" y="120705"/>
                  </a:lnTo>
                  <a:lnTo>
                    <a:pt x="153183" y="123390"/>
                  </a:lnTo>
                  <a:lnTo>
                    <a:pt x="152794" y="123572"/>
                  </a:lnTo>
                  <a:lnTo>
                    <a:pt x="150216" y="124779"/>
                  </a:lnTo>
                  <a:lnTo>
                    <a:pt x="149274" y="125220"/>
                  </a:lnTo>
                  <a:lnTo>
                    <a:pt x="148404" y="125756"/>
                  </a:lnTo>
                  <a:lnTo>
                    <a:pt x="146753" y="126772"/>
                  </a:lnTo>
                  <a:lnTo>
                    <a:pt x="144857" y="127939"/>
                  </a:lnTo>
                  <a:lnTo>
                    <a:pt x="136300" y="136204"/>
                  </a:lnTo>
                  <a:lnTo>
                    <a:pt x="135974" y="136531"/>
                  </a:lnTo>
                  <a:lnTo>
                    <a:pt x="134482" y="138028"/>
                  </a:lnTo>
                  <a:lnTo>
                    <a:pt x="132811" y="139705"/>
                  </a:lnTo>
                  <a:lnTo>
                    <a:pt x="132536" y="139981"/>
                  </a:lnTo>
                  <a:lnTo>
                    <a:pt x="132322" y="140196"/>
                  </a:lnTo>
                  <a:lnTo>
                    <a:pt x="132203" y="140326"/>
                  </a:lnTo>
                  <a:lnTo>
                    <a:pt x="132015" y="140532"/>
                  </a:lnTo>
                  <a:lnTo>
                    <a:pt x="131651" y="140932"/>
                  </a:lnTo>
                  <a:lnTo>
                    <a:pt x="130611" y="142073"/>
                  </a:lnTo>
                  <a:lnTo>
                    <a:pt x="130414" y="142290"/>
                  </a:lnTo>
                  <a:lnTo>
                    <a:pt x="130247" y="142473"/>
                  </a:lnTo>
                  <a:lnTo>
                    <a:pt x="124836" y="149689"/>
                  </a:lnTo>
                  <a:lnTo>
                    <a:pt x="123274" y="151658"/>
                  </a:lnTo>
                  <a:lnTo>
                    <a:pt x="122363" y="152805"/>
                  </a:lnTo>
                  <a:lnTo>
                    <a:pt x="121264" y="154189"/>
                  </a:lnTo>
                  <a:lnTo>
                    <a:pt x="120983" y="154581"/>
                  </a:lnTo>
                  <a:lnTo>
                    <a:pt x="120468" y="155300"/>
                  </a:lnTo>
                  <a:lnTo>
                    <a:pt x="119780" y="156261"/>
                  </a:lnTo>
                  <a:lnTo>
                    <a:pt x="117870" y="158928"/>
                  </a:lnTo>
                  <a:lnTo>
                    <a:pt x="115231" y="162368"/>
                  </a:lnTo>
                  <a:lnTo>
                    <a:pt x="114646" y="163131"/>
                  </a:lnTo>
                  <a:lnTo>
                    <a:pt x="113984" y="164129"/>
                  </a:lnTo>
                  <a:lnTo>
                    <a:pt x="112304" y="166664"/>
                  </a:lnTo>
                  <a:lnTo>
                    <a:pt x="110730" y="169039"/>
                  </a:lnTo>
                  <a:lnTo>
                    <a:pt x="109851" y="170366"/>
                  </a:lnTo>
                  <a:lnTo>
                    <a:pt x="109230" y="171303"/>
                  </a:lnTo>
                  <a:lnTo>
                    <a:pt x="107515" y="173891"/>
                  </a:lnTo>
                  <a:lnTo>
                    <a:pt x="106510" y="175359"/>
                  </a:lnTo>
                  <a:lnTo>
                    <a:pt x="105817" y="176372"/>
                  </a:lnTo>
                  <a:lnTo>
                    <a:pt x="105696" y="176548"/>
                  </a:lnTo>
                  <a:lnTo>
                    <a:pt x="103634" y="179563"/>
                  </a:lnTo>
                  <a:lnTo>
                    <a:pt x="103106" y="180334"/>
                  </a:lnTo>
                  <a:lnTo>
                    <a:pt x="102153" y="181611"/>
                  </a:lnTo>
                  <a:lnTo>
                    <a:pt x="99828" y="184727"/>
                  </a:lnTo>
                  <a:lnTo>
                    <a:pt x="99495" y="185173"/>
                  </a:lnTo>
                  <a:lnTo>
                    <a:pt x="99103" y="185748"/>
                  </a:lnTo>
                  <a:lnTo>
                    <a:pt x="97049" y="188755"/>
                  </a:lnTo>
                  <a:lnTo>
                    <a:pt x="94276" y="192816"/>
                  </a:lnTo>
                  <a:lnTo>
                    <a:pt x="93506" y="193944"/>
                  </a:lnTo>
                  <a:lnTo>
                    <a:pt x="92008" y="196137"/>
                  </a:lnTo>
                  <a:lnTo>
                    <a:pt x="89470" y="199854"/>
                  </a:lnTo>
                  <a:lnTo>
                    <a:pt x="88953" y="200611"/>
                  </a:lnTo>
                  <a:lnTo>
                    <a:pt x="87359" y="202946"/>
                  </a:lnTo>
                  <a:lnTo>
                    <a:pt x="86118" y="204763"/>
                  </a:lnTo>
                  <a:lnTo>
                    <a:pt x="85757" y="205293"/>
                  </a:lnTo>
                  <a:lnTo>
                    <a:pt x="85553" y="205591"/>
                  </a:lnTo>
                  <a:lnTo>
                    <a:pt x="84944" y="206482"/>
                  </a:lnTo>
                  <a:lnTo>
                    <a:pt x="84778" y="206725"/>
                  </a:lnTo>
                  <a:lnTo>
                    <a:pt x="83994" y="207874"/>
                  </a:lnTo>
                  <a:lnTo>
                    <a:pt x="83556" y="207563"/>
                  </a:lnTo>
                  <a:lnTo>
                    <a:pt x="82667" y="206894"/>
                  </a:lnTo>
                  <a:lnTo>
                    <a:pt x="74498" y="200743"/>
                  </a:lnTo>
                  <a:lnTo>
                    <a:pt x="72741" y="199420"/>
                  </a:lnTo>
                  <a:lnTo>
                    <a:pt x="71112" y="197910"/>
                  </a:lnTo>
                  <a:lnTo>
                    <a:pt x="68215" y="195226"/>
                  </a:lnTo>
                  <a:lnTo>
                    <a:pt x="67659" y="194711"/>
                  </a:lnTo>
                  <a:lnTo>
                    <a:pt x="65265" y="192001"/>
                  </a:lnTo>
                  <a:lnTo>
                    <a:pt x="62919" y="189346"/>
                  </a:lnTo>
                  <a:lnTo>
                    <a:pt x="62450" y="188816"/>
                  </a:lnTo>
                  <a:lnTo>
                    <a:pt x="62218" y="188488"/>
                  </a:lnTo>
                  <a:lnTo>
                    <a:pt x="56871" y="180948"/>
                  </a:lnTo>
                  <a:lnTo>
                    <a:pt x="56437" y="180336"/>
                  </a:lnTo>
                  <a:lnTo>
                    <a:pt x="51296" y="173085"/>
                  </a:lnTo>
                  <a:lnTo>
                    <a:pt x="50657" y="172184"/>
                  </a:lnTo>
                  <a:lnTo>
                    <a:pt x="45246" y="164270"/>
                  </a:lnTo>
                  <a:lnTo>
                    <a:pt x="53186" y="158378"/>
                  </a:lnTo>
                  <a:lnTo>
                    <a:pt x="53369" y="158242"/>
                  </a:lnTo>
                  <a:lnTo>
                    <a:pt x="61161" y="152462"/>
                  </a:lnTo>
                  <a:lnTo>
                    <a:pt x="71369" y="144888"/>
                  </a:lnTo>
                  <a:lnTo>
                    <a:pt x="71721" y="144627"/>
                  </a:lnTo>
                  <a:lnTo>
                    <a:pt x="71526" y="144356"/>
                  </a:lnTo>
                  <a:lnTo>
                    <a:pt x="59449" y="127562"/>
                  </a:lnTo>
                  <a:lnTo>
                    <a:pt x="48475" y="112300"/>
                  </a:lnTo>
                  <a:lnTo>
                    <a:pt x="45021" y="107498"/>
                  </a:lnTo>
                  <a:lnTo>
                    <a:pt x="42858" y="104489"/>
                  </a:lnTo>
                  <a:lnTo>
                    <a:pt x="39300" y="99541"/>
                  </a:lnTo>
                  <a:lnTo>
                    <a:pt x="38351" y="99778"/>
                  </a:lnTo>
                  <a:lnTo>
                    <a:pt x="36422" y="101194"/>
                  </a:lnTo>
                  <a:lnTo>
                    <a:pt x="35880" y="101591"/>
                  </a:lnTo>
                  <a:lnTo>
                    <a:pt x="35699" y="101724"/>
                  </a:lnTo>
                  <a:lnTo>
                    <a:pt x="35210" y="102083"/>
                  </a:lnTo>
                  <a:lnTo>
                    <a:pt x="34237" y="102797"/>
                  </a:lnTo>
                  <a:lnTo>
                    <a:pt x="34048" y="102936"/>
                  </a:lnTo>
                  <a:lnTo>
                    <a:pt x="33908" y="103039"/>
                  </a:lnTo>
                  <a:lnTo>
                    <a:pt x="33630" y="103243"/>
                  </a:lnTo>
                  <a:lnTo>
                    <a:pt x="33329" y="103464"/>
                  </a:lnTo>
                  <a:lnTo>
                    <a:pt x="33112" y="103622"/>
                  </a:lnTo>
                  <a:lnTo>
                    <a:pt x="32851" y="103814"/>
                  </a:lnTo>
                  <a:lnTo>
                    <a:pt x="32446" y="104111"/>
                  </a:lnTo>
                  <a:lnTo>
                    <a:pt x="31994" y="104443"/>
                  </a:lnTo>
                  <a:lnTo>
                    <a:pt x="31669" y="104682"/>
                  </a:lnTo>
                  <a:lnTo>
                    <a:pt x="31298" y="104954"/>
                  </a:lnTo>
                  <a:lnTo>
                    <a:pt x="30958" y="105203"/>
                  </a:lnTo>
                  <a:lnTo>
                    <a:pt x="30787" y="105329"/>
                  </a:lnTo>
                  <a:lnTo>
                    <a:pt x="30521" y="105524"/>
                  </a:lnTo>
                  <a:lnTo>
                    <a:pt x="30187" y="105769"/>
                  </a:lnTo>
                  <a:lnTo>
                    <a:pt x="29994" y="105911"/>
                  </a:lnTo>
                  <a:lnTo>
                    <a:pt x="29779" y="106069"/>
                  </a:lnTo>
                  <a:lnTo>
                    <a:pt x="29401" y="106346"/>
                  </a:lnTo>
                  <a:lnTo>
                    <a:pt x="29157" y="106525"/>
                  </a:lnTo>
                  <a:lnTo>
                    <a:pt x="28842" y="106756"/>
                  </a:lnTo>
                  <a:lnTo>
                    <a:pt x="28689" y="106869"/>
                  </a:lnTo>
                  <a:lnTo>
                    <a:pt x="28499" y="107008"/>
                  </a:lnTo>
                  <a:lnTo>
                    <a:pt x="27194" y="107966"/>
                  </a:lnTo>
                  <a:lnTo>
                    <a:pt x="26164" y="108722"/>
                  </a:lnTo>
                  <a:lnTo>
                    <a:pt x="25852" y="108950"/>
                  </a:lnTo>
                  <a:lnTo>
                    <a:pt x="24898" y="109651"/>
                  </a:lnTo>
                  <a:lnTo>
                    <a:pt x="24243" y="110131"/>
                  </a:lnTo>
                  <a:lnTo>
                    <a:pt x="23925" y="110365"/>
                  </a:lnTo>
                  <a:lnTo>
                    <a:pt x="23681" y="110544"/>
                  </a:lnTo>
                  <a:lnTo>
                    <a:pt x="22731" y="111241"/>
                  </a:lnTo>
                  <a:lnTo>
                    <a:pt x="21511" y="112136"/>
                  </a:lnTo>
                  <a:lnTo>
                    <a:pt x="21082" y="112451"/>
                  </a:lnTo>
                  <a:lnTo>
                    <a:pt x="20744" y="112699"/>
                  </a:lnTo>
                  <a:lnTo>
                    <a:pt x="20282" y="113039"/>
                  </a:lnTo>
                  <a:lnTo>
                    <a:pt x="19641" y="113509"/>
                  </a:lnTo>
                  <a:lnTo>
                    <a:pt x="19301" y="113758"/>
                  </a:lnTo>
                  <a:lnTo>
                    <a:pt x="19164" y="113859"/>
                  </a:lnTo>
                  <a:lnTo>
                    <a:pt x="18746" y="114165"/>
                  </a:lnTo>
                  <a:lnTo>
                    <a:pt x="18531" y="114323"/>
                  </a:lnTo>
                  <a:lnTo>
                    <a:pt x="18008" y="114707"/>
                  </a:lnTo>
                  <a:lnTo>
                    <a:pt x="17506" y="115076"/>
                  </a:lnTo>
                  <a:lnTo>
                    <a:pt x="17080" y="115388"/>
                  </a:lnTo>
                  <a:lnTo>
                    <a:pt x="16490" y="115821"/>
                  </a:lnTo>
                  <a:lnTo>
                    <a:pt x="16383" y="115689"/>
                  </a:lnTo>
                  <a:lnTo>
                    <a:pt x="13471" y="112077"/>
                  </a:lnTo>
                  <a:lnTo>
                    <a:pt x="10942" y="108942"/>
                  </a:lnTo>
                  <a:lnTo>
                    <a:pt x="10063" y="107852"/>
                  </a:lnTo>
                  <a:lnTo>
                    <a:pt x="9554" y="107221"/>
                  </a:lnTo>
                  <a:lnTo>
                    <a:pt x="8885" y="106391"/>
                  </a:lnTo>
                  <a:lnTo>
                    <a:pt x="8096" y="105413"/>
                  </a:lnTo>
                  <a:lnTo>
                    <a:pt x="7569" y="104760"/>
                  </a:lnTo>
                  <a:lnTo>
                    <a:pt x="6934" y="103950"/>
                  </a:lnTo>
                  <a:lnTo>
                    <a:pt x="6312" y="103158"/>
                  </a:lnTo>
                  <a:lnTo>
                    <a:pt x="0" y="95116"/>
                  </a:lnTo>
                  <a:lnTo>
                    <a:pt x="2113" y="93301"/>
                  </a:lnTo>
                  <a:lnTo>
                    <a:pt x="2369" y="93081"/>
                  </a:lnTo>
                  <a:lnTo>
                    <a:pt x="3827" y="91829"/>
                  </a:lnTo>
                  <a:lnTo>
                    <a:pt x="4698" y="91081"/>
                  </a:lnTo>
                  <a:lnTo>
                    <a:pt x="13244" y="84004"/>
                  </a:lnTo>
                  <a:lnTo>
                    <a:pt x="19636" y="78712"/>
                  </a:lnTo>
                  <a:lnTo>
                    <a:pt x="19887" y="78484"/>
                  </a:lnTo>
                  <a:lnTo>
                    <a:pt x="26210" y="72713"/>
                  </a:lnTo>
                  <a:lnTo>
                    <a:pt x="27052" y="71894"/>
                  </a:lnTo>
                  <a:lnTo>
                    <a:pt x="27302" y="71606"/>
                  </a:lnTo>
                  <a:lnTo>
                    <a:pt x="28414" y="70325"/>
                  </a:lnTo>
                  <a:lnTo>
                    <a:pt x="28597" y="70115"/>
                  </a:lnTo>
                  <a:lnTo>
                    <a:pt x="30291" y="68325"/>
                  </a:lnTo>
                  <a:lnTo>
                    <a:pt x="31200" y="67025"/>
                  </a:lnTo>
                  <a:lnTo>
                    <a:pt x="35008" y="61578"/>
                  </a:lnTo>
                  <a:lnTo>
                    <a:pt x="35850" y="60375"/>
                  </a:lnTo>
                  <a:lnTo>
                    <a:pt x="36848" y="58861"/>
                  </a:lnTo>
                  <a:lnTo>
                    <a:pt x="38883" y="55773"/>
                  </a:lnTo>
                  <a:lnTo>
                    <a:pt x="40132" y="53879"/>
                  </a:lnTo>
                  <a:lnTo>
                    <a:pt x="41214" y="52078"/>
                  </a:lnTo>
                  <a:lnTo>
                    <a:pt x="41778" y="51141"/>
                  </a:lnTo>
                  <a:lnTo>
                    <a:pt x="43926" y="47568"/>
                  </a:lnTo>
                  <a:lnTo>
                    <a:pt x="44125" y="47216"/>
                  </a:lnTo>
                  <a:lnTo>
                    <a:pt x="46397" y="43212"/>
                  </a:lnTo>
                  <a:lnTo>
                    <a:pt x="46527" y="42982"/>
                  </a:lnTo>
                  <a:lnTo>
                    <a:pt x="49950" y="36947"/>
                  </a:lnTo>
                  <a:lnTo>
                    <a:pt x="50938" y="35205"/>
                  </a:lnTo>
                  <a:lnTo>
                    <a:pt x="51537" y="34149"/>
                  </a:lnTo>
                  <a:lnTo>
                    <a:pt x="52319" y="32771"/>
                  </a:lnTo>
                  <a:lnTo>
                    <a:pt x="53523" y="30648"/>
                  </a:lnTo>
                  <a:lnTo>
                    <a:pt x="56578" y="25157"/>
                  </a:lnTo>
                  <a:lnTo>
                    <a:pt x="63360" y="12964"/>
                  </a:lnTo>
                  <a:lnTo>
                    <a:pt x="65851" y="8072"/>
                  </a:lnTo>
                  <a:lnTo>
                    <a:pt x="66655" y="6494"/>
                  </a:lnTo>
                  <a:lnTo>
                    <a:pt x="66794" y="6221"/>
                  </a:lnTo>
                  <a:lnTo>
                    <a:pt x="67339" y="5151"/>
                  </a:lnTo>
                  <a:lnTo>
                    <a:pt x="68114" y="3627"/>
                  </a:lnTo>
                  <a:lnTo>
                    <a:pt x="68266" y="3329"/>
                  </a:lnTo>
                  <a:lnTo>
                    <a:pt x="68654" y="2567"/>
                  </a:lnTo>
                  <a:lnTo>
                    <a:pt x="68736" y="2406"/>
                  </a:lnTo>
                  <a:lnTo>
                    <a:pt x="69544" y="819"/>
                  </a:lnTo>
                  <a:lnTo>
                    <a:pt x="69961" y="0"/>
                  </a:lnTo>
                  <a:lnTo>
                    <a:pt x="70361" y="466"/>
                  </a:lnTo>
                  <a:lnTo>
                    <a:pt x="70625" y="775"/>
                  </a:lnTo>
                  <a:lnTo>
                    <a:pt x="71479" y="1772"/>
                  </a:lnTo>
                  <a:lnTo>
                    <a:pt x="72091" y="2379"/>
                  </a:lnTo>
                  <a:lnTo>
                    <a:pt x="78481" y="8723"/>
                  </a:lnTo>
                  <a:lnTo>
                    <a:pt x="78612" y="8853"/>
                  </a:lnTo>
                  <a:lnTo>
                    <a:pt x="90185" y="20342"/>
                  </a:lnTo>
                  <a:lnTo>
                    <a:pt x="90971" y="21142"/>
                  </a:lnTo>
                  <a:lnTo>
                    <a:pt x="92138" y="22327"/>
                  </a:lnTo>
                  <a:lnTo>
                    <a:pt x="96619" y="26883"/>
                  </a:lnTo>
                  <a:lnTo>
                    <a:pt x="96860" y="27129"/>
                  </a:lnTo>
                  <a:lnTo>
                    <a:pt x="101779" y="32130"/>
                  </a:lnTo>
                  <a:lnTo>
                    <a:pt x="102567" y="32931"/>
                  </a:lnTo>
                  <a:lnTo>
                    <a:pt x="103511" y="33891"/>
                  </a:lnTo>
                  <a:lnTo>
                    <a:pt x="105222" y="35722"/>
                  </a:lnTo>
                  <a:lnTo>
                    <a:pt x="108472" y="39202"/>
                  </a:lnTo>
                  <a:lnTo>
                    <a:pt x="109281" y="39990"/>
                  </a:lnTo>
                  <a:lnTo>
                    <a:pt x="109525" y="40228"/>
                  </a:lnTo>
                  <a:lnTo>
                    <a:pt x="111808" y="42452"/>
                  </a:lnTo>
                  <a:lnTo>
                    <a:pt x="112532" y="43159"/>
                  </a:lnTo>
                  <a:lnTo>
                    <a:pt x="113198" y="43807"/>
                  </a:lnTo>
                  <a:lnTo>
                    <a:pt x="113535" y="44136"/>
                  </a:lnTo>
                  <a:lnTo>
                    <a:pt x="113984" y="44573"/>
                  </a:lnTo>
                  <a:lnTo>
                    <a:pt x="114285" y="44867"/>
                  </a:lnTo>
                  <a:lnTo>
                    <a:pt x="114989" y="45632"/>
                  </a:lnTo>
                  <a:lnTo>
                    <a:pt x="116302" y="47062"/>
                  </a:lnTo>
                  <a:lnTo>
                    <a:pt x="117979" y="48887"/>
                  </a:lnTo>
                  <a:lnTo>
                    <a:pt x="119403" y="50550"/>
                  </a:lnTo>
                  <a:lnTo>
                    <a:pt x="120291" y="51587"/>
                  </a:lnTo>
                  <a:lnTo>
                    <a:pt x="121856" y="53415"/>
                  </a:lnTo>
                  <a:lnTo>
                    <a:pt x="122310" y="53945"/>
                  </a:lnTo>
                  <a:lnTo>
                    <a:pt x="124187" y="56385"/>
                  </a:lnTo>
                  <a:lnTo>
                    <a:pt x="127031" y="60082"/>
                  </a:lnTo>
                  <a:lnTo>
                    <a:pt x="127720" y="60978"/>
                  </a:lnTo>
                  <a:lnTo>
                    <a:pt x="130754" y="64922"/>
                  </a:lnTo>
                  <a:lnTo>
                    <a:pt x="135829" y="71519"/>
                  </a:lnTo>
                  <a:lnTo>
                    <a:pt x="136594" y="72762"/>
                  </a:lnTo>
                  <a:lnTo>
                    <a:pt x="136831" y="73146"/>
                  </a:lnTo>
                  <a:lnTo>
                    <a:pt x="139077" y="76797"/>
                  </a:lnTo>
                  <a:lnTo>
                    <a:pt x="139523" y="77612"/>
                  </a:lnTo>
                  <a:lnTo>
                    <a:pt x="141814" y="81805"/>
                  </a:lnTo>
                  <a:lnTo>
                    <a:pt x="141985" y="82116"/>
                  </a:lnTo>
                  <a:lnTo>
                    <a:pt x="142196" y="82503"/>
                  </a:lnTo>
                  <a:lnTo>
                    <a:pt x="142346" y="82777"/>
                  </a:lnTo>
                  <a:lnTo>
                    <a:pt x="142811" y="83646"/>
                  </a:lnTo>
                  <a:lnTo>
                    <a:pt x="143694" y="85297"/>
                  </a:lnTo>
                  <a:lnTo>
                    <a:pt x="144215" y="86270"/>
                  </a:lnTo>
                  <a:lnTo>
                    <a:pt x="144429" y="86669"/>
                  </a:lnTo>
                  <a:lnTo>
                    <a:pt x="145861" y="90034"/>
                  </a:lnTo>
                  <a:lnTo>
                    <a:pt x="146456" y="91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979497" y="4208746"/>
              <a:ext cx="174323" cy="169124"/>
            </a:xfrm>
            <a:custGeom>
              <a:avLst/>
              <a:pathLst>
                <a:path w="174323" h="169124">
                  <a:moveTo>
                    <a:pt x="17542" y="19223"/>
                  </a:moveTo>
                  <a:lnTo>
                    <a:pt x="23317" y="21864"/>
                  </a:lnTo>
                  <a:lnTo>
                    <a:pt x="31834" y="17518"/>
                  </a:lnTo>
                  <a:lnTo>
                    <a:pt x="34304" y="19654"/>
                  </a:lnTo>
                  <a:lnTo>
                    <a:pt x="26610" y="28878"/>
                  </a:lnTo>
                  <a:lnTo>
                    <a:pt x="32879" y="35674"/>
                  </a:lnTo>
                  <a:lnTo>
                    <a:pt x="41428" y="35577"/>
                  </a:lnTo>
                  <a:lnTo>
                    <a:pt x="41903" y="27421"/>
                  </a:lnTo>
                  <a:lnTo>
                    <a:pt x="42280" y="27461"/>
                  </a:lnTo>
                  <a:lnTo>
                    <a:pt x="44658" y="27713"/>
                  </a:lnTo>
                  <a:lnTo>
                    <a:pt x="49736" y="29520"/>
                  </a:lnTo>
                  <a:lnTo>
                    <a:pt x="52340" y="30446"/>
                  </a:lnTo>
                  <a:lnTo>
                    <a:pt x="54977" y="31385"/>
                  </a:lnTo>
                  <a:lnTo>
                    <a:pt x="55510" y="31574"/>
                  </a:lnTo>
                  <a:lnTo>
                    <a:pt x="56013" y="31753"/>
                  </a:lnTo>
                  <a:lnTo>
                    <a:pt x="57482" y="32276"/>
                  </a:lnTo>
                  <a:lnTo>
                    <a:pt x="56218" y="36291"/>
                  </a:lnTo>
                  <a:lnTo>
                    <a:pt x="54822" y="40723"/>
                  </a:lnTo>
                  <a:lnTo>
                    <a:pt x="56447" y="41373"/>
                  </a:lnTo>
                  <a:lnTo>
                    <a:pt x="56609" y="41438"/>
                  </a:lnTo>
                  <a:lnTo>
                    <a:pt x="57007" y="41597"/>
                  </a:lnTo>
                  <a:lnTo>
                    <a:pt x="57070" y="41438"/>
                  </a:lnTo>
                  <a:lnTo>
                    <a:pt x="59192" y="36063"/>
                  </a:lnTo>
                  <a:lnTo>
                    <a:pt x="72870" y="32470"/>
                  </a:lnTo>
                  <a:lnTo>
                    <a:pt x="78570" y="34703"/>
                  </a:lnTo>
                  <a:lnTo>
                    <a:pt x="83889" y="40820"/>
                  </a:lnTo>
                  <a:lnTo>
                    <a:pt x="85409" y="46743"/>
                  </a:lnTo>
                  <a:lnTo>
                    <a:pt x="89778" y="44413"/>
                  </a:lnTo>
                  <a:lnTo>
                    <a:pt x="95003" y="46840"/>
                  </a:lnTo>
                  <a:lnTo>
                    <a:pt x="98138" y="51501"/>
                  </a:lnTo>
                  <a:lnTo>
                    <a:pt x="100987" y="52180"/>
                  </a:lnTo>
                  <a:lnTo>
                    <a:pt x="100717" y="53319"/>
                  </a:lnTo>
                  <a:lnTo>
                    <a:pt x="99372" y="58977"/>
                  </a:lnTo>
                  <a:lnTo>
                    <a:pt x="103267" y="59074"/>
                  </a:lnTo>
                  <a:lnTo>
                    <a:pt x="103647" y="56841"/>
                  </a:lnTo>
                  <a:lnTo>
                    <a:pt x="104504" y="56626"/>
                  </a:lnTo>
                  <a:lnTo>
                    <a:pt x="108681" y="55579"/>
                  </a:lnTo>
                  <a:lnTo>
                    <a:pt x="109539" y="55811"/>
                  </a:lnTo>
                  <a:lnTo>
                    <a:pt x="111911" y="56452"/>
                  </a:lnTo>
                  <a:lnTo>
                    <a:pt x="113385" y="53690"/>
                  </a:lnTo>
                  <a:lnTo>
                    <a:pt x="114191" y="52180"/>
                  </a:lnTo>
                  <a:lnTo>
                    <a:pt x="119890" y="54996"/>
                  </a:lnTo>
                  <a:lnTo>
                    <a:pt x="119277" y="55935"/>
                  </a:lnTo>
                  <a:lnTo>
                    <a:pt x="118031" y="57840"/>
                  </a:lnTo>
                  <a:lnTo>
                    <a:pt x="123300" y="60307"/>
                  </a:lnTo>
                  <a:lnTo>
                    <a:pt x="125565" y="61368"/>
                  </a:lnTo>
                  <a:lnTo>
                    <a:pt x="127430" y="62241"/>
                  </a:lnTo>
                  <a:lnTo>
                    <a:pt x="130536" y="63822"/>
                  </a:lnTo>
                  <a:lnTo>
                    <a:pt x="131102" y="64111"/>
                  </a:lnTo>
                  <a:lnTo>
                    <a:pt x="126828" y="72894"/>
                  </a:lnTo>
                  <a:lnTo>
                    <a:pt x="127280" y="73127"/>
                  </a:lnTo>
                  <a:lnTo>
                    <a:pt x="127194" y="73434"/>
                  </a:lnTo>
                  <a:lnTo>
                    <a:pt x="126497" y="75920"/>
                  </a:lnTo>
                  <a:lnTo>
                    <a:pt x="126317" y="76560"/>
                  </a:lnTo>
                  <a:lnTo>
                    <a:pt x="126145" y="76895"/>
                  </a:lnTo>
                  <a:lnTo>
                    <a:pt x="125926" y="77324"/>
                  </a:lnTo>
                  <a:lnTo>
                    <a:pt x="125574" y="77720"/>
                  </a:lnTo>
                  <a:lnTo>
                    <a:pt x="123713" y="80064"/>
                  </a:lnTo>
                  <a:lnTo>
                    <a:pt x="123861" y="80192"/>
                  </a:lnTo>
                  <a:lnTo>
                    <a:pt x="124107" y="80403"/>
                  </a:lnTo>
                  <a:lnTo>
                    <a:pt x="124570" y="80801"/>
                  </a:lnTo>
                  <a:lnTo>
                    <a:pt x="124710" y="80922"/>
                  </a:lnTo>
                  <a:lnTo>
                    <a:pt x="128456" y="83317"/>
                  </a:lnTo>
                  <a:lnTo>
                    <a:pt x="129740" y="81697"/>
                  </a:lnTo>
                  <a:lnTo>
                    <a:pt x="130142" y="81061"/>
                  </a:lnTo>
                  <a:lnTo>
                    <a:pt x="131188" y="79406"/>
                  </a:lnTo>
                  <a:lnTo>
                    <a:pt x="131387" y="79554"/>
                  </a:lnTo>
                  <a:lnTo>
                    <a:pt x="131826" y="79871"/>
                  </a:lnTo>
                  <a:lnTo>
                    <a:pt x="132363" y="80257"/>
                  </a:lnTo>
                  <a:lnTo>
                    <a:pt x="132730" y="80846"/>
                  </a:lnTo>
                  <a:lnTo>
                    <a:pt x="135071" y="84603"/>
                  </a:lnTo>
                  <a:lnTo>
                    <a:pt x="135291" y="84956"/>
                  </a:lnTo>
                  <a:lnTo>
                    <a:pt x="135687" y="84430"/>
                  </a:lnTo>
                  <a:lnTo>
                    <a:pt x="136485" y="83368"/>
                  </a:lnTo>
                  <a:lnTo>
                    <a:pt x="137304" y="82007"/>
                  </a:lnTo>
                  <a:lnTo>
                    <a:pt x="137523" y="81644"/>
                  </a:lnTo>
                  <a:lnTo>
                    <a:pt x="137677" y="81318"/>
                  </a:lnTo>
                  <a:lnTo>
                    <a:pt x="138338" y="79923"/>
                  </a:lnTo>
                  <a:lnTo>
                    <a:pt x="138765" y="79022"/>
                  </a:lnTo>
                  <a:lnTo>
                    <a:pt x="139622" y="77468"/>
                  </a:lnTo>
                  <a:lnTo>
                    <a:pt x="140060" y="76671"/>
                  </a:lnTo>
                  <a:lnTo>
                    <a:pt x="140851" y="75236"/>
                  </a:lnTo>
                  <a:lnTo>
                    <a:pt x="141098" y="74838"/>
                  </a:lnTo>
                  <a:lnTo>
                    <a:pt x="142234" y="73010"/>
                  </a:lnTo>
                  <a:lnTo>
                    <a:pt x="142282" y="71755"/>
                  </a:lnTo>
                  <a:lnTo>
                    <a:pt x="142293" y="71462"/>
                  </a:lnTo>
                  <a:lnTo>
                    <a:pt x="142399" y="68657"/>
                  </a:lnTo>
                  <a:lnTo>
                    <a:pt x="142418" y="68486"/>
                  </a:lnTo>
                  <a:lnTo>
                    <a:pt x="142561" y="67844"/>
                  </a:lnTo>
                  <a:lnTo>
                    <a:pt x="142726" y="67101"/>
                  </a:lnTo>
                  <a:lnTo>
                    <a:pt x="142821" y="66673"/>
                  </a:lnTo>
                  <a:lnTo>
                    <a:pt x="145989" y="68918"/>
                  </a:lnTo>
                  <a:lnTo>
                    <a:pt x="146905" y="69567"/>
                  </a:lnTo>
                  <a:lnTo>
                    <a:pt x="148350" y="70526"/>
                  </a:lnTo>
                  <a:lnTo>
                    <a:pt x="149100" y="70998"/>
                  </a:lnTo>
                  <a:lnTo>
                    <a:pt x="149364" y="70609"/>
                  </a:lnTo>
                  <a:lnTo>
                    <a:pt x="149485" y="70432"/>
                  </a:lnTo>
                  <a:lnTo>
                    <a:pt x="149847" y="69900"/>
                  </a:lnTo>
                  <a:lnTo>
                    <a:pt x="151104" y="68052"/>
                  </a:lnTo>
                  <a:lnTo>
                    <a:pt x="152624" y="65818"/>
                  </a:lnTo>
                  <a:lnTo>
                    <a:pt x="153173" y="65187"/>
                  </a:lnTo>
                  <a:lnTo>
                    <a:pt x="154373" y="63805"/>
                  </a:lnTo>
                  <a:lnTo>
                    <a:pt x="155110" y="62959"/>
                  </a:lnTo>
                  <a:lnTo>
                    <a:pt x="155282" y="63086"/>
                  </a:lnTo>
                  <a:lnTo>
                    <a:pt x="155791" y="63464"/>
                  </a:lnTo>
                  <a:lnTo>
                    <a:pt x="157772" y="64933"/>
                  </a:lnTo>
                  <a:lnTo>
                    <a:pt x="158704" y="65261"/>
                  </a:lnTo>
                  <a:lnTo>
                    <a:pt x="160302" y="65822"/>
                  </a:lnTo>
                  <a:lnTo>
                    <a:pt x="160707" y="65965"/>
                  </a:lnTo>
                  <a:lnTo>
                    <a:pt x="161242" y="66098"/>
                  </a:lnTo>
                  <a:lnTo>
                    <a:pt x="162708" y="66465"/>
                  </a:lnTo>
                  <a:lnTo>
                    <a:pt x="164071" y="66805"/>
                  </a:lnTo>
                  <a:lnTo>
                    <a:pt x="166255" y="67443"/>
                  </a:lnTo>
                  <a:lnTo>
                    <a:pt x="166860" y="67619"/>
                  </a:lnTo>
                  <a:lnTo>
                    <a:pt x="167683" y="66852"/>
                  </a:lnTo>
                  <a:lnTo>
                    <a:pt x="167847" y="66700"/>
                  </a:lnTo>
                  <a:lnTo>
                    <a:pt x="168041" y="66520"/>
                  </a:lnTo>
                  <a:lnTo>
                    <a:pt x="168678" y="68629"/>
                  </a:lnTo>
                  <a:lnTo>
                    <a:pt x="168563" y="69543"/>
                  </a:lnTo>
                  <a:lnTo>
                    <a:pt x="168368" y="71091"/>
                  </a:lnTo>
                  <a:lnTo>
                    <a:pt x="168290" y="71375"/>
                  </a:lnTo>
                  <a:lnTo>
                    <a:pt x="168194" y="71726"/>
                  </a:lnTo>
                  <a:lnTo>
                    <a:pt x="167929" y="72696"/>
                  </a:lnTo>
                  <a:lnTo>
                    <a:pt x="167284" y="75052"/>
                  </a:lnTo>
                  <a:lnTo>
                    <a:pt x="166318" y="78581"/>
                  </a:lnTo>
                  <a:lnTo>
                    <a:pt x="166365" y="79147"/>
                  </a:lnTo>
                  <a:lnTo>
                    <a:pt x="166384" y="79381"/>
                  </a:lnTo>
                  <a:lnTo>
                    <a:pt x="166431" y="79948"/>
                  </a:lnTo>
                  <a:lnTo>
                    <a:pt x="165662" y="81103"/>
                  </a:lnTo>
                  <a:lnTo>
                    <a:pt x="165471" y="81391"/>
                  </a:lnTo>
                  <a:lnTo>
                    <a:pt x="165291" y="81662"/>
                  </a:lnTo>
                  <a:lnTo>
                    <a:pt x="164496" y="82859"/>
                  </a:lnTo>
                  <a:lnTo>
                    <a:pt x="164180" y="83334"/>
                  </a:lnTo>
                  <a:lnTo>
                    <a:pt x="163614" y="84186"/>
                  </a:lnTo>
                  <a:lnTo>
                    <a:pt x="163214" y="84788"/>
                  </a:lnTo>
                  <a:lnTo>
                    <a:pt x="163741" y="84889"/>
                  </a:lnTo>
                  <a:lnTo>
                    <a:pt x="167454" y="85606"/>
                  </a:lnTo>
                  <a:lnTo>
                    <a:pt x="168119" y="85790"/>
                  </a:lnTo>
                  <a:lnTo>
                    <a:pt x="169392" y="86421"/>
                  </a:lnTo>
                  <a:lnTo>
                    <a:pt x="172288" y="87070"/>
                  </a:lnTo>
                  <a:lnTo>
                    <a:pt x="174323" y="88004"/>
                  </a:lnTo>
                  <a:lnTo>
                    <a:pt x="174142" y="88255"/>
                  </a:lnTo>
                  <a:lnTo>
                    <a:pt x="173912" y="88573"/>
                  </a:lnTo>
                  <a:lnTo>
                    <a:pt x="173156" y="89620"/>
                  </a:lnTo>
                  <a:lnTo>
                    <a:pt x="172401" y="90667"/>
                  </a:lnTo>
                  <a:lnTo>
                    <a:pt x="171614" y="91756"/>
                  </a:lnTo>
                  <a:lnTo>
                    <a:pt x="171102" y="92651"/>
                  </a:lnTo>
                  <a:lnTo>
                    <a:pt x="170897" y="93009"/>
                  </a:lnTo>
                  <a:lnTo>
                    <a:pt x="170392" y="93892"/>
                  </a:lnTo>
                  <a:lnTo>
                    <a:pt x="169675" y="95050"/>
                  </a:lnTo>
                  <a:lnTo>
                    <a:pt x="170076" y="95738"/>
                  </a:lnTo>
                  <a:lnTo>
                    <a:pt x="171197" y="97665"/>
                  </a:lnTo>
                  <a:lnTo>
                    <a:pt x="171425" y="98055"/>
                  </a:lnTo>
                  <a:lnTo>
                    <a:pt x="171092" y="98248"/>
                  </a:lnTo>
                  <a:lnTo>
                    <a:pt x="168608" y="99725"/>
                  </a:lnTo>
                  <a:lnTo>
                    <a:pt x="168001" y="98632"/>
                  </a:lnTo>
                  <a:lnTo>
                    <a:pt x="167872" y="98399"/>
                  </a:lnTo>
                  <a:lnTo>
                    <a:pt x="165682" y="94453"/>
                  </a:lnTo>
                  <a:lnTo>
                    <a:pt x="165452" y="94039"/>
                  </a:lnTo>
                  <a:lnTo>
                    <a:pt x="163532" y="95250"/>
                  </a:lnTo>
                  <a:lnTo>
                    <a:pt x="163255" y="95425"/>
                  </a:lnTo>
                  <a:lnTo>
                    <a:pt x="162692" y="95822"/>
                  </a:lnTo>
                  <a:lnTo>
                    <a:pt x="162461" y="95985"/>
                  </a:lnTo>
                  <a:lnTo>
                    <a:pt x="161976" y="96328"/>
                  </a:lnTo>
                  <a:lnTo>
                    <a:pt x="161504" y="96661"/>
                  </a:lnTo>
                  <a:lnTo>
                    <a:pt x="160205" y="97579"/>
                  </a:lnTo>
                  <a:lnTo>
                    <a:pt x="159181" y="98302"/>
                  </a:lnTo>
                  <a:lnTo>
                    <a:pt x="160224" y="100354"/>
                  </a:lnTo>
                  <a:lnTo>
                    <a:pt x="160318" y="100540"/>
                  </a:lnTo>
                  <a:lnTo>
                    <a:pt x="161190" y="102255"/>
                  </a:lnTo>
                  <a:lnTo>
                    <a:pt x="162103" y="104051"/>
                  </a:lnTo>
                  <a:lnTo>
                    <a:pt x="162438" y="104711"/>
                  </a:lnTo>
                  <a:lnTo>
                    <a:pt x="162942" y="105701"/>
                  </a:lnTo>
                  <a:lnTo>
                    <a:pt x="165126" y="109998"/>
                  </a:lnTo>
                  <a:lnTo>
                    <a:pt x="164262" y="110309"/>
                  </a:lnTo>
                  <a:lnTo>
                    <a:pt x="164456" y="110429"/>
                  </a:lnTo>
                  <a:lnTo>
                    <a:pt x="165361" y="110989"/>
                  </a:lnTo>
                  <a:lnTo>
                    <a:pt x="166560" y="111731"/>
                  </a:lnTo>
                  <a:lnTo>
                    <a:pt x="163010" y="117278"/>
                  </a:lnTo>
                  <a:lnTo>
                    <a:pt x="160752" y="120806"/>
                  </a:lnTo>
                  <a:lnTo>
                    <a:pt x="159418" y="122890"/>
                  </a:lnTo>
                  <a:lnTo>
                    <a:pt x="159061" y="123514"/>
                  </a:lnTo>
                  <a:lnTo>
                    <a:pt x="154146" y="132123"/>
                  </a:lnTo>
                  <a:lnTo>
                    <a:pt x="154403" y="132269"/>
                  </a:lnTo>
                  <a:lnTo>
                    <a:pt x="154776" y="132531"/>
                  </a:lnTo>
                  <a:lnTo>
                    <a:pt x="155440" y="132996"/>
                  </a:lnTo>
                  <a:lnTo>
                    <a:pt x="161961" y="137569"/>
                  </a:lnTo>
                  <a:lnTo>
                    <a:pt x="161212" y="138705"/>
                  </a:lnTo>
                  <a:lnTo>
                    <a:pt x="160882" y="139204"/>
                  </a:lnTo>
                  <a:lnTo>
                    <a:pt x="159265" y="141656"/>
                  </a:lnTo>
                  <a:lnTo>
                    <a:pt x="157940" y="143663"/>
                  </a:lnTo>
                  <a:lnTo>
                    <a:pt x="156200" y="146301"/>
                  </a:lnTo>
                  <a:lnTo>
                    <a:pt x="153702" y="150086"/>
                  </a:lnTo>
                  <a:lnTo>
                    <a:pt x="154678" y="150732"/>
                  </a:lnTo>
                  <a:lnTo>
                    <a:pt x="158424" y="153208"/>
                  </a:lnTo>
                  <a:lnTo>
                    <a:pt x="150746" y="165321"/>
                  </a:lnTo>
                  <a:lnTo>
                    <a:pt x="148336" y="169124"/>
                  </a:lnTo>
                  <a:lnTo>
                    <a:pt x="136653" y="161207"/>
                  </a:lnTo>
                  <a:lnTo>
                    <a:pt x="133498" y="159069"/>
                  </a:lnTo>
                  <a:lnTo>
                    <a:pt x="132527" y="158410"/>
                  </a:lnTo>
                  <a:lnTo>
                    <a:pt x="129109" y="156094"/>
                  </a:lnTo>
                  <a:lnTo>
                    <a:pt x="128969" y="156007"/>
                  </a:lnTo>
                  <a:lnTo>
                    <a:pt x="124409" y="153178"/>
                  </a:lnTo>
                  <a:lnTo>
                    <a:pt x="122947" y="152272"/>
                  </a:lnTo>
                  <a:lnTo>
                    <a:pt x="121055" y="151098"/>
                  </a:lnTo>
                  <a:lnTo>
                    <a:pt x="120504" y="150756"/>
                  </a:lnTo>
                  <a:lnTo>
                    <a:pt x="117204" y="148709"/>
                  </a:lnTo>
                  <a:lnTo>
                    <a:pt x="117044" y="148610"/>
                  </a:lnTo>
                  <a:lnTo>
                    <a:pt x="114838" y="147242"/>
                  </a:lnTo>
                  <a:lnTo>
                    <a:pt x="113644" y="146501"/>
                  </a:lnTo>
                  <a:lnTo>
                    <a:pt x="112851" y="146024"/>
                  </a:lnTo>
                  <a:lnTo>
                    <a:pt x="111414" y="145159"/>
                  </a:lnTo>
                  <a:lnTo>
                    <a:pt x="105727" y="141736"/>
                  </a:lnTo>
                  <a:lnTo>
                    <a:pt x="104960" y="141274"/>
                  </a:lnTo>
                  <a:lnTo>
                    <a:pt x="104732" y="141136"/>
                  </a:lnTo>
                  <a:lnTo>
                    <a:pt x="101423" y="139081"/>
                  </a:lnTo>
                  <a:lnTo>
                    <a:pt x="96731" y="136168"/>
                  </a:lnTo>
                  <a:lnTo>
                    <a:pt x="88899" y="131305"/>
                  </a:lnTo>
                  <a:lnTo>
                    <a:pt x="86559" y="129851"/>
                  </a:lnTo>
                  <a:lnTo>
                    <a:pt x="83515" y="130983"/>
                  </a:lnTo>
                  <a:lnTo>
                    <a:pt x="72181" y="135178"/>
                  </a:lnTo>
                  <a:lnTo>
                    <a:pt x="72032" y="134765"/>
                  </a:lnTo>
                  <a:lnTo>
                    <a:pt x="71984" y="134628"/>
                  </a:lnTo>
                  <a:lnTo>
                    <a:pt x="69175" y="126786"/>
                  </a:lnTo>
                  <a:lnTo>
                    <a:pt x="65597" y="128068"/>
                  </a:lnTo>
                  <a:lnTo>
                    <a:pt x="64871" y="128328"/>
                  </a:lnTo>
                  <a:lnTo>
                    <a:pt x="64119" y="128627"/>
                  </a:lnTo>
                  <a:lnTo>
                    <a:pt x="63533" y="128859"/>
                  </a:lnTo>
                  <a:lnTo>
                    <a:pt x="60422" y="129589"/>
                  </a:lnTo>
                  <a:lnTo>
                    <a:pt x="58818" y="129965"/>
                  </a:lnTo>
                  <a:lnTo>
                    <a:pt x="56689" y="130465"/>
                  </a:lnTo>
                  <a:lnTo>
                    <a:pt x="46752" y="133384"/>
                  </a:lnTo>
                  <a:lnTo>
                    <a:pt x="42298" y="134693"/>
                  </a:lnTo>
                  <a:lnTo>
                    <a:pt x="41942" y="134798"/>
                  </a:lnTo>
                  <a:lnTo>
                    <a:pt x="41452" y="133825"/>
                  </a:lnTo>
                  <a:lnTo>
                    <a:pt x="40330" y="131596"/>
                  </a:lnTo>
                  <a:lnTo>
                    <a:pt x="39749" y="130442"/>
                  </a:lnTo>
                  <a:lnTo>
                    <a:pt x="39504" y="129954"/>
                  </a:lnTo>
                  <a:lnTo>
                    <a:pt x="39149" y="129249"/>
                  </a:lnTo>
                  <a:lnTo>
                    <a:pt x="38940" y="129040"/>
                  </a:lnTo>
                  <a:lnTo>
                    <a:pt x="36726" y="126822"/>
                  </a:lnTo>
                  <a:lnTo>
                    <a:pt x="36281" y="126337"/>
                  </a:lnTo>
                  <a:lnTo>
                    <a:pt x="35741" y="125749"/>
                  </a:lnTo>
                  <a:lnTo>
                    <a:pt x="35485" y="125471"/>
                  </a:lnTo>
                  <a:lnTo>
                    <a:pt x="33782" y="123617"/>
                  </a:lnTo>
                  <a:lnTo>
                    <a:pt x="31640" y="121229"/>
                  </a:lnTo>
                  <a:lnTo>
                    <a:pt x="29626" y="118981"/>
                  </a:lnTo>
                  <a:lnTo>
                    <a:pt x="29116" y="117933"/>
                  </a:lnTo>
                  <a:lnTo>
                    <a:pt x="28740" y="117160"/>
                  </a:lnTo>
                  <a:lnTo>
                    <a:pt x="27358" y="114317"/>
                  </a:lnTo>
                  <a:lnTo>
                    <a:pt x="39054" y="107038"/>
                  </a:lnTo>
                  <a:lnTo>
                    <a:pt x="59952" y="108786"/>
                  </a:lnTo>
                  <a:lnTo>
                    <a:pt x="69641" y="102572"/>
                  </a:lnTo>
                  <a:lnTo>
                    <a:pt x="61471" y="95193"/>
                  </a:lnTo>
                  <a:lnTo>
                    <a:pt x="69261" y="88785"/>
                  </a:lnTo>
                  <a:lnTo>
                    <a:pt x="64511" y="84707"/>
                  </a:lnTo>
                  <a:lnTo>
                    <a:pt x="64891" y="80435"/>
                  </a:lnTo>
                  <a:lnTo>
                    <a:pt x="56342" y="74997"/>
                  </a:lnTo>
                  <a:lnTo>
                    <a:pt x="51972" y="75386"/>
                  </a:lnTo>
                  <a:lnTo>
                    <a:pt x="37534" y="71502"/>
                  </a:lnTo>
                  <a:lnTo>
                    <a:pt x="37914" y="46646"/>
                  </a:lnTo>
                  <a:lnTo>
                    <a:pt x="26895" y="41209"/>
                  </a:lnTo>
                  <a:lnTo>
                    <a:pt x="13976" y="30140"/>
                  </a:lnTo>
                  <a:lnTo>
                    <a:pt x="0" y="24668"/>
                  </a:lnTo>
                  <a:lnTo>
                    <a:pt x="2104" y="20913"/>
                  </a:lnTo>
                  <a:lnTo>
                    <a:pt x="22329" y="0"/>
                  </a:lnTo>
                  <a:lnTo>
                    <a:pt x="24002" y="1208"/>
                  </a:lnTo>
                  <a:lnTo>
                    <a:pt x="24343" y="1454"/>
                  </a:lnTo>
                  <a:lnTo>
                    <a:pt x="29696" y="5320"/>
                  </a:lnTo>
                  <a:lnTo>
                    <a:pt x="30777" y="6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198405" y="4179133"/>
              <a:ext cx="152304" cy="177916"/>
            </a:xfrm>
            <a:custGeom>
              <a:avLst/>
              <a:pathLst>
                <a:path w="152304" h="177916">
                  <a:moveTo>
                    <a:pt x="74328" y="6967"/>
                  </a:moveTo>
                  <a:lnTo>
                    <a:pt x="77556" y="9031"/>
                  </a:lnTo>
                  <a:lnTo>
                    <a:pt x="77713" y="9131"/>
                  </a:lnTo>
                  <a:lnTo>
                    <a:pt x="79506" y="10278"/>
                  </a:lnTo>
                  <a:lnTo>
                    <a:pt x="80570" y="10958"/>
                  </a:lnTo>
                  <a:lnTo>
                    <a:pt x="81244" y="11389"/>
                  </a:lnTo>
                  <a:lnTo>
                    <a:pt x="81932" y="11829"/>
                  </a:lnTo>
                  <a:lnTo>
                    <a:pt x="84258" y="13317"/>
                  </a:lnTo>
                  <a:lnTo>
                    <a:pt x="85088" y="13847"/>
                  </a:lnTo>
                  <a:lnTo>
                    <a:pt x="85498" y="14110"/>
                  </a:lnTo>
                  <a:lnTo>
                    <a:pt x="86703" y="14880"/>
                  </a:lnTo>
                  <a:lnTo>
                    <a:pt x="88025" y="15617"/>
                  </a:lnTo>
                  <a:lnTo>
                    <a:pt x="88705" y="15996"/>
                  </a:lnTo>
                  <a:lnTo>
                    <a:pt x="89290" y="16321"/>
                  </a:lnTo>
                  <a:lnTo>
                    <a:pt x="91188" y="17379"/>
                  </a:lnTo>
                  <a:lnTo>
                    <a:pt x="92325" y="18012"/>
                  </a:lnTo>
                  <a:lnTo>
                    <a:pt x="92804" y="18358"/>
                  </a:lnTo>
                  <a:lnTo>
                    <a:pt x="95635" y="20401"/>
                  </a:lnTo>
                  <a:lnTo>
                    <a:pt x="96415" y="20964"/>
                  </a:lnTo>
                  <a:lnTo>
                    <a:pt x="97516" y="21759"/>
                  </a:lnTo>
                  <a:lnTo>
                    <a:pt x="98327" y="22344"/>
                  </a:lnTo>
                  <a:lnTo>
                    <a:pt x="99000" y="22829"/>
                  </a:lnTo>
                  <a:lnTo>
                    <a:pt x="99677" y="23318"/>
                  </a:lnTo>
                  <a:lnTo>
                    <a:pt x="100217" y="23708"/>
                  </a:lnTo>
                  <a:lnTo>
                    <a:pt x="99319" y="25041"/>
                  </a:lnTo>
                  <a:lnTo>
                    <a:pt x="96624" y="29041"/>
                  </a:lnTo>
                  <a:lnTo>
                    <a:pt x="96133" y="29770"/>
                  </a:lnTo>
                  <a:lnTo>
                    <a:pt x="98004" y="31365"/>
                  </a:lnTo>
                  <a:lnTo>
                    <a:pt x="100351" y="33366"/>
                  </a:lnTo>
                  <a:lnTo>
                    <a:pt x="104625" y="37010"/>
                  </a:lnTo>
                  <a:lnTo>
                    <a:pt x="105112" y="37424"/>
                  </a:lnTo>
                  <a:lnTo>
                    <a:pt x="106858" y="38913"/>
                  </a:lnTo>
                  <a:lnTo>
                    <a:pt x="107301" y="39291"/>
                  </a:lnTo>
                  <a:lnTo>
                    <a:pt x="108982" y="40724"/>
                  </a:lnTo>
                  <a:lnTo>
                    <a:pt x="111004" y="42447"/>
                  </a:lnTo>
                  <a:lnTo>
                    <a:pt x="112401" y="43638"/>
                  </a:lnTo>
                  <a:lnTo>
                    <a:pt x="112772" y="43955"/>
                  </a:lnTo>
                  <a:lnTo>
                    <a:pt x="113443" y="44527"/>
                  </a:lnTo>
                  <a:lnTo>
                    <a:pt x="114567" y="45485"/>
                  </a:lnTo>
                  <a:lnTo>
                    <a:pt x="116258" y="46926"/>
                  </a:lnTo>
                  <a:lnTo>
                    <a:pt x="119436" y="49636"/>
                  </a:lnTo>
                  <a:lnTo>
                    <a:pt x="121682" y="51153"/>
                  </a:lnTo>
                  <a:lnTo>
                    <a:pt x="122590" y="51766"/>
                  </a:lnTo>
                  <a:lnTo>
                    <a:pt x="124254" y="52890"/>
                  </a:lnTo>
                  <a:lnTo>
                    <a:pt x="124879" y="53313"/>
                  </a:lnTo>
                  <a:lnTo>
                    <a:pt x="125035" y="53415"/>
                  </a:lnTo>
                  <a:lnTo>
                    <a:pt x="125740" y="53877"/>
                  </a:lnTo>
                  <a:lnTo>
                    <a:pt x="127370" y="54927"/>
                  </a:lnTo>
                  <a:lnTo>
                    <a:pt x="132075" y="58011"/>
                  </a:lnTo>
                  <a:lnTo>
                    <a:pt x="132317" y="58169"/>
                  </a:lnTo>
                  <a:lnTo>
                    <a:pt x="144386" y="65987"/>
                  </a:lnTo>
                  <a:lnTo>
                    <a:pt x="151331" y="70748"/>
                  </a:lnTo>
                  <a:lnTo>
                    <a:pt x="152298" y="71431"/>
                  </a:lnTo>
                  <a:lnTo>
                    <a:pt x="152300" y="71563"/>
                  </a:lnTo>
                  <a:lnTo>
                    <a:pt x="152304" y="71850"/>
                  </a:lnTo>
                  <a:lnTo>
                    <a:pt x="151978" y="72941"/>
                  </a:lnTo>
                  <a:lnTo>
                    <a:pt x="151526" y="74451"/>
                  </a:lnTo>
                  <a:lnTo>
                    <a:pt x="151464" y="74658"/>
                  </a:lnTo>
                  <a:lnTo>
                    <a:pt x="150286" y="76540"/>
                  </a:lnTo>
                  <a:lnTo>
                    <a:pt x="149786" y="77338"/>
                  </a:lnTo>
                  <a:lnTo>
                    <a:pt x="149400" y="77954"/>
                  </a:lnTo>
                  <a:lnTo>
                    <a:pt x="148942" y="78686"/>
                  </a:lnTo>
                  <a:lnTo>
                    <a:pt x="147388" y="81166"/>
                  </a:lnTo>
                  <a:lnTo>
                    <a:pt x="147098" y="81674"/>
                  </a:lnTo>
                  <a:lnTo>
                    <a:pt x="146540" y="82649"/>
                  </a:lnTo>
                  <a:lnTo>
                    <a:pt x="144887" y="85542"/>
                  </a:lnTo>
                  <a:lnTo>
                    <a:pt x="143821" y="87407"/>
                  </a:lnTo>
                  <a:lnTo>
                    <a:pt x="143360" y="88002"/>
                  </a:lnTo>
                  <a:lnTo>
                    <a:pt x="143162" y="88257"/>
                  </a:lnTo>
                  <a:lnTo>
                    <a:pt x="142748" y="88792"/>
                  </a:lnTo>
                  <a:lnTo>
                    <a:pt x="141264" y="90708"/>
                  </a:lnTo>
                  <a:lnTo>
                    <a:pt x="140936" y="91132"/>
                  </a:lnTo>
                  <a:lnTo>
                    <a:pt x="140273" y="92303"/>
                  </a:lnTo>
                  <a:lnTo>
                    <a:pt x="138857" y="94801"/>
                  </a:lnTo>
                  <a:lnTo>
                    <a:pt x="138364" y="95672"/>
                  </a:lnTo>
                  <a:lnTo>
                    <a:pt x="137720" y="96809"/>
                  </a:lnTo>
                  <a:lnTo>
                    <a:pt x="137149" y="97817"/>
                  </a:lnTo>
                  <a:lnTo>
                    <a:pt x="136748" y="98525"/>
                  </a:lnTo>
                  <a:lnTo>
                    <a:pt x="136320" y="99281"/>
                  </a:lnTo>
                  <a:lnTo>
                    <a:pt x="135982" y="99878"/>
                  </a:lnTo>
                  <a:lnTo>
                    <a:pt x="135517" y="100597"/>
                  </a:lnTo>
                  <a:lnTo>
                    <a:pt x="135112" y="101226"/>
                  </a:lnTo>
                  <a:lnTo>
                    <a:pt x="130981" y="107624"/>
                  </a:lnTo>
                  <a:lnTo>
                    <a:pt x="130879" y="107782"/>
                  </a:lnTo>
                  <a:lnTo>
                    <a:pt x="127628" y="112818"/>
                  </a:lnTo>
                  <a:lnTo>
                    <a:pt x="127451" y="113091"/>
                  </a:lnTo>
                  <a:lnTo>
                    <a:pt x="125226" y="116539"/>
                  </a:lnTo>
                  <a:lnTo>
                    <a:pt x="119897" y="125034"/>
                  </a:lnTo>
                  <a:lnTo>
                    <a:pt x="119793" y="125199"/>
                  </a:lnTo>
                  <a:lnTo>
                    <a:pt x="117830" y="128388"/>
                  </a:lnTo>
                  <a:lnTo>
                    <a:pt x="115887" y="131543"/>
                  </a:lnTo>
                  <a:lnTo>
                    <a:pt x="115195" y="132667"/>
                  </a:lnTo>
                  <a:lnTo>
                    <a:pt x="114664" y="133530"/>
                  </a:lnTo>
                  <a:lnTo>
                    <a:pt x="114275" y="134081"/>
                  </a:lnTo>
                  <a:lnTo>
                    <a:pt x="113663" y="134950"/>
                  </a:lnTo>
                  <a:lnTo>
                    <a:pt x="112870" y="136076"/>
                  </a:lnTo>
                  <a:lnTo>
                    <a:pt x="112715" y="136296"/>
                  </a:lnTo>
                  <a:lnTo>
                    <a:pt x="112522" y="136605"/>
                  </a:lnTo>
                  <a:lnTo>
                    <a:pt x="97195" y="161114"/>
                  </a:lnTo>
                  <a:lnTo>
                    <a:pt x="94850" y="164449"/>
                  </a:lnTo>
                  <a:lnTo>
                    <a:pt x="94503" y="164941"/>
                  </a:lnTo>
                  <a:lnTo>
                    <a:pt x="94188" y="165390"/>
                  </a:lnTo>
                  <a:lnTo>
                    <a:pt x="94007" y="165647"/>
                  </a:lnTo>
                  <a:lnTo>
                    <a:pt x="86451" y="177916"/>
                  </a:lnTo>
                  <a:lnTo>
                    <a:pt x="86159" y="177744"/>
                  </a:lnTo>
                  <a:lnTo>
                    <a:pt x="85940" y="177616"/>
                  </a:lnTo>
                  <a:lnTo>
                    <a:pt x="79004" y="173544"/>
                  </a:lnTo>
                  <a:lnTo>
                    <a:pt x="75684" y="170922"/>
                  </a:lnTo>
                  <a:lnTo>
                    <a:pt x="69528" y="168068"/>
                  </a:lnTo>
                  <a:lnTo>
                    <a:pt x="67861" y="167806"/>
                  </a:lnTo>
                  <a:lnTo>
                    <a:pt x="65767" y="167806"/>
                  </a:lnTo>
                  <a:lnTo>
                    <a:pt x="62219" y="167558"/>
                  </a:lnTo>
                  <a:lnTo>
                    <a:pt x="55164" y="162284"/>
                  </a:lnTo>
                  <a:lnTo>
                    <a:pt x="57877" y="155799"/>
                  </a:lnTo>
                  <a:lnTo>
                    <a:pt x="60443" y="149664"/>
                  </a:lnTo>
                  <a:lnTo>
                    <a:pt x="60751" y="148928"/>
                  </a:lnTo>
                  <a:lnTo>
                    <a:pt x="60858" y="148672"/>
                  </a:lnTo>
                  <a:lnTo>
                    <a:pt x="62526" y="144685"/>
                  </a:lnTo>
                  <a:lnTo>
                    <a:pt x="65829" y="142655"/>
                  </a:lnTo>
                  <a:lnTo>
                    <a:pt x="71626" y="132937"/>
                  </a:lnTo>
                  <a:lnTo>
                    <a:pt x="70508" y="132228"/>
                  </a:lnTo>
                  <a:lnTo>
                    <a:pt x="70305" y="132100"/>
                  </a:lnTo>
                  <a:lnTo>
                    <a:pt x="64900" y="128676"/>
                  </a:lnTo>
                  <a:lnTo>
                    <a:pt x="51855" y="120412"/>
                  </a:lnTo>
                  <a:lnTo>
                    <a:pt x="51087" y="119925"/>
                  </a:lnTo>
                  <a:lnTo>
                    <a:pt x="42927" y="114756"/>
                  </a:lnTo>
                  <a:lnTo>
                    <a:pt x="42370" y="114403"/>
                  </a:lnTo>
                  <a:lnTo>
                    <a:pt x="41222" y="113676"/>
                  </a:lnTo>
                  <a:lnTo>
                    <a:pt x="33070" y="108512"/>
                  </a:lnTo>
                  <a:lnTo>
                    <a:pt x="30106" y="113166"/>
                  </a:lnTo>
                  <a:lnTo>
                    <a:pt x="29411" y="114171"/>
                  </a:lnTo>
                  <a:lnTo>
                    <a:pt x="29058" y="113928"/>
                  </a:lnTo>
                  <a:lnTo>
                    <a:pt x="20636" y="108127"/>
                  </a:lnTo>
                  <a:lnTo>
                    <a:pt x="19641" y="107443"/>
                  </a:lnTo>
                  <a:lnTo>
                    <a:pt x="19305" y="107084"/>
                  </a:lnTo>
                  <a:lnTo>
                    <a:pt x="19084" y="106848"/>
                  </a:lnTo>
                  <a:lnTo>
                    <a:pt x="18189" y="105034"/>
                  </a:lnTo>
                  <a:lnTo>
                    <a:pt x="17351" y="103220"/>
                  </a:lnTo>
                  <a:lnTo>
                    <a:pt x="16969" y="102395"/>
                  </a:lnTo>
                  <a:lnTo>
                    <a:pt x="16884" y="102209"/>
                  </a:lnTo>
                  <a:lnTo>
                    <a:pt x="16073" y="100455"/>
                  </a:lnTo>
                  <a:lnTo>
                    <a:pt x="13830" y="95601"/>
                  </a:lnTo>
                  <a:lnTo>
                    <a:pt x="12611" y="92963"/>
                  </a:lnTo>
                  <a:lnTo>
                    <a:pt x="13109" y="92090"/>
                  </a:lnTo>
                  <a:lnTo>
                    <a:pt x="14031" y="90474"/>
                  </a:lnTo>
                  <a:lnTo>
                    <a:pt x="14594" y="89488"/>
                  </a:lnTo>
                  <a:lnTo>
                    <a:pt x="15968" y="87080"/>
                  </a:lnTo>
                  <a:lnTo>
                    <a:pt x="11844" y="84411"/>
                  </a:lnTo>
                  <a:lnTo>
                    <a:pt x="9932" y="83349"/>
                  </a:lnTo>
                  <a:lnTo>
                    <a:pt x="8015" y="82283"/>
                  </a:lnTo>
                  <a:lnTo>
                    <a:pt x="7841" y="82186"/>
                  </a:lnTo>
                  <a:lnTo>
                    <a:pt x="10835" y="77262"/>
                  </a:lnTo>
                  <a:lnTo>
                    <a:pt x="13377" y="73080"/>
                  </a:lnTo>
                  <a:lnTo>
                    <a:pt x="15859" y="69064"/>
                  </a:lnTo>
                  <a:lnTo>
                    <a:pt x="16228" y="68467"/>
                  </a:lnTo>
                  <a:lnTo>
                    <a:pt x="17351" y="66650"/>
                  </a:lnTo>
                  <a:lnTo>
                    <a:pt x="18668" y="64518"/>
                  </a:lnTo>
                  <a:lnTo>
                    <a:pt x="13214" y="61290"/>
                  </a:lnTo>
                  <a:lnTo>
                    <a:pt x="11531" y="60235"/>
                  </a:lnTo>
                  <a:lnTo>
                    <a:pt x="4853" y="56052"/>
                  </a:lnTo>
                  <a:lnTo>
                    <a:pt x="4410" y="55702"/>
                  </a:lnTo>
                  <a:lnTo>
                    <a:pt x="3406" y="54908"/>
                  </a:lnTo>
                  <a:lnTo>
                    <a:pt x="1661" y="53528"/>
                  </a:lnTo>
                  <a:lnTo>
                    <a:pt x="0" y="51669"/>
                  </a:lnTo>
                  <a:lnTo>
                    <a:pt x="4979" y="45470"/>
                  </a:lnTo>
                  <a:lnTo>
                    <a:pt x="6926" y="43215"/>
                  </a:lnTo>
                  <a:lnTo>
                    <a:pt x="8019" y="43554"/>
                  </a:lnTo>
                  <a:lnTo>
                    <a:pt x="10940" y="43724"/>
                  </a:lnTo>
                  <a:lnTo>
                    <a:pt x="13234" y="43746"/>
                  </a:lnTo>
                  <a:lnTo>
                    <a:pt x="13552" y="43749"/>
                  </a:lnTo>
                  <a:lnTo>
                    <a:pt x="15775" y="44793"/>
                  </a:lnTo>
                  <a:lnTo>
                    <a:pt x="16408" y="45090"/>
                  </a:lnTo>
                  <a:lnTo>
                    <a:pt x="16882" y="45419"/>
                  </a:lnTo>
                  <a:lnTo>
                    <a:pt x="18628" y="46750"/>
                  </a:lnTo>
                  <a:lnTo>
                    <a:pt x="20196" y="47945"/>
                  </a:lnTo>
                  <a:lnTo>
                    <a:pt x="21887" y="49234"/>
                  </a:lnTo>
                  <a:lnTo>
                    <a:pt x="22020" y="49328"/>
                  </a:lnTo>
                  <a:lnTo>
                    <a:pt x="26542" y="42899"/>
                  </a:lnTo>
                  <a:lnTo>
                    <a:pt x="27082" y="41531"/>
                  </a:lnTo>
                  <a:lnTo>
                    <a:pt x="27770" y="39785"/>
                  </a:lnTo>
                  <a:lnTo>
                    <a:pt x="28191" y="38719"/>
                  </a:lnTo>
                  <a:lnTo>
                    <a:pt x="28277" y="38500"/>
                  </a:lnTo>
                  <a:lnTo>
                    <a:pt x="29692" y="35957"/>
                  </a:lnTo>
                  <a:lnTo>
                    <a:pt x="30374" y="36843"/>
                  </a:lnTo>
                  <a:lnTo>
                    <a:pt x="31162" y="35886"/>
                  </a:lnTo>
                  <a:lnTo>
                    <a:pt x="30956" y="33192"/>
                  </a:lnTo>
                  <a:lnTo>
                    <a:pt x="26471" y="32978"/>
                  </a:lnTo>
                  <a:lnTo>
                    <a:pt x="26539" y="32158"/>
                  </a:lnTo>
                  <a:lnTo>
                    <a:pt x="26525" y="26417"/>
                  </a:lnTo>
                  <a:lnTo>
                    <a:pt x="25827" y="24401"/>
                  </a:lnTo>
                  <a:lnTo>
                    <a:pt x="26758" y="24208"/>
                  </a:lnTo>
                  <a:lnTo>
                    <a:pt x="25554" y="23612"/>
                  </a:lnTo>
                  <a:lnTo>
                    <a:pt x="24284" y="22858"/>
                  </a:lnTo>
                  <a:lnTo>
                    <a:pt x="26128" y="19232"/>
                  </a:lnTo>
                  <a:lnTo>
                    <a:pt x="27464" y="16742"/>
                  </a:lnTo>
                  <a:lnTo>
                    <a:pt x="27682" y="16983"/>
                  </a:lnTo>
                  <a:lnTo>
                    <a:pt x="29323" y="18706"/>
                  </a:lnTo>
                  <a:lnTo>
                    <a:pt x="29614" y="18485"/>
                  </a:lnTo>
                  <a:lnTo>
                    <a:pt x="30020" y="18177"/>
                  </a:lnTo>
                  <a:lnTo>
                    <a:pt x="31544" y="17020"/>
                  </a:lnTo>
                  <a:lnTo>
                    <a:pt x="31771" y="16841"/>
                  </a:lnTo>
                  <a:lnTo>
                    <a:pt x="33863" y="15200"/>
                  </a:lnTo>
                  <a:lnTo>
                    <a:pt x="34017" y="15079"/>
                  </a:lnTo>
                  <a:lnTo>
                    <a:pt x="35547" y="13878"/>
                  </a:lnTo>
                  <a:lnTo>
                    <a:pt x="35968" y="13547"/>
                  </a:lnTo>
                  <a:lnTo>
                    <a:pt x="38448" y="9630"/>
                  </a:lnTo>
                  <a:lnTo>
                    <a:pt x="39039" y="8740"/>
                  </a:lnTo>
                  <a:lnTo>
                    <a:pt x="39975" y="7331"/>
                  </a:lnTo>
                  <a:lnTo>
                    <a:pt x="41041" y="5727"/>
                  </a:lnTo>
                  <a:lnTo>
                    <a:pt x="41253" y="5318"/>
                  </a:lnTo>
                  <a:lnTo>
                    <a:pt x="40793" y="2196"/>
                  </a:lnTo>
                  <a:lnTo>
                    <a:pt x="42880" y="2313"/>
                  </a:lnTo>
                  <a:lnTo>
                    <a:pt x="47164" y="2553"/>
                  </a:lnTo>
                  <a:lnTo>
                    <a:pt x="50895" y="3214"/>
                  </a:lnTo>
                  <a:lnTo>
                    <a:pt x="51183" y="3383"/>
                  </a:lnTo>
                  <a:lnTo>
                    <a:pt x="53906" y="4979"/>
                  </a:lnTo>
                  <a:lnTo>
                    <a:pt x="58712" y="7803"/>
                  </a:lnTo>
                  <a:lnTo>
                    <a:pt x="62308" y="1858"/>
                  </a:lnTo>
                  <a:lnTo>
                    <a:pt x="63433" y="0"/>
                  </a:lnTo>
                  <a:lnTo>
                    <a:pt x="64661" y="785"/>
                  </a:lnTo>
                  <a:lnTo>
                    <a:pt x="65729" y="1468"/>
                  </a:lnTo>
                  <a:lnTo>
                    <a:pt x="66785" y="2143"/>
                  </a:lnTo>
                  <a:lnTo>
                    <a:pt x="68776" y="3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090167" y="4200028"/>
              <a:ext cx="194689" cy="227251"/>
            </a:xfrm>
            <a:custGeom>
              <a:avLst/>
              <a:pathLst>
                <a:path w="194689" h="227251">
                  <a:moveTo>
                    <a:pt x="91087" y="10626"/>
                  </a:moveTo>
                  <a:lnTo>
                    <a:pt x="97376" y="11803"/>
                  </a:lnTo>
                  <a:lnTo>
                    <a:pt x="97819" y="9560"/>
                  </a:lnTo>
                  <a:lnTo>
                    <a:pt x="102935" y="11127"/>
                  </a:lnTo>
                  <a:lnTo>
                    <a:pt x="104573" y="11685"/>
                  </a:lnTo>
                  <a:lnTo>
                    <a:pt x="105357" y="12001"/>
                  </a:lnTo>
                  <a:lnTo>
                    <a:pt x="106022" y="12511"/>
                  </a:lnTo>
                  <a:lnTo>
                    <a:pt x="107184" y="13731"/>
                  </a:lnTo>
                  <a:lnTo>
                    <a:pt x="108936" y="15572"/>
                  </a:lnTo>
                  <a:lnTo>
                    <a:pt x="112101" y="18896"/>
                  </a:lnTo>
                  <a:lnTo>
                    <a:pt x="113216" y="20066"/>
                  </a:lnTo>
                  <a:lnTo>
                    <a:pt x="114579" y="21498"/>
                  </a:lnTo>
                  <a:lnTo>
                    <a:pt x="114818" y="21750"/>
                  </a:lnTo>
                  <a:lnTo>
                    <a:pt x="115054" y="22286"/>
                  </a:lnTo>
                  <a:lnTo>
                    <a:pt x="113031" y="24805"/>
                  </a:lnTo>
                  <a:lnTo>
                    <a:pt x="108237" y="30774"/>
                  </a:lnTo>
                  <a:lnTo>
                    <a:pt x="109898" y="32633"/>
                  </a:lnTo>
                  <a:lnTo>
                    <a:pt x="111644" y="34013"/>
                  </a:lnTo>
                  <a:lnTo>
                    <a:pt x="112647" y="34807"/>
                  </a:lnTo>
                  <a:lnTo>
                    <a:pt x="113090" y="35157"/>
                  </a:lnTo>
                  <a:lnTo>
                    <a:pt x="119768" y="39341"/>
                  </a:lnTo>
                  <a:lnTo>
                    <a:pt x="121451" y="40395"/>
                  </a:lnTo>
                  <a:lnTo>
                    <a:pt x="126906" y="43623"/>
                  </a:lnTo>
                  <a:lnTo>
                    <a:pt x="125588" y="45755"/>
                  </a:lnTo>
                  <a:lnTo>
                    <a:pt x="124465" y="47572"/>
                  </a:lnTo>
                  <a:lnTo>
                    <a:pt x="124096" y="48169"/>
                  </a:lnTo>
                  <a:lnTo>
                    <a:pt x="121614" y="52185"/>
                  </a:lnTo>
                  <a:lnTo>
                    <a:pt x="119072" y="56367"/>
                  </a:lnTo>
                  <a:lnTo>
                    <a:pt x="116078" y="61292"/>
                  </a:lnTo>
                  <a:lnTo>
                    <a:pt x="116253" y="61389"/>
                  </a:lnTo>
                  <a:lnTo>
                    <a:pt x="118170" y="62454"/>
                  </a:lnTo>
                  <a:lnTo>
                    <a:pt x="120081" y="63516"/>
                  </a:lnTo>
                  <a:lnTo>
                    <a:pt x="124205" y="66185"/>
                  </a:lnTo>
                  <a:lnTo>
                    <a:pt x="122831" y="68593"/>
                  </a:lnTo>
                  <a:lnTo>
                    <a:pt x="122268" y="69579"/>
                  </a:lnTo>
                  <a:lnTo>
                    <a:pt x="121307" y="71263"/>
                  </a:lnTo>
                  <a:lnTo>
                    <a:pt x="120871" y="72118"/>
                  </a:lnTo>
                  <a:lnTo>
                    <a:pt x="122067" y="74706"/>
                  </a:lnTo>
                  <a:lnTo>
                    <a:pt x="124310" y="79561"/>
                  </a:lnTo>
                  <a:lnTo>
                    <a:pt x="125121" y="81315"/>
                  </a:lnTo>
                  <a:lnTo>
                    <a:pt x="125206" y="81500"/>
                  </a:lnTo>
                  <a:lnTo>
                    <a:pt x="125588" y="82326"/>
                  </a:lnTo>
                  <a:lnTo>
                    <a:pt x="126426" y="84139"/>
                  </a:lnTo>
                  <a:lnTo>
                    <a:pt x="127321" y="85953"/>
                  </a:lnTo>
                  <a:lnTo>
                    <a:pt x="127543" y="86190"/>
                  </a:lnTo>
                  <a:lnTo>
                    <a:pt x="127878" y="86548"/>
                  </a:lnTo>
                  <a:lnTo>
                    <a:pt x="128873" y="87233"/>
                  </a:lnTo>
                  <a:lnTo>
                    <a:pt x="137296" y="93033"/>
                  </a:lnTo>
                  <a:lnTo>
                    <a:pt x="137648" y="93276"/>
                  </a:lnTo>
                  <a:lnTo>
                    <a:pt x="138343" y="92271"/>
                  </a:lnTo>
                  <a:lnTo>
                    <a:pt x="141307" y="87617"/>
                  </a:lnTo>
                  <a:lnTo>
                    <a:pt x="149575" y="92854"/>
                  </a:lnTo>
                  <a:lnTo>
                    <a:pt x="150607" y="93508"/>
                  </a:lnTo>
                  <a:lnTo>
                    <a:pt x="151164" y="93861"/>
                  </a:lnTo>
                  <a:lnTo>
                    <a:pt x="159324" y="99030"/>
                  </a:lnTo>
                  <a:lnTo>
                    <a:pt x="160092" y="99517"/>
                  </a:lnTo>
                  <a:lnTo>
                    <a:pt x="173137" y="107781"/>
                  </a:lnTo>
                  <a:lnTo>
                    <a:pt x="178542" y="111205"/>
                  </a:lnTo>
                  <a:lnTo>
                    <a:pt x="178745" y="111334"/>
                  </a:lnTo>
                  <a:lnTo>
                    <a:pt x="179863" y="112042"/>
                  </a:lnTo>
                  <a:lnTo>
                    <a:pt x="174067" y="121760"/>
                  </a:lnTo>
                  <a:lnTo>
                    <a:pt x="170763" y="123791"/>
                  </a:lnTo>
                  <a:lnTo>
                    <a:pt x="169095" y="127778"/>
                  </a:lnTo>
                  <a:lnTo>
                    <a:pt x="168988" y="128034"/>
                  </a:lnTo>
                  <a:lnTo>
                    <a:pt x="168680" y="128770"/>
                  </a:lnTo>
                  <a:lnTo>
                    <a:pt x="166114" y="134904"/>
                  </a:lnTo>
                  <a:lnTo>
                    <a:pt x="163401" y="141389"/>
                  </a:lnTo>
                  <a:lnTo>
                    <a:pt x="170456" y="146663"/>
                  </a:lnTo>
                  <a:lnTo>
                    <a:pt x="174004" y="146911"/>
                  </a:lnTo>
                  <a:lnTo>
                    <a:pt x="176099" y="146911"/>
                  </a:lnTo>
                  <a:lnTo>
                    <a:pt x="177766" y="147173"/>
                  </a:lnTo>
                  <a:lnTo>
                    <a:pt x="183921" y="150027"/>
                  </a:lnTo>
                  <a:lnTo>
                    <a:pt x="187241" y="152649"/>
                  </a:lnTo>
                  <a:lnTo>
                    <a:pt x="194177" y="156721"/>
                  </a:lnTo>
                  <a:lnTo>
                    <a:pt x="194396" y="156849"/>
                  </a:lnTo>
                  <a:lnTo>
                    <a:pt x="194689" y="157021"/>
                  </a:lnTo>
                  <a:lnTo>
                    <a:pt x="191447" y="162284"/>
                  </a:lnTo>
                  <a:lnTo>
                    <a:pt x="181446" y="178344"/>
                  </a:lnTo>
                  <a:lnTo>
                    <a:pt x="179799" y="180988"/>
                  </a:lnTo>
                  <a:lnTo>
                    <a:pt x="179277" y="181827"/>
                  </a:lnTo>
                  <a:lnTo>
                    <a:pt x="172157" y="193261"/>
                  </a:lnTo>
                  <a:lnTo>
                    <a:pt x="164721" y="205201"/>
                  </a:lnTo>
                  <a:lnTo>
                    <a:pt x="159769" y="213182"/>
                  </a:lnTo>
                  <a:lnTo>
                    <a:pt x="159672" y="213339"/>
                  </a:lnTo>
                  <a:lnTo>
                    <a:pt x="152632" y="224687"/>
                  </a:lnTo>
                  <a:lnTo>
                    <a:pt x="151863" y="225926"/>
                  </a:lnTo>
                  <a:lnTo>
                    <a:pt x="151055" y="227251"/>
                  </a:lnTo>
                  <a:lnTo>
                    <a:pt x="150456" y="226864"/>
                  </a:lnTo>
                  <a:lnTo>
                    <a:pt x="132976" y="215578"/>
                  </a:lnTo>
                  <a:lnTo>
                    <a:pt x="123765" y="209631"/>
                  </a:lnTo>
                  <a:lnTo>
                    <a:pt x="117503" y="205588"/>
                  </a:lnTo>
                  <a:lnTo>
                    <a:pt x="116296" y="204809"/>
                  </a:lnTo>
                  <a:lnTo>
                    <a:pt x="115602" y="204372"/>
                  </a:lnTo>
                  <a:lnTo>
                    <a:pt x="114202" y="203492"/>
                  </a:lnTo>
                  <a:lnTo>
                    <a:pt x="111632" y="201875"/>
                  </a:lnTo>
                  <a:lnTo>
                    <a:pt x="108691" y="200024"/>
                  </a:lnTo>
                  <a:lnTo>
                    <a:pt x="106010" y="198337"/>
                  </a:lnTo>
                  <a:lnTo>
                    <a:pt x="105545" y="198045"/>
                  </a:lnTo>
                  <a:lnTo>
                    <a:pt x="104666" y="197492"/>
                  </a:lnTo>
                  <a:lnTo>
                    <a:pt x="100381" y="194739"/>
                  </a:lnTo>
                  <a:lnTo>
                    <a:pt x="99896" y="194428"/>
                  </a:lnTo>
                  <a:lnTo>
                    <a:pt x="98823" y="193739"/>
                  </a:lnTo>
                  <a:lnTo>
                    <a:pt x="95275" y="191460"/>
                  </a:lnTo>
                  <a:lnTo>
                    <a:pt x="94971" y="191265"/>
                  </a:lnTo>
                  <a:lnTo>
                    <a:pt x="94061" y="190724"/>
                  </a:lnTo>
                  <a:lnTo>
                    <a:pt x="86958" y="186506"/>
                  </a:lnTo>
                  <a:lnTo>
                    <a:pt x="85866" y="185858"/>
                  </a:lnTo>
                  <a:lnTo>
                    <a:pt x="81627" y="183340"/>
                  </a:lnTo>
                  <a:lnTo>
                    <a:pt x="81482" y="183254"/>
                  </a:lnTo>
                  <a:lnTo>
                    <a:pt x="80736" y="182782"/>
                  </a:lnTo>
                  <a:lnTo>
                    <a:pt x="80201" y="182444"/>
                  </a:lnTo>
                  <a:lnTo>
                    <a:pt x="72692" y="177696"/>
                  </a:lnTo>
                  <a:lnTo>
                    <a:pt x="70447" y="176276"/>
                  </a:lnTo>
                  <a:lnTo>
                    <a:pt x="70236" y="176143"/>
                  </a:lnTo>
                  <a:lnTo>
                    <a:pt x="58607" y="168789"/>
                  </a:lnTo>
                  <a:lnTo>
                    <a:pt x="51612" y="164366"/>
                  </a:lnTo>
                  <a:lnTo>
                    <a:pt x="51455" y="164266"/>
                  </a:lnTo>
                  <a:lnTo>
                    <a:pt x="47698" y="161891"/>
                  </a:lnTo>
                  <a:lnTo>
                    <a:pt x="44007" y="159450"/>
                  </a:lnTo>
                  <a:lnTo>
                    <a:pt x="43032" y="158804"/>
                  </a:lnTo>
                  <a:lnTo>
                    <a:pt x="45529" y="155019"/>
                  </a:lnTo>
                  <a:lnTo>
                    <a:pt x="47270" y="152381"/>
                  </a:lnTo>
                  <a:lnTo>
                    <a:pt x="48594" y="150374"/>
                  </a:lnTo>
                  <a:lnTo>
                    <a:pt x="50212" y="147922"/>
                  </a:lnTo>
                  <a:lnTo>
                    <a:pt x="50541" y="147423"/>
                  </a:lnTo>
                  <a:lnTo>
                    <a:pt x="51291" y="146287"/>
                  </a:lnTo>
                  <a:lnTo>
                    <a:pt x="44769" y="141714"/>
                  </a:lnTo>
                  <a:lnTo>
                    <a:pt x="44106" y="141249"/>
                  </a:lnTo>
                  <a:lnTo>
                    <a:pt x="43732" y="140987"/>
                  </a:lnTo>
                  <a:lnTo>
                    <a:pt x="43475" y="140841"/>
                  </a:lnTo>
                  <a:lnTo>
                    <a:pt x="48391" y="132232"/>
                  </a:lnTo>
                  <a:lnTo>
                    <a:pt x="48747" y="131608"/>
                  </a:lnTo>
                  <a:lnTo>
                    <a:pt x="50081" y="129524"/>
                  </a:lnTo>
                  <a:lnTo>
                    <a:pt x="52339" y="125996"/>
                  </a:lnTo>
                  <a:lnTo>
                    <a:pt x="55890" y="120449"/>
                  </a:lnTo>
                  <a:lnTo>
                    <a:pt x="54690" y="119707"/>
                  </a:lnTo>
                  <a:lnTo>
                    <a:pt x="53785" y="119147"/>
                  </a:lnTo>
                  <a:lnTo>
                    <a:pt x="53591" y="119027"/>
                  </a:lnTo>
                  <a:lnTo>
                    <a:pt x="54455" y="118716"/>
                  </a:lnTo>
                  <a:lnTo>
                    <a:pt x="52271" y="114419"/>
                  </a:lnTo>
                  <a:lnTo>
                    <a:pt x="51768" y="113429"/>
                  </a:lnTo>
                  <a:lnTo>
                    <a:pt x="51432" y="112769"/>
                  </a:lnTo>
                  <a:lnTo>
                    <a:pt x="50519" y="110973"/>
                  </a:lnTo>
                  <a:lnTo>
                    <a:pt x="49648" y="109258"/>
                  </a:lnTo>
                  <a:lnTo>
                    <a:pt x="49553" y="109072"/>
                  </a:lnTo>
                  <a:lnTo>
                    <a:pt x="48510" y="107020"/>
                  </a:lnTo>
                  <a:lnTo>
                    <a:pt x="49534" y="106297"/>
                  </a:lnTo>
                  <a:lnTo>
                    <a:pt x="50833" y="105379"/>
                  </a:lnTo>
                  <a:lnTo>
                    <a:pt x="51305" y="105046"/>
                  </a:lnTo>
                  <a:lnTo>
                    <a:pt x="51790" y="104703"/>
                  </a:lnTo>
                  <a:lnTo>
                    <a:pt x="52022" y="104540"/>
                  </a:lnTo>
                  <a:lnTo>
                    <a:pt x="52584" y="104143"/>
                  </a:lnTo>
                  <a:lnTo>
                    <a:pt x="52861" y="103968"/>
                  </a:lnTo>
                  <a:lnTo>
                    <a:pt x="54781" y="102756"/>
                  </a:lnTo>
                  <a:lnTo>
                    <a:pt x="55011" y="103171"/>
                  </a:lnTo>
                  <a:lnTo>
                    <a:pt x="57201" y="107117"/>
                  </a:lnTo>
                  <a:lnTo>
                    <a:pt x="57331" y="107350"/>
                  </a:lnTo>
                  <a:lnTo>
                    <a:pt x="57937" y="108443"/>
                  </a:lnTo>
                  <a:lnTo>
                    <a:pt x="60422" y="106966"/>
                  </a:lnTo>
                  <a:lnTo>
                    <a:pt x="60754" y="106773"/>
                  </a:lnTo>
                  <a:lnTo>
                    <a:pt x="60527" y="106383"/>
                  </a:lnTo>
                  <a:lnTo>
                    <a:pt x="59405" y="104456"/>
                  </a:lnTo>
                  <a:lnTo>
                    <a:pt x="58931" y="103642"/>
                  </a:lnTo>
                  <a:lnTo>
                    <a:pt x="59721" y="102610"/>
                  </a:lnTo>
                  <a:lnTo>
                    <a:pt x="60226" y="101727"/>
                  </a:lnTo>
                  <a:lnTo>
                    <a:pt x="60431" y="101369"/>
                  </a:lnTo>
                  <a:lnTo>
                    <a:pt x="60944" y="100474"/>
                  </a:lnTo>
                  <a:lnTo>
                    <a:pt x="61730" y="99385"/>
                  </a:lnTo>
                  <a:lnTo>
                    <a:pt x="62486" y="98338"/>
                  </a:lnTo>
                  <a:lnTo>
                    <a:pt x="63242" y="97291"/>
                  </a:lnTo>
                  <a:lnTo>
                    <a:pt x="63471" y="96973"/>
                  </a:lnTo>
                  <a:lnTo>
                    <a:pt x="63653" y="96722"/>
                  </a:lnTo>
                  <a:lnTo>
                    <a:pt x="61617" y="95788"/>
                  </a:lnTo>
                  <a:lnTo>
                    <a:pt x="58721" y="95139"/>
                  </a:lnTo>
                  <a:lnTo>
                    <a:pt x="57448" y="94508"/>
                  </a:lnTo>
                  <a:lnTo>
                    <a:pt x="56783" y="94324"/>
                  </a:lnTo>
                  <a:lnTo>
                    <a:pt x="53070" y="93607"/>
                  </a:lnTo>
                  <a:lnTo>
                    <a:pt x="52543" y="93506"/>
                  </a:lnTo>
                  <a:lnTo>
                    <a:pt x="53023" y="92785"/>
                  </a:lnTo>
                  <a:lnTo>
                    <a:pt x="53509" y="92052"/>
                  </a:lnTo>
                  <a:lnTo>
                    <a:pt x="53825" y="91577"/>
                  </a:lnTo>
                  <a:lnTo>
                    <a:pt x="54621" y="90380"/>
                  </a:lnTo>
                  <a:lnTo>
                    <a:pt x="54801" y="90109"/>
                  </a:lnTo>
                  <a:lnTo>
                    <a:pt x="54992" y="89821"/>
                  </a:lnTo>
                  <a:lnTo>
                    <a:pt x="55760" y="88666"/>
                  </a:lnTo>
                  <a:lnTo>
                    <a:pt x="55713" y="88099"/>
                  </a:lnTo>
                  <a:lnTo>
                    <a:pt x="55694" y="87865"/>
                  </a:lnTo>
                  <a:lnTo>
                    <a:pt x="55648" y="87299"/>
                  </a:lnTo>
                  <a:lnTo>
                    <a:pt x="56614" y="83770"/>
                  </a:lnTo>
                  <a:lnTo>
                    <a:pt x="57277" y="81346"/>
                  </a:lnTo>
                  <a:lnTo>
                    <a:pt x="57524" y="80444"/>
                  </a:lnTo>
                  <a:lnTo>
                    <a:pt x="57620" y="80093"/>
                  </a:lnTo>
                  <a:lnTo>
                    <a:pt x="57697" y="79809"/>
                  </a:lnTo>
                  <a:lnTo>
                    <a:pt x="57892" y="78261"/>
                  </a:lnTo>
                  <a:lnTo>
                    <a:pt x="58022" y="77232"/>
                  </a:lnTo>
                  <a:lnTo>
                    <a:pt x="57459" y="75155"/>
                  </a:lnTo>
                  <a:lnTo>
                    <a:pt x="57593" y="75088"/>
                  </a:lnTo>
                  <a:lnTo>
                    <a:pt x="58199" y="74787"/>
                  </a:lnTo>
                  <a:lnTo>
                    <a:pt x="61157" y="73428"/>
                  </a:lnTo>
                  <a:lnTo>
                    <a:pt x="61591" y="73229"/>
                  </a:lnTo>
                  <a:lnTo>
                    <a:pt x="62207" y="72946"/>
                  </a:lnTo>
                  <a:lnTo>
                    <a:pt x="62691" y="72724"/>
                  </a:lnTo>
                  <a:lnTo>
                    <a:pt x="63165" y="71486"/>
                  </a:lnTo>
                  <a:lnTo>
                    <a:pt x="63026" y="71152"/>
                  </a:lnTo>
                  <a:lnTo>
                    <a:pt x="63971" y="70811"/>
                  </a:lnTo>
                  <a:lnTo>
                    <a:pt x="65205" y="70365"/>
                  </a:lnTo>
                  <a:lnTo>
                    <a:pt x="69234" y="68561"/>
                  </a:lnTo>
                  <a:lnTo>
                    <a:pt x="69763" y="68272"/>
                  </a:lnTo>
                  <a:lnTo>
                    <a:pt x="70974" y="67609"/>
                  </a:lnTo>
                  <a:lnTo>
                    <a:pt x="73710" y="66153"/>
                  </a:lnTo>
                  <a:lnTo>
                    <a:pt x="74231" y="66082"/>
                  </a:lnTo>
                  <a:lnTo>
                    <a:pt x="74368" y="66063"/>
                  </a:lnTo>
                  <a:lnTo>
                    <a:pt x="75206" y="65949"/>
                  </a:lnTo>
                  <a:lnTo>
                    <a:pt x="76388" y="66095"/>
                  </a:lnTo>
                  <a:lnTo>
                    <a:pt x="78430" y="65836"/>
                  </a:lnTo>
                  <a:lnTo>
                    <a:pt x="78860" y="65461"/>
                  </a:lnTo>
                  <a:lnTo>
                    <a:pt x="79096" y="65255"/>
                  </a:lnTo>
                  <a:lnTo>
                    <a:pt x="79773" y="64665"/>
                  </a:lnTo>
                  <a:lnTo>
                    <a:pt x="80150" y="64336"/>
                  </a:lnTo>
                  <a:lnTo>
                    <a:pt x="80468" y="63985"/>
                  </a:lnTo>
                  <a:lnTo>
                    <a:pt x="80607" y="63103"/>
                  </a:lnTo>
                  <a:lnTo>
                    <a:pt x="80017" y="62274"/>
                  </a:lnTo>
                  <a:lnTo>
                    <a:pt x="79848" y="62035"/>
                  </a:lnTo>
                  <a:lnTo>
                    <a:pt x="79639" y="61902"/>
                  </a:lnTo>
                  <a:lnTo>
                    <a:pt x="79358" y="61721"/>
                  </a:lnTo>
                  <a:lnTo>
                    <a:pt x="78503" y="61284"/>
                  </a:lnTo>
                  <a:lnTo>
                    <a:pt x="77066" y="61253"/>
                  </a:lnTo>
                  <a:lnTo>
                    <a:pt x="76143" y="61428"/>
                  </a:lnTo>
                  <a:lnTo>
                    <a:pt x="70178" y="61231"/>
                  </a:lnTo>
                  <a:lnTo>
                    <a:pt x="68839" y="61187"/>
                  </a:lnTo>
                  <a:lnTo>
                    <a:pt x="67856" y="61154"/>
                  </a:lnTo>
                  <a:lnTo>
                    <a:pt x="67493" y="61142"/>
                  </a:lnTo>
                  <a:lnTo>
                    <a:pt x="66780" y="60265"/>
                  </a:lnTo>
                  <a:lnTo>
                    <a:pt x="64832" y="57868"/>
                  </a:lnTo>
                  <a:lnTo>
                    <a:pt x="64343" y="57266"/>
                  </a:lnTo>
                  <a:lnTo>
                    <a:pt x="63695" y="57054"/>
                  </a:lnTo>
                  <a:lnTo>
                    <a:pt x="63413" y="56986"/>
                  </a:lnTo>
                  <a:lnTo>
                    <a:pt x="62287" y="56718"/>
                  </a:lnTo>
                  <a:lnTo>
                    <a:pt x="60466" y="56283"/>
                  </a:lnTo>
                  <a:lnTo>
                    <a:pt x="59756" y="56111"/>
                  </a:lnTo>
                  <a:lnTo>
                    <a:pt x="59548" y="56050"/>
                  </a:lnTo>
                  <a:lnTo>
                    <a:pt x="57674" y="55492"/>
                  </a:lnTo>
                  <a:lnTo>
                    <a:pt x="54604" y="54578"/>
                  </a:lnTo>
                  <a:lnTo>
                    <a:pt x="54247" y="54226"/>
                  </a:lnTo>
                  <a:lnTo>
                    <a:pt x="53122" y="53121"/>
                  </a:lnTo>
                  <a:lnTo>
                    <a:pt x="52131" y="52404"/>
                  </a:lnTo>
                  <a:lnTo>
                    <a:pt x="51741" y="52122"/>
                  </a:lnTo>
                  <a:lnTo>
                    <a:pt x="51265" y="51984"/>
                  </a:lnTo>
                  <a:lnTo>
                    <a:pt x="50571" y="51783"/>
                  </a:lnTo>
                  <a:lnTo>
                    <a:pt x="49218" y="51391"/>
                  </a:lnTo>
                  <a:lnTo>
                    <a:pt x="48918" y="51268"/>
                  </a:lnTo>
                  <a:lnTo>
                    <a:pt x="45759" y="49041"/>
                  </a:lnTo>
                  <a:lnTo>
                    <a:pt x="43498" y="47973"/>
                  </a:lnTo>
                  <a:lnTo>
                    <a:pt x="43250" y="48348"/>
                  </a:lnTo>
                  <a:lnTo>
                    <a:pt x="42121" y="50060"/>
                  </a:lnTo>
                  <a:lnTo>
                    <a:pt x="37296" y="46869"/>
                  </a:lnTo>
                  <a:lnTo>
                    <a:pt x="37639" y="45985"/>
                  </a:lnTo>
                  <a:lnTo>
                    <a:pt x="37442" y="45850"/>
                  </a:lnTo>
                  <a:lnTo>
                    <a:pt x="33702" y="43282"/>
                  </a:lnTo>
                  <a:lnTo>
                    <a:pt x="32977" y="44077"/>
                  </a:lnTo>
                  <a:lnTo>
                    <a:pt x="32099" y="43239"/>
                  </a:lnTo>
                  <a:lnTo>
                    <a:pt x="30214" y="42167"/>
                  </a:lnTo>
                  <a:lnTo>
                    <a:pt x="27904" y="41421"/>
                  </a:lnTo>
                  <a:lnTo>
                    <a:pt x="16503" y="40700"/>
                  </a:lnTo>
                  <a:lnTo>
                    <a:pt x="15143" y="40614"/>
                  </a:lnTo>
                  <a:lnTo>
                    <a:pt x="14837" y="40595"/>
                  </a:lnTo>
                  <a:lnTo>
                    <a:pt x="8213" y="37875"/>
                  </a:lnTo>
                  <a:lnTo>
                    <a:pt x="1154" y="34976"/>
                  </a:lnTo>
                  <a:lnTo>
                    <a:pt x="7" y="34505"/>
                  </a:lnTo>
                  <a:lnTo>
                    <a:pt x="5" y="33829"/>
                  </a:lnTo>
                  <a:lnTo>
                    <a:pt x="5" y="33573"/>
                  </a:lnTo>
                  <a:lnTo>
                    <a:pt x="0" y="31192"/>
                  </a:lnTo>
                  <a:lnTo>
                    <a:pt x="159" y="30969"/>
                  </a:lnTo>
                  <a:lnTo>
                    <a:pt x="468" y="30533"/>
                  </a:lnTo>
                  <a:lnTo>
                    <a:pt x="2670" y="27472"/>
                  </a:lnTo>
                  <a:lnTo>
                    <a:pt x="2906" y="27195"/>
                  </a:lnTo>
                  <a:lnTo>
                    <a:pt x="7214" y="28934"/>
                  </a:lnTo>
                  <a:lnTo>
                    <a:pt x="16637" y="32737"/>
                  </a:lnTo>
                  <a:lnTo>
                    <a:pt x="17071" y="32912"/>
                  </a:lnTo>
                  <a:lnTo>
                    <a:pt x="18256" y="32322"/>
                  </a:lnTo>
                  <a:lnTo>
                    <a:pt x="29020" y="32944"/>
                  </a:lnTo>
                  <a:lnTo>
                    <a:pt x="34987" y="33290"/>
                  </a:lnTo>
                  <a:lnTo>
                    <a:pt x="35890" y="28843"/>
                  </a:lnTo>
                  <a:lnTo>
                    <a:pt x="36508" y="25801"/>
                  </a:lnTo>
                  <a:lnTo>
                    <a:pt x="38503" y="26141"/>
                  </a:lnTo>
                  <a:lnTo>
                    <a:pt x="37957" y="29333"/>
                  </a:lnTo>
                  <a:lnTo>
                    <a:pt x="37220" y="33641"/>
                  </a:lnTo>
                  <a:lnTo>
                    <a:pt x="44462" y="34408"/>
                  </a:lnTo>
                  <a:lnTo>
                    <a:pt x="45195" y="34486"/>
                  </a:lnTo>
                  <a:lnTo>
                    <a:pt x="45698" y="34539"/>
                  </a:lnTo>
                  <a:lnTo>
                    <a:pt x="48209" y="34964"/>
                  </a:lnTo>
                  <a:lnTo>
                    <a:pt x="48389" y="34994"/>
                  </a:lnTo>
                  <a:lnTo>
                    <a:pt x="48716" y="35044"/>
                  </a:lnTo>
                  <a:lnTo>
                    <a:pt x="49065" y="35035"/>
                  </a:lnTo>
                  <a:lnTo>
                    <a:pt x="50519" y="34996"/>
                  </a:lnTo>
                  <a:lnTo>
                    <a:pt x="54955" y="35293"/>
                  </a:lnTo>
                  <a:lnTo>
                    <a:pt x="60060" y="35635"/>
                  </a:lnTo>
                  <a:lnTo>
                    <a:pt x="60387" y="35653"/>
                  </a:lnTo>
                  <a:lnTo>
                    <a:pt x="62352" y="35698"/>
                  </a:lnTo>
                  <a:lnTo>
                    <a:pt x="65354" y="35766"/>
                  </a:lnTo>
                  <a:lnTo>
                    <a:pt x="70539" y="35885"/>
                  </a:lnTo>
                  <a:lnTo>
                    <a:pt x="74969" y="36030"/>
                  </a:lnTo>
                  <a:lnTo>
                    <a:pt x="75668" y="36281"/>
                  </a:lnTo>
                  <a:lnTo>
                    <a:pt x="76508" y="36583"/>
                  </a:lnTo>
                  <a:lnTo>
                    <a:pt x="78802" y="37180"/>
                  </a:lnTo>
                  <a:lnTo>
                    <a:pt x="80500" y="36313"/>
                  </a:lnTo>
                  <a:lnTo>
                    <a:pt x="81680" y="35709"/>
                  </a:lnTo>
                  <a:lnTo>
                    <a:pt x="85324" y="33363"/>
                  </a:lnTo>
                  <a:lnTo>
                    <a:pt x="86340" y="32709"/>
                  </a:lnTo>
                  <a:lnTo>
                    <a:pt x="87716" y="21694"/>
                  </a:lnTo>
                  <a:lnTo>
                    <a:pt x="87473" y="20296"/>
                  </a:lnTo>
                  <a:lnTo>
                    <a:pt x="83579" y="16819"/>
                  </a:lnTo>
                  <a:lnTo>
                    <a:pt x="82908" y="14758"/>
                  </a:lnTo>
                  <a:lnTo>
                    <a:pt x="62163" y="1905"/>
                  </a:lnTo>
                  <a:lnTo>
                    <a:pt x="62645" y="1857"/>
                  </a:lnTo>
                  <a:lnTo>
                    <a:pt x="64484" y="1675"/>
                  </a:lnTo>
                  <a:lnTo>
                    <a:pt x="66151" y="210"/>
                  </a:lnTo>
                  <a:lnTo>
                    <a:pt x="69219" y="0"/>
                  </a:lnTo>
                  <a:lnTo>
                    <a:pt x="71048" y="315"/>
                  </a:lnTo>
                  <a:lnTo>
                    <a:pt x="73589" y="1068"/>
                  </a:lnTo>
                  <a:lnTo>
                    <a:pt x="74728" y="1602"/>
                  </a:lnTo>
                  <a:lnTo>
                    <a:pt x="77056" y="3665"/>
                  </a:lnTo>
                  <a:lnTo>
                    <a:pt x="81639" y="6359"/>
                  </a:lnTo>
                  <a:lnTo>
                    <a:pt x="85296" y="8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921537" y="2682884"/>
              <a:ext cx="231866" cy="216227"/>
            </a:xfrm>
            <a:custGeom>
              <a:avLst/>
              <a:pathLst>
                <a:path w="231866" h="216227">
                  <a:moveTo>
                    <a:pt x="11930" y="21282"/>
                  </a:moveTo>
                  <a:lnTo>
                    <a:pt x="13516" y="21709"/>
                  </a:lnTo>
                  <a:lnTo>
                    <a:pt x="16566" y="19729"/>
                  </a:lnTo>
                  <a:lnTo>
                    <a:pt x="21961" y="21438"/>
                  </a:lnTo>
                  <a:lnTo>
                    <a:pt x="23177" y="29361"/>
                  </a:lnTo>
                  <a:lnTo>
                    <a:pt x="24562" y="29488"/>
                  </a:lnTo>
                  <a:lnTo>
                    <a:pt x="45390" y="31396"/>
                  </a:lnTo>
                  <a:lnTo>
                    <a:pt x="45580" y="34891"/>
                  </a:lnTo>
                  <a:lnTo>
                    <a:pt x="53479" y="36452"/>
                  </a:lnTo>
                  <a:lnTo>
                    <a:pt x="59278" y="40876"/>
                  </a:lnTo>
                  <a:lnTo>
                    <a:pt x="57297" y="51032"/>
                  </a:lnTo>
                  <a:lnTo>
                    <a:pt x="63406" y="51512"/>
                  </a:lnTo>
                  <a:lnTo>
                    <a:pt x="67176" y="51809"/>
                  </a:lnTo>
                  <a:lnTo>
                    <a:pt x="69715" y="62404"/>
                  </a:lnTo>
                  <a:lnTo>
                    <a:pt x="72674" y="63174"/>
                  </a:lnTo>
                  <a:lnTo>
                    <a:pt x="72605" y="66536"/>
                  </a:lnTo>
                  <a:lnTo>
                    <a:pt x="72373" y="77857"/>
                  </a:lnTo>
                  <a:lnTo>
                    <a:pt x="81106" y="90817"/>
                  </a:lnTo>
                  <a:lnTo>
                    <a:pt x="94114" y="80742"/>
                  </a:lnTo>
                  <a:lnTo>
                    <a:pt x="110167" y="73654"/>
                  </a:lnTo>
                  <a:lnTo>
                    <a:pt x="116342" y="80645"/>
                  </a:lnTo>
                  <a:lnTo>
                    <a:pt x="128880" y="75693"/>
                  </a:lnTo>
                  <a:lnTo>
                    <a:pt x="132556" y="81817"/>
                  </a:lnTo>
                  <a:lnTo>
                    <a:pt x="123149" y="87351"/>
                  </a:lnTo>
                  <a:lnTo>
                    <a:pt x="124478" y="90846"/>
                  </a:lnTo>
                  <a:lnTo>
                    <a:pt x="121724" y="103760"/>
                  </a:lnTo>
                  <a:lnTo>
                    <a:pt x="127993" y="116867"/>
                  </a:lnTo>
                  <a:lnTo>
                    <a:pt x="138062" y="119101"/>
                  </a:lnTo>
                  <a:lnTo>
                    <a:pt x="143055" y="116109"/>
                  </a:lnTo>
                  <a:lnTo>
                    <a:pt x="143571" y="115799"/>
                  </a:lnTo>
                  <a:lnTo>
                    <a:pt x="157060" y="132111"/>
                  </a:lnTo>
                  <a:lnTo>
                    <a:pt x="164469" y="157161"/>
                  </a:lnTo>
                  <a:lnTo>
                    <a:pt x="169173" y="157181"/>
                  </a:lnTo>
                  <a:lnTo>
                    <a:pt x="172689" y="151291"/>
                  </a:lnTo>
                  <a:lnTo>
                    <a:pt x="178958" y="153815"/>
                  </a:lnTo>
                  <a:lnTo>
                    <a:pt x="186171" y="153015"/>
                  </a:lnTo>
                  <a:lnTo>
                    <a:pt x="187457" y="143860"/>
                  </a:lnTo>
                  <a:lnTo>
                    <a:pt x="183007" y="139260"/>
                  </a:lnTo>
                  <a:lnTo>
                    <a:pt x="182554" y="137621"/>
                  </a:lnTo>
                  <a:lnTo>
                    <a:pt x="182355" y="136903"/>
                  </a:lnTo>
                  <a:lnTo>
                    <a:pt x="181345" y="133252"/>
                  </a:lnTo>
                  <a:lnTo>
                    <a:pt x="182667" y="130410"/>
                  </a:lnTo>
                  <a:lnTo>
                    <a:pt x="185130" y="131265"/>
                  </a:lnTo>
                  <a:lnTo>
                    <a:pt x="197629" y="135589"/>
                  </a:lnTo>
                  <a:lnTo>
                    <a:pt x="205315" y="135686"/>
                  </a:lnTo>
                  <a:lnTo>
                    <a:pt x="210780" y="139249"/>
                  </a:lnTo>
                  <a:lnTo>
                    <a:pt x="211258" y="139560"/>
                  </a:lnTo>
                  <a:lnTo>
                    <a:pt x="217165" y="143411"/>
                  </a:lnTo>
                  <a:lnTo>
                    <a:pt x="217378" y="143550"/>
                  </a:lnTo>
                  <a:lnTo>
                    <a:pt x="223427" y="147585"/>
                  </a:lnTo>
                  <a:lnTo>
                    <a:pt x="223600" y="147701"/>
                  </a:lnTo>
                  <a:lnTo>
                    <a:pt x="229555" y="152257"/>
                  </a:lnTo>
                  <a:lnTo>
                    <a:pt x="229700" y="152368"/>
                  </a:lnTo>
                  <a:lnTo>
                    <a:pt x="224002" y="161247"/>
                  </a:lnTo>
                  <a:lnTo>
                    <a:pt x="219868" y="167689"/>
                  </a:lnTo>
                  <a:lnTo>
                    <a:pt x="217902" y="176195"/>
                  </a:lnTo>
                  <a:lnTo>
                    <a:pt x="216277" y="182022"/>
                  </a:lnTo>
                  <a:lnTo>
                    <a:pt x="216164" y="182428"/>
                  </a:lnTo>
                  <a:lnTo>
                    <a:pt x="215887" y="182582"/>
                  </a:lnTo>
                  <a:lnTo>
                    <a:pt x="215110" y="183015"/>
                  </a:lnTo>
                  <a:lnTo>
                    <a:pt x="213947" y="183201"/>
                  </a:lnTo>
                  <a:lnTo>
                    <a:pt x="210993" y="188626"/>
                  </a:lnTo>
                  <a:lnTo>
                    <a:pt x="212714" y="189828"/>
                  </a:lnTo>
                  <a:lnTo>
                    <a:pt x="228584" y="200914"/>
                  </a:lnTo>
                  <a:lnTo>
                    <a:pt x="231866" y="203206"/>
                  </a:lnTo>
                  <a:lnTo>
                    <a:pt x="229896" y="204481"/>
                  </a:lnTo>
                  <a:lnTo>
                    <a:pt x="226018" y="206991"/>
                  </a:lnTo>
                  <a:lnTo>
                    <a:pt x="217343" y="212607"/>
                  </a:lnTo>
                  <a:lnTo>
                    <a:pt x="215267" y="213951"/>
                  </a:lnTo>
                  <a:lnTo>
                    <a:pt x="212100" y="216001"/>
                  </a:lnTo>
                  <a:lnTo>
                    <a:pt x="211750" y="216227"/>
                  </a:lnTo>
                  <a:lnTo>
                    <a:pt x="195991" y="214072"/>
                  </a:lnTo>
                  <a:lnTo>
                    <a:pt x="191253" y="213611"/>
                  </a:lnTo>
                  <a:lnTo>
                    <a:pt x="189038" y="213396"/>
                  </a:lnTo>
                  <a:lnTo>
                    <a:pt x="181914" y="212703"/>
                  </a:lnTo>
                  <a:lnTo>
                    <a:pt x="178663" y="212200"/>
                  </a:lnTo>
                  <a:lnTo>
                    <a:pt x="175760" y="211751"/>
                  </a:lnTo>
                  <a:lnTo>
                    <a:pt x="163277" y="209819"/>
                  </a:lnTo>
                  <a:lnTo>
                    <a:pt x="161184" y="207990"/>
                  </a:lnTo>
                  <a:lnTo>
                    <a:pt x="160588" y="207469"/>
                  </a:lnTo>
                  <a:lnTo>
                    <a:pt x="157316" y="206692"/>
                  </a:lnTo>
                  <a:lnTo>
                    <a:pt x="155298" y="206213"/>
                  </a:lnTo>
                  <a:lnTo>
                    <a:pt x="147091" y="204263"/>
                  </a:lnTo>
                  <a:lnTo>
                    <a:pt x="144649" y="203683"/>
                  </a:lnTo>
                  <a:lnTo>
                    <a:pt x="144199" y="203682"/>
                  </a:lnTo>
                  <a:lnTo>
                    <a:pt x="141804" y="203677"/>
                  </a:lnTo>
                  <a:lnTo>
                    <a:pt x="138218" y="203670"/>
                  </a:lnTo>
                  <a:lnTo>
                    <a:pt x="131878" y="205418"/>
                  </a:lnTo>
                  <a:lnTo>
                    <a:pt x="128705" y="207382"/>
                  </a:lnTo>
                  <a:lnTo>
                    <a:pt x="128571" y="206322"/>
                  </a:lnTo>
                  <a:lnTo>
                    <a:pt x="127295" y="196201"/>
                  </a:lnTo>
                  <a:lnTo>
                    <a:pt x="127148" y="195030"/>
                  </a:lnTo>
                  <a:lnTo>
                    <a:pt x="123844" y="195102"/>
                  </a:lnTo>
                  <a:lnTo>
                    <a:pt x="123828" y="194862"/>
                  </a:lnTo>
                  <a:lnTo>
                    <a:pt x="123413" y="188601"/>
                  </a:lnTo>
                  <a:lnTo>
                    <a:pt x="123014" y="184118"/>
                  </a:lnTo>
                  <a:lnTo>
                    <a:pt x="122865" y="182445"/>
                  </a:lnTo>
                  <a:lnTo>
                    <a:pt x="114221" y="182311"/>
                  </a:lnTo>
                  <a:lnTo>
                    <a:pt x="114018" y="176579"/>
                  </a:lnTo>
                  <a:lnTo>
                    <a:pt x="113822" y="171016"/>
                  </a:lnTo>
                  <a:lnTo>
                    <a:pt x="113423" y="171001"/>
                  </a:lnTo>
                  <a:lnTo>
                    <a:pt x="112615" y="170972"/>
                  </a:lnTo>
                  <a:lnTo>
                    <a:pt x="108653" y="170826"/>
                  </a:lnTo>
                  <a:lnTo>
                    <a:pt x="104599" y="171225"/>
                  </a:lnTo>
                  <a:lnTo>
                    <a:pt x="104418" y="171244"/>
                  </a:lnTo>
                  <a:lnTo>
                    <a:pt x="95563" y="172164"/>
                  </a:lnTo>
                  <a:lnTo>
                    <a:pt x="86362" y="173027"/>
                  </a:lnTo>
                  <a:lnTo>
                    <a:pt x="77146" y="173965"/>
                  </a:lnTo>
                  <a:lnTo>
                    <a:pt x="68016" y="175028"/>
                  </a:lnTo>
                  <a:lnTo>
                    <a:pt x="69492" y="185547"/>
                  </a:lnTo>
                  <a:lnTo>
                    <a:pt x="69572" y="186119"/>
                  </a:lnTo>
                  <a:lnTo>
                    <a:pt x="65958" y="186168"/>
                  </a:lnTo>
                  <a:lnTo>
                    <a:pt x="65570" y="186174"/>
                  </a:lnTo>
                  <a:lnTo>
                    <a:pt x="64857" y="184753"/>
                  </a:lnTo>
                  <a:lnTo>
                    <a:pt x="61951" y="178965"/>
                  </a:lnTo>
                  <a:lnTo>
                    <a:pt x="61152" y="177605"/>
                  </a:lnTo>
                  <a:lnTo>
                    <a:pt x="60895" y="177384"/>
                  </a:lnTo>
                  <a:lnTo>
                    <a:pt x="60582" y="177114"/>
                  </a:lnTo>
                  <a:lnTo>
                    <a:pt x="60103" y="176700"/>
                  </a:lnTo>
                  <a:lnTo>
                    <a:pt x="56012" y="173173"/>
                  </a:lnTo>
                  <a:lnTo>
                    <a:pt x="43800" y="165250"/>
                  </a:lnTo>
                  <a:lnTo>
                    <a:pt x="43621" y="164722"/>
                  </a:lnTo>
                  <a:lnTo>
                    <a:pt x="43323" y="163846"/>
                  </a:lnTo>
                  <a:lnTo>
                    <a:pt x="43165" y="163380"/>
                  </a:lnTo>
                  <a:lnTo>
                    <a:pt x="34088" y="133906"/>
                  </a:lnTo>
                  <a:lnTo>
                    <a:pt x="32666" y="133017"/>
                  </a:lnTo>
                  <a:lnTo>
                    <a:pt x="31048" y="132003"/>
                  </a:lnTo>
                  <a:lnTo>
                    <a:pt x="29756" y="132110"/>
                  </a:lnTo>
                  <a:lnTo>
                    <a:pt x="27692" y="132281"/>
                  </a:lnTo>
                  <a:lnTo>
                    <a:pt x="23702" y="134131"/>
                  </a:lnTo>
                  <a:lnTo>
                    <a:pt x="21273" y="136782"/>
                  </a:lnTo>
                  <a:lnTo>
                    <a:pt x="21045" y="136825"/>
                  </a:lnTo>
                  <a:lnTo>
                    <a:pt x="21065" y="136505"/>
                  </a:lnTo>
                  <a:lnTo>
                    <a:pt x="21088" y="136145"/>
                  </a:lnTo>
                  <a:lnTo>
                    <a:pt x="21106" y="135866"/>
                  </a:lnTo>
                  <a:lnTo>
                    <a:pt x="21124" y="135595"/>
                  </a:lnTo>
                  <a:lnTo>
                    <a:pt x="21138" y="135376"/>
                  </a:lnTo>
                  <a:lnTo>
                    <a:pt x="21145" y="135168"/>
                  </a:lnTo>
                  <a:lnTo>
                    <a:pt x="21154" y="134914"/>
                  </a:lnTo>
                  <a:lnTo>
                    <a:pt x="21162" y="134709"/>
                  </a:lnTo>
                  <a:lnTo>
                    <a:pt x="21168" y="134529"/>
                  </a:lnTo>
                  <a:lnTo>
                    <a:pt x="21173" y="134388"/>
                  </a:lnTo>
                  <a:lnTo>
                    <a:pt x="21338" y="133828"/>
                  </a:lnTo>
                  <a:lnTo>
                    <a:pt x="21424" y="133688"/>
                  </a:lnTo>
                  <a:lnTo>
                    <a:pt x="21620" y="133369"/>
                  </a:lnTo>
                  <a:lnTo>
                    <a:pt x="22001" y="132720"/>
                  </a:lnTo>
                  <a:lnTo>
                    <a:pt x="22074" y="132565"/>
                  </a:lnTo>
                  <a:lnTo>
                    <a:pt x="22279" y="132132"/>
                  </a:lnTo>
                  <a:lnTo>
                    <a:pt x="22480" y="131708"/>
                  </a:lnTo>
                  <a:lnTo>
                    <a:pt x="22618" y="131417"/>
                  </a:lnTo>
                  <a:lnTo>
                    <a:pt x="22716" y="131211"/>
                  </a:lnTo>
                  <a:lnTo>
                    <a:pt x="22950" y="130716"/>
                  </a:lnTo>
                  <a:lnTo>
                    <a:pt x="23149" y="130296"/>
                  </a:lnTo>
                  <a:lnTo>
                    <a:pt x="23233" y="130119"/>
                  </a:lnTo>
                  <a:lnTo>
                    <a:pt x="23316" y="129943"/>
                  </a:lnTo>
                  <a:lnTo>
                    <a:pt x="23443" y="129677"/>
                  </a:lnTo>
                  <a:lnTo>
                    <a:pt x="23529" y="129495"/>
                  </a:lnTo>
                  <a:lnTo>
                    <a:pt x="23783" y="128938"/>
                  </a:lnTo>
                  <a:lnTo>
                    <a:pt x="24014" y="128386"/>
                  </a:lnTo>
                  <a:lnTo>
                    <a:pt x="24069" y="128256"/>
                  </a:lnTo>
                  <a:lnTo>
                    <a:pt x="24130" y="128108"/>
                  </a:lnTo>
                  <a:lnTo>
                    <a:pt x="24340" y="127608"/>
                  </a:lnTo>
                  <a:lnTo>
                    <a:pt x="24447" y="127352"/>
                  </a:lnTo>
                  <a:lnTo>
                    <a:pt x="24549" y="127108"/>
                  </a:lnTo>
                  <a:lnTo>
                    <a:pt x="25605" y="124585"/>
                  </a:lnTo>
                  <a:lnTo>
                    <a:pt x="25852" y="123994"/>
                  </a:lnTo>
                  <a:lnTo>
                    <a:pt x="26036" y="123547"/>
                  </a:lnTo>
                  <a:lnTo>
                    <a:pt x="26123" y="123319"/>
                  </a:lnTo>
                  <a:lnTo>
                    <a:pt x="26434" y="122506"/>
                  </a:lnTo>
                  <a:lnTo>
                    <a:pt x="26531" y="122254"/>
                  </a:lnTo>
                  <a:lnTo>
                    <a:pt x="26696" y="121824"/>
                  </a:lnTo>
                  <a:lnTo>
                    <a:pt x="26750" y="121682"/>
                  </a:lnTo>
                  <a:lnTo>
                    <a:pt x="26929" y="121214"/>
                  </a:lnTo>
                  <a:lnTo>
                    <a:pt x="26996" y="121041"/>
                  </a:lnTo>
                  <a:lnTo>
                    <a:pt x="27220" y="120456"/>
                  </a:lnTo>
                  <a:lnTo>
                    <a:pt x="27663" y="119372"/>
                  </a:lnTo>
                  <a:lnTo>
                    <a:pt x="27762" y="119205"/>
                  </a:lnTo>
                  <a:lnTo>
                    <a:pt x="27887" y="118997"/>
                  </a:lnTo>
                  <a:lnTo>
                    <a:pt x="27976" y="118848"/>
                  </a:lnTo>
                  <a:lnTo>
                    <a:pt x="28159" y="118543"/>
                  </a:lnTo>
                  <a:lnTo>
                    <a:pt x="28500" y="117973"/>
                  </a:lnTo>
                  <a:lnTo>
                    <a:pt x="28703" y="117633"/>
                  </a:lnTo>
                  <a:lnTo>
                    <a:pt x="28925" y="117262"/>
                  </a:lnTo>
                  <a:lnTo>
                    <a:pt x="29136" y="116909"/>
                  </a:lnTo>
                  <a:lnTo>
                    <a:pt x="29238" y="116738"/>
                  </a:lnTo>
                  <a:lnTo>
                    <a:pt x="29373" y="116514"/>
                  </a:lnTo>
                  <a:lnTo>
                    <a:pt x="29521" y="116265"/>
                  </a:lnTo>
                  <a:lnTo>
                    <a:pt x="29629" y="116084"/>
                  </a:lnTo>
                  <a:lnTo>
                    <a:pt x="29936" y="115571"/>
                  </a:lnTo>
                  <a:lnTo>
                    <a:pt x="30211" y="115112"/>
                  </a:lnTo>
                  <a:lnTo>
                    <a:pt x="30308" y="114951"/>
                  </a:lnTo>
                  <a:lnTo>
                    <a:pt x="30448" y="114715"/>
                  </a:lnTo>
                  <a:lnTo>
                    <a:pt x="30707" y="114283"/>
                  </a:lnTo>
                  <a:lnTo>
                    <a:pt x="31084" y="113653"/>
                  </a:lnTo>
                  <a:lnTo>
                    <a:pt x="31232" y="113405"/>
                  </a:lnTo>
                  <a:lnTo>
                    <a:pt x="31744" y="113118"/>
                  </a:lnTo>
                  <a:lnTo>
                    <a:pt x="31924" y="113017"/>
                  </a:lnTo>
                  <a:lnTo>
                    <a:pt x="32195" y="112865"/>
                  </a:lnTo>
                  <a:lnTo>
                    <a:pt x="32625" y="112624"/>
                  </a:lnTo>
                  <a:lnTo>
                    <a:pt x="33192" y="112306"/>
                  </a:lnTo>
                  <a:lnTo>
                    <a:pt x="33829" y="111949"/>
                  </a:lnTo>
                  <a:lnTo>
                    <a:pt x="34828" y="111243"/>
                  </a:lnTo>
                  <a:lnTo>
                    <a:pt x="34916" y="111110"/>
                  </a:lnTo>
                  <a:lnTo>
                    <a:pt x="26008" y="90982"/>
                  </a:lnTo>
                  <a:lnTo>
                    <a:pt x="24344" y="87224"/>
                  </a:lnTo>
                  <a:lnTo>
                    <a:pt x="21949" y="81812"/>
                  </a:lnTo>
                  <a:lnTo>
                    <a:pt x="13070" y="61751"/>
                  </a:lnTo>
                  <a:lnTo>
                    <a:pt x="11550" y="58489"/>
                  </a:lnTo>
                  <a:lnTo>
                    <a:pt x="7127" y="48994"/>
                  </a:lnTo>
                  <a:lnTo>
                    <a:pt x="6231" y="47071"/>
                  </a:lnTo>
                  <a:lnTo>
                    <a:pt x="5152" y="42744"/>
                  </a:lnTo>
                  <a:lnTo>
                    <a:pt x="8359" y="40002"/>
                  </a:lnTo>
                  <a:lnTo>
                    <a:pt x="8524" y="36632"/>
                  </a:lnTo>
                  <a:lnTo>
                    <a:pt x="8967" y="27652"/>
                  </a:lnTo>
                  <a:lnTo>
                    <a:pt x="2735" y="25244"/>
                  </a:lnTo>
                  <a:lnTo>
                    <a:pt x="1092" y="10688"/>
                  </a:lnTo>
                  <a:lnTo>
                    <a:pt x="949" y="9418"/>
                  </a:lnTo>
                  <a:lnTo>
                    <a:pt x="0" y="1009"/>
                  </a:lnTo>
                  <a:lnTo>
                    <a:pt x="8511" y="0"/>
                  </a:lnTo>
                  <a:lnTo>
                    <a:pt x="8030" y="2358"/>
                  </a:lnTo>
                  <a:lnTo>
                    <a:pt x="7751" y="3728"/>
                  </a:lnTo>
                  <a:lnTo>
                    <a:pt x="12794" y="17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81902" y="2814888"/>
              <a:ext cx="559660" cy="217748"/>
            </a:xfrm>
            <a:custGeom>
              <a:avLst/>
              <a:pathLst>
                <a:path w="559660" h="217748">
                  <a:moveTo>
                    <a:pt x="101586" y="46961"/>
                  </a:moveTo>
                  <a:lnTo>
                    <a:pt x="104492" y="52749"/>
                  </a:lnTo>
                  <a:lnTo>
                    <a:pt x="105205" y="54170"/>
                  </a:lnTo>
                  <a:lnTo>
                    <a:pt x="105593" y="54164"/>
                  </a:lnTo>
                  <a:lnTo>
                    <a:pt x="109207" y="54115"/>
                  </a:lnTo>
                  <a:lnTo>
                    <a:pt x="109127" y="53543"/>
                  </a:lnTo>
                  <a:lnTo>
                    <a:pt x="107651" y="43024"/>
                  </a:lnTo>
                  <a:lnTo>
                    <a:pt x="116781" y="41961"/>
                  </a:lnTo>
                  <a:lnTo>
                    <a:pt x="125997" y="41023"/>
                  </a:lnTo>
                  <a:lnTo>
                    <a:pt x="135198" y="40160"/>
                  </a:lnTo>
                  <a:lnTo>
                    <a:pt x="144053" y="39240"/>
                  </a:lnTo>
                  <a:lnTo>
                    <a:pt x="144234" y="39221"/>
                  </a:lnTo>
                  <a:lnTo>
                    <a:pt x="148288" y="38822"/>
                  </a:lnTo>
                  <a:lnTo>
                    <a:pt x="152250" y="38968"/>
                  </a:lnTo>
                  <a:lnTo>
                    <a:pt x="153058" y="38997"/>
                  </a:lnTo>
                  <a:lnTo>
                    <a:pt x="153457" y="39012"/>
                  </a:lnTo>
                  <a:lnTo>
                    <a:pt x="153653" y="44575"/>
                  </a:lnTo>
                  <a:lnTo>
                    <a:pt x="153856" y="50307"/>
                  </a:lnTo>
                  <a:lnTo>
                    <a:pt x="162500" y="50441"/>
                  </a:lnTo>
                  <a:lnTo>
                    <a:pt x="162649" y="52114"/>
                  </a:lnTo>
                  <a:lnTo>
                    <a:pt x="163048" y="56597"/>
                  </a:lnTo>
                  <a:lnTo>
                    <a:pt x="163463" y="62859"/>
                  </a:lnTo>
                  <a:lnTo>
                    <a:pt x="163479" y="63098"/>
                  </a:lnTo>
                  <a:lnTo>
                    <a:pt x="166783" y="63026"/>
                  </a:lnTo>
                  <a:lnTo>
                    <a:pt x="166930" y="64197"/>
                  </a:lnTo>
                  <a:lnTo>
                    <a:pt x="168206" y="74318"/>
                  </a:lnTo>
                  <a:lnTo>
                    <a:pt x="168340" y="75378"/>
                  </a:lnTo>
                  <a:lnTo>
                    <a:pt x="171513" y="73414"/>
                  </a:lnTo>
                  <a:lnTo>
                    <a:pt x="177853" y="71666"/>
                  </a:lnTo>
                  <a:lnTo>
                    <a:pt x="181439" y="71673"/>
                  </a:lnTo>
                  <a:lnTo>
                    <a:pt x="183834" y="71678"/>
                  </a:lnTo>
                  <a:lnTo>
                    <a:pt x="184284" y="71679"/>
                  </a:lnTo>
                  <a:lnTo>
                    <a:pt x="186726" y="72259"/>
                  </a:lnTo>
                  <a:lnTo>
                    <a:pt x="194933" y="74209"/>
                  </a:lnTo>
                  <a:lnTo>
                    <a:pt x="196951" y="74688"/>
                  </a:lnTo>
                  <a:lnTo>
                    <a:pt x="200223" y="75466"/>
                  </a:lnTo>
                  <a:lnTo>
                    <a:pt x="200819" y="75987"/>
                  </a:lnTo>
                  <a:lnTo>
                    <a:pt x="202912" y="77815"/>
                  </a:lnTo>
                  <a:lnTo>
                    <a:pt x="215395" y="79747"/>
                  </a:lnTo>
                  <a:lnTo>
                    <a:pt x="218298" y="80196"/>
                  </a:lnTo>
                  <a:lnTo>
                    <a:pt x="221549" y="80699"/>
                  </a:lnTo>
                  <a:lnTo>
                    <a:pt x="228673" y="81392"/>
                  </a:lnTo>
                  <a:lnTo>
                    <a:pt x="230888" y="81607"/>
                  </a:lnTo>
                  <a:lnTo>
                    <a:pt x="235626" y="82068"/>
                  </a:lnTo>
                  <a:lnTo>
                    <a:pt x="251385" y="84223"/>
                  </a:lnTo>
                  <a:lnTo>
                    <a:pt x="251735" y="83997"/>
                  </a:lnTo>
                  <a:lnTo>
                    <a:pt x="254902" y="81947"/>
                  </a:lnTo>
                  <a:lnTo>
                    <a:pt x="256979" y="80603"/>
                  </a:lnTo>
                  <a:lnTo>
                    <a:pt x="265653" y="74987"/>
                  </a:lnTo>
                  <a:lnTo>
                    <a:pt x="269531" y="72477"/>
                  </a:lnTo>
                  <a:lnTo>
                    <a:pt x="271501" y="71202"/>
                  </a:lnTo>
                  <a:lnTo>
                    <a:pt x="268219" y="68910"/>
                  </a:lnTo>
                  <a:lnTo>
                    <a:pt x="252349" y="57824"/>
                  </a:lnTo>
                  <a:lnTo>
                    <a:pt x="250628" y="56622"/>
                  </a:lnTo>
                  <a:lnTo>
                    <a:pt x="253583" y="51197"/>
                  </a:lnTo>
                  <a:lnTo>
                    <a:pt x="254745" y="51011"/>
                  </a:lnTo>
                  <a:lnTo>
                    <a:pt x="255522" y="50578"/>
                  </a:lnTo>
                  <a:lnTo>
                    <a:pt x="255799" y="50424"/>
                  </a:lnTo>
                  <a:lnTo>
                    <a:pt x="255912" y="50019"/>
                  </a:lnTo>
                  <a:lnTo>
                    <a:pt x="257537" y="44191"/>
                  </a:lnTo>
                  <a:lnTo>
                    <a:pt x="259503" y="35685"/>
                  </a:lnTo>
                  <a:lnTo>
                    <a:pt x="263637" y="29243"/>
                  </a:lnTo>
                  <a:lnTo>
                    <a:pt x="269335" y="20364"/>
                  </a:lnTo>
                  <a:lnTo>
                    <a:pt x="278976" y="5921"/>
                  </a:lnTo>
                  <a:lnTo>
                    <a:pt x="313117" y="29507"/>
                  </a:lnTo>
                  <a:lnTo>
                    <a:pt x="331409" y="42262"/>
                  </a:lnTo>
                  <a:lnTo>
                    <a:pt x="364614" y="64870"/>
                  </a:lnTo>
                  <a:lnTo>
                    <a:pt x="379365" y="43259"/>
                  </a:lnTo>
                  <a:lnTo>
                    <a:pt x="386387" y="32973"/>
                  </a:lnTo>
                  <a:lnTo>
                    <a:pt x="390452" y="27708"/>
                  </a:lnTo>
                  <a:lnTo>
                    <a:pt x="398943" y="33797"/>
                  </a:lnTo>
                  <a:lnTo>
                    <a:pt x="399741" y="34962"/>
                  </a:lnTo>
                  <a:lnTo>
                    <a:pt x="399427" y="43875"/>
                  </a:lnTo>
                  <a:lnTo>
                    <a:pt x="399689" y="48554"/>
                  </a:lnTo>
                  <a:lnTo>
                    <a:pt x="400254" y="58643"/>
                  </a:lnTo>
                  <a:lnTo>
                    <a:pt x="421894" y="67424"/>
                  </a:lnTo>
                  <a:lnTo>
                    <a:pt x="430539" y="64705"/>
                  </a:lnTo>
                  <a:lnTo>
                    <a:pt x="433135" y="59411"/>
                  </a:lnTo>
                  <a:lnTo>
                    <a:pt x="434616" y="55411"/>
                  </a:lnTo>
                  <a:lnTo>
                    <a:pt x="437504" y="56265"/>
                  </a:lnTo>
                  <a:lnTo>
                    <a:pt x="437248" y="58609"/>
                  </a:lnTo>
                  <a:lnTo>
                    <a:pt x="437842" y="60624"/>
                  </a:lnTo>
                  <a:lnTo>
                    <a:pt x="439219" y="61983"/>
                  </a:lnTo>
                  <a:lnTo>
                    <a:pt x="441357" y="62736"/>
                  </a:lnTo>
                  <a:lnTo>
                    <a:pt x="447578" y="62905"/>
                  </a:lnTo>
                  <a:lnTo>
                    <a:pt x="450689" y="61789"/>
                  </a:lnTo>
                  <a:lnTo>
                    <a:pt x="452423" y="60114"/>
                  </a:lnTo>
                  <a:lnTo>
                    <a:pt x="454252" y="59556"/>
                  </a:lnTo>
                  <a:lnTo>
                    <a:pt x="455890" y="60114"/>
                  </a:lnTo>
                  <a:lnTo>
                    <a:pt x="456265" y="60339"/>
                  </a:lnTo>
                  <a:lnTo>
                    <a:pt x="458360" y="61595"/>
                  </a:lnTo>
                  <a:lnTo>
                    <a:pt x="460378" y="62614"/>
                  </a:lnTo>
                  <a:lnTo>
                    <a:pt x="463062" y="62954"/>
                  </a:lnTo>
                  <a:lnTo>
                    <a:pt x="465389" y="62784"/>
                  </a:lnTo>
                  <a:lnTo>
                    <a:pt x="468571" y="62614"/>
                  </a:lnTo>
                  <a:lnTo>
                    <a:pt x="470614" y="63488"/>
                  </a:lnTo>
                  <a:lnTo>
                    <a:pt x="473107" y="64605"/>
                  </a:lnTo>
                  <a:lnTo>
                    <a:pt x="475719" y="64993"/>
                  </a:lnTo>
                  <a:lnTo>
                    <a:pt x="478806" y="64944"/>
                  </a:lnTo>
                  <a:lnTo>
                    <a:pt x="483176" y="64410"/>
                  </a:lnTo>
                  <a:lnTo>
                    <a:pt x="485073" y="64927"/>
                  </a:lnTo>
                  <a:lnTo>
                    <a:pt x="486026" y="65187"/>
                  </a:lnTo>
                  <a:lnTo>
                    <a:pt x="487712" y="66935"/>
                  </a:lnTo>
                  <a:lnTo>
                    <a:pt x="489944" y="68488"/>
                  </a:lnTo>
                  <a:lnTo>
                    <a:pt x="492457" y="69830"/>
                  </a:lnTo>
                  <a:lnTo>
                    <a:pt x="492628" y="69921"/>
                  </a:lnTo>
                  <a:lnTo>
                    <a:pt x="495216" y="71110"/>
                  </a:lnTo>
                  <a:lnTo>
                    <a:pt x="497733" y="71304"/>
                  </a:lnTo>
                  <a:lnTo>
                    <a:pt x="504288" y="70989"/>
                  </a:lnTo>
                  <a:lnTo>
                    <a:pt x="507422" y="70891"/>
                  </a:lnTo>
                  <a:lnTo>
                    <a:pt x="509112" y="70658"/>
                  </a:lnTo>
                  <a:lnTo>
                    <a:pt x="509702" y="70576"/>
                  </a:lnTo>
                  <a:lnTo>
                    <a:pt x="510297" y="69534"/>
                  </a:lnTo>
                  <a:lnTo>
                    <a:pt x="510695" y="68836"/>
                  </a:lnTo>
                  <a:lnTo>
                    <a:pt x="511265" y="66651"/>
                  </a:lnTo>
                  <a:lnTo>
                    <a:pt x="512405" y="65000"/>
                  </a:lnTo>
                  <a:lnTo>
                    <a:pt x="513213" y="63301"/>
                  </a:lnTo>
                  <a:lnTo>
                    <a:pt x="513165" y="61602"/>
                  </a:lnTo>
                  <a:lnTo>
                    <a:pt x="513403" y="60583"/>
                  </a:lnTo>
                  <a:lnTo>
                    <a:pt x="514875" y="59029"/>
                  </a:lnTo>
                  <a:lnTo>
                    <a:pt x="515302" y="58204"/>
                  </a:lnTo>
                  <a:lnTo>
                    <a:pt x="515302" y="57767"/>
                  </a:lnTo>
                  <a:lnTo>
                    <a:pt x="514590" y="56796"/>
                  </a:lnTo>
                  <a:lnTo>
                    <a:pt x="514165" y="55452"/>
                  </a:lnTo>
                  <a:lnTo>
                    <a:pt x="514067" y="55145"/>
                  </a:lnTo>
                  <a:lnTo>
                    <a:pt x="514067" y="54077"/>
                  </a:lnTo>
                  <a:lnTo>
                    <a:pt x="515065" y="53301"/>
                  </a:lnTo>
                  <a:lnTo>
                    <a:pt x="516680" y="52378"/>
                  </a:lnTo>
                  <a:lnTo>
                    <a:pt x="516632" y="51116"/>
                  </a:lnTo>
                  <a:lnTo>
                    <a:pt x="516822" y="49320"/>
                  </a:lnTo>
                  <a:lnTo>
                    <a:pt x="516822" y="46918"/>
                  </a:lnTo>
                  <a:lnTo>
                    <a:pt x="517354" y="44277"/>
                  </a:lnTo>
                  <a:lnTo>
                    <a:pt x="516746" y="42646"/>
                  </a:lnTo>
                  <a:lnTo>
                    <a:pt x="515889" y="41228"/>
                  </a:lnTo>
                  <a:lnTo>
                    <a:pt x="515150" y="40005"/>
                  </a:lnTo>
                  <a:lnTo>
                    <a:pt x="515150" y="38452"/>
                  </a:lnTo>
                  <a:lnTo>
                    <a:pt x="515986" y="37753"/>
                  </a:lnTo>
                  <a:lnTo>
                    <a:pt x="518190" y="36976"/>
                  </a:lnTo>
                  <a:lnTo>
                    <a:pt x="520470" y="35733"/>
                  </a:lnTo>
                  <a:lnTo>
                    <a:pt x="521146" y="34203"/>
                  </a:lnTo>
                  <a:lnTo>
                    <a:pt x="520674" y="32068"/>
                  </a:lnTo>
                  <a:lnTo>
                    <a:pt x="520348" y="30591"/>
                  </a:lnTo>
                  <a:lnTo>
                    <a:pt x="521434" y="28906"/>
                  </a:lnTo>
                  <a:lnTo>
                    <a:pt x="523468" y="25747"/>
                  </a:lnTo>
                  <a:lnTo>
                    <a:pt x="526654" y="35765"/>
                  </a:lnTo>
                  <a:lnTo>
                    <a:pt x="522436" y="41824"/>
                  </a:lnTo>
                  <a:lnTo>
                    <a:pt x="526268" y="59198"/>
                  </a:lnTo>
                  <a:lnTo>
                    <a:pt x="529322" y="60181"/>
                  </a:lnTo>
                  <a:lnTo>
                    <a:pt x="534605" y="60787"/>
                  </a:lnTo>
                  <a:lnTo>
                    <a:pt x="537811" y="65885"/>
                  </a:lnTo>
                  <a:lnTo>
                    <a:pt x="545767" y="69587"/>
                  </a:lnTo>
                  <a:lnTo>
                    <a:pt x="556144" y="77905"/>
                  </a:lnTo>
                  <a:lnTo>
                    <a:pt x="553199" y="81303"/>
                  </a:lnTo>
                  <a:lnTo>
                    <a:pt x="559325" y="89053"/>
                  </a:lnTo>
                  <a:lnTo>
                    <a:pt x="559660" y="89476"/>
                  </a:lnTo>
                  <a:lnTo>
                    <a:pt x="559346" y="90335"/>
                  </a:lnTo>
                  <a:lnTo>
                    <a:pt x="558679" y="92164"/>
                  </a:lnTo>
                  <a:lnTo>
                    <a:pt x="558156" y="93596"/>
                  </a:lnTo>
                  <a:lnTo>
                    <a:pt x="557938" y="94193"/>
                  </a:lnTo>
                  <a:lnTo>
                    <a:pt x="556915" y="96420"/>
                  </a:lnTo>
                  <a:lnTo>
                    <a:pt x="556186" y="96606"/>
                  </a:lnTo>
                  <a:lnTo>
                    <a:pt x="553862" y="96659"/>
                  </a:lnTo>
                  <a:lnTo>
                    <a:pt x="553726" y="96662"/>
                  </a:lnTo>
                  <a:lnTo>
                    <a:pt x="552766" y="96684"/>
                  </a:lnTo>
                  <a:lnTo>
                    <a:pt x="551427" y="96738"/>
                  </a:lnTo>
                  <a:lnTo>
                    <a:pt x="548890" y="96839"/>
                  </a:lnTo>
                  <a:lnTo>
                    <a:pt x="548085" y="98422"/>
                  </a:lnTo>
                  <a:lnTo>
                    <a:pt x="547531" y="99509"/>
                  </a:lnTo>
                  <a:lnTo>
                    <a:pt x="546946" y="100660"/>
                  </a:lnTo>
                  <a:lnTo>
                    <a:pt x="546745" y="101054"/>
                  </a:lnTo>
                  <a:lnTo>
                    <a:pt x="546459" y="101616"/>
                  </a:lnTo>
                  <a:lnTo>
                    <a:pt x="546101" y="101818"/>
                  </a:lnTo>
                  <a:lnTo>
                    <a:pt x="545015" y="102432"/>
                  </a:lnTo>
                  <a:lnTo>
                    <a:pt x="542398" y="101662"/>
                  </a:lnTo>
                  <a:lnTo>
                    <a:pt x="541572" y="101419"/>
                  </a:lnTo>
                  <a:lnTo>
                    <a:pt x="540999" y="101054"/>
                  </a:lnTo>
                  <a:lnTo>
                    <a:pt x="540381" y="100660"/>
                  </a:lnTo>
                  <a:lnTo>
                    <a:pt x="537854" y="99047"/>
                  </a:lnTo>
                  <a:lnTo>
                    <a:pt x="537036" y="97978"/>
                  </a:lnTo>
                  <a:lnTo>
                    <a:pt x="535537" y="96018"/>
                  </a:lnTo>
                  <a:lnTo>
                    <a:pt x="534186" y="95466"/>
                  </a:lnTo>
                  <a:lnTo>
                    <a:pt x="533827" y="95319"/>
                  </a:lnTo>
                  <a:lnTo>
                    <a:pt x="533310" y="95278"/>
                  </a:lnTo>
                  <a:lnTo>
                    <a:pt x="530901" y="95086"/>
                  </a:lnTo>
                  <a:lnTo>
                    <a:pt x="529381" y="95863"/>
                  </a:lnTo>
                  <a:lnTo>
                    <a:pt x="528685" y="97286"/>
                  </a:lnTo>
                  <a:lnTo>
                    <a:pt x="528863" y="98018"/>
                  </a:lnTo>
                  <a:lnTo>
                    <a:pt x="528916" y="98238"/>
                  </a:lnTo>
                  <a:lnTo>
                    <a:pt x="530257" y="103760"/>
                  </a:lnTo>
                  <a:lnTo>
                    <a:pt x="532967" y="114919"/>
                  </a:lnTo>
                  <a:lnTo>
                    <a:pt x="529675" y="120063"/>
                  </a:lnTo>
                  <a:lnTo>
                    <a:pt x="528159" y="122433"/>
                  </a:lnTo>
                  <a:lnTo>
                    <a:pt x="524857" y="120589"/>
                  </a:lnTo>
                  <a:lnTo>
                    <a:pt x="520257" y="118020"/>
                  </a:lnTo>
                  <a:lnTo>
                    <a:pt x="511628" y="122467"/>
                  </a:lnTo>
                  <a:lnTo>
                    <a:pt x="511257" y="131399"/>
                  </a:lnTo>
                  <a:lnTo>
                    <a:pt x="509286" y="134617"/>
                  </a:lnTo>
                  <a:lnTo>
                    <a:pt x="505191" y="141302"/>
                  </a:lnTo>
                  <a:lnTo>
                    <a:pt x="503620" y="143866"/>
                  </a:lnTo>
                  <a:lnTo>
                    <a:pt x="485040" y="147128"/>
                  </a:lnTo>
                  <a:lnTo>
                    <a:pt x="477130" y="147742"/>
                  </a:lnTo>
                  <a:lnTo>
                    <a:pt x="458025" y="149226"/>
                  </a:lnTo>
                  <a:lnTo>
                    <a:pt x="436253" y="150740"/>
                  </a:lnTo>
                  <a:lnTo>
                    <a:pt x="431691" y="155769"/>
                  </a:lnTo>
                  <a:lnTo>
                    <a:pt x="429033" y="156541"/>
                  </a:lnTo>
                  <a:lnTo>
                    <a:pt x="428410" y="156722"/>
                  </a:lnTo>
                  <a:lnTo>
                    <a:pt x="422407" y="159052"/>
                  </a:lnTo>
                  <a:lnTo>
                    <a:pt x="410175" y="167438"/>
                  </a:lnTo>
                  <a:lnTo>
                    <a:pt x="409288" y="168046"/>
                  </a:lnTo>
                  <a:lnTo>
                    <a:pt x="408569" y="168839"/>
                  </a:lnTo>
                  <a:lnTo>
                    <a:pt x="407460" y="172868"/>
                  </a:lnTo>
                  <a:lnTo>
                    <a:pt x="406910" y="174867"/>
                  </a:lnTo>
                  <a:lnTo>
                    <a:pt x="406398" y="176731"/>
                  </a:lnTo>
                  <a:lnTo>
                    <a:pt x="406312" y="177042"/>
                  </a:lnTo>
                  <a:lnTo>
                    <a:pt x="403731" y="182707"/>
                  </a:lnTo>
                  <a:lnTo>
                    <a:pt x="401836" y="183806"/>
                  </a:lnTo>
                  <a:lnTo>
                    <a:pt x="395816" y="181958"/>
                  </a:lnTo>
                  <a:lnTo>
                    <a:pt x="393613" y="181283"/>
                  </a:lnTo>
                  <a:lnTo>
                    <a:pt x="391637" y="180602"/>
                  </a:lnTo>
                  <a:lnTo>
                    <a:pt x="389166" y="179465"/>
                  </a:lnTo>
                  <a:lnTo>
                    <a:pt x="387024" y="178479"/>
                  </a:lnTo>
                  <a:lnTo>
                    <a:pt x="382438" y="175785"/>
                  </a:lnTo>
                  <a:lnTo>
                    <a:pt x="381007" y="174905"/>
                  </a:lnTo>
                  <a:lnTo>
                    <a:pt x="380867" y="174861"/>
                  </a:lnTo>
                  <a:lnTo>
                    <a:pt x="376246" y="173423"/>
                  </a:lnTo>
                  <a:lnTo>
                    <a:pt x="373556" y="172781"/>
                  </a:lnTo>
                  <a:lnTo>
                    <a:pt x="373326" y="172778"/>
                  </a:lnTo>
                  <a:lnTo>
                    <a:pt x="371948" y="172761"/>
                  </a:lnTo>
                  <a:lnTo>
                    <a:pt x="371240" y="172944"/>
                  </a:lnTo>
                  <a:lnTo>
                    <a:pt x="371318" y="172660"/>
                  </a:lnTo>
                  <a:lnTo>
                    <a:pt x="371404" y="172345"/>
                  </a:lnTo>
                  <a:lnTo>
                    <a:pt x="371448" y="172181"/>
                  </a:lnTo>
                  <a:lnTo>
                    <a:pt x="373583" y="164352"/>
                  </a:lnTo>
                  <a:lnTo>
                    <a:pt x="373638" y="164153"/>
                  </a:lnTo>
                  <a:lnTo>
                    <a:pt x="376100" y="154972"/>
                  </a:lnTo>
                  <a:lnTo>
                    <a:pt x="367482" y="154310"/>
                  </a:lnTo>
                  <a:lnTo>
                    <a:pt x="361297" y="153834"/>
                  </a:lnTo>
                  <a:lnTo>
                    <a:pt x="359968" y="153532"/>
                  </a:lnTo>
                  <a:lnTo>
                    <a:pt x="359808" y="153456"/>
                  </a:lnTo>
                  <a:lnTo>
                    <a:pt x="346048" y="146934"/>
                  </a:lnTo>
                  <a:lnTo>
                    <a:pt x="345908" y="146868"/>
                  </a:lnTo>
                  <a:lnTo>
                    <a:pt x="339196" y="143687"/>
                  </a:lnTo>
                  <a:lnTo>
                    <a:pt x="333984" y="140250"/>
                  </a:lnTo>
                  <a:lnTo>
                    <a:pt x="332399" y="139205"/>
                  </a:lnTo>
                  <a:lnTo>
                    <a:pt x="328361" y="136543"/>
                  </a:lnTo>
                  <a:lnTo>
                    <a:pt x="324697" y="134128"/>
                  </a:lnTo>
                  <a:lnTo>
                    <a:pt x="321381" y="131942"/>
                  </a:lnTo>
                  <a:lnTo>
                    <a:pt x="320452" y="131329"/>
                  </a:lnTo>
                  <a:lnTo>
                    <a:pt x="319863" y="132214"/>
                  </a:lnTo>
                  <a:lnTo>
                    <a:pt x="314009" y="141011"/>
                  </a:lnTo>
                  <a:lnTo>
                    <a:pt x="310541" y="146222"/>
                  </a:lnTo>
                  <a:lnTo>
                    <a:pt x="309411" y="147921"/>
                  </a:lnTo>
                  <a:lnTo>
                    <a:pt x="308179" y="149773"/>
                  </a:lnTo>
                  <a:lnTo>
                    <a:pt x="305566" y="153699"/>
                  </a:lnTo>
                  <a:lnTo>
                    <a:pt x="302142" y="158845"/>
                  </a:lnTo>
                  <a:lnTo>
                    <a:pt x="300512" y="161295"/>
                  </a:lnTo>
                  <a:lnTo>
                    <a:pt x="297587" y="165690"/>
                  </a:lnTo>
                  <a:lnTo>
                    <a:pt x="296056" y="167990"/>
                  </a:lnTo>
                  <a:lnTo>
                    <a:pt x="295067" y="169476"/>
                  </a:lnTo>
                  <a:lnTo>
                    <a:pt x="279720" y="192540"/>
                  </a:lnTo>
                  <a:lnTo>
                    <a:pt x="275690" y="198596"/>
                  </a:lnTo>
                  <a:lnTo>
                    <a:pt x="258465" y="186425"/>
                  </a:lnTo>
                  <a:lnTo>
                    <a:pt x="242018" y="174803"/>
                  </a:lnTo>
                  <a:lnTo>
                    <a:pt x="241792" y="175135"/>
                  </a:lnTo>
                  <a:lnTo>
                    <a:pt x="229435" y="193292"/>
                  </a:lnTo>
                  <a:lnTo>
                    <a:pt x="219872" y="207258"/>
                  </a:lnTo>
                  <a:lnTo>
                    <a:pt x="202785" y="195343"/>
                  </a:lnTo>
                  <a:lnTo>
                    <a:pt x="202637" y="195574"/>
                  </a:lnTo>
                  <a:lnTo>
                    <a:pt x="199177" y="200974"/>
                  </a:lnTo>
                  <a:lnTo>
                    <a:pt x="199042" y="200890"/>
                  </a:lnTo>
                  <a:lnTo>
                    <a:pt x="190472" y="195566"/>
                  </a:lnTo>
                  <a:lnTo>
                    <a:pt x="189470" y="194943"/>
                  </a:lnTo>
                  <a:lnTo>
                    <a:pt x="187162" y="193510"/>
                  </a:lnTo>
                  <a:lnTo>
                    <a:pt x="184500" y="193808"/>
                  </a:lnTo>
                  <a:lnTo>
                    <a:pt x="180645" y="194234"/>
                  </a:lnTo>
                  <a:lnTo>
                    <a:pt x="176110" y="193419"/>
                  </a:lnTo>
                  <a:lnTo>
                    <a:pt x="174898" y="193201"/>
                  </a:lnTo>
                  <a:lnTo>
                    <a:pt x="170678" y="192442"/>
                  </a:lnTo>
                  <a:lnTo>
                    <a:pt x="169714" y="192268"/>
                  </a:lnTo>
                  <a:lnTo>
                    <a:pt x="167385" y="191849"/>
                  </a:lnTo>
                  <a:lnTo>
                    <a:pt x="151484" y="192239"/>
                  </a:lnTo>
                  <a:lnTo>
                    <a:pt x="148884" y="192979"/>
                  </a:lnTo>
                  <a:lnTo>
                    <a:pt x="148859" y="199018"/>
                  </a:lnTo>
                  <a:lnTo>
                    <a:pt x="149208" y="203787"/>
                  </a:lnTo>
                  <a:lnTo>
                    <a:pt x="149229" y="204071"/>
                  </a:lnTo>
                  <a:lnTo>
                    <a:pt x="149816" y="204157"/>
                  </a:lnTo>
                  <a:lnTo>
                    <a:pt x="150375" y="216116"/>
                  </a:lnTo>
                  <a:lnTo>
                    <a:pt x="149689" y="216175"/>
                  </a:lnTo>
                  <a:lnTo>
                    <a:pt x="147254" y="216382"/>
                  </a:lnTo>
                  <a:lnTo>
                    <a:pt x="141924" y="216836"/>
                  </a:lnTo>
                  <a:lnTo>
                    <a:pt x="140359" y="216959"/>
                  </a:lnTo>
                  <a:lnTo>
                    <a:pt x="134403" y="217427"/>
                  </a:lnTo>
                  <a:lnTo>
                    <a:pt x="130305" y="217748"/>
                  </a:lnTo>
                  <a:lnTo>
                    <a:pt x="130205" y="216344"/>
                  </a:lnTo>
                  <a:lnTo>
                    <a:pt x="129387" y="208693"/>
                  </a:lnTo>
                  <a:lnTo>
                    <a:pt x="105115" y="204633"/>
                  </a:lnTo>
                  <a:lnTo>
                    <a:pt x="92592" y="197969"/>
                  </a:lnTo>
                  <a:lnTo>
                    <a:pt x="84781" y="193813"/>
                  </a:lnTo>
                  <a:lnTo>
                    <a:pt x="81033" y="176855"/>
                  </a:lnTo>
                  <a:lnTo>
                    <a:pt x="51092" y="191769"/>
                  </a:lnTo>
                  <a:lnTo>
                    <a:pt x="34526" y="192390"/>
                  </a:lnTo>
                  <a:lnTo>
                    <a:pt x="35506" y="209325"/>
                  </a:lnTo>
                  <a:lnTo>
                    <a:pt x="7456" y="210898"/>
                  </a:lnTo>
                  <a:lnTo>
                    <a:pt x="0" y="133858"/>
                  </a:lnTo>
                  <a:lnTo>
                    <a:pt x="4754" y="127415"/>
                  </a:lnTo>
                  <a:lnTo>
                    <a:pt x="47749" y="153708"/>
                  </a:lnTo>
                  <a:lnTo>
                    <a:pt x="58995" y="149047"/>
                  </a:lnTo>
                  <a:lnTo>
                    <a:pt x="62947" y="139260"/>
                  </a:lnTo>
                  <a:lnTo>
                    <a:pt x="79817" y="137551"/>
                  </a:lnTo>
                  <a:lnTo>
                    <a:pt x="82705" y="119686"/>
                  </a:lnTo>
                  <a:lnTo>
                    <a:pt x="77234" y="111608"/>
                  </a:lnTo>
                  <a:lnTo>
                    <a:pt x="81185" y="107413"/>
                  </a:lnTo>
                  <a:lnTo>
                    <a:pt x="75410" y="97316"/>
                  </a:lnTo>
                  <a:lnTo>
                    <a:pt x="55196" y="94209"/>
                  </a:lnTo>
                  <a:lnTo>
                    <a:pt x="41864" y="89019"/>
                  </a:lnTo>
                  <a:lnTo>
                    <a:pt x="42618" y="87510"/>
                  </a:lnTo>
                  <a:lnTo>
                    <a:pt x="46646" y="80873"/>
                  </a:lnTo>
                  <a:lnTo>
                    <a:pt x="46739" y="80720"/>
                  </a:lnTo>
                  <a:lnTo>
                    <a:pt x="50999" y="82887"/>
                  </a:lnTo>
                  <a:lnTo>
                    <a:pt x="51893" y="83342"/>
                  </a:lnTo>
                  <a:lnTo>
                    <a:pt x="46905" y="70380"/>
                  </a:lnTo>
                  <a:lnTo>
                    <a:pt x="47708" y="70555"/>
                  </a:lnTo>
                  <a:lnTo>
                    <a:pt x="53091" y="71729"/>
                  </a:lnTo>
                  <a:lnTo>
                    <a:pt x="53228" y="71735"/>
                  </a:lnTo>
                  <a:lnTo>
                    <a:pt x="53188" y="71358"/>
                  </a:lnTo>
                  <a:lnTo>
                    <a:pt x="52564" y="65441"/>
                  </a:lnTo>
                  <a:lnTo>
                    <a:pt x="52469" y="48547"/>
                  </a:lnTo>
                  <a:lnTo>
                    <a:pt x="52966" y="48547"/>
                  </a:lnTo>
                  <a:lnTo>
                    <a:pt x="51934" y="37181"/>
                  </a:lnTo>
                  <a:lnTo>
                    <a:pt x="51580" y="33281"/>
                  </a:lnTo>
                  <a:lnTo>
                    <a:pt x="51526" y="32365"/>
                  </a:lnTo>
                  <a:lnTo>
                    <a:pt x="51167" y="26198"/>
                  </a:lnTo>
                  <a:lnTo>
                    <a:pt x="51054" y="24268"/>
                  </a:lnTo>
                  <a:lnTo>
                    <a:pt x="54921" y="21512"/>
                  </a:lnTo>
                  <a:lnTo>
                    <a:pt x="55330" y="21220"/>
                  </a:lnTo>
                  <a:lnTo>
                    <a:pt x="55567" y="20824"/>
                  </a:lnTo>
                  <a:lnTo>
                    <a:pt x="58264" y="16316"/>
                  </a:lnTo>
                  <a:lnTo>
                    <a:pt x="58646" y="14345"/>
                  </a:lnTo>
                  <a:lnTo>
                    <a:pt x="60388" y="5346"/>
                  </a:lnTo>
                  <a:lnTo>
                    <a:pt x="60548" y="5171"/>
                  </a:lnTo>
                  <a:lnTo>
                    <a:pt x="60666" y="5042"/>
                  </a:lnTo>
                  <a:lnTo>
                    <a:pt x="60908" y="4778"/>
                  </a:lnTo>
                  <a:lnTo>
                    <a:pt x="63338" y="2127"/>
                  </a:lnTo>
                  <a:lnTo>
                    <a:pt x="67327" y="277"/>
                  </a:lnTo>
                  <a:lnTo>
                    <a:pt x="69391" y="106"/>
                  </a:lnTo>
                  <a:lnTo>
                    <a:pt x="70683" y="0"/>
                  </a:lnTo>
                  <a:lnTo>
                    <a:pt x="72301" y="1013"/>
                  </a:lnTo>
                  <a:lnTo>
                    <a:pt x="73723" y="1903"/>
                  </a:lnTo>
                  <a:lnTo>
                    <a:pt x="82800" y="31376"/>
                  </a:lnTo>
                  <a:lnTo>
                    <a:pt x="82958" y="31842"/>
                  </a:lnTo>
                  <a:lnTo>
                    <a:pt x="83256" y="32718"/>
                  </a:lnTo>
                  <a:lnTo>
                    <a:pt x="83436" y="33246"/>
                  </a:lnTo>
                  <a:lnTo>
                    <a:pt x="95648" y="41169"/>
                  </a:lnTo>
                  <a:lnTo>
                    <a:pt x="99738" y="44696"/>
                  </a:lnTo>
                  <a:lnTo>
                    <a:pt x="100217" y="45110"/>
                  </a:lnTo>
                  <a:lnTo>
                    <a:pt x="100530" y="45380"/>
                  </a:lnTo>
                  <a:lnTo>
                    <a:pt x="100787" y="45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88254" y="2607655"/>
              <a:ext cx="320652" cy="278537"/>
            </a:xfrm>
            <a:custGeom>
              <a:avLst/>
              <a:pathLst>
                <a:path w="320652" h="278537">
                  <a:moveTo>
                    <a:pt x="57998" y="35074"/>
                  </a:moveTo>
                  <a:lnTo>
                    <a:pt x="61537" y="41298"/>
                  </a:lnTo>
                  <a:lnTo>
                    <a:pt x="67195" y="35271"/>
                  </a:lnTo>
                  <a:lnTo>
                    <a:pt x="70295" y="39724"/>
                  </a:lnTo>
                  <a:lnTo>
                    <a:pt x="74332" y="43550"/>
                  </a:lnTo>
                  <a:lnTo>
                    <a:pt x="82997" y="46521"/>
                  </a:lnTo>
                  <a:lnTo>
                    <a:pt x="85802" y="47483"/>
                  </a:lnTo>
                  <a:lnTo>
                    <a:pt x="89460" y="43446"/>
                  </a:lnTo>
                  <a:lnTo>
                    <a:pt x="101546" y="38162"/>
                  </a:lnTo>
                  <a:lnTo>
                    <a:pt x="105705" y="42649"/>
                  </a:lnTo>
                  <a:lnTo>
                    <a:pt x="111404" y="51608"/>
                  </a:lnTo>
                  <a:lnTo>
                    <a:pt x="110340" y="52385"/>
                  </a:lnTo>
                  <a:lnTo>
                    <a:pt x="114731" y="59494"/>
                  </a:lnTo>
                  <a:lnTo>
                    <a:pt x="117179" y="63756"/>
                  </a:lnTo>
                  <a:lnTo>
                    <a:pt x="120392" y="68470"/>
                  </a:lnTo>
                  <a:lnTo>
                    <a:pt x="121846" y="78694"/>
                  </a:lnTo>
                  <a:lnTo>
                    <a:pt x="119450" y="78879"/>
                  </a:lnTo>
                  <a:lnTo>
                    <a:pt x="118379" y="78962"/>
                  </a:lnTo>
                  <a:lnTo>
                    <a:pt x="112325" y="82162"/>
                  </a:lnTo>
                  <a:lnTo>
                    <a:pt x="108810" y="84020"/>
                  </a:lnTo>
                  <a:lnTo>
                    <a:pt x="112107" y="85705"/>
                  </a:lnTo>
                  <a:lnTo>
                    <a:pt x="117739" y="88584"/>
                  </a:lnTo>
                  <a:lnTo>
                    <a:pt x="125433" y="94846"/>
                  </a:lnTo>
                  <a:lnTo>
                    <a:pt x="129257" y="98244"/>
                  </a:lnTo>
                  <a:lnTo>
                    <a:pt x="132486" y="101910"/>
                  </a:lnTo>
                  <a:lnTo>
                    <a:pt x="135668" y="112274"/>
                  </a:lnTo>
                  <a:lnTo>
                    <a:pt x="137692" y="113848"/>
                  </a:lnTo>
                  <a:lnTo>
                    <a:pt x="138613" y="114489"/>
                  </a:lnTo>
                  <a:lnTo>
                    <a:pt x="144388" y="118017"/>
                  </a:lnTo>
                  <a:lnTo>
                    <a:pt x="152757" y="104204"/>
                  </a:lnTo>
                  <a:lnTo>
                    <a:pt x="153393" y="103155"/>
                  </a:lnTo>
                  <a:lnTo>
                    <a:pt x="153900" y="103439"/>
                  </a:lnTo>
                  <a:lnTo>
                    <a:pt x="158804" y="106259"/>
                  </a:lnTo>
                  <a:lnTo>
                    <a:pt x="168617" y="88141"/>
                  </a:lnTo>
                  <a:lnTo>
                    <a:pt x="169161" y="87309"/>
                  </a:lnTo>
                  <a:lnTo>
                    <a:pt x="171037" y="88555"/>
                  </a:lnTo>
                  <a:lnTo>
                    <a:pt x="173989" y="90516"/>
                  </a:lnTo>
                  <a:lnTo>
                    <a:pt x="175241" y="91348"/>
                  </a:lnTo>
                  <a:lnTo>
                    <a:pt x="195144" y="105236"/>
                  </a:lnTo>
                  <a:lnTo>
                    <a:pt x="213016" y="117733"/>
                  </a:lnTo>
                  <a:lnTo>
                    <a:pt x="230352" y="129530"/>
                  </a:lnTo>
                  <a:lnTo>
                    <a:pt x="236353" y="133358"/>
                  </a:lnTo>
                  <a:lnTo>
                    <a:pt x="236820" y="133674"/>
                  </a:lnTo>
                  <a:lnTo>
                    <a:pt x="241739" y="136999"/>
                  </a:lnTo>
                  <a:lnTo>
                    <a:pt x="247359" y="141215"/>
                  </a:lnTo>
                  <a:lnTo>
                    <a:pt x="254050" y="145417"/>
                  </a:lnTo>
                  <a:lnTo>
                    <a:pt x="259635" y="149378"/>
                  </a:lnTo>
                  <a:lnTo>
                    <a:pt x="264879" y="153252"/>
                  </a:lnTo>
                  <a:lnTo>
                    <a:pt x="265648" y="153660"/>
                  </a:lnTo>
                  <a:lnTo>
                    <a:pt x="270664" y="157476"/>
                  </a:lnTo>
                  <a:lnTo>
                    <a:pt x="266978" y="163750"/>
                  </a:lnTo>
                  <a:lnTo>
                    <a:pt x="274122" y="168633"/>
                  </a:lnTo>
                  <a:lnTo>
                    <a:pt x="282444" y="174320"/>
                  </a:lnTo>
                  <a:lnTo>
                    <a:pt x="283087" y="174760"/>
                  </a:lnTo>
                  <a:lnTo>
                    <a:pt x="300213" y="185238"/>
                  </a:lnTo>
                  <a:lnTo>
                    <a:pt x="301269" y="185884"/>
                  </a:lnTo>
                  <a:lnTo>
                    <a:pt x="304539" y="180349"/>
                  </a:lnTo>
                  <a:lnTo>
                    <a:pt x="309856" y="183813"/>
                  </a:lnTo>
                  <a:lnTo>
                    <a:pt x="314157" y="186615"/>
                  </a:lnTo>
                  <a:lnTo>
                    <a:pt x="314869" y="187079"/>
                  </a:lnTo>
                  <a:lnTo>
                    <a:pt x="319848" y="189115"/>
                  </a:lnTo>
                  <a:lnTo>
                    <a:pt x="311508" y="204249"/>
                  </a:lnTo>
                  <a:lnTo>
                    <a:pt x="313525" y="205416"/>
                  </a:lnTo>
                  <a:lnTo>
                    <a:pt x="319890" y="209099"/>
                  </a:lnTo>
                  <a:lnTo>
                    <a:pt x="320652" y="209540"/>
                  </a:lnTo>
                  <a:lnTo>
                    <a:pt x="314338" y="216619"/>
                  </a:lnTo>
                  <a:lnTo>
                    <a:pt x="307955" y="218949"/>
                  </a:lnTo>
                  <a:lnTo>
                    <a:pt x="307962" y="224434"/>
                  </a:lnTo>
                  <a:lnTo>
                    <a:pt x="316276" y="226406"/>
                  </a:lnTo>
                  <a:lnTo>
                    <a:pt x="316585" y="228824"/>
                  </a:lnTo>
                  <a:lnTo>
                    <a:pt x="317117" y="232980"/>
                  </a:lnTo>
                  <a:lnTo>
                    <a:pt x="315082" y="236139"/>
                  </a:lnTo>
                  <a:lnTo>
                    <a:pt x="313996" y="237824"/>
                  </a:lnTo>
                  <a:lnTo>
                    <a:pt x="314323" y="239300"/>
                  </a:lnTo>
                  <a:lnTo>
                    <a:pt x="314794" y="241436"/>
                  </a:lnTo>
                  <a:lnTo>
                    <a:pt x="314118" y="242966"/>
                  </a:lnTo>
                  <a:lnTo>
                    <a:pt x="311838" y="244209"/>
                  </a:lnTo>
                  <a:lnTo>
                    <a:pt x="309634" y="244986"/>
                  </a:lnTo>
                  <a:lnTo>
                    <a:pt x="308798" y="245685"/>
                  </a:lnTo>
                  <a:lnTo>
                    <a:pt x="308798" y="247238"/>
                  </a:lnTo>
                  <a:lnTo>
                    <a:pt x="309537" y="248461"/>
                  </a:lnTo>
                  <a:lnTo>
                    <a:pt x="310394" y="249879"/>
                  </a:lnTo>
                  <a:lnTo>
                    <a:pt x="311002" y="251510"/>
                  </a:lnTo>
                  <a:lnTo>
                    <a:pt x="310470" y="254151"/>
                  </a:lnTo>
                  <a:lnTo>
                    <a:pt x="310470" y="256553"/>
                  </a:lnTo>
                  <a:lnTo>
                    <a:pt x="310280" y="258349"/>
                  </a:lnTo>
                  <a:lnTo>
                    <a:pt x="310328" y="259611"/>
                  </a:lnTo>
                  <a:lnTo>
                    <a:pt x="308713" y="260534"/>
                  </a:lnTo>
                  <a:lnTo>
                    <a:pt x="307716" y="261310"/>
                  </a:lnTo>
                  <a:lnTo>
                    <a:pt x="307716" y="262378"/>
                  </a:lnTo>
                  <a:lnTo>
                    <a:pt x="307813" y="262685"/>
                  </a:lnTo>
                  <a:lnTo>
                    <a:pt x="308238" y="264029"/>
                  </a:lnTo>
                  <a:lnTo>
                    <a:pt x="308950" y="265000"/>
                  </a:lnTo>
                  <a:lnTo>
                    <a:pt x="308950" y="265437"/>
                  </a:lnTo>
                  <a:lnTo>
                    <a:pt x="308523" y="266262"/>
                  </a:lnTo>
                  <a:lnTo>
                    <a:pt x="307051" y="267816"/>
                  </a:lnTo>
                  <a:lnTo>
                    <a:pt x="306813" y="268835"/>
                  </a:lnTo>
                  <a:lnTo>
                    <a:pt x="306861" y="270534"/>
                  </a:lnTo>
                  <a:lnTo>
                    <a:pt x="306053" y="272233"/>
                  </a:lnTo>
                  <a:lnTo>
                    <a:pt x="304913" y="273884"/>
                  </a:lnTo>
                  <a:lnTo>
                    <a:pt x="304343" y="276069"/>
                  </a:lnTo>
                  <a:lnTo>
                    <a:pt x="303945" y="276766"/>
                  </a:lnTo>
                  <a:lnTo>
                    <a:pt x="303350" y="277809"/>
                  </a:lnTo>
                  <a:lnTo>
                    <a:pt x="302760" y="277890"/>
                  </a:lnTo>
                  <a:lnTo>
                    <a:pt x="301070" y="278124"/>
                  </a:lnTo>
                  <a:lnTo>
                    <a:pt x="297936" y="278221"/>
                  </a:lnTo>
                  <a:lnTo>
                    <a:pt x="291381" y="278537"/>
                  </a:lnTo>
                  <a:lnTo>
                    <a:pt x="288864" y="278343"/>
                  </a:lnTo>
                  <a:lnTo>
                    <a:pt x="286276" y="277153"/>
                  </a:lnTo>
                  <a:lnTo>
                    <a:pt x="286105" y="277063"/>
                  </a:lnTo>
                  <a:lnTo>
                    <a:pt x="283592" y="275721"/>
                  </a:lnTo>
                  <a:lnTo>
                    <a:pt x="281360" y="274168"/>
                  </a:lnTo>
                  <a:lnTo>
                    <a:pt x="279674" y="272420"/>
                  </a:lnTo>
                  <a:lnTo>
                    <a:pt x="278721" y="272160"/>
                  </a:lnTo>
                  <a:lnTo>
                    <a:pt x="276824" y="271643"/>
                  </a:lnTo>
                  <a:lnTo>
                    <a:pt x="272455" y="272177"/>
                  </a:lnTo>
                  <a:lnTo>
                    <a:pt x="269367" y="272226"/>
                  </a:lnTo>
                  <a:lnTo>
                    <a:pt x="266755" y="271838"/>
                  </a:lnTo>
                  <a:lnTo>
                    <a:pt x="264262" y="270721"/>
                  </a:lnTo>
                  <a:lnTo>
                    <a:pt x="262219" y="269847"/>
                  </a:lnTo>
                  <a:lnTo>
                    <a:pt x="259037" y="270017"/>
                  </a:lnTo>
                  <a:lnTo>
                    <a:pt x="256710" y="270187"/>
                  </a:lnTo>
                  <a:lnTo>
                    <a:pt x="254027" y="269847"/>
                  </a:lnTo>
                  <a:lnTo>
                    <a:pt x="252008" y="268828"/>
                  </a:lnTo>
                  <a:lnTo>
                    <a:pt x="249914" y="267572"/>
                  </a:lnTo>
                  <a:lnTo>
                    <a:pt x="249538" y="267347"/>
                  </a:lnTo>
                  <a:lnTo>
                    <a:pt x="247900" y="266789"/>
                  </a:lnTo>
                  <a:lnTo>
                    <a:pt x="246071" y="267347"/>
                  </a:lnTo>
                  <a:lnTo>
                    <a:pt x="244338" y="269022"/>
                  </a:lnTo>
                  <a:lnTo>
                    <a:pt x="241227" y="270138"/>
                  </a:lnTo>
                  <a:lnTo>
                    <a:pt x="235005" y="269969"/>
                  </a:lnTo>
                  <a:lnTo>
                    <a:pt x="232868" y="269216"/>
                  </a:lnTo>
                  <a:lnTo>
                    <a:pt x="231490" y="267857"/>
                  </a:lnTo>
                  <a:lnTo>
                    <a:pt x="230896" y="265842"/>
                  </a:lnTo>
                  <a:lnTo>
                    <a:pt x="231152" y="263498"/>
                  </a:lnTo>
                  <a:lnTo>
                    <a:pt x="228265" y="262644"/>
                  </a:lnTo>
                  <a:lnTo>
                    <a:pt x="226783" y="266644"/>
                  </a:lnTo>
                  <a:lnTo>
                    <a:pt x="224187" y="271938"/>
                  </a:lnTo>
                  <a:lnTo>
                    <a:pt x="215543" y="274657"/>
                  </a:lnTo>
                  <a:lnTo>
                    <a:pt x="193902" y="265876"/>
                  </a:lnTo>
                  <a:lnTo>
                    <a:pt x="193337" y="255787"/>
                  </a:lnTo>
                  <a:lnTo>
                    <a:pt x="193076" y="251108"/>
                  </a:lnTo>
                  <a:lnTo>
                    <a:pt x="193389" y="242195"/>
                  </a:lnTo>
                  <a:lnTo>
                    <a:pt x="192591" y="241030"/>
                  </a:lnTo>
                  <a:lnTo>
                    <a:pt x="184100" y="234941"/>
                  </a:lnTo>
                  <a:lnTo>
                    <a:pt x="180035" y="240206"/>
                  </a:lnTo>
                  <a:lnTo>
                    <a:pt x="173014" y="250492"/>
                  </a:lnTo>
                  <a:lnTo>
                    <a:pt x="158262" y="272103"/>
                  </a:lnTo>
                  <a:lnTo>
                    <a:pt x="125057" y="249495"/>
                  </a:lnTo>
                  <a:lnTo>
                    <a:pt x="106765" y="236740"/>
                  </a:lnTo>
                  <a:lnTo>
                    <a:pt x="72624" y="213154"/>
                  </a:lnTo>
                  <a:lnTo>
                    <a:pt x="62983" y="227597"/>
                  </a:lnTo>
                  <a:lnTo>
                    <a:pt x="62838" y="227486"/>
                  </a:lnTo>
                  <a:lnTo>
                    <a:pt x="56883" y="222930"/>
                  </a:lnTo>
                  <a:lnTo>
                    <a:pt x="56710" y="222814"/>
                  </a:lnTo>
                  <a:lnTo>
                    <a:pt x="50662" y="218779"/>
                  </a:lnTo>
                  <a:lnTo>
                    <a:pt x="50449" y="218640"/>
                  </a:lnTo>
                  <a:lnTo>
                    <a:pt x="44541" y="214789"/>
                  </a:lnTo>
                  <a:lnTo>
                    <a:pt x="44063" y="214478"/>
                  </a:lnTo>
                  <a:lnTo>
                    <a:pt x="38598" y="210915"/>
                  </a:lnTo>
                  <a:lnTo>
                    <a:pt x="30856" y="210818"/>
                  </a:lnTo>
                  <a:lnTo>
                    <a:pt x="18413" y="206494"/>
                  </a:lnTo>
                  <a:lnTo>
                    <a:pt x="15950" y="205639"/>
                  </a:lnTo>
                  <a:lnTo>
                    <a:pt x="14629" y="208481"/>
                  </a:lnTo>
                  <a:lnTo>
                    <a:pt x="15638" y="212132"/>
                  </a:lnTo>
                  <a:lnTo>
                    <a:pt x="15840" y="212861"/>
                  </a:lnTo>
                  <a:lnTo>
                    <a:pt x="16290" y="214489"/>
                  </a:lnTo>
                  <a:lnTo>
                    <a:pt x="1472" y="216431"/>
                  </a:lnTo>
                  <a:lnTo>
                    <a:pt x="0" y="206673"/>
                  </a:lnTo>
                  <a:lnTo>
                    <a:pt x="828" y="204412"/>
                  </a:lnTo>
                  <a:lnTo>
                    <a:pt x="5480" y="191712"/>
                  </a:lnTo>
                  <a:lnTo>
                    <a:pt x="7432" y="186380"/>
                  </a:lnTo>
                  <a:lnTo>
                    <a:pt x="16124" y="180409"/>
                  </a:lnTo>
                  <a:lnTo>
                    <a:pt x="10856" y="166158"/>
                  </a:lnTo>
                  <a:lnTo>
                    <a:pt x="16348" y="152188"/>
                  </a:lnTo>
                  <a:lnTo>
                    <a:pt x="18801" y="150740"/>
                  </a:lnTo>
                  <a:lnTo>
                    <a:pt x="25446" y="146817"/>
                  </a:lnTo>
                  <a:lnTo>
                    <a:pt x="32580" y="137396"/>
                  </a:lnTo>
                  <a:lnTo>
                    <a:pt x="28576" y="134427"/>
                  </a:lnTo>
                  <a:lnTo>
                    <a:pt x="20450" y="128404"/>
                  </a:lnTo>
                  <a:lnTo>
                    <a:pt x="19303" y="127554"/>
                  </a:lnTo>
                  <a:lnTo>
                    <a:pt x="23438" y="122061"/>
                  </a:lnTo>
                  <a:lnTo>
                    <a:pt x="23615" y="121806"/>
                  </a:lnTo>
                  <a:lnTo>
                    <a:pt x="27663" y="115970"/>
                  </a:lnTo>
                  <a:lnTo>
                    <a:pt x="27883" y="115653"/>
                  </a:lnTo>
                  <a:lnTo>
                    <a:pt x="31816" y="110148"/>
                  </a:lnTo>
                  <a:lnTo>
                    <a:pt x="31946" y="109978"/>
                  </a:lnTo>
                  <a:lnTo>
                    <a:pt x="36593" y="103869"/>
                  </a:lnTo>
                  <a:lnTo>
                    <a:pt x="36803" y="103594"/>
                  </a:lnTo>
                  <a:lnTo>
                    <a:pt x="37498" y="102975"/>
                  </a:lnTo>
                  <a:lnTo>
                    <a:pt x="42261" y="98733"/>
                  </a:lnTo>
                  <a:lnTo>
                    <a:pt x="42479" y="98538"/>
                  </a:lnTo>
                  <a:lnTo>
                    <a:pt x="42787" y="98264"/>
                  </a:lnTo>
                  <a:lnTo>
                    <a:pt x="47860" y="93545"/>
                  </a:lnTo>
                  <a:lnTo>
                    <a:pt x="51789" y="90100"/>
                  </a:lnTo>
                  <a:lnTo>
                    <a:pt x="54436" y="87779"/>
                  </a:lnTo>
                  <a:lnTo>
                    <a:pt x="61377" y="92453"/>
                  </a:lnTo>
                  <a:lnTo>
                    <a:pt x="63219" y="93693"/>
                  </a:lnTo>
                  <a:lnTo>
                    <a:pt x="64683" y="94844"/>
                  </a:lnTo>
                  <a:lnTo>
                    <a:pt x="64927" y="95035"/>
                  </a:lnTo>
                  <a:lnTo>
                    <a:pt x="65373" y="95386"/>
                  </a:lnTo>
                  <a:lnTo>
                    <a:pt x="66183" y="96023"/>
                  </a:lnTo>
                  <a:lnTo>
                    <a:pt x="66583" y="95566"/>
                  </a:lnTo>
                  <a:lnTo>
                    <a:pt x="66829" y="95285"/>
                  </a:lnTo>
                  <a:lnTo>
                    <a:pt x="67468" y="94455"/>
                  </a:lnTo>
                  <a:lnTo>
                    <a:pt x="67585" y="94304"/>
                  </a:lnTo>
                  <a:lnTo>
                    <a:pt x="68234" y="93461"/>
                  </a:lnTo>
                  <a:lnTo>
                    <a:pt x="69195" y="92215"/>
                  </a:lnTo>
                  <a:lnTo>
                    <a:pt x="70045" y="91111"/>
                  </a:lnTo>
                  <a:lnTo>
                    <a:pt x="70294" y="90788"/>
                  </a:lnTo>
                  <a:lnTo>
                    <a:pt x="71261" y="89556"/>
                  </a:lnTo>
                  <a:lnTo>
                    <a:pt x="71590" y="89136"/>
                  </a:lnTo>
                  <a:lnTo>
                    <a:pt x="71701" y="88995"/>
                  </a:lnTo>
                  <a:lnTo>
                    <a:pt x="71247" y="88597"/>
                  </a:lnTo>
                  <a:lnTo>
                    <a:pt x="69435" y="87427"/>
                  </a:lnTo>
                  <a:lnTo>
                    <a:pt x="62396" y="82882"/>
                  </a:lnTo>
                  <a:lnTo>
                    <a:pt x="54866" y="78009"/>
                  </a:lnTo>
                  <a:lnTo>
                    <a:pt x="55128" y="77630"/>
                  </a:lnTo>
                  <a:lnTo>
                    <a:pt x="55439" y="77178"/>
                  </a:lnTo>
                  <a:lnTo>
                    <a:pt x="55714" y="76779"/>
                  </a:lnTo>
                  <a:lnTo>
                    <a:pt x="55872" y="76549"/>
                  </a:lnTo>
                  <a:lnTo>
                    <a:pt x="56534" y="75589"/>
                  </a:lnTo>
                  <a:lnTo>
                    <a:pt x="56692" y="75360"/>
                  </a:lnTo>
                  <a:lnTo>
                    <a:pt x="57264" y="74530"/>
                  </a:lnTo>
                  <a:lnTo>
                    <a:pt x="57378" y="74365"/>
                  </a:lnTo>
                  <a:lnTo>
                    <a:pt x="58228" y="73132"/>
                  </a:lnTo>
                  <a:lnTo>
                    <a:pt x="58566" y="72641"/>
                  </a:lnTo>
                  <a:lnTo>
                    <a:pt x="58827" y="72162"/>
                  </a:lnTo>
                  <a:lnTo>
                    <a:pt x="58910" y="71637"/>
                  </a:lnTo>
                  <a:lnTo>
                    <a:pt x="58563" y="71293"/>
                  </a:lnTo>
                  <a:lnTo>
                    <a:pt x="57768" y="70505"/>
                  </a:lnTo>
                  <a:lnTo>
                    <a:pt x="56973" y="69890"/>
                  </a:lnTo>
                  <a:lnTo>
                    <a:pt x="55134" y="68467"/>
                  </a:lnTo>
                  <a:lnTo>
                    <a:pt x="54957" y="68330"/>
                  </a:lnTo>
                  <a:lnTo>
                    <a:pt x="54805" y="68197"/>
                  </a:lnTo>
                  <a:lnTo>
                    <a:pt x="51801" y="65559"/>
                  </a:lnTo>
                  <a:lnTo>
                    <a:pt x="50511" y="64427"/>
                  </a:lnTo>
                  <a:lnTo>
                    <a:pt x="49981" y="63602"/>
                  </a:lnTo>
                  <a:lnTo>
                    <a:pt x="49461" y="62794"/>
                  </a:lnTo>
                  <a:lnTo>
                    <a:pt x="48862" y="61862"/>
                  </a:lnTo>
                  <a:lnTo>
                    <a:pt x="48329" y="61033"/>
                  </a:lnTo>
                  <a:lnTo>
                    <a:pt x="47414" y="59611"/>
                  </a:lnTo>
                  <a:lnTo>
                    <a:pt x="45957" y="56691"/>
                  </a:lnTo>
                  <a:lnTo>
                    <a:pt x="45189" y="55153"/>
                  </a:lnTo>
                  <a:lnTo>
                    <a:pt x="43555" y="51493"/>
                  </a:lnTo>
                  <a:lnTo>
                    <a:pt x="42793" y="50473"/>
                  </a:lnTo>
                  <a:lnTo>
                    <a:pt x="41916" y="49299"/>
                  </a:lnTo>
                  <a:lnTo>
                    <a:pt x="41293" y="48466"/>
                  </a:lnTo>
                  <a:lnTo>
                    <a:pt x="40834" y="47851"/>
                  </a:lnTo>
                  <a:lnTo>
                    <a:pt x="39264" y="45751"/>
                  </a:lnTo>
                  <a:lnTo>
                    <a:pt x="38190" y="44315"/>
                  </a:lnTo>
                  <a:lnTo>
                    <a:pt x="37359" y="43435"/>
                  </a:lnTo>
                  <a:lnTo>
                    <a:pt x="35087" y="41030"/>
                  </a:lnTo>
                  <a:lnTo>
                    <a:pt x="34540" y="40450"/>
                  </a:lnTo>
                  <a:lnTo>
                    <a:pt x="33697" y="39558"/>
                  </a:lnTo>
                  <a:lnTo>
                    <a:pt x="32723" y="38527"/>
                  </a:lnTo>
                  <a:lnTo>
                    <a:pt x="32095" y="37862"/>
                  </a:lnTo>
                  <a:lnTo>
                    <a:pt x="31541" y="37275"/>
                  </a:lnTo>
                  <a:lnTo>
                    <a:pt x="31248" y="36911"/>
                  </a:lnTo>
                  <a:lnTo>
                    <a:pt x="30886" y="36459"/>
                  </a:lnTo>
                  <a:lnTo>
                    <a:pt x="30496" y="35974"/>
                  </a:lnTo>
                  <a:lnTo>
                    <a:pt x="29490" y="34722"/>
                  </a:lnTo>
                  <a:lnTo>
                    <a:pt x="28689" y="33723"/>
                  </a:lnTo>
                  <a:lnTo>
                    <a:pt x="27188" y="31854"/>
                  </a:lnTo>
                  <a:lnTo>
                    <a:pt x="26777" y="31343"/>
                  </a:lnTo>
                  <a:lnTo>
                    <a:pt x="26376" y="30843"/>
                  </a:lnTo>
                  <a:lnTo>
                    <a:pt x="26172" y="30500"/>
                  </a:lnTo>
                  <a:lnTo>
                    <a:pt x="25063" y="28629"/>
                  </a:lnTo>
                  <a:lnTo>
                    <a:pt x="24410" y="27529"/>
                  </a:lnTo>
                  <a:lnTo>
                    <a:pt x="24253" y="27264"/>
                  </a:lnTo>
                  <a:lnTo>
                    <a:pt x="23750" y="26416"/>
                  </a:lnTo>
                  <a:lnTo>
                    <a:pt x="23654" y="26254"/>
                  </a:lnTo>
                  <a:lnTo>
                    <a:pt x="23177" y="25450"/>
                  </a:lnTo>
                  <a:lnTo>
                    <a:pt x="22630" y="24528"/>
                  </a:lnTo>
                  <a:lnTo>
                    <a:pt x="22514" y="24264"/>
                  </a:lnTo>
                  <a:lnTo>
                    <a:pt x="22180" y="23504"/>
                  </a:lnTo>
                  <a:lnTo>
                    <a:pt x="22056" y="23206"/>
                  </a:lnTo>
                  <a:lnTo>
                    <a:pt x="21432" y="21702"/>
                  </a:lnTo>
                  <a:lnTo>
                    <a:pt x="21218" y="21186"/>
                  </a:lnTo>
                  <a:lnTo>
                    <a:pt x="21010" y="20686"/>
                  </a:lnTo>
                  <a:lnTo>
                    <a:pt x="20924" y="20479"/>
                  </a:lnTo>
                  <a:lnTo>
                    <a:pt x="20741" y="20039"/>
                  </a:lnTo>
                  <a:lnTo>
                    <a:pt x="20532" y="19535"/>
                  </a:lnTo>
                  <a:lnTo>
                    <a:pt x="20177" y="18697"/>
                  </a:lnTo>
                  <a:lnTo>
                    <a:pt x="19986" y="18478"/>
                  </a:lnTo>
                  <a:lnTo>
                    <a:pt x="19236" y="17616"/>
                  </a:lnTo>
                  <a:lnTo>
                    <a:pt x="18828" y="17147"/>
                  </a:lnTo>
                  <a:lnTo>
                    <a:pt x="18393" y="16646"/>
                  </a:lnTo>
                  <a:lnTo>
                    <a:pt x="17252" y="15322"/>
                  </a:lnTo>
                  <a:lnTo>
                    <a:pt x="17407" y="15179"/>
                  </a:lnTo>
                  <a:lnTo>
                    <a:pt x="17941" y="14699"/>
                  </a:lnTo>
                  <a:lnTo>
                    <a:pt x="18142" y="14532"/>
                  </a:lnTo>
                  <a:lnTo>
                    <a:pt x="19103" y="13737"/>
                  </a:lnTo>
                  <a:lnTo>
                    <a:pt x="19269" y="13600"/>
                  </a:lnTo>
                  <a:lnTo>
                    <a:pt x="20059" y="12946"/>
                  </a:lnTo>
                  <a:lnTo>
                    <a:pt x="28075" y="6317"/>
                  </a:lnTo>
                  <a:lnTo>
                    <a:pt x="28321" y="6114"/>
                  </a:lnTo>
                  <a:lnTo>
                    <a:pt x="28463" y="5997"/>
                  </a:lnTo>
                  <a:lnTo>
                    <a:pt x="29085" y="5627"/>
                  </a:lnTo>
                  <a:lnTo>
                    <a:pt x="29418" y="5428"/>
                  </a:lnTo>
                  <a:lnTo>
                    <a:pt x="29632" y="5279"/>
                  </a:lnTo>
                  <a:lnTo>
                    <a:pt x="29912" y="5085"/>
                  </a:lnTo>
                  <a:lnTo>
                    <a:pt x="30959" y="4357"/>
                  </a:lnTo>
                  <a:lnTo>
                    <a:pt x="31371" y="4070"/>
                  </a:lnTo>
                  <a:lnTo>
                    <a:pt x="32291" y="3431"/>
                  </a:lnTo>
                  <a:lnTo>
                    <a:pt x="32813" y="3068"/>
                  </a:lnTo>
                  <a:lnTo>
                    <a:pt x="33661" y="2478"/>
                  </a:lnTo>
                  <a:lnTo>
                    <a:pt x="33980" y="2257"/>
                  </a:lnTo>
                  <a:lnTo>
                    <a:pt x="34925" y="1600"/>
                  </a:lnTo>
                  <a:lnTo>
                    <a:pt x="35307" y="1335"/>
                  </a:lnTo>
                  <a:lnTo>
                    <a:pt x="35683" y="1073"/>
                  </a:lnTo>
                  <a:lnTo>
                    <a:pt x="35826" y="977"/>
                  </a:lnTo>
                  <a:lnTo>
                    <a:pt x="36286" y="670"/>
                  </a:lnTo>
                  <a:lnTo>
                    <a:pt x="37210" y="51"/>
                  </a:lnTo>
                  <a:lnTo>
                    <a:pt x="39635" y="0"/>
                  </a:lnTo>
                  <a:lnTo>
                    <a:pt x="41736" y="324"/>
                  </a:lnTo>
                  <a:lnTo>
                    <a:pt x="44682" y="4039"/>
                  </a:lnTo>
                  <a:lnTo>
                    <a:pt x="45231" y="5528"/>
                  </a:lnTo>
                  <a:lnTo>
                    <a:pt x="44979" y="5641"/>
                  </a:lnTo>
                  <a:lnTo>
                    <a:pt x="44677" y="5776"/>
                  </a:lnTo>
                  <a:lnTo>
                    <a:pt x="42191" y="6887"/>
                  </a:lnTo>
                  <a:lnTo>
                    <a:pt x="45429" y="8889"/>
                  </a:lnTo>
                  <a:lnTo>
                    <a:pt x="46596" y="9610"/>
                  </a:lnTo>
                  <a:lnTo>
                    <a:pt x="51804" y="12830"/>
                  </a:lnTo>
                  <a:lnTo>
                    <a:pt x="50548" y="13386"/>
                  </a:lnTo>
                  <a:lnTo>
                    <a:pt x="46834" y="15030"/>
                  </a:lnTo>
                  <a:lnTo>
                    <a:pt x="46091" y="15359"/>
                  </a:lnTo>
                  <a:lnTo>
                    <a:pt x="47103" y="17065"/>
                  </a:lnTo>
                  <a:lnTo>
                    <a:pt x="49255" y="20689"/>
                  </a:lnTo>
                  <a:lnTo>
                    <a:pt x="54117" y="28880"/>
                  </a:lnTo>
                  <a:lnTo>
                    <a:pt x="55269" y="307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2633" y="2441401"/>
              <a:ext cx="143746" cy="223424"/>
            </a:xfrm>
            <a:custGeom>
              <a:avLst/>
              <a:pathLst>
                <a:path w="143746" h="223424">
                  <a:moveTo>
                    <a:pt x="43514" y="0"/>
                  </a:moveTo>
                  <a:lnTo>
                    <a:pt x="53950" y="11251"/>
                  </a:lnTo>
                  <a:lnTo>
                    <a:pt x="58933" y="6285"/>
                  </a:lnTo>
                  <a:lnTo>
                    <a:pt x="60954" y="4272"/>
                  </a:lnTo>
                  <a:lnTo>
                    <a:pt x="62360" y="5903"/>
                  </a:lnTo>
                  <a:lnTo>
                    <a:pt x="68203" y="713"/>
                  </a:lnTo>
                  <a:lnTo>
                    <a:pt x="84345" y="20489"/>
                  </a:lnTo>
                  <a:lnTo>
                    <a:pt x="81951" y="22353"/>
                  </a:lnTo>
                  <a:lnTo>
                    <a:pt x="92412" y="35167"/>
                  </a:lnTo>
                  <a:lnTo>
                    <a:pt x="96987" y="40771"/>
                  </a:lnTo>
                  <a:lnTo>
                    <a:pt x="106455" y="52373"/>
                  </a:lnTo>
                  <a:lnTo>
                    <a:pt x="122475" y="71995"/>
                  </a:lnTo>
                  <a:lnTo>
                    <a:pt x="130053" y="81226"/>
                  </a:lnTo>
                  <a:lnTo>
                    <a:pt x="133729" y="85703"/>
                  </a:lnTo>
                  <a:lnTo>
                    <a:pt x="129792" y="89326"/>
                  </a:lnTo>
                  <a:lnTo>
                    <a:pt x="136328" y="98026"/>
                  </a:lnTo>
                  <a:lnTo>
                    <a:pt x="131760" y="104373"/>
                  </a:lnTo>
                  <a:lnTo>
                    <a:pt x="132339" y="104563"/>
                  </a:lnTo>
                  <a:lnTo>
                    <a:pt x="143746" y="108304"/>
                  </a:lnTo>
                  <a:lnTo>
                    <a:pt x="141607" y="116390"/>
                  </a:lnTo>
                  <a:lnTo>
                    <a:pt x="141227" y="116269"/>
                  </a:lnTo>
                  <a:lnTo>
                    <a:pt x="134543" y="114142"/>
                  </a:lnTo>
                  <a:lnTo>
                    <a:pt x="133694" y="115276"/>
                  </a:lnTo>
                  <a:lnTo>
                    <a:pt x="127875" y="123055"/>
                  </a:lnTo>
                  <a:lnTo>
                    <a:pt x="123799" y="128809"/>
                  </a:lnTo>
                  <a:lnTo>
                    <a:pt x="123686" y="128968"/>
                  </a:lnTo>
                  <a:lnTo>
                    <a:pt x="123454" y="129283"/>
                  </a:lnTo>
                  <a:lnTo>
                    <a:pt x="119440" y="134736"/>
                  </a:lnTo>
                  <a:lnTo>
                    <a:pt x="109580" y="144144"/>
                  </a:lnTo>
                  <a:lnTo>
                    <a:pt x="107272" y="145105"/>
                  </a:lnTo>
                  <a:lnTo>
                    <a:pt x="106762" y="145876"/>
                  </a:lnTo>
                  <a:lnTo>
                    <a:pt x="92132" y="168009"/>
                  </a:lnTo>
                  <a:lnTo>
                    <a:pt x="90992" y="169733"/>
                  </a:lnTo>
                  <a:lnTo>
                    <a:pt x="90798" y="169607"/>
                  </a:lnTo>
                  <a:lnTo>
                    <a:pt x="84495" y="165538"/>
                  </a:lnTo>
                  <a:lnTo>
                    <a:pt x="83996" y="166289"/>
                  </a:lnTo>
                  <a:lnTo>
                    <a:pt x="81381" y="170219"/>
                  </a:lnTo>
                  <a:lnTo>
                    <a:pt x="71604" y="184915"/>
                  </a:lnTo>
                  <a:lnTo>
                    <a:pt x="71755" y="185012"/>
                  </a:lnTo>
                  <a:lnTo>
                    <a:pt x="78054" y="189036"/>
                  </a:lnTo>
                  <a:lnTo>
                    <a:pt x="72606" y="197763"/>
                  </a:lnTo>
                  <a:lnTo>
                    <a:pt x="68835" y="203804"/>
                  </a:lnTo>
                  <a:lnTo>
                    <a:pt x="68802" y="204262"/>
                  </a:lnTo>
                  <a:lnTo>
                    <a:pt x="68023" y="215106"/>
                  </a:lnTo>
                  <a:lnTo>
                    <a:pt x="68009" y="217655"/>
                  </a:lnTo>
                  <a:lnTo>
                    <a:pt x="67410" y="217461"/>
                  </a:lnTo>
                  <a:lnTo>
                    <a:pt x="66592" y="217196"/>
                  </a:lnTo>
                  <a:lnTo>
                    <a:pt x="61039" y="215399"/>
                  </a:lnTo>
                  <a:lnTo>
                    <a:pt x="60839" y="216098"/>
                  </a:lnTo>
                  <a:lnTo>
                    <a:pt x="58544" y="219426"/>
                  </a:lnTo>
                  <a:lnTo>
                    <a:pt x="58277" y="219675"/>
                  </a:lnTo>
                  <a:lnTo>
                    <a:pt x="54259" y="223424"/>
                  </a:lnTo>
                  <a:lnTo>
                    <a:pt x="49445" y="218495"/>
                  </a:lnTo>
                  <a:lnTo>
                    <a:pt x="39414" y="209757"/>
                  </a:lnTo>
                  <a:lnTo>
                    <a:pt x="25698" y="197057"/>
                  </a:lnTo>
                  <a:lnTo>
                    <a:pt x="24065" y="195764"/>
                  </a:lnTo>
                  <a:lnTo>
                    <a:pt x="20317" y="192797"/>
                  </a:lnTo>
                  <a:lnTo>
                    <a:pt x="26093" y="185890"/>
                  </a:lnTo>
                  <a:lnTo>
                    <a:pt x="26494" y="185411"/>
                  </a:lnTo>
                  <a:lnTo>
                    <a:pt x="14675" y="174476"/>
                  </a:lnTo>
                  <a:lnTo>
                    <a:pt x="0" y="160767"/>
                  </a:lnTo>
                  <a:lnTo>
                    <a:pt x="5106" y="154913"/>
                  </a:lnTo>
                  <a:lnTo>
                    <a:pt x="10485" y="149356"/>
                  </a:lnTo>
                  <a:lnTo>
                    <a:pt x="16506" y="143135"/>
                  </a:lnTo>
                  <a:lnTo>
                    <a:pt x="17266" y="143801"/>
                  </a:lnTo>
                  <a:lnTo>
                    <a:pt x="19823" y="146044"/>
                  </a:lnTo>
                  <a:lnTo>
                    <a:pt x="23004" y="148833"/>
                  </a:lnTo>
                  <a:lnTo>
                    <a:pt x="30594" y="155489"/>
                  </a:lnTo>
                  <a:lnTo>
                    <a:pt x="36614" y="161172"/>
                  </a:lnTo>
                  <a:lnTo>
                    <a:pt x="37332" y="161815"/>
                  </a:lnTo>
                  <a:lnTo>
                    <a:pt x="53509" y="176288"/>
                  </a:lnTo>
                  <a:lnTo>
                    <a:pt x="56389" y="178865"/>
                  </a:lnTo>
                  <a:lnTo>
                    <a:pt x="56662" y="178538"/>
                  </a:lnTo>
                  <a:lnTo>
                    <a:pt x="59426" y="175218"/>
                  </a:lnTo>
                  <a:lnTo>
                    <a:pt x="60749" y="173630"/>
                  </a:lnTo>
                  <a:lnTo>
                    <a:pt x="62647" y="171350"/>
                  </a:lnTo>
                  <a:lnTo>
                    <a:pt x="65580" y="167828"/>
                  </a:lnTo>
                  <a:lnTo>
                    <a:pt x="67101" y="166001"/>
                  </a:lnTo>
                  <a:lnTo>
                    <a:pt x="69857" y="162691"/>
                  </a:lnTo>
                  <a:lnTo>
                    <a:pt x="71303" y="160956"/>
                  </a:lnTo>
                  <a:lnTo>
                    <a:pt x="74461" y="159314"/>
                  </a:lnTo>
                  <a:lnTo>
                    <a:pt x="73769" y="157764"/>
                  </a:lnTo>
                  <a:lnTo>
                    <a:pt x="74672" y="157509"/>
                  </a:lnTo>
                  <a:lnTo>
                    <a:pt x="76702" y="154317"/>
                  </a:lnTo>
                  <a:lnTo>
                    <a:pt x="75971" y="153388"/>
                  </a:lnTo>
                  <a:lnTo>
                    <a:pt x="75694" y="153035"/>
                  </a:lnTo>
                  <a:lnTo>
                    <a:pt x="81631" y="142043"/>
                  </a:lnTo>
                  <a:lnTo>
                    <a:pt x="80132" y="136050"/>
                  </a:lnTo>
                  <a:lnTo>
                    <a:pt x="79399" y="133119"/>
                  </a:lnTo>
                  <a:lnTo>
                    <a:pt x="80214" y="132346"/>
                  </a:lnTo>
                  <a:lnTo>
                    <a:pt x="84899" y="127905"/>
                  </a:lnTo>
                  <a:lnTo>
                    <a:pt x="82962" y="127212"/>
                  </a:lnTo>
                  <a:lnTo>
                    <a:pt x="82296" y="126974"/>
                  </a:lnTo>
                  <a:lnTo>
                    <a:pt x="81479" y="126682"/>
                  </a:lnTo>
                  <a:lnTo>
                    <a:pt x="82462" y="121119"/>
                  </a:lnTo>
                  <a:lnTo>
                    <a:pt x="88446" y="121236"/>
                  </a:lnTo>
                  <a:lnTo>
                    <a:pt x="89033" y="123290"/>
                  </a:lnTo>
                  <a:lnTo>
                    <a:pt x="90385" y="128019"/>
                  </a:lnTo>
                  <a:lnTo>
                    <a:pt x="94304" y="130306"/>
                  </a:lnTo>
                  <a:lnTo>
                    <a:pt x="94267" y="131887"/>
                  </a:lnTo>
                  <a:lnTo>
                    <a:pt x="98114" y="135819"/>
                  </a:lnTo>
                  <a:lnTo>
                    <a:pt x="98496" y="135173"/>
                  </a:lnTo>
                  <a:lnTo>
                    <a:pt x="101163" y="130658"/>
                  </a:lnTo>
                  <a:lnTo>
                    <a:pt x="102815" y="122910"/>
                  </a:lnTo>
                  <a:lnTo>
                    <a:pt x="104098" y="114317"/>
                  </a:lnTo>
                  <a:lnTo>
                    <a:pt x="101704" y="112424"/>
                  </a:lnTo>
                  <a:lnTo>
                    <a:pt x="105798" y="106884"/>
                  </a:lnTo>
                  <a:lnTo>
                    <a:pt x="90700" y="95534"/>
                  </a:lnTo>
                  <a:lnTo>
                    <a:pt x="88758" y="94074"/>
                  </a:lnTo>
                  <a:lnTo>
                    <a:pt x="88994" y="90082"/>
                  </a:lnTo>
                  <a:lnTo>
                    <a:pt x="94731" y="83714"/>
                  </a:lnTo>
                  <a:lnTo>
                    <a:pt x="81555" y="70152"/>
                  </a:lnTo>
                  <a:lnTo>
                    <a:pt x="70312" y="57401"/>
                  </a:lnTo>
                  <a:lnTo>
                    <a:pt x="63891" y="60162"/>
                  </a:lnTo>
                  <a:lnTo>
                    <a:pt x="62217" y="59272"/>
                  </a:lnTo>
                  <a:lnTo>
                    <a:pt x="60203" y="52506"/>
                  </a:lnTo>
                  <a:lnTo>
                    <a:pt x="58418" y="45174"/>
                  </a:lnTo>
                  <a:lnTo>
                    <a:pt x="57549" y="45413"/>
                  </a:lnTo>
                  <a:lnTo>
                    <a:pt x="45821" y="48642"/>
                  </a:lnTo>
                  <a:lnTo>
                    <a:pt x="45253" y="46699"/>
                  </a:lnTo>
                  <a:lnTo>
                    <a:pt x="44496" y="44112"/>
                  </a:lnTo>
                  <a:lnTo>
                    <a:pt x="42501" y="41982"/>
                  </a:lnTo>
                  <a:lnTo>
                    <a:pt x="34952" y="33923"/>
                  </a:lnTo>
                  <a:lnTo>
                    <a:pt x="32575" y="31384"/>
                  </a:lnTo>
                  <a:lnTo>
                    <a:pt x="27441" y="25904"/>
                  </a:lnTo>
                  <a:lnTo>
                    <a:pt x="42725" y="11890"/>
                  </a:lnTo>
                  <a:lnTo>
                    <a:pt x="41364" y="10488"/>
                  </a:lnTo>
                  <a:lnTo>
                    <a:pt x="37938" y="6958"/>
                  </a:lnTo>
                  <a:lnTo>
                    <a:pt x="38238" y="6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9800" y="2444575"/>
              <a:ext cx="310914" cy="350159"/>
            </a:xfrm>
            <a:custGeom>
              <a:avLst/>
              <a:pathLst>
                <a:path w="310914" h="350159">
                  <a:moveTo>
                    <a:pt x="268209" y="6893"/>
                  </a:moveTo>
                  <a:lnTo>
                    <a:pt x="274098" y="19515"/>
                  </a:lnTo>
                  <a:lnTo>
                    <a:pt x="221283" y="50003"/>
                  </a:lnTo>
                  <a:lnTo>
                    <a:pt x="217089" y="43077"/>
                  </a:lnTo>
                  <a:lnTo>
                    <a:pt x="216344" y="41847"/>
                  </a:lnTo>
                  <a:lnTo>
                    <a:pt x="199985" y="47447"/>
                  </a:lnTo>
                  <a:lnTo>
                    <a:pt x="198652" y="47903"/>
                  </a:lnTo>
                  <a:lnTo>
                    <a:pt x="198343" y="45921"/>
                  </a:lnTo>
                  <a:lnTo>
                    <a:pt x="197999" y="43716"/>
                  </a:lnTo>
                  <a:lnTo>
                    <a:pt x="194852" y="43473"/>
                  </a:lnTo>
                  <a:lnTo>
                    <a:pt x="194070" y="48041"/>
                  </a:lnTo>
                  <a:lnTo>
                    <a:pt x="193386" y="52037"/>
                  </a:lnTo>
                  <a:lnTo>
                    <a:pt x="192775" y="55610"/>
                  </a:lnTo>
                  <a:lnTo>
                    <a:pt x="197749" y="57028"/>
                  </a:lnTo>
                  <a:lnTo>
                    <a:pt x="198949" y="57370"/>
                  </a:lnTo>
                  <a:lnTo>
                    <a:pt x="196871" y="69931"/>
                  </a:lnTo>
                  <a:lnTo>
                    <a:pt x="194852" y="82129"/>
                  </a:lnTo>
                  <a:lnTo>
                    <a:pt x="188856" y="80794"/>
                  </a:lnTo>
                  <a:lnTo>
                    <a:pt x="185472" y="90867"/>
                  </a:lnTo>
                  <a:lnTo>
                    <a:pt x="188116" y="90716"/>
                  </a:lnTo>
                  <a:lnTo>
                    <a:pt x="191087" y="90546"/>
                  </a:lnTo>
                  <a:lnTo>
                    <a:pt x="199246" y="90078"/>
                  </a:lnTo>
                  <a:lnTo>
                    <a:pt x="199414" y="89247"/>
                  </a:lnTo>
                  <a:lnTo>
                    <a:pt x="199899" y="86862"/>
                  </a:lnTo>
                  <a:lnTo>
                    <a:pt x="203137" y="86579"/>
                  </a:lnTo>
                  <a:lnTo>
                    <a:pt x="207251" y="86219"/>
                  </a:lnTo>
                  <a:lnTo>
                    <a:pt x="213079" y="85709"/>
                  </a:lnTo>
                  <a:lnTo>
                    <a:pt x="238310" y="88986"/>
                  </a:lnTo>
                  <a:lnTo>
                    <a:pt x="239913" y="91049"/>
                  </a:lnTo>
                  <a:lnTo>
                    <a:pt x="254399" y="92991"/>
                  </a:lnTo>
                  <a:lnTo>
                    <a:pt x="276207" y="95009"/>
                  </a:lnTo>
                  <a:lnTo>
                    <a:pt x="294374" y="85300"/>
                  </a:lnTo>
                  <a:lnTo>
                    <a:pt x="304153" y="90130"/>
                  </a:lnTo>
                  <a:lnTo>
                    <a:pt x="284091" y="104577"/>
                  </a:lnTo>
                  <a:lnTo>
                    <a:pt x="270716" y="104577"/>
                  </a:lnTo>
                  <a:lnTo>
                    <a:pt x="268588" y="118403"/>
                  </a:lnTo>
                  <a:lnTo>
                    <a:pt x="260104" y="117691"/>
                  </a:lnTo>
                  <a:lnTo>
                    <a:pt x="260381" y="108927"/>
                  </a:lnTo>
                  <a:lnTo>
                    <a:pt x="249987" y="109186"/>
                  </a:lnTo>
                  <a:lnTo>
                    <a:pt x="248883" y="113589"/>
                  </a:lnTo>
                  <a:lnTo>
                    <a:pt x="247117" y="130691"/>
                  </a:lnTo>
                  <a:lnTo>
                    <a:pt x="238330" y="129599"/>
                  </a:lnTo>
                  <a:lnTo>
                    <a:pt x="236074" y="129356"/>
                  </a:lnTo>
                  <a:lnTo>
                    <a:pt x="236668" y="132876"/>
                  </a:lnTo>
                  <a:lnTo>
                    <a:pt x="251035" y="154358"/>
                  </a:lnTo>
                  <a:lnTo>
                    <a:pt x="255428" y="152537"/>
                  </a:lnTo>
                  <a:lnTo>
                    <a:pt x="268964" y="173776"/>
                  </a:lnTo>
                  <a:lnTo>
                    <a:pt x="266471" y="176082"/>
                  </a:lnTo>
                  <a:lnTo>
                    <a:pt x="275258" y="181665"/>
                  </a:lnTo>
                  <a:lnTo>
                    <a:pt x="278463" y="179359"/>
                  </a:lnTo>
                  <a:lnTo>
                    <a:pt x="310060" y="206548"/>
                  </a:lnTo>
                  <a:lnTo>
                    <a:pt x="310914" y="224801"/>
                  </a:lnTo>
                  <a:lnTo>
                    <a:pt x="300181" y="225190"/>
                  </a:lnTo>
                  <a:lnTo>
                    <a:pt x="288117" y="221597"/>
                  </a:lnTo>
                  <a:lnTo>
                    <a:pt x="272064" y="209072"/>
                  </a:lnTo>
                  <a:lnTo>
                    <a:pt x="274628" y="204994"/>
                  </a:lnTo>
                  <a:lnTo>
                    <a:pt x="241667" y="185284"/>
                  </a:lnTo>
                  <a:lnTo>
                    <a:pt x="226183" y="183342"/>
                  </a:lnTo>
                  <a:lnTo>
                    <a:pt x="193792" y="173244"/>
                  </a:lnTo>
                  <a:lnTo>
                    <a:pt x="201391" y="184216"/>
                  </a:lnTo>
                  <a:lnTo>
                    <a:pt x="193127" y="201984"/>
                  </a:lnTo>
                  <a:lnTo>
                    <a:pt x="197429" y="203271"/>
                  </a:lnTo>
                  <a:lnTo>
                    <a:pt x="209505" y="206885"/>
                  </a:lnTo>
                  <a:lnTo>
                    <a:pt x="237582" y="215286"/>
                  </a:lnTo>
                  <a:lnTo>
                    <a:pt x="232929" y="228652"/>
                  </a:lnTo>
                  <a:lnTo>
                    <a:pt x="223513" y="226849"/>
                  </a:lnTo>
                  <a:lnTo>
                    <a:pt x="220188" y="234860"/>
                  </a:lnTo>
                  <a:lnTo>
                    <a:pt x="210974" y="234811"/>
                  </a:lnTo>
                  <a:lnTo>
                    <a:pt x="212636" y="237918"/>
                  </a:lnTo>
                  <a:lnTo>
                    <a:pt x="221708" y="243355"/>
                  </a:lnTo>
                  <a:lnTo>
                    <a:pt x="226208" y="238373"/>
                  </a:lnTo>
                  <a:lnTo>
                    <a:pt x="245924" y="249505"/>
                  </a:lnTo>
                  <a:lnTo>
                    <a:pt x="243567" y="256939"/>
                  </a:lnTo>
                  <a:lnTo>
                    <a:pt x="259620" y="257231"/>
                  </a:lnTo>
                  <a:lnTo>
                    <a:pt x="259335" y="260920"/>
                  </a:lnTo>
                  <a:lnTo>
                    <a:pt x="277998" y="255379"/>
                  </a:lnTo>
                  <a:lnTo>
                    <a:pt x="278997" y="258002"/>
                  </a:lnTo>
                  <a:lnTo>
                    <a:pt x="287167" y="279465"/>
                  </a:lnTo>
                  <a:lnTo>
                    <a:pt x="280613" y="284126"/>
                  </a:lnTo>
                  <a:lnTo>
                    <a:pt x="281487" y="290125"/>
                  </a:lnTo>
                  <a:lnTo>
                    <a:pt x="286059" y="291703"/>
                  </a:lnTo>
                  <a:lnTo>
                    <a:pt x="284753" y="300502"/>
                  </a:lnTo>
                  <a:lnTo>
                    <a:pt x="283481" y="300203"/>
                  </a:lnTo>
                  <a:lnTo>
                    <a:pt x="269257" y="296861"/>
                  </a:lnTo>
                  <a:lnTo>
                    <a:pt x="269575" y="297611"/>
                  </a:lnTo>
                  <a:lnTo>
                    <a:pt x="271573" y="302323"/>
                  </a:lnTo>
                  <a:lnTo>
                    <a:pt x="266223" y="306274"/>
                  </a:lnTo>
                  <a:lnTo>
                    <a:pt x="263804" y="304842"/>
                  </a:lnTo>
                  <a:lnTo>
                    <a:pt x="257688" y="308812"/>
                  </a:lnTo>
                  <a:lnTo>
                    <a:pt x="257502" y="308621"/>
                  </a:lnTo>
                  <a:lnTo>
                    <a:pt x="256444" y="307535"/>
                  </a:lnTo>
                  <a:lnTo>
                    <a:pt x="227232" y="277558"/>
                  </a:lnTo>
                  <a:lnTo>
                    <a:pt x="207189" y="262945"/>
                  </a:lnTo>
                  <a:lnTo>
                    <a:pt x="206529" y="264378"/>
                  </a:lnTo>
                  <a:lnTo>
                    <a:pt x="197702" y="283567"/>
                  </a:lnTo>
                  <a:lnTo>
                    <a:pt x="180878" y="279270"/>
                  </a:lnTo>
                  <a:lnTo>
                    <a:pt x="190957" y="260168"/>
                  </a:lnTo>
                  <a:lnTo>
                    <a:pt x="184783" y="256575"/>
                  </a:lnTo>
                  <a:lnTo>
                    <a:pt x="178229" y="270654"/>
                  </a:lnTo>
                  <a:lnTo>
                    <a:pt x="157996" y="263178"/>
                  </a:lnTo>
                  <a:lnTo>
                    <a:pt x="152011" y="268421"/>
                  </a:lnTo>
                  <a:lnTo>
                    <a:pt x="150397" y="276868"/>
                  </a:lnTo>
                  <a:lnTo>
                    <a:pt x="180224" y="296869"/>
                  </a:lnTo>
                  <a:lnTo>
                    <a:pt x="187633" y="297840"/>
                  </a:lnTo>
                  <a:lnTo>
                    <a:pt x="196642" y="306862"/>
                  </a:lnTo>
                  <a:lnTo>
                    <a:pt x="226294" y="322502"/>
                  </a:lnTo>
                  <a:lnTo>
                    <a:pt x="229375" y="324241"/>
                  </a:lnTo>
                  <a:lnTo>
                    <a:pt x="232832" y="326192"/>
                  </a:lnTo>
                  <a:lnTo>
                    <a:pt x="243641" y="332292"/>
                  </a:lnTo>
                  <a:lnTo>
                    <a:pt x="239313" y="340705"/>
                  </a:lnTo>
                  <a:lnTo>
                    <a:pt x="225237" y="332474"/>
                  </a:lnTo>
                  <a:lnTo>
                    <a:pt x="213322" y="350159"/>
                  </a:lnTo>
                  <a:lnTo>
                    <a:pt x="212610" y="349696"/>
                  </a:lnTo>
                  <a:lnTo>
                    <a:pt x="208309" y="346893"/>
                  </a:lnTo>
                  <a:lnTo>
                    <a:pt x="202992" y="343429"/>
                  </a:lnTo>
                  <a:lnTo>
                    <a:pt x="199722" y="348964"/>
                  </a:lnTo>
                  <a:lnTo>
                    <a:pt x="198666" y="348318"/>
                  </a:lnTo>
                  <a:lnTo>
                    <a:pt x="181541" y="337840"/>
                  </a:lnTo>
                  <a:lnTo>
                    <a:pt x="180897" y="337400"/>
                  </a:lnTo>
                  <a:lnTo>
                    <a:pt x="172575" y="331713"/>
                  </a:lnTo>
                  <a:lnTo>
                    <a:pt x="165431" y="326830"/>
                  </a:lnTo>
                  <a:lnTo>
                    <a:pt x="169117" y="320556"/>
                  </a:lnTo>
                  <a:lnTo>
                    <a:pt x="164101" y="316740"/>
                  </a:lnTo>
                  <a:lnTo>
                    <a:pt x="163332" y="316332"/>
                  </a:lnTo>
                  <a:lnTo>
                    <a:pt x="158088" y="312458"/>
                  </a:lnTo>
                  <a:lnTo>
                    <a:pt x="152503" y="308497"/>
                  </a:lnTo>
                  <a:lnTo>
                    <a:pt x="145813" y="304295"/>
                  </a:lnTo>
                  <a:lnTo>
                    <a:pt x="140192" y="300079"/>
                  </a:lnTo>
                  <a:lnTo>
                    <a:pt x="135274" y="296754"/>
                  </a:lnTo>
                  <a:lnTo>
                    <a:pt x="134806" y="296438"/>
                  </a:lnTo>
                  <a:lnTo>
                    <a:pt x="128805" y="292610"/>
                  </a:lnTo>
                  <a:lnTo>
                    <a:pt x="111470" y="280813"/>
                  </a:lnTo>
                  <a:lnTo>
                    <a:pt x="93597" y="268316"/>
                  </a:lnTo>
                  <a:lnTo>
                    <a:pt x="73694" y="254428"/>
                  </a:lnTo>
                  <a:lnTo>
                    <a:pt x="72442" y="253597"/>
                  </a:lnTo>
                  <a:lnTo>
                    <a:pt x="69491" y="251636"/>
                  </a:lnTo>
                  <a:lnTo>
                    <a:pt x="67615" y="250389"/>
                  </a:lnTo>
                  <a:lnTo>
                    <a:pt x="67070" y="251221"/>
                  </a:lnTo>
                  <a:lnTo>
                    <a:pt x="57257" y="269339"/>
                  </a:lnTo>
                  <a:lnTo>
                    <a:pt x="52353" y="266519"/>
                  </a:lnTo>
                  <a:lnTo>
                    <a:pt x="51846" y="266235"/>
                  </a:lnTo>
                  <a:lnTo>
                    <a:pt x="51211" y="267284"/>
                  </a:lnTo>
                  <a:lnTo>
                    <a:pt x="42769" y="281208"/>
                  </a:lnTo>
                  <a:lnTo>
                    <a:pt x="37066" y="277569"/>
                  </a:lnTo>
                  <a:lnTo>
                    <a:pt x="36145" y="276929"/>
                  </a:lnTo>
                  <a:lnTo>
                    <a:pt x="34122" y="275355"/>
                  </a:lnTo>
                  <a:lnTo>
                    <a:pt x="30939" y="264990"/>
                  </a:lnTo>
                  <a:lnTo>
                    <a:pt x="27710" y="261325"/>
                  </a:lnTo>
                  <a:lnTo>
                    <a:pt x="23886" y="257926"/>
                  </a:lnTo>
                  <a:lnTo>
                    <a:pt x="16192" y="251664"/>
                  </a:lnTo>
                  <a:lnTo>
                    <a:pt x="10561" y="248786"/>
                  </a:lnTo>
                  <a:lnTo>
                    <a:pt x="7263" y="247100"/>
                  </a:lnTo>
                  <a:lnTo>
                    <a:pt x="10778" y="245243"/>
                  </a:lnTo>
                  <a:lnTo>
                    <a:pt x="16833" y="242042"/>
                  </a:lnTo>
                  <a:lnTo>
                    <a:pt x="17903" y="241959"/>
                  </a:lnTo>
                  <a:lnTo>
                    <a:pt x="20299" y="241774"/>
                  </a:lnTo>
                  <a:lnTo>
                    <a:pt x="18846" y="231550"/>
                  </a:lnTo>
                  <a:lnTo>
                    <a:pt x="15633" y="226836"/>
                  </a:lnTo>
                  <a:lnTo>
                    <a:pt x="13184" y="222574"/>
                  </a:lnTo>
                  <a:lnTo>
                    <a:pt x="8794" y="215465"/>
                  </a:lnTo>
                  <a:lnTo>
                    <a:pt x="9857" y="214688"/>
                  </a:lnTo>
                  <a:lnTo>
                    <a:pt x="4158" y="205729"/>
                  </a:lnTo>
                  <a:lnTo>
                    <a:pt x="0" y="201242"/>
                  </a:lnTo>
                  <a:lnTo>
                    <a:pt x="6150" y="180321"/>
                  </a:lnTo>
                  <a:lnTo>
                    <a:pt x="6240" y="180015"/>
                  </a:lnTo>
                  <a:lnTo>
                    <a:pt x="12832" y="157592"/>
                  </a:lnTo>
                  <a:lnTo>
                    <a:pt x="27508" y="171302"/>
                  </a:lnTo>
                  <a:lnTo>
                    <a:pt x="39326" y="182236"/>
                  </a:lnTo>
                  <a:lnTo>
                    <a:pt x="38925" y="182715"/>
                  </a:lnTo>
                  <a:lnTo>
                    <a:pt x="33149" y="189622"/>
                  </a:lnTo>
                  <a:lnTo>
                    <a:pt x="36897" y="192589"/>
                  </a:lnTo>
                  <a:lnTo>
                    <a:pt x="38530" y="193882"/>
                  </a:lnTo>
                  <a:lnTo>
                    <a:pt x="52247" y="206582"/>
                  </a:lnTo>
                  <a:lnTo>
                    <a:pt x="62278" y="215320"/>
                  </a:lnTo>
                  <a:lnTo>
                    <a:pt x="67091" y="220250"/>
                  </a:lnTo>
                  <a:lnTo>
                    <a:pt x="71109" y="216500"/>
                  </a:lnTo>
                  <a:lnTo>
                    <a:pt x="71376" y="216251"/>
                  </a:lnTo>
                  <a:lnTo>
                    <a:pt x="73672" y="212923"/>
                  </a:lnTo>
                  <a:lnTo>
                    <a:pt x="73871" y="212224"/>
                  </a:lnTo>
                  <a:lnTo>
                    <a:pt x="79424" y="214021"/>
                  </a:lnTo>
                  <a:lnTo>
                    <a:pt x="80243" y="214286"/>
                  </a:lnTo>
                  <a:lnTo>
                    <a:pt x="80841" y="214480"/>
                  </a:lnTo>
                  <a:lnTo>
                    <a:pt x="80855" y="211931"/>
                  </a:lnTo>
                  <a:lnTo>
                    <a:pt x="81634" y="201088"/>
                  </a:lnTo>
                  <a:lnTo>
                    <a:pt x="81667" y="200629"/>
                  </a:lnTo>
                  <a:lnTo>
                    <a:pt x="85439" y="194588"/>
                  </a:lnTo>
                  <a:lnTo>
                    <a:pt x="90886" y="185861"/>
                  </a:lnTo>
                  <a:lnTo>
                    <a:pt x="84588" y="181837"/>
                  </a:lnTo>
                  <a:lnTo>
                    <a:pt x="84436" y="181741"/>
                  </a:lnTo>
                  <a:lnTo>
                    <a:pt x="94214" y="167044"/>
                  </a:lnTo>
                  <a:lnTo>
                    <a:pt x="96828" y="163115"/>
                  </a:lnTo>
                  <a:lnTo>
                    <a:pt x="97327" y="162364"/>
                  </a:lnTo>
                  <a:lnTo>
                    <a:pt x="103630" y="166433"/>
                  </a:lnTo>
                  <a:lnTo>
                    <a:pt x="103825" y="166558"/>
                  </a:lnTo>
                  <a:lnTo>
                    <a:pt x="104964" y="164834"/>
                  </a:lnTo>
                  <a:lnTo>
                    <a:pt x="119595" y="142701"/>
                  </a:lnTo>
                  <a:lnTo>
                    <a:pt x="120104" y="141931"/>
                  </a:lnTo>
                  <a:lnTo>
                    <a:pt x="122412" y="140969"/>
                  </a:lnTo>
                  <a:lnTo>
                    <a:pt x="132272" y="131561"/>
                  </a:lnTo>
                  <a:lnTo>
                    <a:pt x="136287" y="126108"/>
                  </a:lnTo>
                  <a:lnTo>
                    <a:pt x="136518" y="125794"/>
                  </a:lnTo>
                  <a:lnTo>
                    <a:pt x="136631" y="125634"/>
                  </a:lnTo>
                  <a:lnTo>
                    <a:pt x="140707" y="119881"/>
                  </a:lnTo>
                  <a:lnTo>
                    <a:pt x="146527" y="112102"/>
                  </a:lnTo>
                  <a:lnTo>
                    <a:pt x="147375" y="110967"/>
                  </a:lnTo>
                  <a:lnTo>
                    <a:pt x="154059" y="113095"/>
                  </a:lnTo>
                  <a:lnTo>
                    <a:pt x="154439" y="113216"/>
                  </a:lnTo>
                  <a:lnTo>
                    <a:pt x="156579" y="105129"/>
                  </a:lnTo>
                  <a:lnTo>
                    <a:pt x="160740" y="89403"/>
                  </a:lnTo>
                  <a:lnTo>
                    <a:pt x="162838" y="80174"/>
                  </a:lnTo>
                  <a:lnTo>
                    <a:pt x="166093" y="65617"/>
                  </a:lnTo>
                  <a:lnTo>
                    <a:pt x="159335" y="63966"/>
                  </a:lnTo>
                  <a:lnTo>
                    <a:pt x="164951" y="40507"/>
                  </a:lnTo>
                  <a:lnTo>
                    <a:pt x="167196" y="27670"/>
                  </a:lnTo>
                  <a:lnTo>
                    <a:pt x="167273" y="27351"/>
                  </a:lnTo>
                  <a:lnTo>
                    <a:pt x="188267" y="32387"/>
                  </a:lnTo>
                  <a:lnTo>
                    <a:pt x="189214" y="32614"/>
                  </a:lnTo>
                  <a:lnTo>
                    <a:pt x="192111" y="19603"/>
                  </a:lnTo>
                  <a:lnTo>
                    <a:pt x="195202" y="6585"/>
                  </a:lnTo>
                  <a:lnTo>
                    <a:pt x="195246" y="6399"/>
                  </a:lnTo>
                  <a:lnTo>
                    <a:pt x="199103" y="7446"/>
                  </a:lnTo>
                  <a:lnTo>
                    <a:pt x="202816" y="8455"/>
                  </a:lnTo>
                  <a:lnTo>
                    <a:pt x="204745" y="8951"/>
                  </a:lnTo>
                  <a:lnTo>
                    <a:pt x="202685" y="19109"/>
                  </a:lnTo>
                  <a:lnTo>
                    <a:pt x="201108" y="26885"/>
                  </a:lnTo>
                  <a:lnTo>
                    <a:pt x="210797" y="25428"/>
                  </a:lnTo>
                  <a:lnTo>
                    <a:pt x="213504" y="21933"/>
                  </a:lnTo>
                  <a:lnTo>
                    <a:pt x="213361" y="16107"/>
                  </a:lnTo>
                  <a:lnTo>
                    <a:pt x="220001" y="12346"/>
                  </a:lnTo>
                  <a:lnTo>
                    <a:pt x="223278" y="18447"/>
                  </a:lnTo>
                  <a:lnTo>
                    <a:pt x="243131" y="8330"/>
                  </a:lnTo>
                  <a:lnTo>
                    <a:pt x="256430" y="1553"/>
                  </a:lnTo>
                  <a:lnTo>
                    <a:pt x="268398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19522" y="2496691"/>
              <a:ext cx="188909" cy="158447"/>
            </a:xfrm>
            <a:custGeom>
              <a:avLst/>
              <a:pathLst>
                <a:path w="188909" h="158447">
                  <a:moveTo>
                    <a:pt x="28262" y="6411"/>
                  </a:moveTo>
                  <a:lnTo>
                    <a:pt x="29180" y="18527"/>
                  </a:lnTo>
                  <a:lnTo>
                    <a:pt x="37388" y="17595"/>
                  </a:lnTo>
                  <a:lnTo>
                    <a:pt x="43315" y="12468"/>
                  </a:lnTo>
                  <a:lnTo>
                    <a:pt x="50838" y="16197"/>
                  </a:lnTo>
                  <a:lnTo>
                    <a:pt x="62009" y="25751"/>
                  </a:lnTo>
                  <a:lnTo>
                    <a:pt x="66569" y="20391"/>
                  </a:lnTo>
                  <a:lnTo>
                    <a:pt x="74094" y="19927"/>
                  </a:lnTo>
                  <a:lnTo>
                    <a:pt x="86402" y="29246"/>
                  </a:lnTo>
                  <a:lnTo>
                    <a:pt x="88454" y="27615"/>
                  </a:lnTo>
                  <a:lnTo>
                    <a:pt x="98274" y="34915"/>
                  </a:lnTo>
                  <a:lnTo>
                    <a:pt x="98485" y="35072"/>
                  </a:lnTo>
                  <a:lnTo>
                    <a:pt x="97822" y="35944"/>
                  </a:lnTo>
                  <a:lnTo>
                    <a:pt x="95294" y="39266"/>
                  </a:lnTo>
                  <a:lnTo>
                    <a:pt x="110606" y="50603"/>
                  </a:lnTo>
                  <a:lnTo>
                    <a:pt x="104940" y="58471"/>
                  </a:lnTo>
                  <a:lnTo>
                    <a:pt x="123915" y="75858"/>
                  </a:lnTo>
                  <a:lnTo>
                    <a:pt x="124887" y="76749"/>
                  </a:lnTo>
                  <a:lnTo>
                    <a:pt x="119579" y="84267"/>
                  </a:lnTo>
                  <a:lnTo>
                    <a:pt x="123320" y="87235"/>
                  </a:lnTo>
                  <a:lnTo>
                    <a:pt x="120257" y="93716"/>
                  </a:lnTo>
                  <a:lnTo>
                    <a:pt x="141345" y="107916"/>
                  </a:lnTo>
                  <a:lnTo>
                    <a:pt x="144265" y="104202"/>
                  </a:lnTo>
                  <a:lnTo>
                    <a:pt x="130801" y="96265"/>
                  </a:lnTo>
                  <a:lnTo>
                    <a:pt x="139065" y="87963"/>
                  </a:lnTo>
                  <a:lnTo>
                    <a:pt x="138396" y="81561"/>
                  </a:lnTo>
                  <a:lnTo>
                    <a:pt x="137795" y="75809"/>
                  </a:lnTo>
                  <a:lnTo>
                    <a:pt x="146201" y="62361"/>
                  </a:lnTo>
                  <a:lnTo>
                    <a:pt x="149893" y="64017"/>
                  </a:lnTo>
                  <a:lnTo>
                    <a:pt x="156270" y="66876"/>
                  </a:lnTo>
                  <a:lnTo>
                    <a:pt x="171564" y="57215"/>
                  </a:lnTo>
                  <a:lnTo>
                    <a:pt x="165977" y="52622"/>
                  </a:lnTo>
                  <a:lnTo>
                    <a:pt x="158693" y="46632"/>
                  </a:lnTo>
                  <a:lnTo>
                    <a:pt x="129618" y="13550"/>
                  </a:lnTo>
                  <a:lnTo>
                    <a:pt x="147002" y="4871"/>
                  </a:lnTo>
                  <a:lnTo>
                    <a:pt x="153423" y="2110"/>
                  </a:lnTo>
                  <a:lnTo>
                    <a:pt x="164666" y="14861"/>
                  </a:lnTo>
                  <a:lnTo>
                    <a:pt x="177920" y="28509"/>
                  </a:lnTo>
                  <a:lnTo>
                    <a:pt x="172105" y="34792"/>
                  </a:lnTo>
                  <a:lnTo>
                    <a:pt x="171930" y="38829"/>
                  </a:lnTo>
                  <a:lnTo>
                    <a:pt x="173811" y="40243"/>
                  </a:lnTo>
                  <a:lnTo>
                    <a:pt x="188909" y="51593"/>
                  </a:lnTo>
                  <a:lnTo>
                    <a:pt x="184815" y="57133"/>
                  </a:lnTo>
                  <a:lnTo>
                    <a:pt x="187209" y="59027"/>
                  </a:lnTo>
                  <a:lnTo>
                    <a:pt x="185926" y="67619"/>
                  </a:lnTo>
                  <a:lnTo>
                    <a:pt x="184273" y="75367"/>
                  </a:lnTo>
                  <a:lnTo>
                    <a:pt x="181607" y="79882"/>
                  </a:lnTo>
                  <a:lnTo>
                    <a:pt x="181225" y="80528"/>
                  </a:lnTo>
                  <a:lnTo>
                    <a:pt x="177378" y="76596"/>
                  </a:lnTo>
                  <a:lnTo>
                    <a:pt x="177415" y="75015"/>
                  </a:lnTo>
                  <a:lnTo>
                    <a:pt x="173496" y="72728"/>
                  </a:lnTo>
                  <a:lnTo>
                    <a:pt x="172144" y="67999"/>
                  </a:lnTo>
                  <a:lnTo>
                    <a:pt x="171557" y="65945"/>
                  </a:lnTo>
                  <a:lnTo>
                    <a:pt x="165573" y="65829"/>
                  </a:lnTo>
                  <a:lnTo>
                    <a:pt x="164590" y="71391"/>
                  </a:lnTo>
                  <a:lnTo>
                    <a:pt x="165407" y="71684"/>
                  </a:lnTo>
                  <a:lnTo>
                    <a:pt x="166073" y="71922"/>
                  </a:lnTo>
                  <a:lnTo>
                    <a:pt x="168009" y="72615"/>
                  </a:lnTo>
                  <a:lnTo>
                    <a:pt x="163325" y="77056"/>
                  </a:lnTo>
                  <a:lnTo>
                    <a:pt x="162510" y="77829"/>
                  </a:lnTo>
                  <a:lnTo>
                    <a:pt x="163243" y="80759"/>
                  </a:lnTo>
                  <a:lnTo>
                    <a:pt x="164742" y="86753"/>
                  </a:lnTo>
                  <a:lnTo>
                    <a:pt x="158805" y="97744"/>
                  </a:lnTo>
                  <a:lnTo>
                    <a:pt x="159157" y="98193"/>
                  </a:lnTo>
                  <a:lnTo>
                    <a:pt x="159813" y="99027"/>
                  </a:lnTo>
                  <a:lnTo>
                    <a:pt x="157783" y="102219"/>
                  </a:lnTo>
                  <a:lnTo>
                    <a:pt x="156880" y="102473"/>
                  </a:lnTo>
                  <a:lnTo>
                    <a:pt x="157572" y="104024"/>
                  </a:lnTo>
                  <a:lnTo>
                    <a:pt x="154414" y="105665"/>
                  </a:lnTo>
                  <a:lnTo>
                    <a:pt x="152968" y="107401"/>
                  </a:lnTo>
                  <a:lnTo>
                    <a:pt x="150212" y="110711"/>
                  </a:lnTo>
                  <a:lnTo>
                    <a:pt x="148691" y="112537"/>
                  </a:lnTo>
                  <a:lnTo>
                    <a:pt x="145758" y="116060"/>
                  </a:lnTo>
                  <a:lnTo>
                    <a:pt x="143860" y="118339"/>
                  </a:lnTo>
                  <a:lnTo>
                    <a:pt x="142537" y="119927"/>
                  </a:lnTo>
                  <a:lnTo>
                    <a:pt x="139773" y="123247"/>
                  </a:lnTo>
                  <a:lnTo>
                    <a:pt x="139500" y="123575"/>
                  </a:lnTo>
                  <a:lnTo>
                    <a:pt x="136620" y="120998"/>
                  </a:lnTo>
                  <a:lnTo>
                    <a:pt x="120443" y="106524"/>
                  </a:lnTo>
                  <a:lnTo>
                    <a:pt x="119725" y="105882"/>
                  </a:lnTo>
                  <a:lnTo>
                    <a:pt x="113705" y="100199"/>
                  </a:lnTo>
                  <a:lnTo>
                    <a:pt x="106115" y="93543"/>
                  </a:lnTo>
                  <a:lnTo>
                    <a:pt x="102934" y="90753"/>
                  </a:lnTo>
                  <a:lnTo>
                    <a:pt x="100376" y="88510"/>
                  </a:lnTo>
                  <a:lnTo>
                    <a:pt x="99617" y="87844"/>
                  </a:lnTo>
                  <a:lnTo>
                    <a:pt x="93596" y="94065"/>
                  </a:lnTo>
                  <a:lnTo>
                    <a:pt x="88216" y="99622"/>
                  </a:lnTo>
                  <a:lnTo>
                    <a:pt x="83110" y="105476"/>
                  </a:lnTo>
                  <a:lnTo>
                    <a:pt x="76519" y="127899"/>
                  </a:lnTo>
                  <a:lnTo>
                    <a:pt x="76428" y="128205"/>
                  </a:lnTo>
                  <a:lnTo>
                    <a:pt x="70278" y="149126"/>
                  </a:lnTo>
                  <a:lnTo>
                    <a:pt x="58192" y="154411"/>
                  </a:lnTo>
                  <a:lnTo>
                    <a:pt x="54534" y="158447"/>
                  </a:lnTo>
                  <a:lnTo>
                    <a:pt x="51729" y="157486"/>
                  </a:lnTo>
                  <a:lnTo>
                    <a:pt x="43063" y="154515"/>
                  </a:lnTo>
                  <a:lnTo>
                    <a:pt x="39027" y="150688"/>
                  </a:lnTo>
                  <a:lnTo>
                    <a:pt x="35927" y="146235"/>
                  </a:lnTo>
                  <a:lnTo>
                    <a:pt x="30268" y="152263"/>
                  </a:lnTo>
                  <a:lnTo>
                    <a:pt x="26730" y="146038"/>
                  </a:lnTo>
                  <a:lnTo>
                    <a:pt x="24000" y="141682"/>
                  </a:lnTo>
                  <a:lnTo>
                    <a:pt x="22849" y="139844"/>
                  </a:lnTo>
                  <a:lnTo>
                    <a:pt x="17987" y="131654"/>
                  </a:lnTo>
                  <a:lnTo>
                    <a:pt x="15835" y="128029"/>
                  </a:lnTo>
                  <a:lnTo>
                    <a:pt x="14822" y="126324"/>
                  </a:lnTo>
                  <a:lnTo>
                    <a:pt x="15565" y="125995"/>
                  </a:lnTo>
                  <a:lnTo>
                    <a:pt x="19280" y="124350"/>
                  </a:lnTo>
                  <a:lnTo>
                    <a:pt x="20536" y="123794"/>
                  </a:lnTo>
                  <a:lnTo>
                    <a:pt x="15328" y="120574"/>
                  </a:lnTo>
                  <a:lnTo>
                    <a:pt x="14161" y="119853"/>
                  </a:lnTo>
                  <a:lnTo>
                    <a:pt x="10923" y="117852"/>
                  </a:lnTo>
                  <a:lnTo>
                    <a:pt x="13409" y="116740"/>
                  </a:lnTo>
                  <a:lnTo>
                    <a:pt x="13711" y="116605"/>
                  </a:lnTo>
                  <a:lnTo>
                    <a:pt x="13963" y="116492"/>
                  </a:lnTo>
                  <a:lnTo>
                    <a:pt x="13414" y="115004"/>
                  </a:lnTo>
                  <a:lnTo>
                    <a:pt x="10467" y="111288"/>
                  </a:lnTo>
                  <a:lnTo>
                    <a:pt x="8367" y="110964"/>
                  </a:lnTo>
                  <a:lnTo>
                    <a:pt x="5942" y="111016"/>
                  </a:lnTo>
                  <a:lnTo>
                    <a:pt x="6283" y="110642"/>
                  </a:lnTo>
                  <a:lnTo>
                    <a:pt x="6024" y="110352"/>
                  </a:lnTo>
                  <a:lnTo>
                    <a:pt x="5347" y="109593"/>
                  </a:lnTo>
                  <a:lnTo>
                    <a:pt x="3884" y="107953"/>
                  </a:lnTo>
                  <a:lnTo>
                    <a:pt x="3699" y="107745"/>
                  </a:lnTo>
                  <a:lnTo>
                    <a:pt x="3480" y="107500"/>
                  </a:lnTo>
                  <a:lnTo>
                    <a:pt x="3167" y="107128"/>
                  </a:lnTo>
                  <a:lnTo>
                    <a:pt x="3617" y="97254"/>
                  </a:lnTo>
                  <a:lnTo>
                    <a:pt x="20455" y="95720"/>
                  </a:lnTo>
                  <a:lnTo>
                    <a:pt x="21690" y="105138"/>
                  </a:lnTo>
                  <a:lnTo>
                    <a:pt x="22250" y="105252"/>
                  </a:lnTo>
                  <a:lnTo>
                    <a:pt x="30049" y="106837"/>
                  </a:lnTo>
                  <a:lnTo>
                    <a:pt x="44535" y="92564"/>
                  </a:lnTo>
                  <a:lnTo>
                    <a:pt x="45741" y="91582"/>
                  </a:lnTo>
                  <a:lnTo>
                    <a:pt x="51089" y="87224"/>
                  </a:lnTo>
                  <a:lnTo>
                    <a:pt x="50187" y="73388"/>
                  </a:lnTo>
                  <a:lnTo>
                    <a:pt x="45092" y="74048"/>
                  </a:lnTo>
                  <a:lnTo>
                    <a:pt x="38299" y="63268"/>
                  </a:lnTo>
                  <a:lnTo>
                    <a:pt x="16522" y="64196"/>
                  </a:lnTo>
                  <a:lnTo>
                    <a:pt x="1139" y="35072"/>
                  </a:lnTo>
                  <a:lnTo>
                    <a:pt x="0" y="8973"/>
                  </a:lnTo>
                  <a:lnTo>
                    <a:pt x="9347" y="9206"/>
                  </a:lnTo>
                  <a:lnTo>
                    <a:pt x="9552" y="599"/>
                  </a:lnTo>
                  <a:lnTo>
                    <a:pt x="18466" y="306"/>
                  </a:lnTo>
                  <a:lnTo>
                    <a:pt x="277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62674" y="2361624"/>
              <a:ext cx="134889" cy="164598"/>
            </a:xfrm>
            <a:custGeom>
              <a:avLst/>
              <a:pathLst>
                <a:path w="134889" h="164598">
                  <a:moveTo>
                    <a:pt x="116992" y="545"/>
                  </a:moveTo>
                  <a:lnTo>
                    <a:pt x="121710" y="4005"/>
                  </a:lnTo>
                  <a:lnTo>
                    <a:pt x="127110" y="3537"/>
                  </a:lnTo>
                  <a:lnTo>
                    <a:pt x="128715" y="3398"/>
                  </a:lnTo>
                  <a:lnTo>
                    <a:pt x="128596" y="20875"/>
                  </a:lnTo>
                  <a:lnTo>
                    <a:pt x="134889" y="36677"/>
                  </a:lnTo>
                  <a:lnTo>
                    <a:pt x="132145" y="37326"/>
                  </a:lnTo>
                  <a:lnTo>
                    <a:pt x="130234" y="36801"/>
                  </a:lnTo>
                  <a:lnTo>
                    <a:pt x="126822" y="37864"/>
                  </a:lnTo>
                  <a:lnTo>
                    <a:pt x="123505" y="38898"/>
                  </a:lnTo>
                  <a:lnTo>
                    <a:pt x="125241" y="47813"/>
                  </a:lnTo>
                  <a:lnTo>
                    <a:pt x="127081" y="56994"/>
                  </a:lnTo>
                  <a:lnTo>
                    <a:pt x="119597" y="58901"/>
                  </a:lnTo>
                  <a:lnTo>
                    <a:pt x="113539" y="62305"/>
                  </a:lnTo>
                  <a:lnTo>
                    <a:pt x="117990" y="70145"/>
                  </a:lnTo>
                  <a:lnTo>
                    <a:pt x="118101" y="70342"/>
                  </a:lnTo>
                  <a:lnTo>
                    <a:pt x="118904" y="71756"/>
                  </a:lnTo>
                  <a:lnTo>
                    <a:pt x="117132" y="73358"/>
                  </a:lnTo>
                  <a:lnTo>
                    <a:pt x="113870" y="75834"/>
                  </a:lnTo>
                  <a:lnTo>
                    <a:pt x="112040" y="77289"/>
                  </a:lnTo>
                  <a:lnTo>
                    <a:pt x="111448" y="77760"/>
                  </a:lnTo>
                  <a:lnTo>
                    <a:pt x="108146" y="80470"/>
                  </a:lnTo>
                  <a:lnTo>
                    <a:pt x="102319" y="85679"/>
                  </a:lnTo>
                  <a:lnTo>
                    <a:pt x="100913" y="84048"/>
                  </a:lnTo>
                  <a:lnTo>
                    <a:pt x="98892" y="86062"/>
                  </a:lnTo>
                  <a:lnTo>
                    <a:pt x="93909" y="91028"/>
                  </a:lnTo>
                  <a:lnTo>
                    <a:pt x="83403" y="79863"/>
                  </a:lnTo>
                  <a:lnTo>
                    <a:pt x="78197" y="86360"/>
                  </a:lnTo>
                  <a:lnTo>
                    <a:pt x="77897" y="86735"/>
                  </a:lnTo>
                  <a:lnTo>
                    <a:pt x="81323" y="90265"/>
                  </a:lnTo>
                  <a:lnTo>
                    <a:pt x="82684" y="91667"/>
                  </a:lnTo>
                  <a:lnTo>
                    <a:pt x="67400" y="105681"/>
                  </a:lnTo>
                  <a:lnTo>
                    <a:pt x="72534" y="111161"/>
                  </a:lnTo>
                  <a:lnTo>
                    <a:pt x="74911" y="113699"/>
                  </a:lnTo>
                  <a:lnTo>
                    <a:pt x="82460" y="121759"/>
                  </a:lnTo>
                  <a:lnTo>
                    <a:pt x="84455" y="123889"/>
                  </a:lnTo>
                  <a:lnTo>
                    <a:pt x="85212" y="126476"/>
                  </a:lnTo>
                  <a:lnTo>
                    <a:pt x="85780" y="128419"/>
                  </a:lnTo>
                  <a:lnTo>
                    <a:pt x="97508" y="125190"/>
                  </a:lnTo>
                  <a:lnTo>
                    <a:pt x="98377" y="124951"/>
                  </a:lnTo>
                  <a:lnTo>
                    <a:pt x="100162" y="132283"/>
                  </a:lnTo>
                  <a:lnTo>
                    <a:pt x="102176" y="139049"/>
                  </a:lnTo>
                  <a:lnTo>
                    <a:pt x="103850" y="139938"/>
                  </a:lnTo>
                  <a:lnTo>
                    <a:pt x="86466" y="148617"/>
                  </a:lnTo>
                  <a:lnTo>
                    <a:pt x="80493" y="153238"/>
                  </a:lnTo>
                  <a:lnTo>
                    <a:pt x="67565" y="163239"/>
                  </a:lnTo>
                  <a:lnTo>
                    <a:pt x="62571" y="163829"/>
                  </a:lnTo>
                  <a:lnTo>
                    <a:pt x="56071" y="164598"/>
                  </a:lnTo>
                  <a:lnTo>
                    <a:pt x="56631" y="162850"/>
                  </a:lnTo>
                  <a:lnTo>
                    <a:pt x="64526" y="138188"/>
                  </a:lnTo>
                  <a:lnTo>
                    <a:pt x="71840" y="138771"/>
                  </a:lnTo>
                  <a:lnTo>
                    <a:pt x="63481" y="128091"/>
                  </a:lnTo>
                  <a:lnTo>
                    <a:pt x="62406" y="129063"/>
                  </a:lnTo>
                  <a:lnTo>
                    <a:pt x="58676" y="132437"/>
                  </a:lnTo>
                  <a:lnTo>
                    <a:pt x="49422" y="140810"/>
                  </a:lnTo>
                  <a:lnTo>
                    <a:pt x="42500" y="133869"/>
                  </a:lnTo>
                  <a:lnTo>
                    <a:pt x="39448" y="130809"/>
                  </a:lnTo>
                  <a:lnTo>
                    <a:pt x="40290" y="134845"/>
                  </a:lnTo>
                  <a:lnTo>
                    <a:pt x="40683" y="136732"/>
                  </a:lnTo>
                  <a:lnTo>
                    <a:pt x="32361" y="138344"/>
                  </a:lnTo>
                  <a:lnTo>
                    <a:pt x="26596" y="139461"/>
                  </a:lnTo>
                  <a:lnTo>
                    <a:pt x="26150" y="139548"/>
                  </a:lnTo>
                  <a:lnTo>
                    <a:pt x="19924" y="134021"/>
                  </a:lnTo>
                  <a:lnTo>
                    <a:pt x="16599" y="122127"/>
                  </a:lnTo>
                  <a:lnTo>
                    <a:pt x="0" y="98978"/>
                  </a:lnTo>
                  <a:lnTo>
                    <a:pt x="2659" y="89463"/>
                  </a:lnTo>
                  <a:lnTo>
                    <a:pt x="9309" y="77811"/>
                  </a:lnTo>
                  <a:lnTo>
                    <a:pt x="23367" y="76840"/>
                  </a:lnTo>
                  <a:lnTo>
                    <a:pt x="37251" y="44848"/>
                  </a:lnTo>
                  <a:lnTo>
                    <a:pt x="43236" y="41207"/>
                  </a:lnTo>
                  <a:lnTo>
                    <a:pt x="63041" y="41061"/>
                  </a:lnTo>
                  <a:lnTo>
                    <a:pt x="83987" y="33925"/>
                  </a:lnTo>
                  <a:lnTo>
                    <a:pt x="88370" y="31383"/>
                  </a:lnTo>
                  <a:lnTo>
                    <a:pt x="94701" y="27677"/>
                  </a:lnTo>
                  <a:lnTo>
                    <a:pt x="90596" y="18101"/>
                  </a:lnTo>
                  <a:lnTo>
                    <a:pt x="103752" y="11304"/>
                  </a:lnTo>
                  <a:lnTo>
                    <a:pt x="115286" y="869"/>
                  </a:lnTo>
                  <a:lnTo>
                    <a:pt x="116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70821" y="2398425"/>
              <a:ext cx="85073" cy="151279"/>
            </a:xfrm>
            <a:custGeom>
              <a:avLst/>
              <a:pathLst>
                <a:path w="85073" h="151279">
                  <a:moveTo>
                    <a:pt x="42020" y="67249"/>
                  </a:moveTo>
                  <a:lnTo>
                    <a:pt x="53913" y="81075"/>
                  </a:lnTo>
                  <a:lnTo>
                    <a:pt x="57941" y="78279"/>
                  </a:lnTo>
                  <a:lnTo>
                    <a:pt x="69757" y="94668"/>
                  </a:lnTo>
                  <a:lnTo>
                    <a:pt x="75582" y="84876"/>
                  </a:lnTo>
                  <a:lnTo>
                    <a:pt x="76560" y="85079"/>
                  </a:lnTo>
                  <a:lnTo>
                    <a:pt x="83151" y="86446"/>
                  </a:lnTo>
                  <a:lnTo>
                    <a:pt x="83931" y="86656"/>
                  </a:lnTo>
                  <a:lnTo>
                    <a:pt x="78314" y="110116"/>
                  </a:lnTo>
                  <a:lnTo>
                    <a:pt x="85073" y="111767"/>
                  </a:lnTo>
                  <a:lnTo>
                    <a:pt x="81818" y="126324"/>
                  </a:lnTo>
                  <a:lnTo>
                    <a:pt x="79720" y="135553"/>
                  </a:lnTo>
                  <a:lnTo>
                    <a:pt x="75559" y="151279"/>
                  </a:lnTo>
                  <a:lnTo>
                    <a:pt x="64151" y="147538"/>
                  </a:lnTo>
                  <a:lnTo>
                    <a:pt x="63572" y="147348"/>
                  </a:lnTo>
                  <a:lnTo>
                    <a:pt x="68140" y="141001"/>
                  </a:lnTo>
                  <a:lnTo>
                    <a:pt x="61604" y="132301"/>
                  </a:lnTo>
                  <a:lnTo>
                    <a:pt x="65541" y="128678"/>
                  </a:lnTo>
                  <a:lnTo>
                    <a:pt x="61865" y="124201"/>
                  </a:lnTo>
                  <a:lnTo>
                    <a:pt x="54287" y="114970"/>
                  </a:lnTo>
                  <a:lnTo>
                    <a:pt x="38269" y="95347"/>
                  </a:lnTo>
                  <a:lnTo>
                    <a:pt x="28799" y="83747"/>
                  </a:lnTo>
                  <a:lnTo>
                    <a:pt x="24224" y="78142"/>
                  </a:lnTo>
                  <a:lnTo>
                    <a:pt x="13764" y="65328"/>
                  </a:lnTo>
                  <a:lnTo>
                    <a:pt x="16157" y="63464"/>
                  </a:lnTo>
                  <a:lnTo>
                    <a:pt x="0" y="43669"/>
                  </a:lnTo>
                  <a:lnTo>
                    <a:pt x="3301" y="40959"/>
                  </a:lnTo>
                  <a:lnTo>
                    <a:pt x="3893" y="40488"/>
                  </a:lnTo>
                  <a:lnTo>
                    <a:pt x="5723" y="39033"/>
                  </a:lnTo>
                  <a:lnTo>
                    <a:pt x="8985" y="36556"/>
                  </a:lnTo>
                  <a:lnTo>
                    <a:pt x="10757" y="34955"/>
                  </a:lnTo>
                  <a:lnTo>
                    <a:pt x="9955" y="33541"/>
                  </a:lnTo>
                  <a:lnTo>
                    <a:pt x="9843" y="33344"/>
                  </a:lnTo>
                  <a:lnTo>
                    <a:pt x="5393" y="25503"/>
                  </a:lnTo>
                  <a:lnTo>
                    <a:pt x="11451" y="22099"/>
                  </a:lnTo>
                  <a:lnTo>
                    <a:pt x="18934" y="20192"/>
                  </a:lnTo>
                  <a:lnTo>
                    <a:pt x="17095" y="11012"/>
                  </a:lnTo>
                  <a:lnTo>
                    <a:pt x="15358" y="2096"/>
                  </a:lnTo>
                  <a:lnTo>
                    <a:pt x="18675" y="1063"/>
                  </a:lnTo>
                  <a:lnTo>
                    <a:pt x="22087" y="0"/>
                  </a:lnTo>
                  <a:lnTo>
                    <a:pt x="23998" y="525"/>
                  </a:lnTo>
                  <a:lnTo>
                    <a:pt x="27545" y="16619"/>
                  </a:lnTo>
                  <a:lnTo>
                    <a:pt x="25036" y="16838"/>
                  </a:lnTo>
                  <a:lnTo>
                    <a:pt x="26860" y="27363"/>
                  </a:lnTo>
                  <a:lnTo>
                    <a:pt x="44571" y="50487"/>
                  </a:lnTo>
                  <a:lnTo>
                    <a:pt x="44946" y="50976"/>
                  </a:lnTo>
                  <a:lnTo>
                    <a:pt x="42400" y="53539"/>
                  </a:lnTo>
                  <a:lnTo>
                    <a:pt x="41488" y="60841"/>
                  </a:lnTo>
                  <a:lnTo>
                    <a:pt x="44224" y="6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11320" y="2177808"/>
              <a:ext cx="380335" cy="307274"/>
            </a:xfrm>
            <a:custGeom>
              <a:avLst/>
              <a:pathLst>
                <a:path w="380335" h="307274">
                  <a:moveTo>
                    <a:pt x="136387" y="5029"/>
                  </a:moveTo>
                  <a:lnTo>
                    <a:pt x="130965" y="23101"/>
                  </a:lnTo>
                  <a:lnTo>
                    <a:pt x="137870" y="24714"/>
                  </a:lnTo>
                  <a:lnTo>
                    <a:pt x="140405" y="32366"/>
                  </a:lnTo>
                  <a:lnTo>
                    <a:pt x="151866" y="32625"/>
                  </a:lnTo>
                  <a:lnTo>
                    <a:pt x="152408" y="26513"/>
                  </a:lnTo>
                  <a:lnTo>
                    <a:pt x="163048" y="27361"/>
                  </a:lnTo>
                  <a:lnTo>
                    <a:pt x="162811" y="29327"/>
                  </a:lnTo>
                  <a:lnTo>
                    <a:pt x="166155" y="37197"/>
                  </a:lnTo>
                  <a:lnTo>
                    <a:pt x="169251" y="40110"/>
                  </a:lnTo>
                  <a:lnTo>
                    <a:pt x="171436" y="40751"/>
                  </a:lnTo>
                  <a:lnTo>
                    <a:pt x="180831" y="45365"/>
                  </a:lnTo>
                  <a:lnTo>
                    <a:pt x="180413" y="50376"/>
                  </a:lnTo>
                  <a:lnTo>
                    <a:pt x="180187" y="53081"/>
                  </a:lnTo>
                  <a:lnTo>
                    <a:pt x="183864" y="54021"/>
                  </a:lnTo>
                  <a:lnTo>
                    <a:pt x="185316" y="54392"/>
                  </a:lnTo>
                  <a:lnTo>
                    <a:pt x="186314" y="60412"/>
                  </a:lnTo>
                  <a:lnTo>
                    <a:pt x="186692" y="61859"/>
                  </a:lnTo>
                  <a:lnTo>
                    <a:pt x="187628" y="65436"/>
                  </a:lnTo>
                  <a:lnTo>
                    <a:pt x="207511" y="62007"/>
                  </a:lnTo>
                  <a:lnTo>
                    <a:pt x="226390" y="58973"/>
                  </a:lnTo>
                  <a:lnTo>
                    <a:pt x="239273" y="56606"/>
                  </a:lnTo>
                  <a:lnTo>
                    <a:pt x="256253" y="54664"/>
                  </a:lnTo>
                  <a:lnTo>
                    <a:pt x="272432" y="55801"/>
                  </a:lnTo>
                  <a:lnTo>
                    <a:pt x="280689" y="57055"/>
                  </a:lnTo>
                  <a:lnTo>
                    <a:pt x="282211" y="57286"/>
                  </a:lnTo>
                  <a:lnTo>
                    <a:pt x="280962" y="72041"/>
                  </a:lnTo>
                  <a:lnTo>
                    <a:pt x="278316" y="81063"/>
                  </a:lnTo>
                  <a:lnTo>
                    <a:pt x="289620" y="79509"/>
                  </a:lnTo>
                  <a:lnTo>
                    <a:pt x="302918" y="85432"/>
                  </a:lnTo>
                  <a:lnTo>
                    <a:pt x="299784" y="98734"/>
                  </a:lnTo>
                  <a:lnTo>
                    <a:pt x="291709" y="96112"/>
                  </a:lnTo>
                  <a:lnTo>
                    <a:pt x="281071" y="110579"/>
                  </a:lnTo>
                  <a:lnTo>
                    <a:pt x="293989" y="128736"/>
                  </a:lnTo>
                  <a:lnTo>
                    <a:pt x="301493" y="127765"/>
                  </a:lnTo>
                  <a:lnTo>
                    <a:pt x="310517" y="122716"/>
                  </a:lnTo>
                  <a:lnTo>
                    <a:pt x="309663" y="120677"/>
                  </a:lnTo>
                  <a:lnTo>
                    <a:pt x="329705" y="101938"/>
                  </a:lnTo>
                  <a:lnTo>
                    <a:pt x="333140" y="103356"/>
                  </a:lnTo>
                  <a:lnTo>
                    <a:pt x="340731" y="88747"/>
                  </a:lnTo>
                  <a:lnTo>
                    <a:pt x="343574" y="86403"/>
                  </a:lnTo>
                  <a:lnTo>
                    <a:pt x="378340" y="83490"/>
                  </a:lnTo>
                  <a:lnTo>
                    <a:pt x="380335" y="99025"/>
                  </a:lnTo>
                  <a:lnTo>
                    <a:pt x="349653" y="103686"/>
                  </a:lnTo>
                  <a:lnTo>
                    <a:pt x="347279" y="107278"/>
                  </a:lnTo>
                  <a:lnTo>
                    <a:pt x="352788" y="132231"/>
                  </a:lnTo>
                  <a:lnTo>
                    <a:pt x="360197" y="136698"/>
                  </a:lnTo>
                  <a:lnTo>
                    <a:pt x="348039" y="147572"/>
                  </a:lnTo>
                  <a:lnTo>
                    <a:pt x="352693" y="157087"/>
                  </a:lnTo>
                  <a:lnTo>
                    <a:pt x="341009" y="163690"/>
                  </a:lnTo>
                  <a:lnTo>
                    <a:pt x="331035" y="150873"/>
                  </a:lnTo>
                  <a:lnTo>
                    <a:pt x="316597" y="163495"/>
                  </a:lnTo>
                  <a:lnTo>
                    <a:pt x="273851" y="166117"/>
                  </a:lnTo>
                  <a:lnTo>
                    <a:pt x="270242" y="170972"/>
                  </a:lnTo>
                  <a:lnTo>
                    <a:pt x="277841" y="179710"/>
                  </a:lnTo>
                  <a:lnTo>
                    <a:pt x="277936" y="194468"/>
                  </a:lnTo>
                  <a:lnTo>
                    <a:pt x="286712" y="200063"/>
                  </a:lnTo>
                  <a:lnTo>
                    <a:pt x="294825" y="205236"/>
                  </a:lnTo>
                  <a:lnTo>
                    <a:pt x="290721" y="213508"/>
                  </a:lnTo>
                  <a:lnTo>
                    <a:pt x="274421" y="208032"/>
                  </a:lnTo>
                  <a:lnTo>
                    <a:pt x="245810" y="191371"/>
                  </a:lnTo>
                  <a:lnTo>
                    <a:pt x="246260" y="194314"/>
                  </a:lnTo>
                  <a:lnTo>
                    <a:pt x="246950" y="198828"/>
                  </a:lnTo>
                  <a:lnTo>
                    <a:pt x="246066" y="199131"/>
                  </a:lnTo>
                  <a:lnTo>
                    <a:pt x="242171" y="200470"/>
                  </a:lnTo>
                  <a:lnTo>
                    <a:pt x="235428" y="202787"/>
                  </a:lnTo>
                  <a:lnTo>
                    <a:pt x="233727" y="203372"/>
                  </a:lnTo>
                  <a:lnTo>
                    <a:pt x="215291" y="208390"/>
                  </a:lnTo>
                  <a:lnTo>
                    <a:pt x="213153" y="208972"/>
                  </a:lnTo>
                  <a:lnTo>
                    <a:pt x="212753" y="209081"/>
                  </a:lnTo>
                  <a:lnTo>
                    <a:pt x="213437" y="211761"/>
                  </a:lnTo>
                  <a:lnTo>
                    <a:pt x="246046" y="234910"/>
                  </a:lnTo>
                  <a:lnTo>
                    <a:pt x="248887" y="236927"/>
                  </a:lnTo>
                  <a:lnTo>
                    <a:pt x="251737" y="237510"/>
                  </a:lnTo>
                  <a:lnTo>
                    <a:pt x="254681" y="244692"/>
                  </a:lnTo>
                  <a:lnTo>
                    <a:pt x="259659" y="256837"/>
                  </a:lnTo>
                  <a:lnTo>
                    <a:pt x="259480" y="267671"/>
                  </a:lnTo>
                  <a:lnTo>
                    <a:pt x="249913" y="269551"/>
                  </a:lnTo>
                  <a:lnTo>
                    <a:pt x="239654" y="262211"/>
                  </a:lnTo>
                  <a:lnTo>
                    <a:pt x="237371" y="264274"/>
                  </a:lnTo>
                  <a:lnTo>
                    <a:pt x="224836" y="267104"/>
                  </a:lnTo>
                  <a:lnTo>
                    <a:pt x="213209" y="258948"/>
                  </a:lnTo>
                  <a:lnTo>
                    <a:pt x="205686" y="247180"/>
                  </a:lnTo>
                  <a:lnTo>
                    <a:pt x="195964" y="238675"/>
                  </a:lnTo>
                  <a:lnTo>
                    <a:pt x="204318" y="226441"/>
                  </a:lnTo>
                  <a:lnTo>
                    <a:pt x="200898" y="224227"/>
                  </a:lnTo>
                  <a:lnTo>
                    <a:pt x="185354" y="226509"/>
                  </a:lnTo>
                  <a:lnTo>
                    <a:pt x="183733" y="226747"/>
                  </a:lnTo>
                  <a:lnTo>
                    <a:pt x="175822" y="239326"/>
                  </a:lnTo>
                  <a:lnTo>
                    <a:pt x="168032" y="234957"/>
                  </a:lnTo>
                  <a:lnTo>
                    <a:pt x="154544" y="249909"/>
                  </a:lnTo>
                  <a:lnTo>
                    <a:pt x="146280" y="239617"/>
                  </a:lnTo>
                  <a:lnTo>
                    <a:pt x="148369" y="236898"/>
                  </a:lnTo>
                  <a:lnTo>
                    <a:pt x="132411" y="237869"/>
                  </a:lnTo>
                  <a:lnTo>
                    <a:pt x="132031" y="243501"/>
                  </a:lnTo>
                  <a:lnTo>
                    <a:pt x="124147" y="243986"/>
                  </a:lnTo>
                  <a:lnTo>
                    <a:pt x="123767" y="250977"/>
                  </a:lnTo>
                  <a:lnTo>
                    <a:pt x="122059" y="250951"/>
                  </a:lnTo>
                  <a:lnTo>
                    <a:pt x="98405" y="250589"/>
                  </a:lnTo>
                  <a:lnTo>
                    <a:pt x="96885" y="259036"/>
                  </a:lnTo>
                  <a:lnTo>
                    <a:pt x="90710" y="257094"/>
                  </a:lnTo>
                  <a:lnTo>
                    <a:pt x="83226" y="275719"/>
                  </a:lnTo>
                  <a:lnTo>
                    <a:pt x="81171" y="275188"/>
                  </a:lnTo>
                  <a:lnTo>
                    <a:pt x="77584" y="274214"/>
                  </a:lnTo>
                  <a:lnTo>
                    <a:pt x="73727" y="273166"/>
                  </a:lnTo>
                  <a:lnTo>
                    <a:pt x="73683" y="273353"/>
                  </a:lnTo>
                  <a:lnTo>
                    <a:pt x="70592" y="286371"/>
                  </a:lnTo>
                  <a:lnTo>
                    <a:pt x="67695" y="299382"/>
                  </a:lnTo>
                  <a:lnTo>
                    <a:pt x="66748" y="299155"/>
                  </a:lnTo>
                  <a:lnTo>
                    <a:pt x="45754" y="294118"/>
                  </a:lnTo>
                  <a:lnTo>
                    <a:pt x="45677" y="294438"/>
                  </a:lnTo>
                  <a:lnTo>
                    <a:pt x="43432" y="307274"/>
                  </a:lnTo>
                  <a:lnTo>
                    <a:pt x="42652" y="307064"/>
                  </a:lnTo>
                  <a:lnTo>
                    <a:pt x="36062" y="305697"/>
                  </a:lnTo>
                  <a:lnTo>
                    <a:pt x="35083" y="305494"/>
                  </a:lnTo>
                  <a:lnTo>
                    <a:pt x="33222" y="305020"/>
                  </a:lnTo>
                  <a:lnTo>
                    <a:pt x="41178" y="270005"/>
                  </a:lnTo>
                  <a:lnTo>
                    <a:pt x="30654" y="264017"/>
                  </a:lnTo>
                  <a:lnTo>
                    <a:pt x="25952" y="257026"/>
                  </a:lnTo>
                  <a:lnTo>
                    <a:pt x="16406" y="230665"/>
                  </a:lnTo>
                  <a:lnTo>
                    <a:pt x="19673" y="220383"/>
                  </a:lnTo>
                  <a:lnTo>
                    <a:pt x="29457" y="216208"/>
                  </a:lnTo>
                  <a:lnTo>
                    <a:pt x="32844" y="216490"/>
                  </a:lnTo>
                  <a:lnTo>
                    <a:pt x="40402" y="196136"/>
                  </a:lnTo>
                  <a:lnTo>
                    <a:pt x="46901" y="181632"/>
                  </a:lnTo>
                  <a:lnTo>
                    <a:pt x="45096" y="176097"/>
                  </a:lnTo>
                  <a:lnTo>
                    <a:pt x="48896" y="172699"/>
                  </a:lnTo>
                  <a:lnTo>
                    <a:pt x="59155" y="170563"/>
                  </a:lnTo>
                  <a:lnTo>
                    <a:pt x="58775" y="165611"/>
                  </a:lnTo>
                  <a:lnTo>
                    <a:pt x="55486" y="157922"/>
                  </a:lnTo>
                  <a:lnTo>
                    <a:pt x="49727" y="148941"/>
                  </a:lnTo>
                  <a:lnTo>
                    <a:pt x="44146" y="151004"/>
                  </a:lnTo>
                  <a:lnTo>
                    <a:pt x="35597" y="132617"/>
                  </a:lnTo>
                  <a:lnTo>
                    <a:pt x="39219" y="123090"/>
                  </a:lnTo>
                  <a:lnTo>
                    <a:pt x="48777" y="121634"/>
                  </a:lnTo>
                  <a:lnTo>
                    <a:pt x="48896" y="128855"/>
                  </a:lnTo>
                  <a:lnTo>
                    <a:pt x="44146" y="130372"/>
                  </a:lnTo>
                  <a:lnTo>
                    <a:pt x="46877" y="133467"/>
                  </a:lnTo>
                  <a:lnTo>
                    <a:pt x="53764" y="133952"/>
                  </a:lnTo>
                  <a:lnTo>
                    <a:pt x="58157" y="131343"/>
                  </a:lnTo>
                  <a:lnTo>
                    <a:pt x="52458" y="121269"/>
                  </a:lnTo>
                  <a:lnTo>
                    <a:pt x="53051" y="113441"/>
                  </a:lnTo>
                  <a:lnTo>
                    <a:pt x="51092" y="100880"/>
                  </a:lnTo>
                  <a:lnTo>
                    <a:pt x="69641" y="98053"/>
                  </a:lnTo>
                  <a:lnTo>
                    <a:pt x="69685" y="95751"/>
                  </a:lnTo>
                  <a:lnTo>
                    <a:pt x="68278" y="91298"/>
                  </a:lnTo>
                  <a:lnTo>
                    <a:pt x="52434" y="92954"/>
                  </a:lnTo>
                  <a:lnTo>
                    <a:pt x="51959" y="81109"/>
                  </a:lnTo>
                  <a:lnTo>
                    <a:pt x="0" y="71108"/>
                  </a:lnTo>
                  <a:lnTo>
                    <a:pt x="1234" y="57904"/>
                  </a:lnTo>
                  <a:lnTo>
                    <a:pt x="12158" y="55865"/>
                  </a:lnTo>
                  <a:lnTo>
                    <a:pt x="20517" y="33727"/>
                  </a:lnTo>
                  <a:lnTo>
                    <a:pt x="34386" y="35669"/>
                  </a:lnTo>
                  <a:lnTo>
                    <a:pt x="35336" y="29843"/>
                  </a:lnTo>
                  <a:lnTo>
                    <a:pt x="86345" y="35184"/>
                  </a:lnTo>
                  <a:lnTo>
                    <a:pt x="85776" y="41883"/>
                  </a:lnTo>
                  <a:lnTo>
                    <a:pt x="89575" y="42174"/>
                  </a:lnTo>
                  <a:lnTo>
                    <a:pt x="90620" y="35766"/>
                  </a:lnTo>
                  <a:lnTo>
                    <a:pt x="96224" y="36252"/>
                  </a:lnTo>
                  <a:lnTo>
                    <a:pt x="97839" y="25474"/>
                  </a:lnTo>
                  <a:lnTo>
                    <a:pt x="101355" y="10648"/>
                  </a:lnTo>
                  <a:lnTo>
                    <a:pt x="114287" y="13957"/>
                  </a:lnTo>
                  <a:lnTo>
                    <a:pt x="117473" y="3495"/>
                  </a:lnTo>
                  <a:lnTo>
                    <a:pt x="118538" y="0"/>
                  </a:lnTo>
                  <a:lnTo>
                    <a:pt x="124960" y="1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396274" y="2070043"/>
              <a:ext cx="141659" cy="148515"/>
            </a:xfrm>
            <a:custGeom>
              <a:avLst/>
              <a:pathLst>
                <a:path w="141659" h="148515">
                  <a:moveTo>
                    <a:pt x="133414" y="45389"/>
                  </a:moveTo>
                  <a:lnTo>
                    <a:pt x="127299" y="70689"/>
                  </a:lnTo>
                  <a:lnTo>
                    <a:pt x="126686" y="72587"/>
                  </a:lnTo>
                  <a:lnTo>
                    <a:pt x="125631" y="75851"/>
                  </a:lnTo>
                  <a:lnTo>
                    <a:pt x="128196" y="79288"/>
                  </a:lnTo>
                  <a:lnTo>
                    <a:pt x="129450" y="79754"/>
                  </a:lnTo>
                  <a:lnTo>
                    <a:pt x="131177" y="80122"/>
                  </a:lnTo>
                  <a:lnTo>
                    <a:pt x="132456" y="83067"/>
                  </a:lnTo>
                  <a:lnTo>
                    <a:pt x="138260" y="96439"/>
                  </a:lnTo>
                  <a:lnTo>
                    <a:pt x="138680" y="96915"/>
                  </a:lnTo>
                  <a:lnTo>
                    <a:pt x="141376" y="99973"/>
                  </a:lnTo>
                  <a:lnTo>
                    <a:pt x="141464" y="103606"/>
                  </a:lnTo>
                  <a:lnTo>
                    <a:pt x="141659" y="111695"/>
                  </a:lnTo>
                  <a:lnTo>
                    <a:pt x="138526" y="120695"/>
                  </a:lnTo>
                  <a:lnTo>
                    <a:pt x="128115" y="132540"/>
                  </a:lnTo>
                  <a:lnTo>
                    <a:pt x="123670" y="133822"/>
                  </a:lnTo>
                  <a:lnTo>
                    <a:pt x="120785" y="130808"/>
                  </a:lnTo>
                  <a:lnTo>
                    <a:pt x="120212" y="130210"/>
                  </a:lnTo>
                  <a:lnTo>
                    <a:pt x="117135" y="132424"/>
                  </a:lnTo>
                  <a:lnTo>
                    <a:pt x="116413" y="136152"/>
                  </a:lnTo>
                  <a:lnTo>
                    <a:pt x="113601" y="136813"/>
                  </a:lnTo>
                  <a:lnTo>
                    <a:pt x="111777" y="134715"/>
                  </a:lnTo>
                  <a:lnTo>
                    <a:pt x="109231" y="133706"/>
                  </a:lnTo>
                  <a:lnTo>
                    <a:pt x="101138" y="137706"/>
                  </a:lnTo>
                  <a:lnTo>
                    <a:pt x="99314" y="140774"/>
                  </a:lnTo>
                  <a:lnTo>
                    <a:pt x="96553" y="137028"/>
                  </a:lnTo>
                  <a:lnTo>
                    <a:pt x="95021" y="134948"/>
                  </a:lnTo>
                  <a:lnTo>
                    <a:pt x="87574" y="138677"/>
                  </a:lnTo>
                  <a:lnTo>
                    <a:pt x="84648" y="144347"/>
                  </a:lnTo>
                  <a:lnTo>
                    <a:pt x="85066" y="146522"/>
                  </a:lnTo>
                  <a:lnTo>
                    <a:pt x="86481" y="148515"/>
                  </a:lnTo>
                  <a:lnTo>
                    <a:pt x="84297" y="147874"/>
                  </a:lnTo>
                  <a:lnTo>
                    <a:pt x="81200" y="144961"/>
                  </a:lnTo>
                  <a:lnTo>
                    <a:pt x="77856" y="137092"/>
                  </a:lnTo>
                  <a:lnTo>
                    <a:pt x="78094" y="135126"/>
                  </a:lnTo>
                  <a:lnTo>
                    <a:pt x="67453" y="134277"/>
                  </a:lnTo>
                  <a:lnTo>
                    <a:pt x="66911" y="140389"/>
                  </a:lnTo>
                  <a:lnTo>
                    <a:pt x="55451" y="140130"/>
                  </a:lnTo>
                  <a:lnTo>
                    <a:pt x="52916" y="132478"/>
                  </a:lnTo>
                  <a:lnTo>
                    <a:pt x="46010" y="130866"/>
                  </a:lnTo>
                  <a:lnTo>
                    <a:pt x="51432" y="112793"/>
                  </a:lnTo>
                  <a:lnTo>
                    <a:pt x="40005" y="108919"/>
                  </a:lnTo>
                  <a:lnTo>
                    <a:pt x="33583" y="107764"/>
                  </a:lnTo>
                  <a:lnTo>
                    <a:pt x="32519" y="111260"/>
                  </a:lnTo>
                  <a:lnTo>
                    <a:pt x="29333" y="121721"/>
                  </a:lnTo>
                  <a:lnTo>
                    <a:pt x="16401" y="118412"/>
                  </a:lnTo>
                  <a:lnTo>
                    <a:pt x="1878" y="114220"/>
                  </a:lnTo>
                  <a:lnTo>
                    <a:pt x="923" y="113944"/>
                  </a:lnTo>
                  <a:lnTo>
                    <a:pt x="0" y="98437"/>
                  </a:lnTo>
                  <a:lnTo>
                    <a:pt x="12652" y="78280"/>
                  </a:lnTo>
                  <a:lnTo>
                    <a:pt x="5945" y="73938"/>
                  </a:lnTo>
                  <a:lnTo>
                    <a:pt x="12652" y="63017"/>
                  </a:lnTo>
                  <a:lnTo>
                    <a:pt x="20061" y="63017"/>
                  </a:lnTo>
                  <a:lnTo>
                    <a:pt x="24393" y="61036"/>
                  </a:lnTo>
                  <a:lnTo>
                    <a:pt x="26331" y="56376"/>
                  </a:lnTo>
                  <a:lnTo>
                    <a:pt x="25875" y="50434"/>
                  </a:lnTo>
                  <a:lnTo>
                    <a:pt x="38869" y="46356"/>
                  </a:lnTo>
                  <a:lnTo>
                    <a:pt x="56994" y="49735"/>
                  </a:lnTo>
                  <a:lnTo>
                    <a:pt x="52662" y="68144"/>
                  </a:lnTo>
                  <a:lnTo>
                    <a:pt x="54486" y="69658"/>
                  </a:lnTo>
                  <a:lnTo>
                    <a:pt x="65543" y="57890"/>
                  </a:lnTo>
                  <a:lnTo>
                    <a:pt x="90050" y="35753"/>
                  </a:lnTo>
                  <a:lnTo>
                    <a:pt x="98713" y="20606"/>
                  </a:lnTo>
                  <a:lnTo>
                    <a:pt x="105780" y="7324"/>
                  </a:lnTo>
                  <a:lnTo>
                    <a:pt x="120649" y="0"/>
                  </a:lnTo>
                  <a:lnTo>
                    <a:pt x="132321" y="9055"/>
                  </a:lnTo>
                  <a:lnTo>
                    <a:pt x="123335" y="24684"/>
                  </a:lnTo>
                  <a:lnTo>
                    <a:pt x="129262" y="28995"/>
                  </a:lnTo>
                  <a:lnTo>
                    <a:pt x="125614" y="36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480923" y="2131584"/>
              <a:ext cx="142443" cy="111659"/>
            </a:xfrm>
            <a:custGeom>
              <a:avLst/>
              <a:pathLst>
                <a:path w="142443" h="111659">
                  <a:moveTo>
                    <a:pt x="78124" y="14569"/>
                  </a:moveTo>
                  <a:lnTo>
                    <a:pt x="76986" y="28623"/>
                  </a:lnTo>
                  <a:lnTo>
                    <a:pt x="93576" y="28513"/>
                  </a:lnTo>
                  <a:lnTo>
                    <a:pt x="94198" y="38411"/>
                  </a:lnTo>
                  <a:lnTo>
                    <a:pt x="100052" y="40465"/>
                  </a:lnTo>
                  <a:lnTo>
                    <a:pt x="101835" y="41090"/>
                  </a:lnTo>
                  <a:lnTo>
                    <a:pt x="99794" y="45212"/>
                  </a:lnTo>
                  <a:lnTo>
                    <a:pt x="92716" y="59499"/>
                  </a:lnTo>
                  <a:lnTo>
                    <a:pt x="110271" y="70452"/>
                  </a:lnTo>
                  <a:lnTo>
                    <a:pt x="114511" y="66473"/>
                  </a:lnTo>
                  <a:lnTo>
                    <a:pt x="131247" y="64623"/>
                  </a:lnTo>
                  <a:lnTo>
                    <a:pt x="135034" y="76623"/>
                  </a:lnTo>
                  <a:lnTo>
                    <a:pt x="139772" y="75700"/>
                  </a:lnTo>
                  <a:lnTo>
                    <a:pt x="141318" y="75398"/>
                  </a:lnTo>
                  <a:lnTo>
                    <a:pt x="142443" y="82989"/>
                  </a:lnTo>
                  <a:lnTo>
                    <a:pt x="120871" y="87812"/>
                  </a:lnTo>
                  <a:lnTo>
                    <a:pt x="114146" y="93987"/>
                  </a:lnTo>
                  <a:lnTo>
                    <a:pt x="114374" y="95502"/>
                  </a:lnTo>
                  <a:lnTo>
                    <a:pt x="130472" y="97746"/>
                  </a:lnTo>
                  <a:lnTo>
                    <a:pt x="129118" y="106297"/>
                  </a:lnTo>
                  <a:lnTo>
                    <a:pt x="125714" y="105499"/>
                  </a:lnTo>
                  <a:lnTo>
                    <a:pt x="112608" y="103509"/>
                  </a:lnTo>
                  <a:lnTo>
                    <a:pt x="111086" y="103278"/>
                  </a:lnTo>
                  <a:lnTo>
                    <a:pt x="102829" y="102024"/>
                  </a:lnTo>
                  <a:lnTo>
                    <a:pt x="86649" y="100887"/>
                  </a:lnTo>
                  <a:lnTo>
                    <a:pt x="69670" y="102829"/>
                  </a:lnTo>
                  <a:lnTo>
                    <a:pt x="56787" y="105196"/>
                  </a:lnTo>
                  <a:lnTo>
                    <a:pt x="37908" y="108230"/>
                  </a:lnTo>
                  <a:lnTo>
                    <a:pt x="18025" y="111659"/>
                  </a:lnTo>
                  <a:lnTo>
                    <a:pt x="17089" y="108082"/>
                  </a:lnTo>
                  <a:lnTo>
                    <a:pt x="16711" y="106635"/>
                  </a:lnTo>
                  <a:lnTo>
                    <a:pt x="15713" y="100615"/>
                  </a:lnTo>
                  <a:lnTo>
                    <a:pt x="14260" y="100244"/>
                  </a:lnTo>
                  <a:lnTo>
                    <a:pt x="10584" y="99305"/>
                  </a:lnTo>
                  <a:lnTo>
                    <a:pt x="10809" y="96599"/>
                  </a:lnTo>
                  <a:lnTo>
                    <a:pt x="11227" y="91588"/>
                  </a:lnTo>
                  <a:lnTo>
                    <a:pt x="1833" y="86974"/>
                  </a:lnTo>
                  <a:lnTo>
                    <a:pt x="417" y="84981"/>
                  </a:lnTo>
                  <a:lnTo>
                    <a:pt x="0" y="82806"/>
                  </a:lnTo>
                  <a:lnTo>
                    <a:pt x="2925" y="77136"/>
                  </a:lnTo>
                  <a:lnTo>
                    <a:pt x="10372" y="73407"/>
                  </a:lnTo>
                  <a:lnTo>
                    <a:pt x="11905" y="75487"/>
                  </a:lnTo>
                  <a:lnTo>
                    <a:pt x="14666" y="79233"/>
                  </a:lnTo>
                  <a:lnTo>
                    <a:pt x="16490" y="76165"/>
                  </a:lnTo>
                  <a:lnTo>
                    <a:pt x="24583" y="72165"/>
                  </a:lnTo>
                  <a:lnTo>
                    <a:pt x="27129" y="73174"/>
                  </a:lnTo>
                  <a:lnTo>
                    <a:pt x="28952" y="75272"/>
                  </a:lnTo>
                  <a:lnTo>
                    <a:pt x="31764" y="74611"/>
                  </a:lnTo>
                  <a:lnTo>
                    <a:pt x="32486" y="70883"/>
                  </a:lnTo>
                  <a:lnTo>
                    <a:pt x="35564" y="68669"/>
                  </a:lnTo>
                  <a:lnTo>
                    <a:pt x="36136" y="69267"/>
                  </a:lnTo>
                  <a:lnTo>
                    <a:pt x="39021" y="72281"/>
                  </a:lnTo>
                  <a:lnTo>
                    <a:pt x="43467" y="70999"/>
                  </a:lnTo>
                  <a:lnTo>
                    <a:pt x="53878" y="59154"/>
                  </a:lnTo>
                  <a:lnTo>
                    <a:pt x="57011" y="50154"/>
                  </a:lnTo>
                  <a:lnTo>
                    <a:pt x="56815" y="42065"/>
                  </a:lnTo>
                  <a:lnTo>
                    <a:pt x="56728" y="38432"/>
                  </a:lnTo>
                  <a:lnTo>
                    <a:pt x="54032" y="35374"/>
                  </a:lnTo>
                  <a:lnTo>
                    <a:pt x="53612" y="34898"/>
                  </a:lnTo>
                  <a:lnTo>
                    <a:pt x="47807" y="21526"/>
                  </a:lnTo>
                  <a:lnTo>
                    <a:pt x="46528" y="18581"/>
                  </a:lnTo>
                  <a:lnTo>
                    <a:pt x="44802" y="18213"/>
                  </a:lnTo>
                  <a:lnTo>
                    <a:pt x="43548" y="17747"/>
                  </a:lnTo>
                  <a:lnTo>
                    <a:pt x="40983" y="14310"/>
                  </a:lnTo>
                  <a:lnTo>
                    <a:pt x="42038" y="11046"/>
                  </a:lnTo>
                  <a:lnTo>
                    <a:pt x="51339" y="8234"/>
                  </a:lnTo>
                  <a:lnTo>
                    <a:pt x="60458" y="4272"/>
                  </a:lnTo>
                  <a:lnTo>
                    <a:pt x="66113" y="0"/>
                  </a:lnTo>
                  <a:lnTo>
                    <a:pt x="73137" y="6730"/>
                  </a:lnTo>
                  <a:lnTo>
                    <a:pt x="78354" y="1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40198" y="2701151"/>
              <a:ext cx="142779" cy="174855"/>
            </a:xfrm>
            <a:custGeom>
              <a:avLst/>
              <a:pathLst>
                <a:path w="142779" h="174855">
                  <a:moveTo>
                    <a:pt x="40560" y="3592"/>
                  </a:moveTo>
                  <a:lnTo>
                    <a:pt x="30481" y="22694"/>
                  </a:lnTo>
                  <a:lnTo>
                    <a:pt x="47305" y="26992"/>
                  </a:lnTo>
                  <a:lnTo>
                    <a:pt x="56132" y="7802"/>
                  </a:lnTo>
                  <a:lnTo>
                    <a:pt x="56791" y="6369"/>
                  </a:lnTo>
                  <a:lnTo>
                    <a:pt x="76835" y="20983"/>
                  </a:lnTo>
                  <a:lnTo>
                    <a:pt x="106046" y="50959"/>
                  </a:lnTo>
                  <a:lnTo>
                    <a:pt x="107105" y="52046"/>
                  </a:lnTo>
                  <a:lnTo>
                    <a:pt x="107291" y="52236"/>
                  </a:lnTo>
                  <a:lnTo>
                    <a:pt x="114031" y="55546"/>
                  </a:lnTo>
                  <a:lnTo>
                    <a:pt x="118611" y="57106"/>
                  </a:lnTo>
                  <a:lnTo>
                    <a:pt x="122922" y="58575"/>
                  </a:lnTo>
                  <a:lnTo>
                    <a:pt x="133295" y="60090"/>
                  </a:lnTo>
                  <a:lnTo>
                    <a:pt x="142779" y="81093"/>
                  </a:lnTo>
                  <a:lnTo>
                    <a:pt x="137463" y="86241"/>
                  </a:lnTo>
                  <a:lnTo>
                    <a:pt x="140883" y="93717"/>
                  </a:lnTo>
                  <a:lnTo>
                    <a:pt x="136768" y="98602"/>
                  </a:lnTo>
                  <a:lnTo>
                    <a:pt x="134606" y="101169"/>
                  </a:lnTo>
                  <a:lnTo>
                    <a:pt x="131129" y="105297"/>
                  </a:lnTo>
                  <a:lnTo>
                    <a:pt x="136373" y="118113"/>
                  </a:lnTo>
                  <a:lnTo>
                    <a:pt x="135803" y="133726"/>
                  </a:lnTo>
                  <a:lnTo>
                    <a:pt x="133865" y="141998"/>
                  </a:lnTo>
                  <a:lnTo>
                    <a:pt x="129875" y="146192"/>
                  </a:lnTo>
                  <a:lnTo>
                    <a:pt x="127254" y="143979"/>
                  </a:lnTo>
                  <a:lnTo>
                    <a:pt x="123173" y="147368"/>
                  </a:lnTo>
                  <a:lnTo>
                    <a:pt x="121782" y="148523"/>
                  </a:lnTo>
                  <a:lnTo>
                    <a:pt x="118078" y="160371"/>
                  </a:lnTo>
                  <a:lnTo>
                    <a:pt x="115627" y="168213"/>
                  </a:lnTo>
                  <a:lnTo>
                    <a:pt x="103544" y="174855"/>
                  </a:lnTo>
                  <a:lnTo>
                    <a:pt x="92601" y="171126"/>
                  </a:lnTo>
                  <a:lnTo>
                    <a:pt x="85377" y="151315"/>
                  </a:lnTo>
                  <a:lnTo>
                    <a:pt x="81672" y="144421"/>
                  </a:lnTo>
                  <a:lnTo>
                    <a:pt x="81577" y="133255"/>
                  </a:lnTo>
                  <a:lnTo>
                    <a:pt x="83952" y="128595"/>
                  </a:lnTo>
                  <a:lnTo>
                    <a:pt x="83741" y="124744"/>
                  </a:lnTo>
                  <a:lnTo>
                    <a:pt x="82839" y="124222"/>
                  </a:lnTo>
                  <a:lnTo>
                    <a:pt x="77859" y="121340"/>
                  </a:lnTo>
                  <a:lnTo>
                    <a:pt x="73360" y="118737"/>
                  </a:lnTo>
                  <a:lnTo>
                    <a:pt x="68708" y="116045"/>
                  </a:lnTo>
                  <a:lnTo>
                    <a:pt x="67946" y="115604"/>
                  </a:lnTo>
                  <a:lnTo>
                    <a:pt x="61581" y="111920"/>
                  </a:lnTo>
                  <a:lnTo>
                    <a:pt x="59564" y="110753"/>
                  </a:lnTo>
                  <a:lnTo>
                    <a:pt x="67904" y="95619"/>
                  </a:lnTo>
                  <a:lnTo>
                    <a:pt x="62925" y="93583"/>
                  </a:lnTo>
                  <a:lnTo>
                    <a:pt x="74840" y="75899"/>
                  </a:lnTo>
                  <a:lnTo>
                    <a:pt x="88916" y="84129"/>
                  </a:lnTo>
                  <a:lnTo>
                    <a:pt x="93244" y="75717"/>
                  </a:lnTo>
                  <a:lnTo>
                    <a:pt x="82435" y="69617"/>
                  </a:lnTo>
                  <a:lnTo>
                    <a:pt x="78978" y="67665"/>
                  </a:lnTo>
                  <a:lnTo>
                    <a:pt x="75897" y="65926"/>
                  </a:lnTo>
                  <a:lnTo>
                    <a:pt x="46245" y="50286"/>
                  </a:lnTo>
                  <a:lnTo>
                    <a:pt x="37236" y="41264"/>
                  </a:lnTo>
                  <a:lnTo>
                    <a:pt x="29826" y="40293"/>
                  </a:lnTo>
                  <a:lnTo>
                    <a:pt x="0" y="20292"/>
                  </a:lnTo>
                  <a:lnTo>
                    <a:pt x="1614" y="11845"/>
                  </a:lnTo>
                  <a:lnTo>
                    <a:pt x="7599" y="6602"/>
                  </a:lnTo>
                  <a:lnTo>
                    <a:pt x="27832" y="14078"/>
                  </a:lnTo>
                  <a:lnTo>
                    <a:pt x="3438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480014" y="3053053"/>
              <a:ext cx="189089" cy="144027"/>
            </a:xfrm>
            <a:custGeom>
              <a:avLst/>
              <a:pathLst>
                <a:path w="189089" h="144027">
                  <a:moveTo>
                    <a:pt x="177038" y="21258"/>
                  </a:moveTo>
                  <a:lnTo>
                    <a:pt x="189089" y="26828"/>
                  </a:lnTo>
                  <a:lnTo>
                    <a:pt x="188421" y="28399"/>
                  </a:lnTo>
                  <a:lnTo>
                    <a:pt x="188331" y="28622"/>
                  </a:lnTo>
                  <a:lnTo>
                    <a:pt x="182868" y="42323"/>
                  </a:lnTo>
                  <a:lnTo>
                    <a:pt x="183392" y="42532"/>
                  </a:lnTo>
                  <a:lnTo>
                    <a:pt x="180839" y="48457"/>
                  </a:lnTo>
                  <a:lnTo>
                    <a:pt x="180755" y="48653"/>
                  </a:lnTo>
                  <a:lnTo>
                    <a:pt x="179166" y="52340"/>
                  </a:lnTo>
                  <a:lnTo>
                    <a:pt x="179083" y="52533"/>
                  </a:lnTo>
                  <a:lnTo>
                    <a:pt x="177583" y="56132"/>
                  </a:lnTo>
                  <a:lnTo>
                    <a:pt x="177347" y="56699"/>
                  </a:lnTo>
                  <a:lnTo>
                    <a:pt x="174630" y="63874"/>
                  </a:lnTo>
                  <a:lnTo>
                    <a:pt x="171369" y="72487"/>
                  </a:lnTo>
                  <a:lnTo>
                    <a:pt x="171109" y="73199"/>
                  </a:lnTo>
                  <a:lnTo>
                    <a:pt x="167974" y="71646"/>
                  </a:lnTo>
                  <a:lnTo>
                    <a:pt x="164156" y="74519"/>
                  </a:lnTo>
                  <a:lnTo>
                    <a:pt x="163866" y="74633"/>
                  </a:lnTo>
                  <a:lnTo>
                    <a:pt x="162867" y="75027"/>
                  </a:lnTo>
                  <a:lnTo>
                    <a:pt x="161779" y="75455"/>
                  </a:lnTo>
                  <a:lnTo>
                    <a:pt x="157220" y="65649"/>
                  </a:lnTo>
                  <a:lnTo>
                    <a:pt x="155320" y="67591"/>
                  </a:lnTo>
                  <a:lnTo>
                    <a:pt x="154560" y="72154"/>
                  </a:lnTo>
                  <a:lnTo>
                    <a:pt x="147531" y="77106"/>
                  </a:lnTo>
                  <a:lnTo>
                    <a:pt x="144016" y="70212"/>
                  </a:lnTo>
                  <a:lnTo>
                    <a:pt x="140976" y="72737"/>
                  </a:lnTo>
                  <a:lnTo>
                    <a:pt x="135657" y="67688"/>
                  </a:lnTo>
                  <a:lnTo>
                    <a:pt x="134042" y="69630"/>
                  </a:lnTo>
                  <a:lnTo>
                    <a:pt x="127393" y="65066"/>
                  </a:lnTo>
                  <a:lnTo>
                    <a:pt x="125588" y="60600"/>
                  </a:lnTo>
                  <a:lnTo>
                    <a:pt x="114284" y="62930"/>
                  </a:lnTo>
                  <a:lnTo>
                    <a:pt x="106115" y="59726"/>
                  </a:lnTo>
                  <a:lnTo>
                    <a:pt x="93196" y="64678"/>
                  </a:lnTo>
                  <a:lnTo>
                    <a:pt x="93956" y="73513"/>
                  </a:lnTo>
                  <a:lnTo>
                    <a:pt x="95476" y="73416"/>
                  </a:lnTo>
                  <a:lnTo>
                    <a:pt x="97376" y="86427"/>
                  </a:lnTo>
                  <a:lnTo>
                    <a:pt x="89207" y="88272"/>
                  </a:lnTo>
                  <a:lnTo>
                    <a:pt x="92531" y="92350"/>
                  </a:lnTo>
                  <a:lnTo>
                    <a:pt x="77713" y="102544"/>
                  </a:lnTo>
                  <a:lnTo>
                    <a:pt x="78115" y="104129"/>
                  </a:lnTo>
                  <a:lnTo>
                    <a:pt x="80632" y="107187"/>
                  </a:lnTo>
                  <a:lnTo>
                    <a:pt x="80745" y="107400"/>
                  </a:lnTo>
                  <a:lnTo>
                    <a:pt x="80999" y="108513"/>
                  </a:lnTo>
                  <a:lnTo>
                    <a:pt x="80857" y="109183"/>
                  </a:lnTo>
                  <a:lnTo>
                    <a:pt x="80405" y="109742"/>
                  </a:lnTo>
                  <a:lnTo>
                    <a:pt x="78434" y="110726"/>
                  </a:lnTo>
                  <a:lnTo>
                    <a:pt x="76325" y="112241"/>
                  </a:lnTo>
                  <a:lnTo>
                    <a:pt x="74919" y="113988"/>
                  </a:lnTo>
                  <a:lnTo>
                    <a:pt x="74253" y="114814"/>
                  </a:lnTo>
                  <a:lnTo>
                    <a:pt x="73223" y="117528"/>
                  </a:lnTo>
                  <a:lnTo>
                    <a:pt x="72558" y="119712"/>
                  </a:lnTo>
                  <a:lnTo>
                    <a:pt x="69756" y="123839"/>
                  </a:lnTo>
                  <a:lnTo>
                    <a:pt x="69281" y="125247"/>
                  </a:lnTo>
                  <a:lnTo>
                    <a:pt x="69281" y="126703"/>
                  </a:lnTo>
                  <a:lnTo>
                    <a:pt x="67739" y="133020"/>
                  </a:lnTo>
                  <a:lnTo>
                    <a:pt x="63251" y="134112"/>
                  </a:lnTo>
                  <a:lnTo>
                    <a:pt x="58762" y="135204"/>
                  </a:lnTo>
                  <a:lnTo>
                    <a:pt x="45646" y="144027"/>
                  </a:lnTo>
                  <a:lnTo>
                    <a:pt x="39637" y="140940"/>
                  </a:lnTo>
                  <a:lnTo>
                    <a:pt x="39818" y="140796"/>
                  </a:lnTo>
                  <a:lnTo>
                    <a:pt x="41968" y="139089"/>
                  </a:lnTo>
                  <a:lnTo>
                    <a:pt x="43440" y="135739"/>
                  </a:lnTo>
                  <a:lnTo>
                    <a:pt x="33790" y="134763"/>
                  </a:lnTo>
                  <a:lnTo>
                    <a:pt x="32780" y="136412"/>
                  </a:lnTo>
                  <a:lnTo>
                    <a:pt x="32341" y="137129"/>
                  </a:lnTo>
                  <a:lnTo>
                    <a:pt x="30503" y="140129"/>
                  </a:lnTo>
                  <a:lnTo>
                    <a:pt x="26593" y="137777"/>
                  </a:lnTo>
                  <a:lnTo>
                    <a:pt x="22444" y="135341"/>
                  </a:lnTo>
                  <a:lnTo>
                    <a:pt x="22302" y="135826"/>
                  </a:lnTo>
                  <a:lnTo>
                    <a:pt x="17642" y="132711"/>
                  </a:lnTo>
                  <a:lnTo>
                    <a:pt x="11871" y="128851"/>
                  </a:lnTo>
                  <a:lnTo>
                    <a:pt x="9770" y="127446"/>
                  </a:lnTo>
                  <a:lnTo>
                    <a:pt x="5595" y="124655"/>
                  </a:lnTo>
                  <a:lnTo>
                    <a:pt x="0" y="120914"/>
                  </a:lnTo>
                  <a:lnTo>
                    <a:pt x="3845" y="114893"/>
                  </a:lnTo>
                  <a:lnTo>
                    <a:pt x="12711" y="101014"/>
                  </a:lnTo>
                  <a:lnTo>
                    <a:pt x="13840" y="99246"/>
                  </a:lnTo>
                  <a:lnTo>
                    <a:pt x="19072" y="91056"/>
                  </a:lnTo>
                  <a:lnTo>
                    <a:pt x="20161" y="89972"/>
                  </a:lnTo>
                  <a:lnTo>
                    <a:pt x="22263" y="87700"/>
                  </a:lnTo>
                  <a:lnTo>
                    <a:pt x="22737" y="87187"/>
                  </a:lnTo>
                  <a:lnTo>
                    <a:pt x="29100" y="76888"/>
                  </a:lnTo>
                  <a:lnTo>
                    <a:pt x="31760" y="72581"/>
                  </a:lnTo>
                  <a:lnTo>
                    <a:pt x="36481" y="64939"/>
                  </a:lnTo>
                  <a:lnTo>
                    <a:pt x="42773" y="54755"/>
                  </a:lnTo>
                  <a:lnTo>
                    <a:pt x="42329" y="54466"/>
                  </a:lnTo>
                  <a:lnTo>
                    <a:pt x="39336" y="52439"/>
                  </a:lnTo>
                  <a:lnTo>
                    <a:pt x="40627" y="50497"/>
                  </a:lnTo>
                  <a:lnTo>
                    <a:pt x="45234" y="43569"/>
                  </a:lnTo>
                  <a:lnTo>
                    <a:pt x="50871" y="35091"/>
                  </a:lnTo>
                  <a:lnTo>
                    <a:pt x="54672" y="29375"/>
                  </a:lnTo>
                  <a:lnTo>
                    <a:pt x="58875" y="23055"/>
                  </a:lnTo>
                  <a:lnTo>
                    <a:pt x="61288" y="19427"/>
                  </a:lnTo>
                  <a:lnTo>
                    <a:pt x="62264" y="17959"/>
                  </a:lnTo>
                  <a:lnTo>
                    <a:pt x="67173" y="14922"/>
                  </a:lnTo>
                  <a:lnTo>
                    <a:pt x="71344" y="12342"/>
                  </a:lnTo>
                  <a:lnTo>
                    <a:pt x="73459" y="8812"/>
                  </a:lnTo>
                  <a:lnTo>
                    <a:pt x="74980" y="9188"/>
                  </a:lnTo>
                  <a:lnTo>
                    <a:pt x="75320" y="9273"/>
                  </a:lnTo>
                  <a:lnTo>
                    <a:pt x="75941" y="9426"/>
                  </a:lnTo>
                  <a:lnTo>
                    <a:pt x="79032" y="10720"/>
                  </a:lnTo>
                  <a:lnTo>
                    <a:pt x="77843" y="13759"/>
                  </a:lnTo>
                  <a:lnTo>
                    <a:pt x="80448" y="16038"/>
                  </a:lnTo>
                  <a:lnTo>
                    <a:pt x="82756" y="17914"/>
                  </a:lnTo>
                  <a:lnTo>
                    <a:pt x="86395" y="20873"/>
                  </a:lnTo>
                  <a:lnTo>
                    <a:pt x="86918" y="21554"/>
                  </a:lnTo>
                  <a:lnTo>
                    <a:pt x="87140" y="21777"/>
                  </a:lnTo>
                  <a:lnTo>
                    <a:pt x="93611" y="19177"/>
                  </a:lnTo>
                  <a:lnTo>
                    <a:pt x="94303" y="18899"/>
                  </a:lnTo>
                  <a:lnTo>
                    <a:pt x="97145" y="17360"/>
                  </a:lnTo>
                  <a:lnTo>
                    <a:pt x="98460" y="16648"/>
                  </a:lnTo>
                  <a:lnTo>
                    <a:pt x="100058" y="16089"/>
                  </a:lnTo>
                  <a:lnTo>
                    <a:pt x="102832" y="15467"/>
                  </a:lnTo>
                  <a:lnTo>
                    <a:pt x="104541" y="15151"/>
                  </a:lnTo>
                  <a:lnTo>
                    <a:pt x="106005" y="14710"/>
                  </a:lnTo>
                  <a:lnTo>
                    <a:pt x="108480" y="13159"/>
                  </a:lnTo>
                  <a:lnTo>
                    <a:pt x="114462" y="2390"/>
                  </a:lnTo>
                  <a:lnTo>
                    <a:pt x="115433" y="0"/>
                  </a:lnTo>
                  <a:lnTo>
                    <a:pt x="119106" y="12"/>
                  </a:lnTo>
                  <a:lnTo>
                    <a:pt x="127840" y="755"/>
                  </a:lnTo>
                  <a:lnTo>
                    <a:pt x="129358" y="1349"/>
                  </a:lnTo>
                  <a:lnTo>
                    <a:pt x="130943" y="1971"/>
                  </a:lnTo>
                  <a:lnTo>
                    <a:pt x="139937" y="5907"/>
                  </a:lnTo>
                  <a:lnTo>
                    <a:pt x="141330" y="6477"/>
                  </a:lnTo>
                  <a:lnTo>
                    <a:pt x="152701" y="11135"/>
                  </a:lnTo>
                  <a:lnTo>
                    <a:pt x="165122" y="16356"/>
                  </a:lnTo>
                  <a:lnTo>
                    <a:pt x="174554" y="20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638279" y="3033057"/>
              <a:ext cx="325132" cy="143998"/>
            </a:xfrm>
            <a:custGeom>
              <a:avLst/>
              <a:pathLst>
                <a:path w="325132" h="143998">
                  <a:moveTo>
                    <a:pt x="279395" y="37720"/>
                  </a:moveTo>
                  <a:lnTo>
                    <a:pt x="285644" y="47595"/>
                  </a:lnTo>
                  <a:lnTo>
                    <a:pt x="281084" y="55168"/>
                  </a:lnTo>
                  <a:lnTo>
                    <a:pt x="271110" y="61382"/>
                  </a:lnTo>
                  <a:lnTo>
                    <a:pt x="233655" y="70129"/>
                  </a:lnTo>
                  <a:lnTo>
                    <a:pt x="228210" y="62782"/>
                  </a:lnTo>
                  <a:lnTo>
                    <a:pt x="217571" y="59092"/>
                  </a:lnTo>
                  <a:lnTo>
                    <a:pt x="207882" y="63947"/>
                  </a:lnTo>
                  <a:lnTo>
                    <a:pt x="206742" y="75598"/>
                  </a:lnTo>
                  <a:lnTo>
                    <a:pt x="212436" y="77246"/>
                  </a:lnTo>
                  <a:lnTo>
                    <a:pt x="207847" y="85947"/>
                  </a:lnTo>
                  <a:lnTo>
                    <a:pt x="219626" y="90705"/>
                  </a:lnTo>
                  <a:lnTo>
                    <a:pt x="233684" y="93229"/>
                  </a:lnTo>
                  <a:lnTo>
                    <a:pt x="242613" y="93812"/>
                  </a:lnTo>
                  <a:lnTo>
                    <a:pt x="261041" y="90316"/>
                  </a:lnTo>
                  <a:lnTo>
                    <a:pt x="260091" y="81092"/>
                  </a:lnTo>
                  <a:lnTo>
                    <a:pt x="283079" y="78180"/>
                  </a:lnTo>
                  <a:lnTo>
                    <a:pt x="283364" y="75267"/>
                  </a:lnTo>
                  <a:lnTo>
                    <a:pt x="289728" y="71286"/>
                  </a:lnTo>
                  <a:lnTo>
                    <a:pt x="292626" y="79927"/>
                  </a:lnTo>
                  <a:lnTo>
                    <a:pt x="294050" y="79199"/>
                  </a:lnTo>
                  <a:lnTo>
                    <a:pt x="304832" y="78616"/>
                  </a:lnTo>
                  <a:lnTo>
                    <a:pt x="309771" y="81092"/>
                  </a:lnTo>
                  <a:lnTo>
                    <a:pt x="308158" y="84307"/>
                  </a:lnTo>
                  <a:lnTo>
                    <a:pt x="296948" y="83520"/>
                  </a:lnTo>
                  <a:lnTo>
                    <a:pt x="289586" y="84636"/>
                  </a:lnTo>
                  <a:lnTo>
                    <a:pt x="289823" y="87792"/>
                  </a:lnTo>
                  <a:lnTo>
                    <a:pt x="297233" y="86772"/>
                  </a:lnTo>
                  <a:lnTo>
                    <a:pt x="297802" y="91821"/>
                  </a:lnTo>
                  <a:lnTo>
                    <a:pt x="289348" y="93472"/>
                  </a:lnTo>
                  <a:lnTo>
                    <a:pt x="290172" y="99965"/>
                  </a:lnTo>
                  <a:lnTo>
                    <a:pt x="296022" y="98685"/>
                  </a:lnTo>
                  <a:lnTo>
                    <a:pt x="303475" y="102822"/>
                  </a:lnTo>
                  <a:lnTo>
                    <a:pt x="325132" y="115930"/>
                  </a:lnTo>
                  <a:lnTo>
                    <a:pt x="318452" y="135481"/>
                  </a:lnTo>
                  <a:lnTo>
                    <a:pt x="316159" y="141521"/>
                  </a:lnTo>
                  <a:lnTo>
                    <a:pt x="308294" y="139928"/>
                  </a:lnTo>
                  <a:lnTo>
                    <a:pt x="274046" y="127298"/>
                  </a:lnTo>
                  <a:lnTo>
                    <a:pt x="240229" y="135357"/>
                  </a:lnTo>
                  <a:lnTo>
                    <a:pt x="223416" y="136425"/>
                  </a:lnTo>
                  <a:lnTo>
                    <a:pt x="221516" y="127007"/>
                  </a:lnTo>
                  <a:lnTo>
                    <a:pt x="189315" y="137978"/>
                  </a:lnTo>
                  <a:lnTo>
                    <a:pt x="189600" y="142930"/>
                  </a:lnTo>
                  <a:lnTo>
                    <a:pt x="175921" y="143998"/>
                  </a:lnTo>
                  <a:lnTo>
                    <a:pt x="175826" y="141085"/>
                  </a:lnTo>
                  <a:lnTo>
                    <a:pt x="164047" y="133124"/>
                  </a:lnTo>
                  <a:lnTo>
                    <a:pt x="137450" y="122832"/>
                  </a:lnTo>
                  <a:lnTo>
                    <a:pt x="142675" y="110501"/>
                  </a:lnTo>
                  <a:lnTo>
                    <a:pt x="132701" y="105355"/>
                  </a:lnTo>
                  <a:lnTo>
                    <a:pt x="129756" y="110404"/>
                  </a:lnTo>
                  <a:lnTo>
                    <a:pt x="125386" y="124774"/>
                  </a:lnTo>
                  <a:lnTo>
                    <a:pt x="93565" y="106229"/>
                  </a:lnTo>
                  <a:lnTo>
                    <a:pt x="78556" y="106326"/>
                  </a:lnTo>
                  <a:lnTo>
                    <a:pt x="77036" y="113511"/>
                  </a:lnTo>
                  <a:lnTo>
                    <a:pt x="72002" y="113122"/>
                  </a:lnTo>
                  <a:lnTo>
                    <a:pt x="71907" y="105743"/>
                  </a:lnTo>
                  <a:lnTo>
                    <a:pt x="43220" y="119336"/>
                  </a:lnTo>
                  <a:lnTo>
                    <a:pt x="30681" y="108171"/>
                  </a:lnTo>
                  <a:lnTo>
                    <a:pt x="34481" y="102151"/>
                  </a:lnTo>
                  <a:lnTo>
                    <a:pt x="32011" y="99335"/>
                  </a:lnTo>
                  <a:lnTo>
                    <a:pt x="32771" y="95548"/>
                  </a:lnTo>
                  <a:lnTo>
                    <a:pt x="26882" y="96325"/>
                  </a:lnTo>
                  <a:lnTo>
                    <a:pt x="26597" y="102636"/>
                  </a:lnTo>
                  <a:lnTo>
                    <a:pt x="20327" y="107588"/>
                  </a:lnTo>
                  <a:lnTo>
                    <a:pt x="12728" y="107976"/>
                  </a:lnTo>
                  <a:lnTo>
                    <a:pt x="0" y="102442"/>
                  </a:lnTo>
                  <a:lnTo>
                    <a:pt x="3514" y="95451"/>
                  </a:lnTo>
                  <a:lnTo>
                    <a:pt x="4602" y="95023"/>
                  </a:lnTo>
                  <a:lnTo>
                    <a:pt x="5601" y="94629"/>
                  </a:lnTo>
                  <a:lnTo>
                    <a:pt x="5891" y="94516"/>
                  </a:lnTo>
                  <a:lnTo>
                    <a:pt x="9709" y="91642"/>
                  </a:lnTo>
                  <a:lnTo>
                    <a:pt x="12844" y="93195"/>
                  </a:lnTo>
                  <a:lnTo>
                    <a:pt x="13104" y="92483"/>
                  </a:lnTo>
                  <a:lnTo>
                    <a:pt x="16365" y="83870"/>
                  </a:lnTo>
                  <a:lnTo>
                    <a:pt x="19082" y="76695"/>
                  </a:lnTo>
                  <a:lnTo>
                    <a:pt x="19318" y="76128"/>
                  </a:lnTo>
                  <a:lnTo>
                    <a:pt x="20823" y="72518"/>
                  </a:lnTo>
                  <a:lnTo>
                    <a:pt x="20901" y="72336"/>
                  </a:lnTo>
                  <a:lnTo>
                    <a:pt x="22489" y="68649"/>
                  </a:lnTo>
                  <a:lnTo>
                    <a:pt x="22574" y="68453"/>
                  </a:lnTo>
                  <a:lnTo>
                    <a:pt x="25127" y="62528"/>
                  </a:lnTo>
                  <a:lnTo>
                    <a:pt x="24603" y="62319"/>
                  </a:lnTo>
                  <a:lnTo>
                    <a:pt x="30066" y="48618"/>
                  </a:lnTo>
                  <a:lnTo>
                    <a:pt x="30155" y="48395"/>
                  </a:lnTo>
                  <a:lnTo>
                    <a:pt x="30824" y="46824"/>
                  </a:lnTo>
                  <a:lnTo>
                    <a:pt x="33651" y="48032"/>
                  </a:lnTo>
                  <a:lnTo>
                    <a:pt x="42576" y="51845"/>
                  </a:lnTo>
                  <a:lnTo>
                    <a:pt x="43038" y="52042"/>
                  </a:lnTo>
                  <a:lnTo>
                    <a:pt x="54417" y="56903"/>
                  </a:lnTo>
                  <a:lnTo>
                    <a:pt x="54996" y="57151"/>
                  </a:lnTo>
                  <a:lnTo>
                    <a:pt x="55457" y="57348"/>
                  </a:lnTo>
                  <a:lnTo>
                    <a:pt x="59218" y="57262"/>
                  </a:lnTo>
                  <a:lnTo>
                    <a:pt x="86938" y="56630"/>
                  </a:lnTo>
                  <a:lnTo>
                    <a:pt x="87091" y="56626"/>
                  </a:lnTo>
                  <a:lnTo>
                    <a:pt x="89004" y="57722"/>
                  </a:lnTo>
                  <a:lnTo>
                    <a:pt x="98252" y="63021"/>
                  </a:lnTo>
                  <a:lnTo>
                    <a:pt x="98570" y="63203"/>
                  </a:lnTo>
                  <a:lnTo>
                    <a:pt x="98772" y="63319"/>
                  </a:lnTo>
                  <a:lnTo>
                    <a:pt x="109972" y="69104"/>
                  </a:lnTo>
                  <a:lnTo>
                    <a:pt x="118337" y="73608"/>
                  </a:lnTo>
                  <a:lnTo>
                    <a:pt x="129885" y="79599"/>
                  </a:lnTo>
                  <a:lnTo>
                    <a:pt x="138126" y="83875"/>
                  </a:lnTo>
                  <a:lnTo>
                    <a:pt x="139736" y="84710"/>
                  </a:lnTo>
                  <a:lnTo>
                    <a:pt x="152585" y="91462"/>
                  </a:lnTo>
                  <a:lnTo>
                    <a:pt x="164019" y="97470"/>
                  </a:lnTo>
                  <a:lnTo>
                    <a:pt x="164718" y="97838"/>
                  </a:lnTo>
                  <a:lnTo>
                    <a:pt x="165657" y="95891"/>
                  </a:lnTo>
                  <a:lnTo>
                    <a:pt x="176025" y="72741"/>
                  </a:lnTo>
                  <a:lnTo>
                    <a:pt x="178675" y="67847"/>
                  </a:lnTo>
                  <a:lnTo>
                    <a:pt x="181497" y="64119"/>
                  </a:lnTo>
                  <a:lnTo>
                    <a:pt x="181873" y="64232"/>
                  </a:lnTo>
                  <a:lnTo>
                    <a:pt x="180697" y="60554"/>
                  </a:lnTo>
                  <a:lnTo>
                    <a:pt x="178844" y="57262"/>
                  </a:lnTo>
                  <a:lnTo>
                    <a:pt x="177505" y="56621"/>
                  </a:lnTo>
                  <a:lnTo>
                    <a:pt x="174468" y="57717"/>
                  </a:lnTo>
                  <a:lnTo>
                    <a:pt x="171733" y="59686"/>
                  </a:lnTo>
                  <a:lnTo>
                    <a:pt x="170314" y="56550"/>
                  </a:lnTo>
                  <a:lnTo>
                    <a:pt x="167924" y="37861"/>
                  </a:lnTo>
                  <a:lnTo>
                    <a:pt x="167572" y="35105"/>
                  </a:lnTo>
                  <a:lnTo>
                    <a:pt x="165767" y="31173"/>
                  </a:lnTo>
                  <a:lnTo>
                    <a:pt x="165937" y="30532"/>
                  </a:lnTo>
                  <a:lnTo>
                    <a:pt x="171082" y="35924"/>
                  </a:lnTo>
                  <a:lnTo>
                    <a:pt x="176995" y="33812"/>
                  </a:lnTo>
                  <a:lnTo>
                    <a:pt x="179418" y="35851"/>
                  </a:lnTo>
                  <a:lnTo>
                    <a:pt x="180486" y="39929"/>
                  </a:lnTo>
                  <a:lnTo>
                    <a:pt x="189961" y="34978"/>
                  </a:lnTo>
                  <a:lnTo>
                    <a:pt x="191885" y="38036"/>
                  </a:lnTo>
                  <a:lnTo>
                    <a:pt x="203070" y="39128"/>
                  </a:lnTo>
                  <a:lnTo>
                    <a:pt x="226248" y="55489"/>
                  </a:lnTo>
                  <a:lnTo>
                    <a:pt x="231947" y="51265"/>
                  </a:lnTo>
                  <a:lnTo>
                    <a:pt x="239784" y="29419"/>
                  </a:lnTo>
                  <a:lnTo>
                    <a:pt x="232802" y="19807"/>
                  </a:lnTo>
                  <a:lnTo>
                    <a:pt x="240781" y="8884"/>
                  </a:lnTo>
                  <a:lnTo>
                    <a:pt x="244201" y="13981"/>
                  </a:lnTo>
                  <a:lnTo>
                    <a:pt x="251040" y="42964"/>
                  </a:lnTo>
                  <a:lnTo>
                    <a:pt x="262724" y="35827"/>
                  </a:lnTo>
                  <a:lnTo>
                    <a:pt x="256169" y="11505"/>
                  </a:lnTo>
                  <a:lnTo>
                    <a:pt x="282957" y="0"/>
                  </a:lnTo>
                  <a:lnTo>
                    <a:pt x="290223" y="15437"/>
                  </a:lnTo>
                  <a:lnTo>
                    <a:pt x="275120" y="21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378860" y="2441721"/>
              <a:ext cx="441292" cy="736580"/>
            </a:xfrm>
            <a:custGeom>
              <a:avLst/>
              <a:pathLst>
                <a:path w="441292" h="736580">
                  <a:moveTo>
                    <a:pt x="385272" y="42453"/>
                  </a:moveTo>
                  <a:lnTo>
                    <a:pt x="372733" y="64202"/>
                  </a:lnTo>
                  <a:lnTo>
                    <a:pt x="353825" y="53563"/>
                  </a:lnTo>
                  <a:lnTo>
                    <a:pt x="344046" y="70028"/>
                  </a:lnTo>
                  <a:lnTo>
                    <a:pt x="324695" y="85852"/>
                  </a:lnTo>
                  <a:lnTo>
                    <a:pt x="324144" y="86399"/>
                  </a:lnTo>
                  <a:lnTo>
                    <a:pt x="327328" y="90612"/>
                  </a:lnTo>
                  <a:lnTo>
                    <a:pt x="294461" y="124400"/>
                  </a:lnTo>
                  <a:lnTo>
                    <a:pt x="291010" y="120138"/>
                  </a:lnTo>
                  <a:lnTo>
                    <a:pt x="283643" y="126285"/>
                  </a:lnTo>
                  <a:lnTo>
                    <a:pt x="288952" y="135430"/>
                  </a:lnTo>
                  <a:lnTo>
                    <a:pt x="279149" y="141838"/>
                  </a:lnTo>
                  <a:lnTo>
                    <a:pt x="272088" y="134274"/>
                  </a:lnTo>
                  <a:lnTo>
                    <a:pt x="265961" y="138716"/>
                  </a:lnTo>
                  <a:lnTo>
                    <a:pt x="263610" y="145197"/>
                  </a:lnTo>
                  <a:lnTo>
                    <a:pt x="275294" y="147381"/>
                  </a:lnTo>
                  <a:lnTo>
                    <a:pt x="273157" y="170757"/>
                  </a:lnTo>
                  <a:lnTo>
                    <a:pt x="270450" y="182626"/>
                  </a:lnTo>
                  <a:lnTo>
                    <a:pt x="263468" y="193477"/>
                  </a:lnTo>
                  <a:lnTo>
                    <a:pt x="259051" y="191438"/>
                  </a:lnTo>
                  <a:lnTo>
                    <a:pt x="245016" y="204982"/>
                  </a:lnTo>
                  <a:lnTo>
                    <a:pt x="243092" y="204982"/>
                  </a:lnTo>
                  <a:lnTo>
                    <a:pt x="244090" y="213429"/>
                  </a:lnTo>
                  <a:lnTo>
                    <a:pt x="245942" y="213502"/>
                  </a:lnTo>
                  <a:lnTo>
                    <a:pt x="247225" y="242048"/>
                  </a:lnTo>
                  <a:lnTo>
                    <a:pt x="243734" y="241028"/>
                  </a:lnTo>
                  <a:lnTo>
                    <a:pt x="242950" y="247291"/>
                  </a:lnTo>
                  <a:lnTo>
                    <a:pt x="241256" y="248092"/>
                  </a:lnTo>
                  <a:lnTo>
                    <a:pt x="243422" y="258306"/>
                  </a:lnTo>
                  <a:lnTo>
                    <a:pt x="243845" y="259562"/>
                  </a:lnTo>
                  <a:lnTo>
                    <a:pt x="246635" y="267844"/>
                  </a:lnTo>
                  <a:lnTo>
                    <a:pt x="247089" y="269195"/>
                  </a:lnTo>
                  <a:lnTo>
                    <a:pt x="247593" y="273112"/>
                  </a:lnTo>
                  <a:lnTo>
                    <a:pt x="248712" y="276413"/>
                  </a:lnTo>
                  <a:lnTo>
                    <a:pt x="248916" y="277013"/>
                  </a:lnTo>
                  <a:lnTo>
                    <a:pt x="251682" y="284854"/>
                  </a:lnTo>
                  <a:lnTo>
                    <a:pt x="252050" y="285897"/>
                  </a:lnTo>
                  <a:lnTo>
                    <a:pt x="252845" y="287899"/>
                  </a:lnTo>
                  <a:lnTo>
                    <a:pt x="254542" y="292172"/>
                  </a:lnTo>
                  <a:lnTo>
                    <a:pt x="255083" y="293533"/>
                  </a:lnTo>
                  <a:lnTo>
                    <a:pt x="258369" y="301594"/>
                  </a:lnTo>
                  <a:lnTo>
                    <a:pt x="258483" y="301872"/>
                  </a:lnTo>
                  <a:lnTo>
                    <a:pt x="260863" y="308061"/>
                  </a:lnTo>
                  <a:lnTo>
                    <a:pt x="261383" y="309418"/>
                  </a:lnTo>
                  <a:lnTo>
                    <a:pt x="261817" y="310545"/>
                  </a:lnTo>
                  <a:lnTo>
                    <a:pt x="263569" y="315011"/>
                  </a:lnTo>
                  <a:lnTo>
                    <a:pt x="264754" y="318036"/>
                  </a:lnTo>
                  <a:lnTo>
                    <a:pt x="263692" y="319061"/>
                  </a:lnTo>
                  <a:lnTo>
                    <a:pt x="262945" y="319783"/>
                  </a:lnTo>
                  <a:lnTo>
                    <a:pt x="262360" y="321881"/>
                  </a:lnTo>
                  <a:lnTo>
                    <a:pt x="263358" y="322580"/>
                  </a:lnTo>
                  <a:lnTo>
                    <a:pt x="264612" y="323499"/>
                  </a:lnTo>
                  <a:lnTo>
                    <a:pt x="269350" y="325573"/>
                  </a:lnTo>
                  <a:lnTo>
                    <a:pt x="274126" y="332943"/>
                  </a:lnTo>
                  <a:lnTo>
                    <a:pt x="275124" y="338332"/>
                  </a:lnTo>
                  <a:lnTo>
                    <a:pt x="288375" y="340590"/>
                  </a:lnTo>
                  <a:lnTo>
                    <a:pt x="296781" y="353187"/>
                  </a:lnTo>
                  <a:lnTo>
                    <a:pt x="294542" y="354386"/>
                  </a:lnTo>
                  <a:lnTo>
                    <a:pt x="296781" y="362873"/>
                  </a:lnTo>
                  <a:lnTo>
                    <a:pt x="298349" y="362581"/>
                  </a:lnTo>
                  <a:lnTo>
                    <a:pt x="302552" y="368334"/>
                  </a:lnTo>
                  <a:lnTo>
                    <a:pt x="319935" y="372485"/>
                  </a:lnTo>
                  <a:lnTo>
                    <a:pt x="320887" y="375803"/>
                  </a:lnTo>
                  <a:lnTo>
                    <a:pt x="320601" y="377530"/>
                  </a:lnTo>
                  <a:lnTo>
                    <a:pt x="318540" y="376479"/>
                  </a:lnTo>
                  <a:lnTo>
                    <a:pt x="318897" y="377915"/>
                  </a:lnTo>
                  <a:lnTo>
                    <a:pt x="320022" y="382435"/>
                  </a:lnTo>
                  <a:lnTo>
                    <a:pt x="321085" y="385414"/>
                  </a:lnTo>
                  <a:lnTo>
                    <a:pt x="322094" y="385274"/>
                  </a:lnTo>
                  <a:lnTo>
                    <a:pt x="323766" y="384829"/>
                  </a:lnTo>
                  <a:lnTo>
                    <a:pt x="326859" y="394184"/>
                  </a:lnTo>
                  <a:lnTo>
                    <a:pt x="327682" y="396672"/>
                  </a:lnTo>
                  <a:lnTo>
                    <a:pt x="328671" y="399663"/>
                  </a:lnTo>
                  <a:lnTo>
                    <a:pt x="329896" y="403369"/>
                  </a:lnTo>
                  <a:lnTo>
                    <a:pt x="330146" y="404126"/>
                  </a:lnTo>
                  <a:lnTo>
                    <a:pt x="333033" y="412857"/>
                  </a:lnTo>
                  <a:lnTo>
                    <a:pt x="333230" y="413504"/>
                  </a:lnTo>
                  <a:lnTo>
                    <a:pt x="334800" y="416951"/>
                  </a:lnTo>
                  <a:lnTo>
                    <a:pt x="335198" y="418970"/>
                  </a:lnTo>
                  <a:lnTo>
                    <a:pt x="335067" y="419295"/>
                  </a:lnTo>
                  <a:lnTo>
                    <a:pt x="334819" y="419913"/>
                  </a:lnTo>
                  <a:lnTo>
                    <a:pt x="333027" y="422313"/>
                  </a:lnTo>
                  <a:lnTo>
                    <a:pt x="333899" y="434965"/>
                  </a:lnTo>
                  <a:lnTo>
                    <a:pt x="335252" y="442611"/>
                  </a:lnTo>
                  <a:lnTo>
                    <a:pt x="321431" y="449238"/>
                  </a:lnTo>
                  <a:lnTo>
                    <a:pt x="319793" y="445160"/>
                  </a:lnTo>
                  <a:lnTo>
                    <a:pt x="316017" y="445888"/>
                  </a:lnTo>
                  <a:lnTo>
                    <a:pt x="316872" y="450621"/>
                  </a:lnTo>
                  <a:lnTo>
                    <a:pt x="310175" y="452005"/>
                  </a:lnTo>
                  <a:lnTo>
                    <a:pt x="310389" y="455063"/>
                  </a:lnTo>
                  <a:lnTo>
                    <a:pt x="300913" y="455136"/>
                  </a:lnTo>
                  <a:lnTo>
                    <a:pt x="298491" y="444577"/>
                  </a:lnTo>
                  <a:lnTo>
                    <a:pt x="297439" y="444473"/>
                  </a:lnTo>
                  <a:lnTo>
                    <a:pt x="296869" y="439424"/>
                  </a:lnTo>
                  <a:lnTo>
                    <a:pt x="292785" y="439570"/>
                  </a:lnTo>
                  <a:lnTo>
                    <a:pt x="291502" y="430443"/>
                  </a:lnTo>
                  <a:lnTo>
                    <a:pt x="272789" y="430928"/>
                  </a:lnTo>
                  <a:lnTo>
                    <a:pt x="268657" y="436026"/>
                  </a:lnTo>
                  <a:lnTo>
                    <a:pt x="255766" y="447418"/>
                  </a:lnTo>
                  <a:lnTo>
                    <a:pt x="228932" y="448510"/>
                  </a:lnTo>
                  <a:lnTo>
                    <a:pt x="223389" y="447350"/>
                  </a:lnTo>
                  <a:lnTo>
                    <a:pt x="218830" y="448398"/>
                  </a:lnTo>
                  <a:lnTo>
                    <a:pt x="217234" y="453175"/>
                  </a:lnTo>
                  <a:lnTo>
                    <a:pt x="228617" y="459739"/>
                  </a:lnTo>
                  <a:lnTo>
                    <a:pt x="234394" y="467444"/>
                  </a:lnTo>
                  <a:lnTo>
                    <a:pt x="236887" y="480551"/>
                  </a:lnTo>
                  <a:lnTo>
                    <a:pt x="229189" y="481028"/>
                  </a:lnTo>
                  <a:lnTo>
                    <a:pt x="223047" y="480556"/>
                  </a:lnTo>
                  <a:lnTo>
                    <a:pt x="220353" y="488293"/>
                  </a:lnTo>
                  <a:lnTo>
                    <a:pt x="215068" y="487663"/>
                  </a:lnTo>
                  <a:lnTo>
                    <a:pt x="209825" y="500945"/>
                  </a:lnTo>
                  <a:lnTo>
                    <a:pt x="209255" y="507587"/>
                  </a:lnTo>
                  <a:lnTo>
                    <a:pt x="211306" y="508286"/>
                  </a:lnTo>
                  <a:lnTo>
                    <a:pt x="216094" y="505023"/>
                  </a:lnTo>
                  <a:lnTo>
                    <a:pt x="225783" y="505606"/>
                  </a:lnTo>
                  <a:lnTo>
                    <a:pt x="228488" y="502339"/>
                  </a:lnTo>
                  <a:lnTo>
                    <a:pt x="240065" y="509991"/>
                  </a:lnTo>
                  <a:lnTo>
                    <a:pt x="244819" y="514344"/>
                  </a:lnTo>
                  <a:lnTo>
                    <a:pt x="249326" y="512492"/>
                  </a:lnTo>
                  <a:lnTo>
                    <a:pt x="254341" y="517326"/>
                  </a:lnTo>
                  <a:lnTo>
                    <a:pt x="248599" y="524048"/>
                  </a:lnTo>
                  <a:lnTo>
                    <a:pt x="250366" y="525388"/>
                  </a:lnTo>
                  <a:lnTo>
                    <a:pt x="249682" y="528534"/>
                  </a:lnTo>
                  <a:lnTo>
                    <a:pt x="249682" y="529932"/>
                  </a:lnTo>
                  <a:lnTo>
                    <a:pt x="249682" y="532146"/>
                  </a:lnTo>
                  <a:lnTo>
                    <a:pt x="249511" y="535466"/>
                  </a:lnTo>
                  <a:lnTo>
                    <a:pt x="248890" y="538512"/>
                  </a:lnTo>
                  <a:lnTo>
                    <a:pt x="247779" y="539942"/>
                  </a:lnTo>
                  <a:lnTo>
                    <a:pt x="246445" y="541173"/>
                  </a:lnTo>
                  <a:lnTo>
                    <a:pt x="244488" y="542125"/>
                  </a:lnTo>
                  <a:lnTo>
                    <a:pt x="243057" y="542959"/>
                  </a:lnTo>
                  <a:lnTo>
                    <a:pt x="241111" y="544092"/>
                  </a:lnTo>
                  <a:lnTo>
                    <a:pt x="240383" y="544517"/>
                  </a:lnTo>
                  <a:lnTo>
                    <a:pt x="238819" y="545750"/>
                  </a:lnTo>
                  <a:lnTo>
                    <a:pt x="238123" y="546093"/>
                  </a:lnTo>
                  <a:lnTo>
                    <a:pt x="236540" y="546871"/>
                  </a:lnTo>
                  <a:lnTo>
                    <a:pt x="235877" y="547106"/>
                  </a:lnTo>
                  <a:lnTo>
                    <a:pt x="233972" y="547781"/>
                  </a:lnTo>
                  <a:lnTo>
                    <a:pt x="235144" y="549028"/>
                  </a:lnTo>
                  <a:lnTo>
                    <a:pt x="235369" y="549267"/>
                  </a:lnTo>
                  <a:lnTo>
                    <a:pt x="236395" y="550685"/>
                  </a:lnTo>
                  <a:lnTo>
                    <a:pt x="237368" y="552019"/>
                  </a:lnTo>
                  <a:lnTo>
                    <a:pt x="238568" y="552817"/>
                  </a:lnTo>
                  <a:lnTo>
                    <a:pt x="238910" y="553045"/>
                  </a:lnTo>
                  <a:lnTo>
                    <a:pt x="239637" y="553528"/>
                  </a:lnTo>
                  <a:lnTo>
                    <a:pt x="241734" y="554765"/>
                  </a:lnTo>
                  <a:lnTo>
                    <a:pt x="242540" y="555239"/>
                  </a:lnTo>
                  <a:lnTo>
                    <a:pt x="244344" y="556304"/>
                  </a:lnTo>
                  <a:lnTo>
                    <a:pt x="244699" y="556513"/>
                  </a:lnTo>
                  <a:lnTo>
                    <a:pt x="245438" y="556948"/>
                  </a:lnTo>
                  <a:lnTo>
                    <a:pt x="246242" y="557457"/>
                  </a:lnTo>
                  <a:lnTo>
                    <a:pt x="248565" y="558898"/>
                  </a:lnTo>
                  <a:lnTo>
                    <a:pt x="249059" y="559205"/>
                  </a:lnTo>
                  <a:lnTo>
                    <a:pt x="251271" y="560576"/>
                  </a:lnTo>
                  <a:lnTo>
                    <a:pt x="252262" y="561134"/>
                  </a:lnTo>
                  <a:lnTo>
                    <a:pt x="250460" y="564102"/>
                  </a:lnTo>
                  <a:lnTo>
                    <a:pt x="246828" y="570085"/>
                  </a:lnTo>
                  <a:lnTo>
                    <a:pt x="241070" y="579569"/>
                  </a:lnTo>
                  <a:lnTo>
                    <a:pt x="239221" y="582616"/>
                  </a:lnTo>
                  <a:lnTo>
                    <a:pt x="238252" y="584212"/>
                  </a:lnTo>
                  <a:lnTo>
                    <a:pt x="237998" y="584629"/>
                  </a:lnTo>
                  <a:lnTo>
                    <a:pt x="237790" y="584942"/>
                  </a:lnTo>
                  <a:lnTo>
                    <a:pt x="238955" y="585608"/>
                  </a:lnTo>
                  <a:lnTo>
                    <a:pt x="248187" y="591609"/>
                  </a:lnTo>
                  <a:lnTo>
                    <a:pt x="250401" y="593049"/>
                  </a:lnTo>
                  <a:lnTo>
                    <a:pt x="251331" y="593697"/>
                  </a:lnTo>
                  <a:lnTo>
                    <a:pt x="251674" y="592894"/>
                  </a:lnTo>
                  <a:lnTo>
                    <a:pt x="254296" y="586756"/>
                  </a:lnTo>
                  <a:lnTo>
                    <a:pt x="254617" y="586126"/>
                  </a:lnTo>
                  <a:lnTo>
                    <a:pt x="260169" y="588251"/>
                  </a:lnTo>
                  <a:lnTo>
                    <a:pt x="260804" y="588511"/>
                  </a:lnTo>
                  <a:lnTo>
                    <a:pt x="266955" y="591036"/>
                  </a:lnTo>
                  <a:lnTo>
                    <a:pt x="267100" y="590707"/>
                  </a:lnTo>
                  <a:lnTo>
                    <a:pt x="270851" y="582314"/>
                  </a:lnTo>
                  <a:lnTo>
                    <a:pt x="271599" y="581493"/>
                  </a:lnTo>
                  <a:lnTo>
                    <a:pt x="274291" y="579834"/>
                  </a:lnTo>
                  <a:lnTo>
                    <a:pt x="279027" y="577493"/>
                  </a:lnTo>
                  <a:lnTo>
                    <a:pt x="280391" y="576899"/>
                  </a:lnTo>
                  <a:lnTo>
                    <a:pt x="282906" y="575803"/>
                  </a:lnTo>
                  <a:lnTo>
                    <a:pt x="288282" y="573889"/>
                  </a:lnTo>
                  <a:lnTo>
                    <a:pt x="289448" y="573473"/>
                  </a:lnTo>
                  <a:lnTo>
                    <a:pt x="292310" y="572454"/>
                  </a:lnTo>
                  <a:lnTo>
                    <a:pt x="293710" y="572173"/>
                  </a:lnTo>
                  <a:lnTo>
                    <a:pt x="294729" y="571969"/>
                  </a:lnTo>
                  <a:lnTo>
                    <a:pt x="298732" y="571166"/>
                  </a:lnTo>
                  <a:lnTo>
                    <a:pt x="299161" y="571155"/>
                  </a:lnTo>
                  <a:lnTo>
                    <a:pt x="299372" y="571149"/>
                  </a:lnTo>
                  <a:lnTo>
                    <a:pt x="299799" y="571179"/>
                  </a:lnTo>
                  <a:lnTo>
                    <a:pt x="300239" y="571210"/>
                  </a:lnTo>
                  <a:lnTo>
                    <a:pt x="300817" y="571252"/>
                  </a:lnTo>
                  <a:lnTo>
                    <a:pt x="303377" y="571436"/>
                  </a:lnTo>
                  <a:lnTo>
                    <a:pt x="304445" y="571131"/>
                  </a:lnTo>
                  <a:lnTo>
                    <a:pt x="306310" y="571090"/>
                  </a:lnTo>
                  <a:lnTo>
                    <a:pt x="309213" y="570883"/>
                  </a:lnTo>
                  <a:lnTo>
                    <a:pt x="311467" y="570832"/>
                  </a:lnTo>
                  <a:lnTo>
                    <a:pt x="312306" y="570813"/>
                  </a:lnTo>
                  <a:lnTo>
                    <a:pt x="314770" y="572070"/>
                  </a:lnTo>
                  <a:lnTo>
                    <a:pt x="316842" y="573188"/>
                  </a:lnTo>
                  <a:lnTo>
                    <a:pt x="319519" y="574633"/>
                  </a:lnTo>
                  <a:lnTo>
                    <a:pt x="320637" y="574602"/>
                  </a:lnTo>
                  <a:lnTo>
                    <a:pt x="322331" y="574556"/>
                  </a:lnTo>
                  <a:lnTo>
                    <a:pt x="326320" y="573934"/>
                  </a:lnTo>
                  <a:lnTo>
                    <a:pt x="329750" y="572162"/>
                  </a:lnTo>
                  <a:lnTo>
                    <a:pt x="335420" y="576022"/>
                  </a:lnTo>
                  <a:lnTo>
                    <a:pt x="335779" y="576306"/>
                  </a:lnTo>
                  <a:lnTo>
                    <a:pt x="336315" y="576732"/>
                  </a:lnTo>
                  <a:lnTo>
                    <a:pt x="337893" y="575156"/>
                  </a:lnTo>
                  <a:lnTo>
                    <a:pt x="339211" y="573840"/>
                  </a:lnTo>
                  <a:lnTo>
                    <a:pt x="342109" y="570945"/>
                  </a:lnTo>
                  <a:lnTo>
                    <a:pt x="349713" y="563907"/>
                  </a:lnTo>
                  <a:lnTo>
                    <a:pt x="351005" y="565050"/>
                  </a:lnTo>
                  <a:lnTo>
                    <a:pt x="351908" y="566846"/>
                  </a:lnTo>
                  <a:lnTo>
                    <a:pt x="351860" y="568788"/>
                  </a:lnTo>
                  <a:lnTo>
                    <a:pt x="351338" y="571021"/>
                  </a:lnTo>
                  <a:lnTo>
                    <a:pt x="349913" y="574662"/>
                  </a:lnTo>
                  <a:lnTo>
                    <a:pt x="349295" y="576701"/>
                  </a:lnTo>
                  <a:lnTo>
                    <a:pt x="349675" y="577769"/>
                  </a:lnTo>
                  <a:lnTo>
                    <a:pt x="351227" y="575374"/>
                  </a:lnTo>
                  <a:lnTo>
                    <a:pt x="352984" y="573190"/>
                  </a:lnTo>
                  <a:lnTo>
                    <a:pt x="363960" y="555563"/>
                  </a:lnTo>
                  <a:lnTo>
                    <a:pt x="375464" y="560397"/>
                  </a:lnTo>
                  <a:lnTo>
                    <a:pt x="374385" y="566237"/>
                  </a:lnTo>
                  <a:lnTo>
                    <a:pt x="376879" y="571091"/>
                  </a:lnTo>
                  <a:lnTo>
                    <a:pt x="381984" y="574126"/>
                  </a:lnTo>
                  <a:lnTo>
                    <a:pt x="384597" y="578131"/>
                  </a:lnTo>
                  <a:lnTo>
                    <a:pt x="385072" y="584078"/>
                  </a:lnTo>
                  <a:lnTo>
                    <a:pt x="388159" y="586748"/>
                  </a:lnTo>
                  <a:lnTo>
                    <a:pt x="384620" y="593915"/>
                  </a:lnTo>
                  <a:lnTo>
                    <a:pt x="390913" y="600408"/>
                  </a:lnTo>
                  <a:lnTo>
                    <a:pt x="395306" y="600287"/>
                  </a:lnTo>
                  <a:lnTo>
                    <a:pt x="395247" y="606476"/>
                  </a:lnTo>
                  <a:lnTo>
                    <a:pt x="400709" y="603382"/>
                  </a:lnTo>
                  <a:lnTo>
                    <a:pt x="406943" y="604899"/>
                  </a:lnTo>
                  <a:lnTo>
                    <a:pt x="411217" y="609025"/>
                  </a:lnTo>
                  <a:lnTo>
                    <a:pt x="410802" y="612241"/>
                  </a:lnTo>
                  <a:lnTo>
                    <a:pt x="405696" y="619888"/>
                  </a:lnTo>
                  <a:lnTo>
                    <a:pt x="407061" y="621041"/>
                  </a:lnTo>
                  <a:lnTo>
                    <a:pt x="413770" y="614062"/>
                  </a:lnTo>
                  <a:lnTo>
                    <a:pt x="416774" y="609079"/>
                  </a:lnTo>
                  <a:lnTo>
                    <a:pt x="421666" y="611021"/>
                  </a:lnTo>
                  <a:lnTo>
                    <a:pt x="420954" y="614298"/>
                  </a:lnTo>
                  <a:lnTo>
                    <a:pt x="422308" y="617429"/>
                  </a:lnTo>
                  <a:lnTo>
                    <a:pt x="424872" y="621362"/>
                  </a:lnTo>
                  <a:lnTo>
                    <a:pt x="425356" y="621868"/>
                  </a:lnTo>
                  <a:lnTo>
                    <a:pt x="425185" y="622509"/>
                  </a:lnTo>
                  <a:lnTo>
                    <a:pt x="426990" y="626441"/>
                  </a:lnTo>
                  <a:lnTo>
                    <a:pt x="427342" y="629197"/>
                  </a:lnTo>
                  <a:lnTo>
                    <a:pt x="429733" y="647886"/>
                  </a:lnTo>
                  <a:lnTo>
                    <a:pt x="431204" y="650984"/>
                  </a:lnTo>
                  <a:lnTo>
                    <a:pt x="433886" y="649053"/>
                  </a:lnTo>
                  <a:lnTo>
                    <a:pt x="436924" y="647957"/>
                  </a:lnTo>
                  <a:lnTo>
                    <a:pt x="438263" y="648598"/>
                  </a:lnTo>
                  <a:lnTo>
                    <a:pt x="440115" y="651890"/>
                  </a:lnTo>
                  <a:lnTo>
                    <a:pt x="441292" y="655568"/>
                  </a:lnTo>
                  <a:lnTo>
                    <a:pt x="440915" y="655455"/>
                  </a:lnTo>
                  <a:lnTo>
                    <a:pt x="438094" y="659183"/>
                  </a:lnTo>
                  <a:lnTo>
                    <a:pt x="435444" y="664077"/>
                  </a:lnTo>
                  <a:lnTo>
                    <a:pt x="425075" y="687226"/>
                  </a:lnTo>
                  <a:lnTo>
                    <a:pt x="424137" y="689174"/>
                  </a:lnTo>
                  <a:lnTo>
                    <a:pt x="423437" y="688806"/>
                  </a:lnTo>
                  <a:lnTo>
                    <a:pt x="412004" y="682798"/>
                  </a:lnTo>
                  <a:lnTo>
                    <a:pt x="399154" y="676046"/>
                  </a:lnTo>
                  <a:lnTo>
                    <a:pt x="397545" y="675211"/>
                  </a:lnTo>
                  <a:lnTo>
                    <a:pt x="389303" y="670935"/>
                  </a:lnTo>
                  <a:lnTo>
                    <a:pt x="377755" y="664944"/>
                  </a:lnTo>
                  <a:lnTo>
                    <a:pt x="369390" y="660440"/>
                  </a:lnTo>
                  <a:lnTo>
                    <a:pt x="358191" y="654655"/>
                  </a:lnTo>
                  <a:lnTo>
                    <a:pt x="357988" y="654539"/>
                  </a:lnTo>
                  <a:lnTo>
                    <a:pt x="357670" y="654357"/>
                  </a:lnTo>
                  <a:lnTo>
                    <a:pt x="348422" y="649058"/>
                  </a:lnTo>
                  <a:lnTo>
                    <a:pt x="346510" y="647962"/>
                  </a:lnTo>
                  <a:lnTo>
                    <a:pt x="346309" y="647967"/>
                  </a:lnTo>
                  <a:lnTo>
                    <a:pt x="318636" y="648598"/>
                  </a:lnTo>
                  <a:lnTo>
                    <a:pt x="314875" y="648683"/>
                  </a:lnTo>
                  <a:lnTo>
                    <a:pt x="314415" y="648487"/>
                  </a:lnTo>
                  <a:lnTo>
                    <a:pt x="313835" y="648239"/>
                  </a:lnTo>
                  <a:lnTo>
                    <a:pt x="302456" y="643378"/>
                  </a:lnTo>
                  <a:lnTo>
                    <a:pt x="301880" y="643132"/>
                  </a:lnTo>
                  <a:lnTo>
                    <a:pt x="293069" y="639368"/>
                  </a:lnTo>
                  <a:lnTo>
                    <a:pt x="290242" y="638160"/>
                  </a:lnTo>
                  <a:lnTo>
                    <a:pt x="278191" y="632590"/>
                  </a:lnTo>
                  <a:lnTo>
                    <a:pt x="275708" y="631568"/>
                  </a:lnTo>
                  <a:lnTo>
                    <a:pt x="266276" y="627688"/>
                  </a:lnTo>
                  <a:lnTo>
                    <a:pt x="253854" y="622467"/>
                  </a:lnTo>
                  <a:lnTo>
                    <a:pt x="242483" y="617809"/>
                  </a:lnTo>
                  <a:lnTo>
                    <a:pt x="241090" y="617239"/>
                  </a:lnTo>
                  <a:lnTo>
                    <a:pt x="232096" y="613303"/>
                  </a:lnTo>
                  <a:lnTo>
                    <a:pt x="230511" y="612681"/>
                  </a:lnTo>
                  <a:lnTo>
                    <a:pt x="228994" y="612087"/>
                  </a:lnTo>
                  <a:lnTo>
                    <a:pt x="220259" y="611344"/>
                  </a:lnTo>
                  <a:lnTo>
                    <a:pt x="216586" y="611332"/>
                  </a:lnTo>
                  <a:lnTo>
                    <a:pt x="215615" y="613722"/>
                  </a:lnTo>
                  <a:lnTo>
                    <a:pt x="209633" y="624491"/>
                  </a:lnTo>
                  <a:lnTo>
                    <a:pt x="207158" y="626042"/>
                  </a:lnTo>
                  <a:lnTo>
                    <a:pt x="205676" y="626489"/>
                  </a:lnTo>
                  <a:lnTo>
                    <a:pt x="203985" y="626800"/>
                  </a:lnTo>
                  <a:lnTo>
                    <a:pt x="201212" y="627421"/>
                  </a:lnTo>
                  <a:lnTo>
                    <a:pt x="199613" y="627980"/>
                  </a:lnTo>
                  <a:lnTo>
                    <a:pt x="198298" y="628692"/>
                  </a:lnTo>
                  <a:lnTo>
                    <a:pt x="195457" y="630231"/>
                  </a:lnTo>
                  <a:lnTo>
                    <a:pt x="194764" y="630510"/>
                  </a:lnTo>
                  <a:lnTo>
                    <a:pt x="188294" y="633109"/>
                  </a:lnTo>
                  <a:lnTo>
                    <a:pt x="188071" y="632886"/>
                  </a:lnTo>
                  <a:lnTo>
                    <a:pt x="187548" y="632205"/>
                  </a:lnTo>
                  <a:lnTo>
                    <a:pt x="183909" y="629246"/>
                  </a:lnTo>
                  <a:lnTo>
                    <a:pt x="181602" y="627370"/>
                  </a:lnTo>
                  <a:lnTo>
                    <a:pt x="178996" y="625091"/>
                  </a:lnTo>
                  <a:lnTo>
                    <a:pt x="180185" y="622052"/>
                  </a:lnTo>
                  <a:lnTo>
                    <a:pt x="177094" y="620758"/>
                  </a:lnTo>
                  <a:lnTo>
                    <a:pt x="176474" y="620605"/>
                  </a:lnTo>
                  <a:lnTo>
                    <a:pt x="176133" y="620520"/>
                  </a:lnTo>
                  <a:lnTo>
                    <a:pt x="174612" y="620144"/>
                  </a:lnTo>
                  <a:lnTo>
                    <a:pt x="172497" y="623674"/>
                  </a:lnTo>
                  <a:lnTo>
                    <a:pt x="168326" y="626254"/>
                  </a:lnTo>
                  <a:lnTo>
                    <a:pt x="163417" y="629291"/>
                  </a:lnTo>
                  <a:lnTo>
                    <a:pt x="162441" y="630759"/>
                  </a:lnTo>
                  <a:lnTo>
                    <a:pt x="160028" y="634387"/>
                  </a:lnTo>
                  <a:lnTo>
                    <a:pt x="155826" y="640707"/>
                  </a:lnTo>
                  <a:lnTo>
                    <a:pt x="152025" y="646423"/>
                  </a:lnTo>
                  <a:lnTo>
                    <a:pt x="146388" y="654901"/>
                  </a:lnTo>
                  <a:lnTo>
                    <a:pt x="141781" y="661829"/>
                  </a:lnTo>
                  <a:lnTo>
                    <a:pt x="140489" y="663771"/>
                  </a:lnTo>
                  <a:lnTo>
                    <a:pt x="143482" y="665798"/>
                  </a:lnTo>
                  <a:lnTo>
                    <a:pt x="143922" y="666093"/>
                  </a:lnTo>
                  <a:lnTo>
                    <a:pt x="137635" y="676271"/>
                  </a:lnTo>
                  <a:lnTo>
                    <a:pt x="132914" y="683913"/>
                  </a:lnTo>
                  <a:lnTo>
                    <a:pt x="130253" y="688220"/>
                  </a:lnTo>
                  <a:lnTo>
                    <a:pt x="123891" y="698519"/>
                  </a:lnTo>
                  <a:lnTo>
                    <a:pt x="123416" y="699032"/>
                  </a:lnTo>
                  <a:lnTo>
                    <a:pt x="121314" y="701304"/>
                  </a:lnTo>
                  <a:lnTo>
                    <a:pt x="120225" y="702388"/>
                  </a:lnTo>
                  <a:lnTo>
                    <a:pt x="114994" y="710578"/>
                  </a:lnTo>
                  <a:lnTo>
                    <a:pt x="113864" y="712346"/>
                  </a:lnTo>
                  <a:lnTo>
                    <a:pt x="104998" y="726226"/>
                  </a:lnTo>
                  <a:lnTo>
                    <a:pt x="101153" y="732246"/>
                  </a:lnTo>
                  <a:lnTo>
                    <a:pt x="98942" y="735707"/>
                  </a:lnTo>
                  <a:lnTo>
                    <a:pt x="98348" y="736580"/>
                  </a:lnTo>
                  <a:lnTo>
                    <a:pt x="91089" y="731575"/>
                  </a:lnTo>
                  <a:lnTo>
                    <a:pt x="84827" y="727256"/>
                  </a:lnTo>
                  <a:lnTo>
                    <a:pt x="76721" y="721667"/>
                  </a:lnTo>
                  <a:lnTo>
                    <a:pt x="62802" y="712069"/>
                  </a:lnTo>
                  <a:lnTo>
                    <a:pt x="63309" y="711307"/>
                  </a:lnTo>
                  <a:lnTo>
                    <a:pt x="43053" y="697360"/>
                  </a:lnTo>
                  <a:lnTo>
                    <a:pt x="28760" y="687449"/>
                  </a:lnTo>
                  <a:lnTo>
                    <a:pt x="29490" y="686243"/>
                  </a:lnTo>
                  <a:lnTo>
                    <a:pt x="31018" y="683718"/>
                  </a:lnTo>
                  <a:lnTo>
                    <a:pt x="46372" y="660958"/>
                  </a:lnTo>
                  <a:lnTo>
                    <a:pt x="49983" y="655606"/>
                  </a:lnTo>
                  <a:lnTo>
                    <a:pt x="51324" y="653617"/>
                  </a:lnTo>
                  <a:lnTo>
                    <a:pt x="52957" y="651197"/>
                  </a:lnTo>
                  <a:lnTo>
                    <a:pt x="54142" y="649441"/>
                  </a:lnTo>
                  <a:lnTo>
                    <a:pt x="55238" y="647817"/>
                  </a:lnTo>
                  <a:lnTo>
                    <a:pt x="55756" y="644924"/>
                  </a:lnTo>
                  <a:lnTo>
                    <a:pt x="56352" y="643354"/>
                  </a:lnTo>
                  <a:lnTo>
                    <a:pt x="56435" y="643136"/>
                  </a:lnTo>
                  <a:lnTo>
                    <a:pt x="57075" y="641451"/>
                  </a:lnTo>
                  <a:lnTo>
                    <a:pt x="57392" y="640617"/>
                  </a:lnTo>
                  <a:lnTo>
                    <a:pt x="57554" y="640191"/>
                  </a:lnTo>
                  <a:lnTo>
                    <a:pt x="56763" y="639614"/>
                  </a:lnTo>
                  <a:lnTo>
                    <a:pt x="56293" y="638933"/>
                  </a:lnTo>
                  <a:lnTo>
                    <a:pt x="54673" y="636585"/>
                  </a:lnTo>
                  <a:lnTo>
                    <a:pt x="53785" y="635277"/>
                  </a:lnTo>
                  <a:lnTo>
                    <a:pt x="53495" y="634850"/>
                  </a:lnTo>
                  <a:lnTo>
                    <a:pt x="53319" y="634644"/>
                  </a:lnTo>
                  <a:lnTo>
                    <a:pt x="52683" y="634262"/>
                  </a:lnTo>
                  <a:lnTo>
                    <a:pt x="50736" y="633093"/>
                  </a:lnTo>
                  <a:lnTo>
                    <a:pt x="47853" y="631361"/>
                  </a:lnTo>
                  <a:lnTo>
                    <a:pt x="45630" y="629497"/>
                  </a:lnTo>
                  <a:lnTo>
                    <a:pt x="44027" y="627463"/>
                  </a:lnTo>
                  <a:lnTo>
                    <a:pt x="43350" y="626604"/>
                  </a:lnTo>
                  <a:lnTo>
                    <a:pt x="35428" y="631944"/>
                  </a:lnTo>
                  <a:lnTo>
                    <a:pt x="35070" y="631595"/>
                  </a:lnTo>
                  <a:lnTo>
                    <a:pt x="34537" y="630910"/>
                  </a:lnTo>
                  <a:lnTo>
                    <a:pt x="33531" y="629615"/>
                  </a:lnTo>
                  <a:lnTo>
                    <a:pt x="31224" y="627599"/>
                  </a:lnTo>
                  <a:lnTo>
                    <a:pt x="30792" y="627297"/>
                  </a:lnTo>
                  <a:lnTo>
                    <a:pt x="29216" y="626197"/>
                  </a:lnTo>
                  <a:lnTo>
                    <a:pt x="24901" y="623186"/>
                  </a:lnTo>
                  <a:lnTo>
                    <a:pt x="19840" y="619655"/>
                  </a:lnTo>
                  <a:lnTo>
                    <a:pt x="16725" y="617481"/>
                  </a:lnTo>
                  <a:lnTo>
                    <a:pt x="16037" y="617965"/>
                  </a:lnTo>
                  <a:lnTo>
                    <a:pt x="14779" y="619633"/>
                  </a:lnTo>
                  <a:lnTo>
                    <a:pt x="12229" y="623013"/>
                  </a:lnTo>
                  <a:lnTo>
                    <a:pt x="0" y="617428"/>
                  </a:lnTo>
                  <a:lnTo>
                    <a:pt x="2990" y="610933"/>
                  </a:lnTo>
                  <a:lnTo>
                    <a:pt x="3100" y="610741"/>
                  </a:lnTo>
                  <a:lnTo>
                    <a:pt x="3385" y="610239"/>
                  </a:lnTo>
                  <a:lnTo>
                    <a:pt x="4466" y="608338"/>
                  </a:lnTo>
                  <a:lnTo>
                    <a:pt x="5463" y="606584"/>
                  </a:lnTo>
                  <a:lnTo>
                    <a:pt x="7088" y="603726"/>
                  </a:lnTo>
                  <a:lnTo>
                    <a:pt x="7468" y="602949"/>
                  </a:lnTo>
                  <a:lnTo>
                    <a:pt x="8274" y="603968"/>
                  </a:lnTo>
                  <a:lnTo>
                    <a:pt x="8421" y="604050"/>
                  </a:lnTo>
                  <a:lnTo>
                    <a:pt x="9604" y="604704"/>
                  </a:lnTo>
                  <a:lnTo>
                    <a:pt x="12403" y="606252"/>
                  </a:lnTo>
                  <a:lnTo>
                    <a:pt x="14776" y="607564"/>
                  </a:lnTo>
                  <a:lnTo>
                    <a:pt x="15769" y="608113"/>
                  </a:lnTo>
                  <a:lnTo>
                    <a:pt x="15965" y="608222"/>
                  </a:lnTo>
                  <a:lnTo>
                    <a:pt x="16835" y="608703"/>
                  </a:lnTo>
                  <a:lnTo>
                    <a:pt x="22903" y="604709"/>
                  </a:lnTo>
                  <a:lnTo>
                    <a:pt x="28523" y="601010"/>
                  </a:lnTo>
                  <a:lnTo>
                    <a:pt x="32661" y="598286"/>
                  </a:lnTo>
                  <a:lnTo>
                    <a:pt x="34153" y="597329"/>
                  </a:lnTo>
                  <a:lnTo>
                    <a:pt x="35456" y="599451"/>
                  </a:lnTo>
                  <a:lnTo>
                    <a:pt x="40981" y="595513"/>
                  </a:lnTo>
                  <a:lnTo>
                    <a:pt x="47099" y="604135"/>
                  </a:lnTo>
                  <a:lnTo>
                    <a:pt x="42767" y="607397"/>
                  </a:lnTo>
                  <a:lnTo>
                    <a:pt x="44553" y="609921"/>
                  </a:lnTo>
                  <a:lnTo>
                    <a:pt x="50328" y="605727"/>
                  </a:lnTo>
                  <a:lnTo>
                    <a:pt x="59189" y="616965"/>
                  </a:lnTo>
                  <a:lnTo>
                    <a:pt x="59600" y="616382"/>
                  </a:lnTo>
                  <a:lnTo>
                    <a:pt x="61051" y="614325"/>
                  </a:lnTo>
                  <a:lnTo>
                    <a:pt x="72374" y="621106"/>
                  </a:lnTo>
                  <a:lnTo>
                    <a:pt x="72654" y="620663"/>
                  </a:lnTo>
                  <a:lnTo>
                    <a:pt x="74389" y="618558"/>
                  </a:lnTo>
                  <a:lnTo>
                    <a:pt x="74586" y="618382"/>
                  </a:lnTo>
                  <a:lnTo>
                    <a:pt x="76581" y="615760"/>
                  </a:lnTo>
                  <a:lnTo>
                    <a:pt x="76862" y="614763"/>
                  </a:lnTo>
                  <a:lnTo>
                    <a:pt x="66472" y="606496"/>
                  </a:lnTo>
                  <a:lnTo>
                    <a:pt x="62601" y="601188"/>
                  </a:lnTo>
                  <a:lnTo>
                    <a:pt x="62281" y="600773"/>
                  </a:lnTo>
                  <a:lnTo>
                    <a:pt x="62043" y="600464"/>
                  </a:lnTo>
                  <a:lnTo>
                    <a:pt x="65728" y="598917"/>
                  </a:lnTo>
                  <a:lnTo>
                    <a:pt x="69931" y="595227"/>
                  </a:lnTo>
                  <a:lnTo>
                    <a:pt x="67533" y="592751"/>
                  </a:lnTo>
                  <a:lnTo>
                    <a:pt x="71214" y="587751"/>
                  </a:lnTo>
                  <a:lnTo>
                    <a:pt x="75583" y="585906"/>
                  </a:lnTo>
                  <a:lnTo>
                    <a:pt x="73987" y="575432"/>
                  </a:lnTo>
                  <a:lnTo>
                    <a:pt x="78024" y="564995"/>
                  </a:lnTo>
                  <a:lnTo>
                    <a:pt x="82358" y="562749"/>
                  </a:lnTo>
                  <a:lnTo>
                    <a:pt x="82703" y="558895"/>
                  </a:lnTo>
                  <a:lnTo>
                    <a:pt x="85173" y="557147"/>
                  </a:lnTo>
                  <a:lnTo>
                    <a:pt x="86503" y="553069"/>
                  </a:lnTo>
                  <a:lnTo>
                    <a:pt x="84033" y="543554"/>
                  </a:lnTo>
                  <a:lnTo>
                    <a:pt x="82323" y="536369"/>
                  </a:lnTo>
                  <a:lnTo>
                    <a:pt x="79853" y="528213"/>
                  </a:lnTo>
                  <a:lnTo>
                    <a:pt x="78524" y="520640"/>
                  </a:lnTo>
                  <a:lnTo>
                    <a:pt x="70901" y="511573"/>
                  </a:lnTo>
                  <a:lnTo>
                    <a:pt x="71471" y="504776"/>
                  </a:lnTo>
                  <a:lnTo>
                    <a:pt x="72521" y="503814"/>
                  </a:lnTo>
                  <a:lnTo>
                    <a:pt x="74241" y="502238"/>
                  </a:lnTo>
                  <a:lnTo>
                    <a:pt x="75201" y="502177"/>
                  </a:lnTo>
                  <a:lnTo>
                    <a:pt x="79667" y="499554"/>
                  </a:lnTo>
                  <a:lnTo>
                    <a:pt x="80393" y="499127"/>
                  </a:lnTo>
                  <a:lnTo>
                    <a:pt x="82258" y="499245"/>
                  </a:lnTo>
                  <a:lnTo>
                    <a:pt x="84059" y="499358"/>
                  </a:lnTo>
                  <a:lnTo>
                    <a:pt x="85814" y="499469"/>
                  </a:lnTo>
                  <a:lnTo>
                    <a:pt x="90417" y="502065"/>
                  </a:lnTo>
                  <a:lnTo>
                    <a:pt x="93357" y="503723"/>
                  </a:lnTo>
                  <a:lnTo>
                    <a:pt x="94272" y="504413"/>
                  </a:lnTo>
                  <a:lnTo>
                    <a:pt x="99921" y="508676"/>
                  </a:lnTo>
                  <a:lnTo>
                    <a:pt x="100010" y="508542"/>
                  </a:lnTo>
                  <a:lnTo>
                    <a:pt x="108996" y="496260"/>
                  </a:lnTo>
                  <a:lnTo>
                    <a:pt x="108067" y="495104"/>
                  </a:lnTo>
                  <a:lnTo>
                    <a:pt x="107056" y="493846"/>
                  </a:lnTo>
                  <a:lnTo>
                    <a:pt x="110607" y="487785"/>
                  </a:lnTo>
                  <a:lnTo>
                    <a:pt x="107282" y="465647"/>
                  </a:lnTo>
                  <a:lnTo>
                    <a:pt x="100728" y="465939"/>
                  </a:lnTo>
                  <a:lnTo>
                    <a:pt x="100063" y="455161"/>
                  </a:lnTo>
                  <a:lnTo>
                    <a:pt x="101298" y="443607"/>
                  </a:lnTo>
                  <a:lnTo>
                    <a:pt x="109182" y="436228"/>
                  </a:lnTo>
                  <a:lnTo>
                    <a:pt x="101678" y="434674"/>
                  </a:lnTo>
                  <a:lnTo>
                    <a:pt x="95884" y="435063"/>
                  </a:lnTo>
                  <a:lnTo>
                    <a:pt x="96454" y="429626"/>
                  </a:lnTo>
                  <a:lnTo>
                    <a:pt x="103293" y="429140"/>
                  </a:lnTo>
                  <a:lnTo>
                    <a:pt x="108612" y="418363"/>
                  </a:lnTo>
                  <a:lnTo>
                    <a:pt x="117066" y="422635"/>
                  </a:lnTo>
                  <a:lnTo>
                    <a:pt x="120011" y="417295"/>
                  </a:lnTo>
                  <a:lnTo>
                    <a:pt x="115737" y="414285"/>
                  </a:lnTo>
                  <a:lnTo>
                    <a:pt x="122101" y="406711"/>
                  </a:lnTo>
                  <a:lnTo>
                    <a:pt x="122956" y="401468"/>
                  </a:lnTo>
                  <a:lnTo>
                    <a:pt x="119726" y="396808"/>
                  </a:lnTo>
                  <a:lnTo>
                    <a:pt x="121911" y="394186"/>
                  </a:lnTo>
                  <a:lnTo>
                    <a:pt x="111652" y="383409"/>
                  </a:lnTo>
                  <a:lnTo>
                    <a:pt x="108897" y="378166"/>
                  </a:lnTo>
                  <a:lnTo>
                    <a:pt x="107187" y="377777"/>
                  </a:lnTo>
                  <a:lnTo>
                    <a:pt x="104718" y="371563"/>
                  </a:lnTo>
                  <a:lnTo>
                    <a:pt x="105288" y="368845"/>
                  </a:lnTo>
                  <a:lnTo>
                    <a:pt x="108517" y="369039"/>
                  </a:lnTo>
                  <a:lnTo>
                    <a:pt x="111272" y="348358"/>
                  </a:lnTo>
                  <a:lnTo>
                    <a:pt x="108517" y="346222"/>
                  </a:lnTo>
                  <a:lnTo>
                    <a:pt x="122101" y="334862"/>
                  </a:lnTo>
                  <a:lnTo>
                    <a:pt x="126280" y="340008"/>
                  </a:lnTo>
                  <a:lnTo>
                    <a:pt x="120391" y="360398"/>
                  </a:lnTo>
                  <a:lnTo>
                    <a:pt x="122481" y="366126"/>
                  </a:lnTo>
                  <a:lnTo>
                    <a:pt x="127515" y="369524"/>
                  </a:lnTo>
                  <a:lnTo>
                    <a:pt x="139769" y="365544"/>
                  </a:lnTo>
                  <a:lnTo>
                    <a:pt x="145563" y="368845"/>
                  </a:lnTo>
                  <a:lnTo>
                    <a:pt x="146703" y="372534"/>
                  </a:lnTo>
                  <a:lnTo>
                    <a:pt x="153733" y="410304"/>
                  </a:lnTo>
                  <a:lnTo>
                    <a:pt x="188879" y="373214"/>
                  </a:lnTo>
                  <a:lnTo>
                    <a:pt x="198758" y="374088"/>
                  </a:lnTo>
                  <a:lnTo>
                    <a:pt x="205787" y="369330"/>
                  </a:lnTo>
                  <a:lnTo>
                    <a:pt x="201988" y="356514"/>
                  </a:lnTo>
                  <a:lnTo>
                    <a:pt x="198283" y="358359"/>
                  </a:lnTo>
                  <a:lnTo>
                    <a:pt x="194673" y="343795"/>
                  </a:lnTo>
                  <a:lnTo>
                    <a:pt x="191824" y="343115"/>
                  </a:lnTo>
                  <a:lnTo>
                    <a:pt x="192868" y="323211"/>
                  </a:lnTo>
                  <a:lnTo>
                    <a:pt x="197333" y="323308"/>
                  </a:lnTo>
                  <a:lnTo>
                    <a:pt x="197713" y="315734"/>
                  </a:lnTo>
                  <a:lnTo>
                    <a:pt x="192868" y="315249"/>
                  </a:lnTo>
                  <a:lnTo>
                    <a:pt x="194456" y="299792"/>
                  </a:lnTo>
                  <a:lnTo>
                    <a:pt x="179020" y="276125"/>
                  </a:lnTo>
                  <a:lnTo>
                    <a:pt x="181039" y="269571"/>
                  </a:lnTo>
                  <a:lnTo>
                    <a:pt x="189588" y="271756"/>
                  </a:lnTo>
                  <a:lnTo>
                    <a:pt x="204567" y="273564"/>
                  </a:lnTo>
                  <a:lnTo>
                    <a:pt x="211634" y="250793"/>
                  </a:lnTo>
                  <a:lnTo>
                    <a:pt x="221323" y="228947"/>
                  </a:lnTo>
                  <a:lnTo>
                    <a:pt x="215054" y="229093"/>
                  </a:lnTo>
                  <a:lnTo>
                    <a:pt x="210922" y="219480"/>
                  </a:lnTo>
                  <a:lnTo>
                    <a:pt x="212347" y="212344"/>
                  </a:lnTo>
                  <a:lnTo>
                    <a:pt x="215624" y="212490"/>
                  </a:lnTo>
                  <a:lnTo>
                    <a:pt x="219328" y="199091"/>
                  </a:lnTo>
                  <a:lnTo>
                    <a:pt x="223318" y="191226"/>
                  </a:lnTo>
                  <a:lnTo>
                    <a:pt x="226310" y="188459"/>
                  </a:lnTo>
                  <a:lnTo>
                    <a:pt x="220183" y="180740"/>
                  </a:lnTo>
                  <a:lnTo>
                    <a:pt x="234859" y="167487"/>
                  </a:lnTo>
                  <a:lnTo>
                    <a:pt x="245403" y="167778"/>
                  </a:lnTo>
                  <a:lnTo>
                    <a:pt x="250818" y="155107"/>
                  </a:lnTo>
                  <a:lnTo>
                    <a:pt x="255520" y="134280"/>
                  </a:lnTo>
                  <a:lnTo>
                    <a:pt x="260507" y="127872"/>
                  </a:lnTo>
                  <a:lnTo>
                    <a:pt x="257087" y="123649"/>
                  </a:lnTo>
                  <a:lnTo>
                    <a:pt x="270480" y="109667"/>
                  </a:lnTo>
                  <a:lnTo>
                    <a:pt x="278745" y="108065"/>
                  </a:lnTo>
                  <a:lnTo>
                    <a:pt x="314418" y="71474"/>
                  </a:lnTo>
                  <a:lnTo>
                    <a:pt x="324410" y="56638"/>
                  </a:lnTo>
                  <a:lnTo>
                    <a:pt x="342007" y="31691"/>
                  </a:lnTo>
                  <a:lnTo>
                    <a:pt x="347850" y="21554"/>
                  </a:lnTo>
                  <a:lnTo>
                    <a:pt x="364948" y="0"/>
                  </a:lnTo>
                  <a:lnTo>
                    <a:pt x="378833" y="11298"/>
                  </a:lnTo>
                  <a:lnTo>
                    <a:pt x="367198" y="30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697400" y="2788136"/>
              <a:ext cx="113864" cy="88550"/>
            </a:xfrm>
            <a:custGeom>
              <a:avLst/>
              <a:pathLst>
                <a:path w="113864" h="88550">
                  <a:moveTo>
                    <a:pt x="7123" y="44152"/>
                  </a:moveTo>
                  <a:lnTo>
                    <a:pt x="5226" y="38415"/>
                  </a:lnTo>
                  <a:lnTo>
                    <a:pt x="3554" y="38860"/>
                  </a:lnTo>
                  <a:lnTo>
                    <a:pt x="2544" y="39000"/>
                  </a:lnTo>
                  <a:lnTo>
                    <a:pt x="1482" y="36021"/>
                  </a:lnTo>
                  <a:lnTo>
                    <a:pt x="357" y="31501"/>
                  </a:lnTo>
                  <a:lnTo>
                    <a:pt x="0" y="30064"/>
                  </a:lnTo>
                  <a:lnTo>
                    <a:pt x="2061" y="31115"/>
                  </a:lnTo>
                  <a:lnTo>
                    <a:pt x="2347" y="29389"/>
                  </a:lnTo>
                  <a:lnTo>
                    <a:pt x="2606" y="30294"/>
                  </a:lnTo>
                  <a:lnTo>
                    <a:pt x="8092" y="28983"/>
                  </a:lnTo>
                  <a:lnTo>
                    <a:pt x="11939" y="31313"/>
                  </a:lnTo>
                  <a:lnTo>
                    <a:pt x="13364" y="34809"/>
                  </a:lnTo>
                  <a:lnTo>
                    <a:pt x="31673" y="29420"/>
                  </a:lnTo>
                  <a:lnTo>
                    <a:pt x="30818" y="27308"/>
                  </a:lnTo>
                  <a:lnTo>
                    <a:pt x="55967" y="18643"/>
                  </a:lnTo>
                  <a:lnTo>
                    <a:pt x="55539" y="17259"/>
                  </a:lnTo>
                  <a:lnTo>
                    <a:pt x="64658" y="14856"/>
                  </a:lnTo>
                  <a:lnTo>
                    <a:pt x="64374" y="13327"/>
                  </a:lnTo>
                  <a:lnTo>
                    <a:pt x="82825" y="7283"/>
                  </a:lnTo>
                  <a:lnTo>
                    <a:pt x="86031" y="16094"/>
                  </a:lnTo>
                  <a:lnTo>
                    <a:pt x="108116" y="1894"/>
                  </a:lnTo>
                  <a:lnTo>
                    <a:pt x="108815" y="1475"/>
                  </a:lnTo>
                  <a:lnTo>
                    <a:pt x="111271" y="0"/>
                  </a:lnTo>
                  <a:lnTo>
                    <a:pt x="111485" y="301"/>
                  </a:lnTo>
                  <a:lnTo>
                    <a:pt x="113864" y="3670"/>
                  </a:lnTo>
                  <a:lnTo>
                    <a:pt x="104861" y="9940"/>
                  </a:lnTo>
                  <a:lnTo>
                    <a:pt x="109391" y="16708"/>
                  </a:lnTo>
                  <a:lnTo>
                    <a:pt x="99933" y="24348"/>
                  </a:lnTo>
                  <a:lnTo>
                    <a:pt x="104444" y="31172"/>
                  </a:lnTo>
                  <a:lnTo>
                    <a:pt x="99578" y="43928"/>
                  </a:lnTo>
                  <a:lnTo>
                    <a:pt x="96607" y="49471"/>
                  </a:lnTo>
                  <a:lnTo>
                    <a:pt x="86522" y="56497"/>
                  </a:lnTo>
                  <a:lnTo>
                    <a:pt x="73715" y="59384"/>
                  </a:lnTo>
                  <a:lnTo>
                    <a:pt x="72136" y="55751"/>
                  </a:lnTo>
                  <a:lnTo>
                    <a:pt x="68021" y="59915"/>
                  </a:lnTo>
                  <a:lnTo>
                    <a:pt x="64537" y="61312"/>
                  </a:lnTo>
                  <a:lnTo>
                    <a:pt x="65118" y="64439"/>
                  </a:lnTo>
                  <a:lnTo>
                    <a:pt x="56166" y="69787"/>
                  </a:lnTo>
                  <a:lnTo>
                    <a:pt x="56848" y="81211"/>
                  </a:lnTo>
                  <a:lnTo>
                    <a:pt x="37429" y="86744"/>
                  </a:lnTo>
                  <a:lnTo>
                    <a:pt x="26521" y="83074"/>
                  </a:lnTo>
                  <a:lnTo>
                    <a:pt x="18727" y="86914"/>
                  </a:lnTo>
                  <a:lnTo>
                    <a:pt x="15504" y="88502"/>
                  </a:lnTo>
                  <a:lnTo>
                    <a:pt x="15359" y="88550"/>
                  </a:lnTo>
                  <a:lnTo>
                    <a:pt x="14486" y="75898"/>
                  </a:lnTo>
                  <a:lnTo>
                    <a:pt x="16279" y="73499"/>
                  </a:lnTo>
                  <a:lnTo>
                    <a:pt x="16527" y="72881"/>
                  </a:lnTo>
                  <a:lnTo>
                    <a:pt x="16657" y="72556"/>
                  </a:lnTo>
                  <a:lnTo>
                    <a:pt x="16260" y="70536"/>
                  </a:lnTo>
                  <a:lnTo>
                    <a:pt x="14673" y="67052"/>
                  </a:lnTo>
                  <a:lnTo>
                    <a:pt x="14493" y="66442"/>
                  </a:lnTo>
                  <a:lnTo>
                    <a:pt x="11606" y="57712"/>
                  </a:lnTo>
                  <a:lnTo>
                    <a:pt x="11356" y="56955"/>
                  </a:lnTo>
                  <a:lnTo>
                    <a:pt x="10131" y="53248"/>
                  </a:lnTo>
                  <a:lnTo>
                    <a:pt x="9142" y="50258"/>
                  </a:lnTo>
                  <a:lnTo>
                    <a:pt x="8319" y="47770"/>
                  </a:lnTo>
                  <a:lnTo>
                    <a:pt x="8003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20117" y="2675832"/>
              <a:ext cx="287661" cy="98833"/>
            </a:xfrm>
            <a:custGeom>
              <a:avLst/>
              <a:pathLst>
                <a:path w="287661" h="98833">
                  <a:moveTo>
                    <a:pt x="287661" y="26288"/>
                  </a:moveTo>
                  <a:lnTo>
                    <a:pt x="286663" y="33497"/>
                  </a:lnTo>
                  <a:lnTo>
                    <a:pt x="281819" y="35900"/>
                  </a:lnTo>
                  <a:lnTo>
                    <a:pt x="279768" y="35094"/>
                  </a:lnTo>
                  <a:lnTo>
                    <a:pt x="277127" y="26822"/>
                  </a:lnTo>
                  <a:lnTo>
                    <a:pt x="261169" y="34832"/>
                  </a:lnTo>
                  <a:lnTo>
                    <a:pt x="244878" y="40658"/>
                  </a:lnTo>
                  <a:lnTo>
                    <a:pt x="235854" y="42163"/>
                  </a:lnTo>
                  <a:lnTo>
                    <a:pt x="234761" y="39929"/>
                  </a:lnTo>
                  <a:lnTo>
                    <a:pt x="217046" y="44153"/>
                  </a:lnTo>
                  <a:lnTo>
                    <a:pt x="210444" y="41871"/>
                  </a:lnTo>
                  <a:lnTo>
                    <a:pt x="209066" y="37453"/>
                  </a:lnTo>
                  <a:lnTo>
                    <a:pt x="172495" y="41483"/>
                  </a:lnTo>
                  <a:lnTo>
                    <a:pt x="171830" y="43862"/>
                  </a:lnTo>
                  <a:lnTo>
                    <a:pt x="155540" y="53814"/>
                  </a:lnTo>
                  <a:lnTo>
                    <a:pt x="157962" y="64106"/>
                  </a:lnTo>
                  <a:lnTo>
                    <a:pt x="140056" y="68669"/>
                  </a:lnTo>
                  <a:lnTo>
                    <a:pt x="140721" y="70951"/>
                  </a:lnTo>
                  <a:lnTo>
                    <a:pt x="130605" y="74446"/>
                  </a:lnTo>
                  <a:lnTo>
                    <a:pt x="128752" y="68621"/>
                  </a:lnTo>
                  <a:lnTo>
                    <a:pt x="111417" y="72601"/>
                  </a:lnTo>
                  <a:lnTo>
                    <a:pt x="60155" y="82157"/>
                  </a:lnTo>
                  <a:lnTo>
                    <a:pt x="57591" y="95847"/>
                  </a:lnTo>
                  <a:lnTo>
                    <a:pt x="55382" y="97667"/>
                  </a:lnTo>
                  <a:lnTo>
                    <a:pt x="42131" y="96211"/>
                  </a:lnTo>
                  <a:lnTo>
                    <a:pt x="32870" y="98833"/>
                  </a:lnTo>
                  <a:lnTo>
                    <a:pt x="28093" y="91462"/>
                  </a:lnTo>
                  <a:lnTo>
                    <a:pt x="23355" y="89388"/>
                  </a:lnTo>
                  <a:lnTo>
                    <a:pt x="22101" y="88469"/>
                  </a:lnTo>
                  <a:lnTo>
                    <a:pt x="21104" y="87770"/>
                  </a:lnTo>
                  <a:lnTo>
                    <a:pt x="21688" y="85673"/>
                  </a:lnTo>
                  <a:lnTo>
                    <a:pt x="22436" y="84950"/>
                  </a:lnTo>
                  <a:lnTo>
                    <a:pt x="23468" y="83850"/>
                  </a:lnTo>
                  <a:lnTo>
                    <a:pt x="22312" y="80900"/>
                  </a:lnTo>
                  <a:lnTo>
                    <a:pt x="20561" y="76434"/>
                  </a:lnTo>
                  <a:lnTo>
                    <a:pt x="20126" y="75307"/>
                  </a:lnTo>
                  <a:lnTo>
                    <a:pt x="19606" y="73950"/>
                  </a:lnTo>
                  <a:lnTo>
                    <a:pt x="17226" y="67761"/>
                  </a:lnTo>
                  <a:lnTo>
                    <a:pt x="17113" y="67483"/>
                  </a:lnTo>
                  <a:lnTo>
                    <a:pt x="13826" y="59422"/>
                  </a:lnTo>
                  <a:lnTo>
                    <a:pt x="13285" y="58061"/>
                  </a:lnTo>
                  <a:lnTo>
                    <a:pt x="11588" y="53788"/>
                  </a:lnTo>
                  <a:lnTo>
                    <a:pt x="10793" y="51786"/>
                  </a:lnTo>
                  <a:lnTo>
                    <a:pt x="10386" y="50632"/>
                  </a:lnTo>
                  <a:lnTo>
                    <a:pt x="7659" y="42902"/>
                  </a:lnTo>
                  <a:lnTo>
                    <a:pt x="7455" y="42302"/>
                  </a:lnTo>
                  <a:lnTo>
                    <a:pt x="6336" y="39001"/>
                  </a:lnTo>
                  <a:lnTo>
                    <a:pt x="5833" y="35084"/>
                  </a:lnTo>
                  <a:lnTo>
                    <a:pt x="5378" y="33733"/>
                  </a:lnTo>
                  <a:lnTo>
                    <a:pt x="2588" y="25451"/>
                  </a:lnTo>
                  <a:lnTo>
                    <a:pt x="2165" y="24195"/>
                  </a:lnTo>
                  <a:lnTo>
                    <a:pt x="0" y="13981"/>
                  </a:lnTo>
                  <a:lnTo>
                    <a:pt x="1693" y="13180"/>
                  </a:lnTo>
                  <a:lnTo>
                    <a:pt x="8176" y="15292"/>
                  </a:lnTo>
                  <a:lnTo>
                    <a:pt x="16868" y="14345"/>
                  </a:lnTo>
                  <a:lnTo>
                    <a:pt x="17364" y="15403"/>
                  </a:lnTo>
                  <a:lnTo>
                    <a:pt x="22710" y="26797"/>
                  </a:lnTo>
                  <a:lnTo>
                    <a:pt x="28338" y="25123"/>
                  </a:lnTo>
                  <a:lnTo>
                    <a:pt x="31188" y="32623"/>
                  </a:lnTo>
                  <a:lnTo>
                    <a:pt x="33040" y="32477"/>
                  </a:lnTo>
                  <a:lnTo>
                    <a:pt x="36175" y="42891"/>
                  </a:lnTo>
                  <a:lnTo>
                    <a:pt x="40022" y="45148"/>
                  </a:lnTo>
                  <a:lnTo>
                    <a:pt x="46790" y="43910"/>
                  </a:lnTo>
                  <a:lnTo>
                    <a:pt x="46077" y="40997"/>
                  </a:lnTo>
                  <a:lnTo>
                    <a:pt x="49782" y="40269"/>
                  </a:lnTo>
                  <a:lnTo>
                    <a:pt x="48856" y="36555"/>
                  </a:lnTo>
                  <a:lnTo>
                    <a:pt x="56835" y="34662"/>
                  </a:lnTo>
                  <a:lnTo>
                    <a:pt x="58616" y="40852"/>
                  </a:lnTo>
                  <a:lnTo>
                    <a:pt x="65170" y="39759"/>
                  </a:lnTo>
                  <a:lnTo>
                    <a:pt x="64529" y="36191"/>
                  </a:lnTo>
                  <a:lnTo>
                    <a:pt x="74931" y="31676"/>
                  </a:lnTo>
                  <a:lnTo>
                    <a:pt x="77068" y="40415"/>
                  </a:lnTo>
                  <a:lnTo>
                    <a:pt x="92741" y="37065"/>
                  </a:lnTo>
                  <a:lnTo>
                    <a:pt x="91530" y="30948"/>
                  </a:lnTo>
                  <a:lnTo>
                    <a:pt x="113900" y="26215"/>
                  </a:lnTo>
                  <a:lnTo>
                    <a:pt x="114898" y="28691"/>
                  </a:lnTo>
                  <a:lnTo>
                    <a:pt x="127294" y="26506"/>
                  </a:lnTo>
                  <a:lnTo>
                    <a:pt x="126724" y="23593"/>
                  </a:lnTo>
                  <a:lnTo>
                    <a:pt x="135700" y="19879"/>
                  </a:lnTo>
                  <a:lnTo>
                    <a:pt x="132566" y="6917"/>
                  </a:lnTo>
                  <a:lnTo>
                    <a:pt x="143608" y="4223"/>
                  </a:lnTo>
                  <a:lnTo>
                    <a:pt x="148453" y="22647"/>
                  </a:lnTo>
                  <a:lnTo>
                    <a:pt x="155078" y="21263"/>
                  </a:lnTo>
                  <a:lnTo>
                    <a:pt x="153939" y="12233"/>
                  </a:lnTo>
                  <a:lnTo>
                    <a:pt x="166050" y="10923"/>
                  </a:lnTo>
                  <a:lnTo>
                    <a:pt x="165694" y="5461"/>
                  </a:lnTo>
                  <a:lnTo>
                    <a:pt x="176095" y="4733"/>
                  </a:lnTo>
                  <a:lnTo>
                    <a:pt x="178090" y="21554"/>
                  </a:lnTo>
                  <a:lnTo>
                    <a:pt x="213996" y="18714"/>
                  </a:lnTo>
                  <a:lnTo>
                    <a:pt x="216418" y="32477"/>
                  </a:lnTo>
                  <a:lnTo>
                    <a:pt x="273056" y="14345"/>
                  </a:lnTo>
                  <a:lnTo>
                    <a:pt x="273056" y="0"/>
                  </a:lnTo>
                  <a:lnTo>
                    <a:pt x="285025" y="11942"/>
                  </a:lnTo>
                  <a:lnTo>
                    <a:pt x="284027" y="16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945010" y="3008702"/>
              <a:ext cx="133337" cy="107942"/>
            </a:xfrm>
            <a:custGeom>
              <a:avLst/>
              <a:pathLst>
                <a:path w="133337" h="107942">
                  <a:moveTo>
                    <a:pt x="67098" y="22530"/>
                  </a:moveTo>
                  <a:lnTo>
                    <a:pt x="67197" y="23935"/>
                  </a:lnTo>
                  <a:lnTo>
                    <a:pt x="71295" y="23613"/>
                  </a:lnTo>
                  <a:lnTo>
                    <a:pt x="77251" y="23146"/>
                  </a:lnTo>
                  <a:lnTo>
                    <a:pt x="78817" y="23023"/>
                  </a:lnTo>
                  <a:lnTo>
                    <a:pt x="84146" y="22569"/>
                  </a:lnTo>
                  <a:lnTo>
                    <a:pt x="86581" y="22361"/>
                  </a:lnTo>
                  <a:lnTo>
                    <a:pt x="86905" y="26039"/>
                  </a:lnTo>
                  <a:lnTo>
                    <a:pt x="93973" y="26991"/>
                  </a:lnTo>
                  <a:lnTo>
                    <a:pt x="93479" y="30933"/>
                  </a:lnTo>
                  <a:lnTo>
                    <a:pt x="93405" y="31378"/>
                  </a:lnTo>
                  <a:lnTo>
                    <a:pt x="92260" y="38316"/>
                  </a:lnTo>
                  <a:lnTo>
                    <a:pt x="91395" y="43562"/>
                  </a:lnTo>
                  <a:lnTo>
                    <a:pt x="90775" y="47303"/>
                  </a:lnTo>
                  <a:lnTo>
                    <a:pt x="89964" y="50196"/>
                  </a:lnTo>
                  <a:lnTo>
                    <a:pt x="85162" y="46953"/>
                  </a:lnTo>
                  <a:lnTo>
                    <a:pt x="84644" y="46604"/>
                  </a:lnTo>
                  <a:lnTo>
                    <a:pt x="81844" y="46729"/>
                  </a:lnTo>
                  <a:lnTo>
                    <a:pt x="81242" y="46756"/>
                  </a:lnTo>
                  <a:lnTo>
                    <a:pt x="79997" y="47111"/>
                  </a:lnTo>
                  <a:lnTo>
                    <a:pt x="78675" y="47487"/>
                  </a:lnTo>
                  <a:lnTo>
                    <a:pt x="78035" y="47760"/>
                  </a:lnTo>
                  <a:lnTo>
                    <a:pt x="76418" y="48449"/>
                  </a:lnTo>
                  <a:lnTo>
                    <a:pt x="74654" y="49216"/>
                  </a:lnTo>
                  <a:lnTo>
                    <a:pt x="74046" y="49481"/>
                  </a:lnTo>
                  <a:lnTo>
                    <a:pt x="72714" y="50060"/>
                  </a:lnTo>
                  <a:lnTo>
                    <a:pt x="79382" y="57284"/>
                  </a:lnTo>
                  <a:lnTo>
                    <a:pt x="80983" y="61162"/>
                  </a:lnTo>
                  <a:lnTo>
                    <a:pt x="82038" y="60791"/>
                  </a:lnTo>
                  <a:lnTo>
                    <a:pt x="82339" y="60799"/>
                  </a:lnTo>
                  <a:lnTo>
                    <a:pt x="83420" y="60830"/>
                  </a:lnTo>
                  <a:lnTo>
                    <a:pt x="85891" y="62151"/>
                  </a:lnTo>
                  <a:lnTo>
                    <a:pt x="88698" y="64182"/>
                  </a:lnTo>
                  <a:lnTo>
                    <a:pt x="91747" y="65842"/>
                  </a:lnTo>
                  <a:lnTo>
                    <a:pt x="95071" y="66981"/>
                  </a:lnTo>
                  <a:lnTo>
                    <a:pt x="96590" y="67354"/>
                  </a:lnTo>
                  <a:lnTo>
                    <a:pt x="96995" y="66616"/>
                  </a:lnTo>
                  <a:lnTo>
                    <a:pt x="98202" y="64413"/>
                  </a:lnTo>
                  <a:lnTo>
                    <a:pt x="100672" y="60966"/>
                  </a:lnTo>
                  <a:lnTo>
                    <a:pt x="102381" y="61549"/>
                  </a:lnTo>
                  <a:lnTo>
                    <a:pt x="104091" y="63491"/>
                  </a:lnTo>
                  <a:lnTo>
                    <a:pt x="106704" y="67326"/>
                  </a:lnTo>
                  <a:lnTo>
                    <a:pt x="107796" y="67569"/>
                  </a:lnTo>
                  <a:lnTo>
                    <a:pt x="109506" y="66598"/>
                  </a:lnTo>
                  <a:lnTo>
                    <a:pt x="115052" y="69314"/>
                  </a:lnTo>
                  <a:lnTo>
                    <a:pt x="124563" y="69906"/>
                  </a:lnTo>
                  <a:lnTo>
                    <a:pt x="124725" y="65946"/>
                  </a:lnTo>
                  <a:lnTo>
                    <a:pt x="124793" y="64303"/>
                  </a:lnTo>
                  <a:lnTo>
                    <a:pt x="125297" y="57377"/>
                  </a:lnTo>
                  <a:lnTo>
                    <a:pt x="125386" y="56147"/>
                  </a:lnTo>
                  <a:lnTo>
                    <a:pt x="125425" y="55525"/>
                  </a:lnTo>
                  <a:lnTo>
                    <a:pt x="125487" y="54531"/>
                  </a:lnTo>
                  <a:lnTo>
                    <a:pt x="126317" y="42086"/>
                  </a:lnTo>
                  <a:lnTo>
                    <a:pt x="127725" y="41280"/>
                  </a:lnTo>
                  <a:lnTo>
                    <a:pt x="130307" y="44313"/>
                  </a:lnTo>
                  <a:lnTo>
                    <a:pt x="133337" y="45946"/>
                  </a:lnTo>
                  <a:lnTo>
                    <a:pt x="132570" y="53796"/>
                  </a:lnTo>
                  <a:lnTo>
                    <a:pt x="132684" y="61632"/>
                  </a:lnTo>
                  <a:lnTo>
                    <a:pt x="132684" y="72322"/>
                  </a:lnTo>
                  <a:lnTo>
                    <a:pt x="132140" y="76268"/>
                  </a:lnTo>
                  <a:lnTo>
                    <a:pt x="132058" y="76866"/>
                  </a:lnTo>
                  <a:lnTo>
                    <a:pt x="129411" y="82190"/>
                  </a:lnTo>
                  <a:lnTo>
                    <a:pt x="129199" y="82616"/>
                  </a:lnTo>
                  <a:lnTo>
                    <a:pt x="126214" y="87571"/>
                  </a:lnTo>
                  <a:lnTo>
                    <a:pt x="125840" y="87302"/>
                  </a:lnTo>
                  <a:lnTo>
                    <a:pt x="123253" y="91409"/>
                  </a:lnTo>
                  <a:lnTo>
                    <a:pt x="122486" y="92627"/>
                  </a:lnTo>
                  <a:lnTo>
                    <a:pt x="119211" y="97828"/>
                  </a:lnTo>
                  <a:lnTo>
                    <a:pt x="114233" y="96198"/>
                  </a:lnTo>
                  <a:lnTo>
                    <a:pt x="105964" y="95364"/>
                  </a:lnTo>
                  <a:lnTo>
                    <a:pt x="101608" y="94924"/>
                  </a:lnTo>
                  <a:lnTo>
                    <a:pt x="100873" y="94850"/>
                  </a:lnTo>
                  <a:lnTo>
                    <a:pt x="94939" y="93813"/>
                  </a:lnTo>
                  <a:lnTo>
                    <a:pt x="88510" y="93440"/>
                  </a:lnTo>
                  <a:lnTo>
                    <a:pt x="85090" y="93347"/>
                  </a:lnTo>
                  <a:lnTo>
                    <a:pt x="82183" y="93838"/>
                  </a:lnTo>
                  <a:lnTo>
                    <a:pt x="82170" y="92705"/>
                  </a:lnTo>
                  <a:lnTo>
                    <a:pt x="82139" y="91797"/>
                  </a:lnTo>
                  <a:lnTo>
                    <a:pt x="81920" y="85328"/>
                  </a:lnTo>
                  <a:lnTo>
                    <a:pt x="76752" y="84501"/>
                  </a:lnTo>
                  <a:lnTo>
                    <a:pt x="76913" y="83711"/>
                  </a:lnTo>
                  <a:lnTo>
                    <a:pt x="75261" y="83921"/>
                  </a:lnTo>
                  <a:lnTo>
                    <a:pt x="74968" y="83958"/>
                  </a:lnTo>
                  <a:lnTo>
                    <a:pt x="72324" y="84294"/>
                  </a:lnTo>
                  <a:lnTo>
                    <a:pt x="68425" y="84789"/>
                  </a:lnTo>
                  <a:lnTo>
                    <a:pt x="67255" y="84937"/>
                  </a:lnTo>
                  <a:lnTo>
                    <a:pt x="66438" y="85041"/>
                  </a:lnTo>
                  <a:lnTo>
                    <a:pt x="60824" y="86643"/>
                  </a:lnTo>
                  <a:lnTo>
                    <a:pt x="55233" y="87676"/>
                  </a:lnTo>
                  <a:lnTo>
                    <a:pt x="49190" y="89290"/>
                  </a:lnTo>
                  <a:lnTo>
                    <a:pt x="45438" y="89970"/>
                  </a:lnTo>
                  <a:lnTo>
                    <a:pt x="45504" y="91009"/>
                  </a:lnTo>
                  <a:lnTo>
                    <a:pt x="45504" y="102971"/>
                  </a:lnTo>
                  <a:lnTo>
                    <a:pt x="45212" y="105802"/>
                  </a:lnTo>
                  <a:lnTo>
                    <a:pt x="43560" y="105921"/>
                  </a:lnTo>
                  <a:lnTo>
                    <a:pt x="41248" y="101340"/>
                  </a:lnTo>
                  <a:lnTo>
                    <a:pt x="35967" y="102738"/>
                  </a:lnTo>
                  <a:lnTo>
                    <a:pt x="30838" y="104718"/>
                  </a:lnTo>
                  <a:lnTo>
                    <a:pt x="30458" y="107126"/>
                  </a:lnTo>
                  <a:lnTo>
                    <a:pt x="20997" y="107942"/>
                  </a:lnTo>
                  <a:lnTo>
                    <a:pt x="8465" y="107282"/>
                  </a:lnTo>
                  <a:lnTo>
                    <a:pt x="8479" y="105560"/>
                  </a:lnTo>
                  <a:lnTo>
                    <a:pt x="8512" y="101408"/>
                  </a:lnTo>
                  <a:lnTo>
                    <a:pt x="8405" y="101064"/>
                  </a:lnTo>
                  <a:lnTo>
                    <a:pt x="8233" y="100511"/>
                  </a:lnTo>
                  <a:lnTo>
                    <a:pt x="8138" y="95317"/>
                  </a:lnTo>
                  <a:lnTo>
                    <a:pt x="0" y="94737"/>
                  </a:lnTo>
                  <a:lnTo>
                    <a:pt x="86" y="79990"/>
                  </a:lnTo>
                  <a:lnTo>
                    <a:pt x="1443" y="77565"/>
                  </a:lnTo>
                  <a:lnTo>
                    <a:pt x="3626" y="73665"/>
                  </a:lnTo>
                  <a:lnTo>
                    <a:pt x="11130" y="74150"/>
                  </a:lnTo>
                  <a:lnTo>
                    <a:pt x="22317" y="68106"/>
                  </a:lnTo>
                  <a:lnTo>
                    <a:pt x="23395" y="67523"/>
                  </a:lnTo>
                  <a:lnTo>
                    <a:pt x="34211" y="61678"/>
                  </a:lnTo>
                  <a:lnTo>
                    <a:pt x="35993" y="60715"/>
                  </a:lnTo>
                  <a:lnTo>
                    <a:pt x="35086" y="58701"/>
                  </a:lnTo>
                  <a:lnTo>
                    <a:pt x="32687" y="53375"/>
                  </a:lnTo>
                  <a:lnTo>
                    <a:pt x="38330" y="49632"/>
                  </a:lnTo>
                  <a:lnTo>
                    <a:pt x="39404" y="48919"/>
                  </a:lnTo>
                  <a:lnTo>
                    <a:pt x="49246" y="42390"/>
                  </a:lnTo>
                  <a:lnTo>
                    <a:pt x="48540" y="36539"/>
                  </a:lnTo>
                  <a:lnTo>
                    <a:pt x="41894" y="32245"/>
                  </a:lnTo>
                  <a:lnTo>
                    <a:pt x="31022" y="19297"/>
                  </a:lnTo>
                  <a:lnTo>
                    <a:pt x="30034" y="18121"/>
                  </a:lnTo>
                  <a:lnTo>
                    <a:pt x="21673" y="0"/>
                  </a:lnTo>
                  <a:lnTo>
                    <a:pt x="29484" y="4156"/>
                  </a:lnTo>
                  <a:lnTo>
                    <a:pt x="42007" y="10819"/>
                  </a:lnTo>
                  <a:lnTo>
                    <a:pt x="66280" y="14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12833" y="2968942"/>
              <a:ext cx="135188" cy="66475"/>
            </a:xfrm>
            <a:custGeom>
              <a:avLst/>
              <a:pathLst>
                <a:path w="135188" h="66475">
                  <a:moveTo>
                    <a:pt x="45024" y="12853"/>
                  </a:moveTo>
                  <a:lnTo>
                    <a:pt x="46620" y="21824"/>
                  </a:lnTo>
                  <a:lnTo>
                    <a:pt x="48899" y="21183"/>
                  </a:lnTo>
                  <a:lnTo>
                    <a:pt x="49583" y="18562"/>
                  </a:lnTo>
                  <a:lnTo>
                    <a:pt x="53332" y="9167"/>
                  </a:lnTo>
                  <a:lnTo>
                    <a:pt x="56404" y="6517"/>
                  </a:lnTo>
                  <a:lnTo>
                    <a:pt x="59557" y="4231"/>
                  </a:lnTo>
                  <a:lnTo>
                    <a:pt x="60640" y="5519"/>
                  </a:lnTo>
                  <a:lnTo>
                    <a:pt x="62637" y="7896"/>
                  </a:lnTo>
                  <a:lnTo>
                    <a:pt x="61087" y="9767"/>
                  </a:lnTo>
                  <a:lnTo>
                    <a:pt x="62759" y="11243"/>
                  </a:lnTo>
                  <a:lnTo>
                    <a:pt x="63671" y="13030"/>
                  </a:lnTo>
                  <a:lnTo>
                    <a:pt x="66787" y="13651"/>
                  </a:lnTo>
                  <a:lnTo>
                    <a:pt x="69132" y="12445"/>
                  </a:lnTo>
                  <a:lnTo>
                    <a:pt x="71697" y="11280"/>
                  </a:lnTo>
                  <a:lnTo>
                    <a:pt x="73179" y="10756"/>
                  </a:lnTo>
                  <a:lnTo>
                    <a:pt x="75345" y="9882"/>
                  </a:lnTo>
                  <a:lnTo>
                    <a:pt x="76143" y="12853"/>
                  </a:lnTo>
                  <a:lnTo>
                    <a:pt x="73091" y="16730"/>
                  </a:lnTo>
                  <a:lnTo>
                    <a:pt x="80094" y="13407"/>
                  </a:lnTo>
                  <a:lnTo>
                    <a:pt x="88762" y="27728"/>
                  </a:lnTo>
                  <a:lnTo>
                    <a:pt x="100373" y="23810"/>
                  </a:lnTo>
                  <a:lnTo>
                    <a:pt x="99527" y="19980"/>
                  </a:lnTo>
                  <a:lnTo>
                    <a:pt x="100880" y="19731"/>
                  </a:lnTo>
                  <a:lnTo>
                    <a:pt x="110015" y="18050"/>
                  </a:lnTo>
                  <a:lnTo>
                    <a:pt x="109634" y="15863"/>
                  </a:lnTo>
                  <a:lnTo>
                    <a:pt x="115106" y="13776"/>
                  </a:lnTo>
                  <a:lnTo>
                    <a:pt x="123077" y="10737"/>
                  </a:lnTo>
                  <a:lnTo>
                    <a:pt x="135188" y="14620"/>
                  </a:lnTo>
                  <a:lnTo>
                    <a:pt x="129987" y="28341"/>
                  </a:lnTo>
                  <a:lnTo>
                    <a:pt x="119012" y="45968"/>
                  </a:lnTo>
                  <a:lnTo>
                    <a:pt x="117254" y="48153"/>
                  </a:lnTo>
                  <a:lnTo>
                    <a:pt x="115703" y="50548"/>
                  </a:lnTo>
                  <a:lnTo>
                    <a:pt x="115323" y="49480"/>
                  </a:lnTo>
                  <a:lnTo>
                    <a:pt x="115940" y="47441"/>
                  </a:lnTo>
                  <a:lnTo>
                    <a:pt x="117365" y="43800"/>
                  </a:lnTo>
                  <a:lnTo>
                    <a:pt x="117888" y="41567"/>
                  </a:lnTo>
                  <a:lnTo>
                    <a:pt x="117935" y="39625"/>
                  </a:lnTo>
                  <a:lnTo>
                    <a:pt x="117033" y="37829"/>
                  </a:lnTo>
                  <a:lnTo>
                    <a:pt x="115740" y="36686"/>
                  </a:lnTo>
                  <a:lnTo>
                    <a:pt x="108137" y="43723"/>
                  </a:lnTo>
                  <a:lnTo>
                    <a:pt x="105238" y="46618"/>
                  </a:lnTo>
                  <a:lnTo>
                    <a:pt x="103921" y="47934"/>
                  </a:lnTo>
                  <a:lnTo>
                    <a:pt x="102343" y="49510"/>
                  </a:lnTo>
                  <a:lnTo>
                    <a:pt x="101807" y="49085"/>
                  </a:lnTo>
                  <a:lnTo>
                    <a:pt x="101448" y="48800"/>
                  </a:lnTo>
                  <a:lnTo>
                    <a:pt x="95777" y="44941"/>
                  </a:lnTo>
                  <a:lnTo>
                    <a:pt x="92348" y="46713"/>
                  </a:lnTo>
                  <a:lnTo>
                    <a:pt x="88358" y="47334"/>
                  </a:lnTo>
                  <a:lnTo>
                    <a:pt x="86664" y="47381"/>
                  </a:lnTo>
                  <a:lnTo>
                    <a:pt x="85547" y="47412"/>
                  </a:lnTo>
                  <a:lnTo>
                    <a:pt x="82870" y="45967"/>
                  </a:lnTo>
                  <a:lnTo>
                    <a:pt x="80797" y="44848"/>
                  </a:lnTo>
                  <a:lnTo>
                    <a:pt x="78333" y="43591"/>
                  </a:lnTo>
                  <a:lnTo>
                    <a:pt x="77495" y="43610"/>
                  </a:lnTo>
                  <a:lnTo>
                    <a:pt x="75241" y="43661"/>
                  </a:lnTo>
                  <a:lnTo>
                    <a:pt x="72337" y="43868"/>
                  </a:lnTo>
                  <a:lnTo>
                    <a:pt x="70473" y="43910"/>
                  </a:lnTo>
                  <a:lnTo>
                    <a:pt x="69405" y="44214"/>
                  </a:lnTo>
                  <a:lnTo>
                    <a:pt x="66845" y="44030"/>
                  </a:lnTo>
                  <a:lnTo>
                    <a:pt x="66267" y="43989"/>
                  </a:lnTo>
                  <a:lnTo>
                    <a:pt x="65826" y="43958"/>
                  </a:lnTo>
                  <a:lnTo>
                    <a:pt x="65400" y="43928"/>
                  </a:lnTo>
                  <a:lnTo>
                    <a:pt x="65188" y="43933"/>
                  </a:lnTo>
                  <a:lnTo>
                    <a:pt x="64760" y="43944"/>
                  </a:lnTo>
                  <a:lnTo>
                    <a:pt x="60756" y="44747"/>
                  </a:lnTo>
                  <a:lnTo>
                    <a:pt x="59738" y="44951"/>
                  </a:lnTo>
                  <a:lnTo>
                    <a:pt x="58338" y="45232"/>
                  </a:lnTo>
                  <a:lnTo>
                    <a:pt x="55476" y="46252"/>
                  </a:lnTo>
                  <a:lnTo>
                    <a:pt x="54310" y="46667"/>
                  </a:lnTo>
                  <a:lnTo>
                    <a:pt x="48934" y="48582"/>
                  </a:lnTo>
                  <a:lnTo>
                    <a:pt x="46419" y="49677"/>
                  </a:lnTo>
                  <a:lnTo>
                    <a:pt x="45055" y="50271"/>
                  </a:lnTo>
                  <a:lnTo>
                    <a:pt x="40231" y="52655"/>
                  </a:lnTo>
                  <a:lnTo>
                    <a:pt x="37596" y="54305"/>
                  </a:lnTo>
                  <a:lnTo>
                    <a:pt x="36808" y="55171"/>
                  </a:lnTo>
                  <a:lnTo>
                    <a:pt x="33128" y="63486"/>
                  </a:lnTo>
                  <a:lnTo>
                    <a:pt x="32983" y="63814"/>
                  </a:lnTo>
                  <a:lnTo>
                    <a:pt x="26831" y="61290"/>
                  </a:lnTo>
                  <a:lnTo>
                    <a:pt x="26196" y="61029"/>
                  </a:lnTo>
                  <a:lnTo>
                    <a:pt x="20639" y="58903"/>
                  </a:lnTo>
                  <a:lnTo>
                    <a:pt x="20323" y="59535"/>
                  </a:lnTo>
                  <a:lnTo>
                    <a:pt x="17702" y="65673"/>
                  </a:lnTo>
                  <a:lnTo>
                    <a:pt x="17359" y="66475"/>
                  </a:lnTo>
                  <a:lnTo>
                    <a:pt x="16428" y="65827"/>
                  </a:lnTo>
                  <a:lnTo>
                    <a:pt x="14214" y="64388"/>
                  </a:lnTo>
                  <a:lnTo>
                    <a:pt x="4982" y="58387"/>
                  </a:lnTo>
                  <a:lnTo>
                    <a:pt x="3818" y="57721"/>
                  </a:lnTo>
                  <a:lnTo>
                    <a:pt x="4025" y="57408"/>
                  </a:lnTo>
                  <a:lnTo>
                    <a:pt x="4279" y="56990"/>
                  </a:lnTo>
                  <a:lnTo>
                    <a:pt x="5248" y="55394"/>
                  </a:lnTo>
                  <a:lnTo>
                    <a:pt x="7098" y="52348"/>
                  </a:lnTo>
                  <a:lnTo>
                    <a:pt x="12855" y="42864"/>
                  </a:lnTo>
                  <a:lnTo>
                    <a:pt x="16488" y="36880"/>
                  </a:lnTo>
                  <a:lnTo>
                    <a:pt x="18290" y="33913"/>
                  </a:lnTo>
                  <a:lnTo>
                    <a:pt x="17298" y="33355"/>
                  </a:lnTo>
                  <a:lnTo>
                    <a:pt x="15087" y="31983"/>
                  </a:lnTo>
                  <a:lnTo>
                    <a:pt x="14593" y="31677"/>
                  </a:lnTo>
                  <a:lnTo>
                    <a:pt x="12270" y="30236"/>
                  </a:lnTo>
                  <a:lnTo>
                    <a:pt x="11465" y="29727"/>
                  </a:lnTo>
                  <a:lnTo>
                    <a:pt x="10727" y="29291"/>
                  </a:lnTo>
                  <a:lnTo>
                    <a:pt x="10372" y="29082"/>
                  </a:lnTo>
                  <a:lnTo>
                    <a:pt x="8567" y="28018"/>
                  </a:lnTo>
                  <a:lnTo>
                    <a:pt x="7762" y="27543"/>
                  </a:lnTo>
                  <a:lnTo>
                    <a:pt x="5547" y="26228"/>
                  </a:lnTo>
                  <a:lnTo>
                    <a:pt x="4938" y="25823"/>
                  </a:lnTo>
                  <a:lnTo>
                    <a:pt x="4595" y="25595"/>
                  </a:lnTo>
                  <a:lnTo>
                    <a:pt x="3395" y="24797"/>
                  </a:lnTo>
                  <a:lnTo>
                    <a:pt x="2423" y="23463"/>
                  </a:lnTo>
                  <a:lnTo>
                    <a:pt x="1397" y="22046"/>
                  </a:lnTo>
                  <a:lnTo>
                    <a:pt x="1172" y="21806"/>
                  </a:lnTo>
                  <a:lnTo>
                    <a:pt x="0" y="20560"/>
                  </a:lnTo>
                  <a:lnTo>
                    <a:pt x="1905" y="19884"/>
                  </a:lnTo>
                  <a:lnTo>
                    <a:pt x="2568" y="19650"/>
                  </a:lnTo>
                  <a:lnTo>
                    <a:pt x="4151" y="18871"/>
                  </a:lnTo>
                  <a:lnTo>
                    <a:pt x="4847" y="18529"/>
                  </a:lnTo>
                  <a:lnTo>
                    <a:pt x="6410" y="17295"/>
                  </a:lnTo>
                  <a:lnTo>
                    <a:pt x="7139" y="16871"/>
                  </a:lnTo>
                  <a:lnTo>
                    <a:pt x="9149" y="15700"/>
                  </a:lnTo>
                  <a:lnTo>
                    <a:pt x="10516" y="14903"/>
                  </a:lnTo>
                  <a:lnTo>
                    <a:pt x="12473" y="13952"/>
                  </a:lnTo>
                  <a:lnTo>
                    <a:pt x="13806" y="12720"/>
                  </a:lnTo>
                  <a:lnTo>
                    <a:pt x="14917" y="11290"/>
                  </a:lnTo>
                  <a:lnTo>
                    <a:pt x="16666" y="9039"/>
                  </a:lnTo>
                  <a:lnTo>
                    <a:pt x="21269" y="4573"/>
                  </a:lnTo>
                  <a:lnTo>
                    <a:pt x="27187" y="0"/>
                  </a:lnTo>
                  <a:lnTo>
                    <a:pt x="29700" y="851"/>
                  </a:lnTo>
                  <a:lnTo>
                    <a:pt x="34087" y="3098"/>
                  </a:lnTo>
                  <a:lnTo>
                    <a:pt x="39461" y="5850"/>
                  </a:lnTo>
                  <a:lnTo>
                    <a:pt x="40076" y="6154"/>
                  </a:lnTo>
                  <a:lnTo>
                    <a:pt x="43770" y="8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46703" y="2560238"/>
              <a:ext cx="113252" cy="145955"/>
            </a:xfrm>
            <a:custGeom>
              <a:avLst/>
              <a:pathLst>
                <a:path w="113252" h="145955">
                  <a:moveTo>
                    <a:pt x="24610" y="22212"/>
                  </a:moveTo>
                  <a:lnTo>
                    <a:pt x="27215" y="23851"/>
                  </a:lnTo>
                  <a:lnTo>
                    <a:pt x="27733" y="22527"/>
                  </a:lnTo>
                  <a:lnTo>
                    <a:pt x="29191" y="18802"/>
                  </a:lnTo>
                  <a:lnTo>
                    <a:pt x="31506" y="19321"/>
                  </a:lnTo>
                  <a:lnTo>
                    <a:pt x="39602" y="21133"/>
                  </a:lnTo>
                  <a:lnTo>
                    <a:pt x="44085" y="24084"/>
                  </a:lnTo>
                  <a:lnTo>
                    <a:pt x="46365" y="34959"/>
                  </a:lnTo>
                  <a:lnTo>
                    <a:pt x="56852" y="23463"/>
                  </a:lnTo>
                  <a:lnTo>
                    <a:pt x="58828" y="25949"/>
                  </a:lnTo>
                  <a:lnTo>
                    <a:pt x="61791" y="19268"/>
                  </a:lnTo>
                  <a:lnTo>
                    <a:pt x="74861" y="29491"/>
                  </a:lnTo>
                  <a:lnTo>
                    <a:pt x="70582" y="37651"/>
                  </a:lnTo>
                  <a:lnTo>
                    <a:pt x="70918" y="38006"/>
                  </a:lnTo>
                  <a:lnTo>
                    <a:pt x="72305" y="39474"/>
                  </a:lnTo>
                  <a:lnTo>
                    <a:pt x="72805" y="40034"/>
                  </a:lnTo>
                  <a:lnTo>
                    <a:pt x="73183" y="40458"/>
                  </a:lnTo>
                  <a:lnTo>
                    <a:pt x="74610" y="42059"/>
                  </a:lnTo>
                  <a:lnTo>
                    <a:pt x="74837" y="42313"/>
                  </a:lnTo>
                  <a:lnTo>
                    <a:pt x="76024" y="43644"/>
                  </a:lnTo>
                  <a:lnTo>
                    <a:pt x="76299" y="43953"/>
                  </a:lnTo>
                  <a:lnTo>
                    <a:pt x="76518" y="44197"/>
                  </a:lnTo>
                  <a:lnTo>
                    <a:pt x="76703" y="44406"/>
                  </a:lnTo>
                  <a:lnTo>
                    <a:pt x="78166" y="46045"/>
                  </a:lnTo>
                  <a:lnTo>
                    <a:pt x="78843" y="46805"/>
                  </a:lnTo>
                  <a:lnTo>
                    <a:pt x="79163" y="47164"/>
                  </a:lnTo>
                  <a:lnTo>
                    <a:pt x="78761" y="47468"/>
                  </a:lnTo>
                  <a:lnTo>
                    <a:pt x="77837" y="48087"/>
                  </a:lnTo>
                  <a:lnTo>
                    <a:pt x="77377" y="48394"/>
                  </a:lnTo>
                  <a:lnTo>
                    <a:pt x="77234" y="48490"/>
                  </a:lnTo>
                  <a:lnTo>
                    <a:pt x="76857" y="48752"/>
                  </a:lnTo>
                  <a:lnTo>
                    <a:pt x="76475" y="49017"/>
                  </a:lnTo>
                  <a:lnTo>
                    <a:pt x="75530" y="49674"/>
                  </a:lnTo>
                  <a:lnTo>
                    <a:pt x="75212" y="49895"/>
                  </a:lnTo>
                  <a:lnTo>
                    <a:pt x="74364" y="50485"/>
                  </a:lnTo>
                  <a:lnTo>
                    <a:pt x="73842" y="50848"/>
                  </a:lnTo>
                  <a:lnTo>
                    <a:pt x="72922" y="51488"/>
                  </a:lnTo>
                  <a:lnTo>
                    <a:pt x="72510" y="51774"/>
                  </a:lnTo>
                  <a:lnTo>
                    <a:pt x="71462" y="52502"/>
                  </a:lnTo>
                  <a:lnTo>
                    <a:pt x="71183" y="52696"/>
                  </a:lnTo>
                  <a:lnTo>
                    <a:pt x="70969" y="52845"/>
                  </a:lnTo>
                  <a:lnTo>
                    <a:pt x="70635" y="53044"/>
                  </a:lnTo>
                  <a:lnTo>
                    <a:pt x="70013" y="53414"/>
                  </a:lnTo>
                  <a:lnTo>
                    <a:pt x="69759" y="53624"/>
                  </a:lnTo>
                  <a:lnTo>
                    <a:pt x="69613" y="53746"/>
                  </a:lnTo>
                  <a:lnTo>
                    <a:pt x="61610" y="60364"/>
                  </a:lnTo>
                  <a:lnTo>
                    <a:pt x="60819" y="61017"/>
                  </a:lnTo>
                  <a:lnTo>
                    <a:pt x="60654" y="61154"/>
                  </a:lnTo>
                  <a:lnTo>
                    <a:pt x="59693" y="61949"/>
                  </a:lnTo>
                  <a:lnTo>
                    <a:pt x="59371" y="62216"/>
                  </a:lnTo>
                  <a:lnTo>
                    <a:pt x="58957" y="62597"/>
                  </a:lnTo>
                  <a:lnTo>
                    <a:pt x="58797" y="62745"/>
                  </a:lnTo>
                  <a:lnTo>
                    <a:pt x="59943" y="64063"/>
                  </a:lnTo>
                  <a:lnTo>
                    <a:pt x="60441" y="64635"/>
                  </a:lnTo>
                  <a:lnTo>
                    <a:pt x="60787" y="65033"/>
                  </a:lnTo>
                  <a:lnTo>
                    <a:pt x="61607" y="65975"/>
                  </a:lnTo>
                  <a:lnTo>
                    <a:pt x="61742" y="66130"/>
                  </a:lnTo>
                  <a:lnTo>
                    <a:pt x="62132" y="67070"/>
                  </a:lnTo>
                  <a:lnTo>
                    <a:pt x="62292" y="67456"/>
                  </a:lnTo>
                  <a:lnTo>
                    <a:pt x="62475" y="67896"/>
                  </a:lnTo>
                  <a:lnTo>
                    <a:pt x="62561" y="68103"/>
                  </a:lnTo>
                  <a:lnTo>
                    <a:pt x="62769" y="68603"/>
                  </a:lnTo>
                  <a:lnTo>
                    <a:pt x="62983" y="69119"/>
                  </a:lnTo>
                  <a:lnTo>
                    <a:pt x="63640" y="70703"/>
                  </a:lnTo>
                  <a:lnTo>
                    <a:pt x="63781" y="71034"/>
                  </a:lnTo>
                  <a:lnTo>
                    <a:pt x="64065" y="71681"/>
                  </a:lnTo>
                  <a:lnTo>
                    <a:pt x="64181" y="71945"/>
                  </a:lnTo>
                  <a:lnTo>
                    <a:pt x="64728" y="72867"/>
                  </a:lnTo>
                  <a:lnTo>
                    <a:pt x="65205" y="73672"/>
                  </a:lnTo>
                  <a:lnTo>
                    <a:pt x="65301" y="73833"/>
                  </a:lnTo>
                  <a:lnTo>
                    <a:pt x="65804" y="74681"/>
                  </a:lnTo>
                  <a:lnTo>
                    <a:pt x="65961" y="74946"/>
                  </a:lnTo>
                  <a:lnTo>
                    <a:pt x="66613" y="76046"/>
                  </a:lnTo>
                  <a:lnTo>
                    <a:pt x="67723" y="77917"/>
                  </a:lnTo>
                  <a:lnTo>
                    <a:pt x="67927" y="78260"/>
                  </a:lnTo>
                  <a:lnTo>
                    <a:pt x="68328" y="78760"/>
                  </a:lnTo>
                  <a:lnTo>
                    <a:pt x="68739" y="79271"/>
                  </a:lnTo>
                  <a:lnTo>
                    <a:pt x="70240" y="81140"/>
                  </a:lnTo>
                  <a:lnTo>
                    <a:pt x="71041" y="82139"/>
                  </a:lnTo>
                  <a:lnTo>
                    <a:pt x="72047" y="83391"/>
                  </a:lnTo>
                  <a:lnTo>
                    <a:pt x="72437" y="83876"/>
                  </a:lnTo>
                  <a:lnTo>
                    <a:pt x="72799" y="84328"/>
                  </a:lnTo>
                  <a:lnTo>
                    <a:pt x="73144" y="84747"/>
                  </a:lnTo>
                  <a:lnTo>
                    <a:pt x="73669" y="85303"/>
                  </a:lnTo>
                  <a:lnTo>
                    <a:pt x="74274" y="85944"/>
                  </a:lnTo>
                  <a:lnTo>
                    <a:pt x="75248" y="86975"/>
                  </a:lnTo>
                  <a:lnTo>
                    <a:pt x="76090" y="87867"/>
                  </a:lnTo>
                  <a:lnTo>
                    <a:pt x="76723" y="88537"/>
                  </a:lnTo>
                  <a:lnTo>
                    <a:pt x="78910" y="90852"/>
                  </a:lnTo>
                  <a:lnTo>
                    <a:pt x="79812" y="91827"/>
                  </a:lnTo>
                  <a:lnTo>
                    <a:pt x="80815" y="93168"/>
                  </a:lnTo>
                  <a:lnTo>
                    <a:pt x="82385" y="95268"/>
                  </a:lnTo>
                  <a:lnTo>
                    <a:pt x="82844" y="95883"/>
                  </a:lnTo>
                  <a:lnTo>
                    <a:pt x="83467" y="96716"/>
                  </a:lnTo>
                  <a:lnTo>
                    <a:pt x="84344" y="97890"/>
                  </a:lnTo>
                  <a:lnTo>
                    <a:pt x="85106" y="98910"/>
                  </a:lnTo>
                  <a:lnTo>
                    <a:pt x="86740" y="102570"/>
                  </a:lnTo>
                  <a:lnTo>
                    <a:pt x="87508" y="104108"/>
                  </a:lnTo>
                  <a:lnTo>
                    <a:pt x="88965" y="107028"/>
                  </a:lnTo>
                  <a:lnTo>
                    <a:pt x="89879" y="108450"/>
                  </a:lnTo>
                  <a:lnTo>
                    <a:pt x="90413" y="109279"/>
                  </a:lnTo>
                  <a:lnTo>
                    <a:pt x="91012" y="110211"/>
                  </a:lnTo>
                  <a:lnTo>
                    <a:pt x="91531" y="111019"/>
                  </a:lnTo>
                  <a:lnTo>
                    <a:pt x="92062" y="111844"/>
                  </a:lnTo>
                  <a:lnTo>
                    <a:pt x="93351" y="112976"/>
                  </a:lnTo>
                  <a:lnTo>
                    <a:pt x="96355" y="115614"/>
                  </a:lnTo>
                  <a:lnTo>
                    <a:pt x="96507" y="115747"/>
                  </a:lnTo>
                  <a:lnTo>
                    <a:pt x="96685" y="115884"/>
                  </a:lnTo>
                  <a:lnTo>
                    <a:pt x="98524" y="117307"/>
                  </a:lnTo>
                  <a:lnTo>
                    <a:pt x="99435" y="118037"/>
                  </a:lnTo>
                  <a:lnTo>
                    <a:pt x="100113" y="118710"/>
                  </a:lnTo>
                  <a:lnTo>
                    <a:pt x="100528" y="119301"/>
                  </a:lnTo>
                  <a:lnTo>
                    <a:pt x="100377" y="119579"/>
                  </a:lnTo>
                  <a:lnTo>
                    <a:pt x="100117" y="120058"/>
                  </a:lnTo>
                  <a:lnTo>
                    <a:pt x="99734" y="120614"/>
                  </a:lnTo>
                  <a:lnTo>
                    <a:pt x="98929" y="121782"/>
                  </a:lnTo>
                  <a:lnTo>
                    <a:pt x="98815" y="121947"/>
                  </a:lnTo>
                  <a:lnTo>
                    <a:pt x="98243" y="122777"/>
                  </a:lnTo>
                  <a:lnTo>
                    <a:pt x="98085" y="123006"/>
                  </a:lnTo>
                  <a:lnTo>
                    <a:pt x="97423" y="123967"/>
                  </a:lnTo>
                  <a:lnTo>
                    <a:pt x="97265" y="124196"/>
                  </a:lnTo>
                  <a:lnTo>
                    <a:pt x="96990" y="124595"/>
                  </a:lnTo>
                  <a:lnTo>
                    <a:pt x="96627" y="125121"/>
                  </a:lnTo>
                  <a:lnTo>
                    <a:pt x="96411" y="125434"/>
                  </a:lnTo>
                  <a:lnTo>
                    <a:pt x="103947" y="130299"/>
                  </a:lnTo>
                  <a:lnTo>
                    <a:pt x="110986" y="134844"/>
                  </a:lnTo>
                  <a:lnTo>
                    <a:pt x="112798" y="136014"/>
                  </a:lnTo>
                  <a:lnTo>
                    <a:pt x="113252" y="136412"/>
                  </a:lnTo>
                  <a:lnTo>
                    <a:pt x="113141" y="136554"/>
                  </a:lnTo>
                  <a:lnTo>
                    <a:pt x="112812" y="136973"/>
                  </a:lnTo>
                  <a:lnTo>
                    <a:pt x="111845" y="138205"/>
                  </a:lnTo>
                  <a:lnTo>
                    <a:pt x="111596" y="138528"/>
                  </a:lnTo>
                  <a:lnTo>
                    <a:pt x="110658" y="139746"/>
                  </a:lnTo>
                  <a:lnTo>
                    <a:pt x="109729" y="140952"/>
                  </a:lnTo>
                  <a:lnTo>
                    <a:pt x="109136" y="141721"/>
                  </a:lnTo>
                  <a:lnTo>
                    <a:pt x="109019" y="141872"/>
                  </a:lnTo>
                  <a:lnTo>
                    <a:pt x="108286" y="142809"/>
                  </a:lnTo>
                  <a:lnTo>
                    <a:pt x="108127" y="142991"/>
                  </a:lnTo>
                  <a:lnTo>
                    <a:pt x="107734" y="143440"/>
                  </a:lnTo>
                  <a:lnTo>
                    <a:pt x="106924" y="142803"/>
                  </a:lnTo>
                  <a:lnTo>
                    <a:pt x="106477" y="142452"/>
                  </a:lnTo>
                  <a:lnTo>
                    <a:pt x="106136" y="142184"/>
                  </a:lnTo>
                  <a:lnTo>
                    <a:pt x="104770" y="141110"/>
                  </a:lnTo>
                  <a:lnTo>
                    <a:pt x="102928" y="139870"/>
                  </a:lnTo>
                  <a:lnTo>
                    <a:pt x="95986" y="135196"/>
                  </a:lnTo>
                  <a:lnTo>
                    <a:pt x="93340" y="137517"/>
                  </a:lnTo>
                  <a:lnTo>
                    <a:pt x="89411" y="140962"/>
                  </a:lnTo>
                  <a:lnTo>
                    <a:pt x="84338" y="145681"/>
                  </a:lnTo>
                  <a:lnTo>
                    <a:pt x="84030" y="145955"/>
                  </a:lnTo>
                  <a:lnTo>
                    <a:pt x="83536" y="145393"/>
                  </a:lnTo>
                  <a:lnTo>
                    <a:pt x="83027" y="144813"/>
                  </a:lnTo>
                  <a:lnTo>
                    <a:pt x="80643" y="142100"/>
                  </a:lnTo>
                  <a:lnTo>
                    <a:pt x="79765" y="141101"/>
                  </a:lnTo>
                  <a:lnTo>
                    <a:pt x="77267" y="138257"/>
                  </a:lnTo>
                  <a:lnTo>
                    <a:pt x="74211" y="136486"/>
                  </a:lnTo>
                  <a:lnTo>
                    <a:pt x="73249" y="135927"/>
                  </a:lnTo>
                  <a:lnTo>
                    <a:pt x="68721" y="133303"/>
                  </a:lnTo>
                  <a:lnTo>
                    <a:pt x="66663" y="132110"/>
                  </a:lnTo>
                  <a:lnTo>
                    <a:pt x="65417" y="131387"/>
                  </a:lnTo>
                  <a:lnTo>
                    <a:pt x="64885" y="131136"/>
                  </a:lnTo>
                  <a:lnTo>
                    <a:pt x="64681" y="131040"/>
                  </a:lnTo>
                  <a:lnTo>
                    <a:pt x="64026" y="130730"/>
                  </a:lnTo>
                  <a:lnTo>
                    <a:pt x="63830" y="130637"/>
                  </a:lnTo>
                  <a:lnTo>
                    <a:pt x="64376" y="129570"/>
                  </a:lnTo>
                  <a:lnTo>
                    <a:pt x="66874" y="125361"/>
                  </a:lnTo>
                  <a:lnTo>
                    <a:pt x="67585" y="124107"/>
                  </a:lnTo>
                  <a:lnTo>
                    <a:pt x="67354" y="123987"/>
                  </a:lnTo>
                  <a:lnTo>
                    <a:pt x="67173" y="123893"/>
                  </a:lnTo>
                  <a:lnTo>
                    <a:pt x="63496" y="121986"/>
                  </a:lnTo>
                  <a:lnTo>
                    <a:pt x="61681" y="121044"/>
                  </a:lnTo>
                  <a:lnTo>
                    <a:pt x="60216" y="120271"/>
                  </a:lnTo>
                  <a:lnTo>
                    <a:pt x="54207" y="117098"/>
                  </a:lnTo>
                  <a:lnTo>
                    <a:pt x="52615" y="116257"/>
                  </a:lnTo>
                  <a:lnTo>
                    <a:pt x="50810" y="115304"/>
                  </a:lnTo>
                  <a:lnTo>
                    <a:pt x="49976" y="114228"/>
                  </a:lnTo>
                  <a:lnTo>
                    <a:pt x="50072" y="114063"/>
                  </a:lnTo>
                  <a:lnTo>
                    <a:pt x="50278" y="113729"/>
                  </a:lnTo>
                  <a:lnTo>
                    <a:pt x="50378" y="113587"/>
                  </a:lnTo>
                  <a:lnTo>
                    <a:pt x="50511" y="113394"/>
                  </a:lnTo>
                  <a:lnTo>
                    <a:pt x="50639" y="113211"/>
                  </a:lnTo>
                  <a:lnTo>
                    <a:pt x="50791" y="112992"/>
                  </a:lnTo>
                  <a:lnTo>
                    <a:pt x="50983" y="112638"/>
                  </a:lnTo>
                  <a:lnTo>
                    <a:pt x="51029" y="112450"/>
                  </a:lnTo>
                  <a:lnTo>
                    <a:pt x="51632" y="111106"/>
                  </a:lnTo>
                  <a:lnTo>
                    <a:pt x="52239" y="109756"/>
                  </a:lnTo>
                  <a:lnTo>
                    <a:pt x="52281" y="109546"/>
                  </a:lnTo>
                  <a:lnTo>
                    <a:pt x="52405" y="108918"/>
                  </a:lnTo>
                  <a:lnTo>
                    <a:pt x="52600" y="108081"/>
                  </a:lnTo>
                  <a:lnTo>
                    <a:pt x="52678" y="107741"/>
                  </a:lnTo>
                  <a:lnTo>
                    <a:pt x="52877" y="107146"/>
                  </a:lnTo>
                  <a:lnTo>
                    <a:pt x="53035" y="106673"/>
                  </a:lnTo>
                  <a:lnTo>
                    <a:pt x="53290" y="105750"/>
                  </a:lnTo>
                  <a:lnTo>
                    <a:pt x="53873" y="103647"/>
                  </a:lnTo>
                  <a:lnTo>
                    <a:pt x="54230" y="102357"/>
                  </a:lnTo>
                  <a:lnTo>
                    <a:pt x="54460" y="101320"/>
                  </a:lnTo>
                  <a:lnTo>
                    <a:pt x="54786" y="99852"/>
                  </a:lnTo>
                  <a:lnTo>
                    <a:pt x="55192" y="98020"/>
                  </a:lnTo>
                  <a:lnTo>
                    <a:pt x="55546" y="96023"/>
                  </a:lnTo>
                  <a:lnTo>
                    <a:pt x="54252" y="93866"/>
                  </a:lnTo>
                  <a:lnTo>
                    <a:pt x="53522" y="92650"/>
                  </a:lnTo>
                  <a:lnTo>
                    <a:pt x="52528" y="90993"/>
                  </a:lnTo>
                  <a:lnTo>
                    <a:pt x="52274" y="90547"/>
                  </a:lnTo>
                  <a:lnTo>
                    <a:pt x="50997" y="88302"/>
                  </a:lnTo>
                  <a:lnTo>
                    <a:pt x="50634" y="87664"/>
                  </a:lnTo>
                  <a:lnTo>
                    <a:pt x="49667" y="86142"/>
                  </a:lnTo>
                  <a:lnTo>
                    <a:pt x="49558" y="85970"/>
                  </a:lnTo>
                  <a:lnTo>
                    <a:pt x="47051" y="82022"/>
                  </a:lnTo>
                  <a:lnTo>
                    <a:pt x="46905" y="81793"/>
                  </a:lnTo>
                  <a:lnTo>
                    <a:pt x="45072" y="78906"/>
                  </a:lnTo>
                  <a:lnTo>
                    <a:pt x="44611" y="78246"/>
                  </a:lnTo>
                  <a:lnTo>
                    <a:pt x="43585" y="76779"/>
                  </a:lnTo>
                  <a:lnTo>
                    <a:pt x="42463" y="75557"/>
                  </a:lnTo>
                  <a:lnTo>
                    <a:pt x="42201" y="75485"/>
                  </a:lnTo>
                  <a:lnTo>
                    <a:pt x="41678" y="75343"/>
                  </a:lnTo>
                  <a:lnTo>
                    <a:pt x="40541" y="75032"/>
                  </a:lnTo>
                  <a:lnTo>
                    <a:pt x="37890" y="74990"/>
                  </a:lnTo>
                  <a:lnTo>
                    <a:pt x="33364" y="74917"/>
                  </a:lnTo>
                  <a:lnTo>
                    <a:pt x="31824" y="74892"/>
                  </a:lnTo>
                  <a:lnTo>
                    <a:pt x="30686" y="74873"/>
                  </a:lnTo>
                  <a:lnTo>
                    <a:pt x="30252" y="75155"/>
                  </a:lnTo>
                  <a:lnTo>
                    <a:pt x="29662" y="75538"/>
                  </a:lnTo>
                  <a:lnTo>
                    <a:pt x="26200" y="77786"/>
                  </a:lnTo>
                  <a:lnTo>
                    <a:pt x="24312" y="78734"/>
                  </a:lnTo>
                  <a:lnTo>
                    <a:pt x="21135" y="79859"/>
                  </a:lnTo>
                  <a:lnTo>
                    <a:pt x="20774" y="75859"/>
                  </a:lnTo>
                  <a:lnTo>
                    <a:pt x="20719" y="75247"/>
                  </a:lnTo>
                  <a:lnTo>
                    <a:pt x="18998" y="72274"/>
                  </a:lnTo>
                  <a:lnTo>
                    <a:pt x="14011" y="69422"/>
                  </a:lnTo>
                  <a:lnTo>
                    <a:pt x="10152" y="68572"/>
                  </a:lnTo>
                  <a:lnTo>
                    <a:pt x="4763" y="69577"/>
                  </a:lnTo>
                  <a:lnTo>
                    <a:pt x="118" y="50306"/>
                  </a:lnTo>
                  <a:lnTo>
                    <a:pt x="0" y="42296"/>
                  </a:lnTo>
                  <a:lnTo>
                    <a:pt x="1959" y="15838"/>
                  </a:lnTo>
                  <a:lnTo>
                    <a:pt x="4452" y="1456"/>
                  </a:lnTo>
                  <a:lnTo>
                    <a:pt x="4452" y="0"/>
                  </a:lnTo>
                  <a:lnTo>
                    <a:pt x="16120" y="7151"/>
                  </a:lnTo>
                  <a:lnTo>
                    <a:pt x="21032" y="19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71975" y="4106223"/>
              <a:ext cx="139568" cy="99949"/>
            </a:xfrm>
            <a:custGeom>
              <a:avLst/>
              <a:pathLst>
                <a:path w="139568" h="99949">
                  <a:moveTo>
                    <a:pt x="79994" y="14518"/>
                  </a:moveTo>
                  <a:lnTo>
                    <a:pt x="82877" y="16400"/>
                  </a:lnTo>
                  <a:lnTo>
                    <a:pt x="83271" y="16676"/>
                  </a:lnTo>
                  <a:lnTo>
                    <a:pt x="84326" y="17416"/>
                  </a:lnTo>
                  <a:lnTo>
                    <a:pt x="84730" y="17699"/>
                  </a:lnTo>
                  <a:lnTo>
                    <a:pt x="85711" y="18388"/>
                  </a:lnTo>
                  <a:lnTo>
                    <a:pt x="87941" y="19953"/>
                  </a:lnTo>
                  <a:lnTo>
                    <a:pt x="88967" y="20517"/>
                  </a:lnTo>
                  <a:lnTo>
                    <a:pt x="93927" y="13182"/>
                  </a:lnTo>
                  <a:lnTo>
                    <a:pt x="95772" y="10452"/>
                  </a:lnTo>
                  <a:lnTo>
                    <a:pt x="95278" y="11162"/>
                  </a:lnTo>
                  <a:lnTo>
                    <a:pt x="95859" y="10305"/>
                  </a:lnTo>
                  <a:lnTo>
                    <a:pt x="99141" y="5470"/>
                  </a:lnTo>
                  <a:lnTo>
                    <a:pt x="99340" y="5176"/>
                  </a:lnTo>
                  <a:lnTo>
                    <a:pt x="101264" y="4084"/>
                  </a:lnTo>
                  <a:lnTo>
                    <a:pt x="104229" y="3323"/>
                  </a:lnTo>
                  <a:lnTo>
                    <a:pt x="109139" y="2064"/>
                  </a:lnTo>
                  <a:lnTo>
                    <a:pt x="112276" y="7582"/>
                  </a:lnTo>
                  <a:lnTo>
                    <a:pt x="112257" y="7815"/>
                  </a:lnTo>
                  <a:lnTo>
                    <a:pt x="111726" y="8096"/>
                  </a:lnTo>
                  <a:lnTo>
                    <a:pt x="109090" y="9487"/>
                  </a:lnTo>
                  <a:lnTo>
                    <a:pt x="109532" y="10305"/>
                  </a:lnTo>
                  <a:lnTo>
                    <a:pt x="109652" y="10528"/>
                  </a:lnTo>
                  <a:lnTo>
                    <a:pt x="109793" y="10788"/>
                  </a:lnTo>
                  <a:lnTo>
                    <a:pt x="110610" y="12254"/>
                  </a:lnTo>
                  <a:lnTo>
                    <a:pt x="111066" y="13968"/>
                  </a:lnTo>
                  <a:lnTo>
                    <a:pt x="110735" y="14438"/>
                  </a:lnTo>
                  <a:lnTo>
                    <a:pt x="109519" y="16165"/>
                  </a:lnTo>
                  <a:lnTo>
                    <a:pt x="111989" y="18690"/>
                  </a:lnTo>
                  <a:lnTo>
                    <a:pt x="111729" y="19745"/>
                  </a:lnTo>
                  <a:lnTo>
                    <a:pt x="114366" y="22885"/>
                  </a:lnTo>
                  <a:lnTo>
                    <a:pt x="117261" y="26044"/>
                  </a:lnTo>
                  <a:lnTo>
                    <a:pt x="118480" y="27309"/>
                  </a:lnTo>
                  <a:lnTo>
                    <a:pt x="118875" y="27719"/>
                  </a:lnTo>
                  <a:lnTo>
                    <a:pt x="119333" y="30159"/>
                  </a:lnTo>
                  <a:lnTo>
                    <a:pt x="117878" y="30632"/>
                  </a:lnTo>
                  <a:lnTo>
                    <a:pt x="118666" y="37560"/>
                  </a:lnTo>
                  <a:lnTo>
                    <a:pt x="119738" y="37331"/>
                  </a:lnTo>
                  <a:lnTo>
                    <a:pt x="122284" y="36788"/>
                  </a:lnTo>
                  <a:lnTo>
                    <a:pt x="123792" y="36466"/>
                  </a:lnTo>
                  <a:lnTo>
                    <a:pt x="124888" y="36098"/>
                  </a:lnTo>
                  <a:lnTo>
                    <a:pt x="125448" y="35591"/>
                  </a:lnTo>
                  <a:lnTo>
                    <a:pt x="125653" y="35405"/>
                  </a:lnTo>
                  <a:lnTo>
                    <a:pt x="126480" y="35219"/>
                  </a:lnTo>
                  <a:lnTo>
                    <a:pt x="131792" y="34150"/>
                  </a:lnTo>
                  <a:lnTo>
                    <a:pt x="132771" y="33953"/>
                  </a:lnTo>
                  <a:lnTo>
                    <a:pt x="136288" y="33246"/>
                  </a:lnTo>
                  <a:lnTo>
                    <a:pt x="136625" y="37731"/>
                  </a:lnTo>
                  <a:lnTo>
                    <a:pt x="136667" y="38289"/>
                  </a:lnTo>
                  <a:lnTo>
                    <a:pt x="136758" y="39012"/>
                  </a:lnTo>
                  <a:lnTo>
                    <a:pt x="136822" y="39525"/>
                  </a:lnTo>
                  <a:lnTo>
                    <a:pt x="136848" y="39737"/>
                  </a:lnTo>
                  <a:lnTo>
                    <a:pt x="136971" y="40749"/>
                  </a:lnTo>
                  <a:lnTo>
                    <a:pt x="136984" y="40925"/>
                  </a:lnTo>
                  <a:lnTo>
                    <a:pt x="137190" y="43568"/>
                  </a:lnTo>
                  <a:lnTo>
                    <a:pt x="137303" y="45630"/>
                  </a:lnTo>
                  <a:lnTo>
                    <a:pt x="137487" y="48994"/>
                  </a:lnTo>
                  <a:lnTo>
                    <a:pt x="137463" y="51166"/>
                  </a:lnTo>
                  <a:lnTo>
                    <a:pt x="137408" y="52998"/>
                  </a:lnTo>
                  <a:lnTo>
                    <a:pt x="137384" y="53790"/>
                  </a:lnTo>
                  <a:lnTo>
                    <a:pt x="137380" y="53945"/>
                  </a:lnTo>
                  <a:lnTo>
                    <a:pt x="137979" y="54023"/>
                  </a:lnTo>
                  <a:lnTo>
                    <a:pt x="139176" y="54492"/>
                  </a:lnTo>
                  <a:lnTo>
                    <a:pt x="139568" y="54567"/>
                  </a:lnTo>
                  <a:lnTo>
                    <a:pt x="139495" y="54773"/>
                  </a:lnTo>
                  <a:lnTo>
                    <a:pt x="138818" y="56678"/>
                  </a:lnTo>
                  <a:lnTo>
                    <a:pt x="138082" y="59542"/>
                  </a:lnTo>
                  <a:lnTo>
                    <a:pt x="137627" y="62346"/>
                  </a:lnTo>
                  <a:lnTo>
                    <a:pt x="137407" y="62302"/>
                  </a:lnTo>
                  <a:lnTo>
                    <a:pt x="132387" y="61780"/>
                  </a:lnTo>
                  <a:lnTo>
                    <a:pt x="131065" y="61674"/>
                  </a:lnTo>
                  <a:lnTo>
                    <a:pt x="129908" y="61711"/>
                  </a:lnTo>
                  <a:lnTo>
                    <a:pt x="129235" y="61746"/>
                  </a:lnTo>
                  <a:lnTo>
                    <a:pt x="129107" y="61782"/>
                  </a:lnTo>
                  <a:lnTo>
                    <a:pt x="128216" y="62035"/>
                  </a:lnTo>
                  <a:lnTo>
                    <a:pt x="125892" y="63016"/>
                  </a:lnTo>
                  <a:lnTo>
                    <a:pt x="124894" y="63671"/>
                  </a:lnTo>
                  <a:lnTo>
                    <a:pt x="123982" y="64385"/>
                  </a:lnTo>
                  <a:lnTo>
                    <a:pt x="122327" y="66291"/>
                  </a:lnTo>
                  <a:lnTo>
                    <a:pt x="120876" y="68273"/>
                  </a:lnTo>
                  <a:lnTo>
                    <a:pt x="119579" y="71958"/>
                  </a:lnTo>
                  <a:lnTo>
                    <a:pt x="119437" y="73233"/>
                  </a:lnTo>
                  <a:lnTo>
                    <a:pt x="119309" y="74388"/>
                  </a:lnTo>
                  <a:lnTo>
                    <a:pt x="118561" y="76548"/>
                  </a:lnTo>
                  <a:lnTo>
                    <a:pt x="117912" y="79193"/>
                  </a:lnTo>
                  <a:lnTo>
                    <a:pt x="117643" y="79845"/>
                  </a:lnTo>
                  <a:lnTo>
                    <a:pt x="114892" y="79161"/>
                  </a:lnTo>
                  <a:lnTo>
                    <a:pt x="114076" y="78836"/>
                  </a:lnTo>
                  <a:lnTo>
                    <a:pt x="112985" y="78331"/>
                  </a:lnTo>
                  <a:lnTo>
                    <a:pt x="113594" y="80912"/>
                  </a:lnTo>
                  <a:lnTo>
                    <a:pt x="115964" y="89752"/>
                  </a:lnTo>
                  <a:lnTo>
                    <a:pt x="114473" y="90976"/>
                  </a:lnTo>
                  <a:lnTo>
                    <a:pt x="115660" y="94398"/>
                  </a:lnTo>
                  <a:lnTo>
                    <a:pt x="118011" y="98045"/>
                  </a:lnTo>
                  <a:lnTo>
                    <a:pt x="112856" y="99030"/>
                  </a:lnTo>
                  <a:lnTo>
                    <a:pt x="112603" y="99108"/>
                  </a:lnTo>
                  <a:lnTo>
                    <a:pt x="109862" y="99949"/>
                  </a:lnTo>
                  <a:lnTo>
                    <a:pt x="102261" y="83085"/>
                  </a:lnTo>
                  <a:lnTo>
                    <a:pt x="99375" y="82466"/>
                  </a:lnTo>
                  <a:lnTo>
                    <a:pt x="96402" y="83203"/>
                  </a:lnTo>
                  <a:lnTo>
                    <a:pt x="94033" y="78877"/>
                  </a:lnTo>
                  <a:lnTo>
                    <a:pt x="93901" y="72897"/>
                  </a:lnTo>
                  <a:lnTo>
                    <a:pt x="93727" y="65025"/>
                  </a:lnTo>
                  <a:lnTo>
                    <a:pt x="94487" y="64938"/>
                  </a:lnTo>
                  <a:lnTo>
                    <a:pt x="95386" y="64943"/>
                  </a:lnTo>
                  <a:lnTo>
                    <a:pt x="96193" y="64947"/>
                  </a:lnTo>
                  <a:lnTo>
                    <a:pt x="96790" y="65002"/>
                  </a:lnTo>
                  <a:lnTo>
                    <a:pt x="97249" y="65044"/>
                  </a:lnTo>
                  <a:lnTo>
                    <a:pt x="97046" y="62935"/>
                  </a:lnTo>
                  <a:lnTo>
                    <a:pt x="96221" y="52021"/>
                  </a:lnTo>
                  <a:lnTo>
                    <a:pt x="96001" y="49175"/>
                  </a:lnTo>
                  <a:lnTo>
                    <a:pt x="95476" y="42348"/>
                  </a:lnTo>
                  <a:lnTo>
                    <a:pt x="92151" y="33512"/>
                  </a:lnTo>
                  <a:lnTo>
                    <a:pt x="87664" y="30037"/>
                  </a:lnTo>
                  <a:lnTo>
                    <a:pt x="86388" y="31285"/>
                  </a:lnTo>
                  <a:lnTo>
                    <a:pt x="85768" y="31566"/>
                  </a:lnTo>
                  <a:lnTo>
                    <a:pt x="83657" y="32520"/>
                  </a:lnTo>
                  <a:lnTo>
                    <a:pt x="82821" y="32897"/>
                  </a:lnTo>
                  <a:lnTo>
                    <a:pt x="80511" y="33036"/>
                  </a:lnTo>
                  <a:lnTo>
                    <a:pt x="79302" y="33109"/>
                  </a:lnTo>
                  <a:lnTo>
                    <a:pt x="75561" y="33299"/>
                  </a:lnTo>
                  <a:lnTo>
                    <a:pt x="69427" y="33611"/>
                  </a:lnTo>
                  <a:lnTo>
                    <a:pt x="68011" y="33683"/>
                  </a:lnTo>
                  <a:lnTo>
                    <a:pt x="59765" y="33729"/>
                  </a:lnTo>
                  <a:lnTo>
                    <a:pt x="54862" y="33755"/>
                  </a:lnTo>
                  <a:lnTo>
                    <a:pt x="53445" y="33767"/>
                  </a:lnTo>
                  <a:lnTo>
                    <a:pt x="53558" y="34614"/>
                  </a:lnTo>
                  <a:lnTo>
                    <a:pt x="53996" y="36497"/>
                  </a:lnTo>
                  <a:lnTo>
                    <a:pt x="54098" y="38252"/>
                  </a:lnTo>
                  <a:lnTo>
                    <a:pt x="53999" y="40716"/>
                  </a:lnTo>
                  <a:lnTo>
                    <a:pt x="53937" y="42257"/>
                  </a:lnTo>
                  <a:lnTo>
                    <a:pt x="53716" y="43242"/>
                  </a:lnTo>
                  <a:lnTo>
                    <a:pt x="53124" y="45878"/>
                  </a:lnTo>
                  <a:lnTo>
                    <a:pt x="52075" y="50549"/>
                  </a:lnTo>
                  <a:lnTo>
                    <a:pt x="50945" y="49479"/>
                  </a:lnTo>
                  <a:lnTo>
                    <a:pt x="49378" y="48255"/>
                  </a:lnTo>
                  <a:lnTo>
                    <a:pt x="48950" y="48321"/>
                  </a:lnTo>
                  <a:lnTo>
                    <a:pt x="46767" y="50810"/>
                  </a:lnTo>
                  <a:lnTo>
                    <a:pt x="46018" y="51481"/>
                  </a:lnTo>
                  <a:lnTo>
                    <a:pt x="45522" y="51926"/>
                  </a:lnTo>
                  <a:lnTo>
                    <a:pt x="44919" y="52618"/>
                  </a:lnTo>
                  <a:lnTo>
                    <a:pt x="43387" y="55118"/>
                  </a:lnTo>
                  <a:lnTo>
                    <a:pt x="42121" y="56680"/>
                  </a:lnTo>
                  <a:lnTo>
                    <a:pt x="41770" y="56839"/>
                  </a:lnTo>
                  <a:lnTo>
                    <a:pt x="39478" y="57875"/>
                  </a:lnTo>
                  <a:lnTo>
                    <a:pt x="38879" y="57889"/>
                  </a:lnTo>
                  <a:lnTo>
                    <a:pt x="38314" y="58235"/>
                  </a:lnTo>
                  <a:lnTo>
                    <a:pt x="38053" y="58394"/>
                  </a:lnTo>
                  <a:lnTo>
                    <a:pt x="37548" y="58239"/>
                  </a:lnTo>
                  <a:lnTo>
                    <a:pt x="35128" y="57498"/>
                  </a:lnTo>
                  <a:lnTo>
                    <a:pt x="33330" y="56947"/>
                  </a:lnTo>
                  <a:lnTo>
                    <a:pt x="29968" y="56073"/>
                  </a:lnTo>
                  <a:lnTo>
                    <a:pt x="28066" y="55482"/>
                  </a:lnTo>
                  <a:lnTo>
                    <a:pt x="27593" y="55335"/>
                  </a:lnTo>
                  <a:lnTo>
                    <a:pt x="26339" y="54752"/>
                  </a:lnTo>
                  <a:lnTo>
                    <a:pt x="23470" y="53607"/>
                  </a:lnTo>
                  <a:lnTo>
                    <a:pt x="20605" y="52314"/>
                  </a:lnTo>
                  <a:lnTo>
                    <a:pt x="19899" y="51995"/>
                  </a:lnTo>
                  <a:lnTo>
                    <a:pt x="17803" y="50948"/>
                  </a:lnTo>
                  <a:lnTo>
                    <a:pt x="13826" y="48961"/>
                  </a:lnTo>
                  <a:lnTo>
                    <a:pt x="13515" y="48805"/>
                  </a:lnTo>
                  <a:lnTo>
                    <a:pt x="11321" y="47801"/>
                  </a:lnTo>
                  <a:lnTo>
                    <a:pt x="10031" y="47286"/>
                  </a:lnTo>
                  <a:lnTo>
                    <a:pt x="4178" y="44948"/>
                  </a:lnTo>
                  <a:lnTo>
                    <a:pt x="3769" y="44786"/>
                  </a:lnTo>
                  <a:lnTo>
                    <a:pt x="3226" y="44498"/>
                  </a:lnTo>
                  <a:lnTo>
                    <a:pt x="3000" y="44378"/>
                  </a:lnTo>
                  <a:lnTo>
                    <a:pt x="2174" y="43693"/>
                  </a:lnTo>
                  <a:lnTo>
                    <a:pt x="1063" y="42262"/>
                  </a:lnTo>
                  <a:lnTo>
                    <a:pt x="1363" y="40953"/>
                  </a:lnTo>
                  <a:lnTo>
                    <a:pt x="1662" y="39650"/>
                  </a:lnTo>
                  <a:lnTo>
                    <a:pt x="1737" y="39326"/>
                  </a:lnTo>
                  <a:lnTo>
                    <a:pt x="2000" y="38201"/>
                  </a:lnTo>
                  <a:lnTo>
                    <a:pt x="2101" y="37772"/>
                  </a:lnTo>
                  <a:lnTo>
                    <a:pt x="2527" y="37345"/>
                  </a:lnTo>
                  <a:lnTo>
                    <a:pt x="2754" y="37117"/>
                  </a:lnTo>
                  <a:lnTo>
                    <a:pt x="3443" y="36377"/>
                  </a:lnTo>
                  <a:lnTo>
                    <a:pt x="3763" y="35867"/>
                  </a:lnTo>
                  <a:lnTo>
                    <a:pt x="4001" y="35175"/>
                  </a:lnTo>
                  <a:lnTo>
                    <a:pt x="4123" y="33342"/>
                  </a:lnTo>
                  <a:lnTo>
                    <a:pt x="4143" y="33039"/>
                  </a:lnTo>
                  <a:lnTo>
                    <a:pt x="4475" y="32458"/>
                  </a:lnTo>
                  <a:lnTo>
                    <a:pt x="4010" y="32374"/>
                  </a:lnTo>
                  <a:lnTo>
                    <a:pt x="2440" y="31624"/>
                  </a:lnTo>
                  <a:lnTo>
                    <a:pt x="3956" y="31339"/>
                  </a:lnTo>
                  <a:lnTo>
                    <a:pt x="6483" y="30863"/>
                  </a:lnTo>
                  <a:lnTo>
                    <a:pt x="6192" y="29322"/>
                  </a:lnTo>
                  <a:lnTo>
                    <a:pt x="5583" y="26090"/>
                  </a:lnTo>
                  <a:lnTo>
                    <a:pt x="5282" y="24495"/>
                  </a:lnTo>
                  <a:lnTo>
                    <a:pt x="5161" y="24044"/>
                  </a:lnTo>
                  <a:lnTo>
                    <a:pt x="5037" y="23581"/>
                  </a:lnTo>
                  <a:lnTo>
                    <a:pt x="5094" y="23320"/>
                  </a:lnTo>
                  <a:lnTo>
                    <a:pt x="4796" y="21818"/>
                  </a:lnTo>
                  <a:lnTo>
                    <a:pt x="3909" y="17910"/>
                  </a:lnTo>
                  <a:lnTo>
                    <a:pt x="3818" y="17509"/>
                  </a:lnTo>
                  <a:lnTo>
                    <a:pt x="3306" y="15066"/>
                  </a:lnTo>
                  <a:lnTo>
                    <a:pt x="2747" y="15223"/>
                  </a:lnTo>
                  <a:lnTo>
                    <a:pt x="1361" y="8863"/>
                  </a:lnTo>
                  <a:lnTo>
                    <a:pt x="1010" y="6941"/>
                  </a:lnTo>
                  <a:lnTo>
                    <a:pt x="829" y="5950"/>
                  </a:lnTo>
                  <a:lnTo>
                    <a:pt x="211" y="5135"/>
                  </a:lnTo>
                  <a:lnTo>
                    <a:pt x="23" y="4886"/>
                  </a:lnTo>
                  <a:lnTo>
                    <a:pt x="0" y="4759"/>
                  </a:lnTo>
                  <a:lnTo>
                    <a:pt x="393" y="4651"/>
                  </a:lnTo>
                  <a:lnTo>
                    <a:pt x="1045" y="4472"/>
                  </a:lnTo>
                  <a:lnTo>
                    <a:pt x="2075" y="4190"/>
                  </a:lnTo>
                  <a:lnTo>
                    <a:pt x="2762" y="4065"/>
                  </a:lnTo>
                  <a:lnTo>
                    <a:pt x="9225" y="2883"/>
                  </a:lnTo>
                  <a:lnTo>
                    <a:pt x="9780" y="2781"/>
                  </a:lnTo>
                  <a:lnTo>
                    <a:pt x="10995" y="2559"/>
                  </a:lnTo>
                  <a:lnTo>
                    <a:pt x="15678" y="1646"/>
                  </a:lnTo>
                  <a:lnTo>
                    <a:pt x="20447" y="802"/>
                  </a:lnTo>
                  <a:lnTo>
                    <a:pt x="22489" y="404"/>
                  </a:lnTo>
                  <a:lnTo>
                    <a:pt x="23743" y="266"/>
                  </a:lnTo>
                  <a:lnTo>
                    <a:pt x="24166" y="220"/>
                  </a:lnTo>
                  <a:lnTo>
                    <a:pt x="24806" y="150"/>
                  </a:lnTo>
                  <a:lnTo>
                    <a:pt x="25175" y="96"/>
                  </a:lnTo>
                  <a:lnTo>
                    <a:pt x="25552" y="74"/>
                  </a:lnTo>
                  <a:lnTo>
                    <a:pt x="26125" y="41"/>
                  </a:lnTo>
                  <a:lnTo>
                    <a:pt x="26852" y="0"/>
                  </a:lnTo>
                  <a:lnTo>
                    <a:pt x="28220" y="0"/>
                  </a:lnTo>
                  <a:lnTo>
                    <a:pt x="30001" y="189"/>
                  </a:lnTo>
                  <a:lnTo>
                    <a:pt x="30574" y="331"/>
                  </a:lnTo>
                  <a:lnTo>
                    <a:pt x="31355" y="524"/>
                  </a:lnTo>
                  <a:lnTo>
                    <a:pt x="33193" y="1135"/>
                  </a:lnTo>
                  <a:lnTo>
                    <a:pt x="33846" y="1407"/>
                  </a:lnTo>
                  <a:lnTo>
                    <a:pt x="34945" y="1864"/>
                  </a:lnTo>
                  <a:lnTo>
                    <a:pt x="37972" y="3545"/>
                  </a:lnTo>
                  <a:lnTo>
                    <a:pt x="39235" y="4246"/>
                  </a:lnTo>
                  <a:lnTo>
                    <a:pt x="39637" y="4469"/>
                  </a:lnTo>
                  <a:lnTo>
                    <a:pt x="39803" y="4562"/>
                  </a:lnTo>
                  <a:lnTo>
                    <a:pt x="40232" y="4849"/>
                  </a:lnTo>
                  <a:lnTo>
                    <a:pt x="45194" y="8178"/>
                  </a:lnTo>
                  <a:lnTo>
                    <a:pt x="46957" y="9152"/>
                  </a:lnTo>
                  <a:lnTo>
                    <a:pt x="47260" y="9319"/>
                  </a:lnTo>
                  <a:lnTo>
                    <a:pt x="49136" y="9926"/>
                  </a:lnTo>
                  <a:lnTo>
                    <a:pt x="50063" y="10126"/>
                  </a:lnTo>
                  <a:lnTo>
                    <a:pt x="50352" y="10188"/>
                  </a:lnTo>
                  <a:lnTo>
                    <a:pt x="50704" y="10263"/>
                  </a:lnTo>
                  <a:lnTo>
                    <a:pt x="51843" y="10509"/>
                  </a:lnTo>
                  <a:lnTo>
                    <a:pt x="52118" y="10538"/>
                  </a:lnTo>
                  <a:lnTo>
                    <a:pt x="54374" y="10779"/>
                  </a:lnTo>
                  <a:lnTo>
                    <a:pt x="55214" y="10868"/>
                  </a:lnTo>
                  <a:lnTo>
                    <a:pt x="56165" y="10970"/>
                  </a:lnTo>
                  <a:lnTo>
                    <a:pt x="56644" y="10998"/>
                  </a:lnTo>
                  <a:lnTo>
                    <a:pt x="58056" y="11081"/>
                  </a:lnTo>
                  <a:lnTo>
                    <a:pt x="59004" y="11137"/>
                  </a:lnTo>
                  <a:lnTo>
                    <a:pt x="70153" y="11795"/>
                  </a:lnTo>
                  <a:lnTo>
                    <a:pt x="71867" y="11937"/>
                  </a:lnTo>
                  <a:lnTo>
                    <a:pt x="74855" y="12183"/>
                  </a:lnTo>
                  <a:lnTo>
                    <a:pt x="75544" y="12357"/>
                  </a:lnTo>
                  <a:lnTo>
                    <a:pt x="76588" y="12620"/>
                  </a:lnTo>
                  <a:lnTo>
                    <a:pt x="76754" y="12695"/>
                  </a:lnTo>
                  <a:lnTo>
                    <a:pt x="77607" y="13078"/>
                  </a:lnTo>
                  <a:lnTo>
                    <a:pt x="78231" y="133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742241" y="4082041"/>
              <a:ext cx="106200" cy="184037"/>
            </a:xfrm>
            <a:custGeom>
              <a:avLst/>
              <a:pathLst>
                <a:path w="106200" h="184037">
                  <a:moveTo>
                    <a:pt x="78056" y="70169"/>
                  </a:moveTo>
                  <a:lnTo>
                    <a:pt x="78590" y="69359"/>
                  </a:lnTo>
                  <a:lnTo>
                    <a:pt x="79557" y="67832"/>
                  </a:lnTo>
                  <a:lnTo>
                    <a:pt x="86905" y="72913"/>
                  </a:lnTo>
                  <a:lnTo>
                    <a:pt x="89317" y="74474"/>
                  </a:lnTo>
                  <a:lnTo>
                    <a:pt x="93958" y="77477"/>
                  </a:lnTo>
                  <a:lnTo>
                    <a:pt x="95713" y="78662"/>
                  </a:lnTo>
                  <a:lnTo>
                    <a:pt x="95933" y="78811"/>
                  </a:lnTo>
                  <a:lnTo>
                    <a:pt x="97824" y="80089"/>
                  </a:lnTo>
                  <a:lnTo>
                    <a:pt x="99213" y="81028"/>
                  </a:lnTo>
                  <a:lnTo>
                    <a:pt x="102110" y="84571"/>
                  </a:lnTo>
                  <a:lnTo>
                    <a:pt x="103820" y="87436"/>
                  </a:lnTo>
                  <a:lnTo>
                    <a:pt x="105239" y="91278"/>
                  </a:lnTo>
                  <a:lnTo>
                    <a:pt x="105430" y="91796"/>
                  </a:lnTo>
                  <a:lnTo>
                    <a:pt x="105577" y="92193"/>
                  </a:lnTo>
                  <a:lnTo>
                    <a:pt x="105777" y="93318"/>
                  </a:lnTo>
                  <a:lnTo>
                    <a:pt x="105817" y="93543"/>
                  </a:lnTo>
                  <a:lnTo>
                    <a:pt x="98275" y="95590"/>
                  </a:lnTo>
                  <a:lnTo>
                    <a:pt x="97761" y="95925"/>
                  </a:lnTo>
                  <a:lnTo>
                    <a:pt x="97573" y="96048"/>
                  </a:lnTo>
                  <a:lnTo>
                    <a:pt x="97216" y="96282"/>
                  </a:lnTo>
                  <a:lnTo>
                    <a:pt x="96862" y="96512"/>
                  </a:lnTo>
                  <a:lnTo>
                    <a:pt x="96707" y="96552"/>
                  </a:lnTo>
                  <a:lnTo>
                    <a:pt x="93098" y="97471"/>
                  </a:lnTo>
                  <a:lnTo>
                    <a:pt x="92077" y="97474"/>
                  </a:lnTo>
                  <a:lnTo>
                    <a:pt x="90577" y="97478"/>
                  </a:lnTo>
                  <a:lnTo>
                    <a:pt x="88669" y="97483"/>
                  </a:lnTo>
                  <a:lnTo>
                    <a:pt x="87969" y="97638"/>
                  </a:lnTo>
                  <a:lnTo>
                    <a:pt x="87791" y="97677"/>
                  </a:lnTo>
                  <a:lnTo>
                    <a:pt x="85760" y="98333"/>
                  </a:lnTo>
                  <a:lnTo>
                    <a:pt x="82023" y="99838"/>
                  </a:lnTo>
                  <a:lnTo>
                    <a:pt x="81537" y="100034"/>
                  </a:lnTo>
                  <a:lnTo>
                    <a:pt x="81372" y="100134"/>
                  </a:lnTo>
                  <a:lnTo>
                    <a:pt x="82103" y="100833"/>
                  </a:lnTo>
                  <a:lnTo>
                    <a:pt x="82445" y="101260"/>
                  </a:lnTo>
                  <a:lnTo>
                    <a:pt x="82657" y="101581"/>
                  </a:lnTo>
                  <a:lnTo>
                    <a:pt x="82918" y="102091"/>
                  </a:lnTo>
                  <a:lnTo>
                    <a:pt x="83821" y="103585"/>
                  </a:lnTo>
                  <a:lnTo>
                    <a:pt x="85103" y="105707"/>
                  </a:lnTo>
                  <a:lnTo>
                    <a:pt x="86100" y="107036"/>
                  </a:lnTo>
                  <a:lnTo>
                    <a:pt x="86433" y="107479"/>
                  </a:lnTo>
                  <a:lnTo>
                    <a:pt x="86734" y="108167"/>
                  </a:lnTo>
                  <a:lnTo>
                    <a:pt x="85649" y="109297"/>
                  </a:lnTo>
                  <a:lnTo>
                    <a:pt x="84711" y="109770"/>
                  </a:lnTo>
                  <a:lnTo>
                    <a:pt x="84580" y="110009"/>
                  </a:lnTo>
                  <a:lnTo>
                    <a:pt x="84585" y="110361"/>
                  </a:lnTo>
                  <a:lnTo>
                    <a:pt x="85138" y="112644"/>
                  </a:lnTo>
                  <a:lnTo>
                    <a:pt x="85151" y="113369"/>
                  </a:lnTo>
                  <a:lnTo>
                    <a:pt x="85167" y="114255"/>
                  </a:lnTo>
                  <a:lnTo>
                    <a:pt x="85544" y="115123"/>
                  </a:lnTo>
                  <a:lnTo>
                    <a:pt x="86136" y="116484"/>
                  </a:lnTo>
                  <a:lnTo>
                    <a:pt x="86307" y="116876"/>
                  </a:lnTo>
                  <a:lnTo>
                    <a:pt x="86657" y="117848"/>
                  </a:lnTo>
                  <a:lnTo>
                    <a:pt x="86843" y="118367"/>
                  </a:lnTo>
                  <a:lnTo>
                    <a:pt x="88538" y="118840"/>
                  </a:lnTo>
                  <a:lnTo>
                    <a:pt x="88884" y="118937"/>
                  </a:lnTo>
                  <a:lnTo>
                    <a:pt x="88922" y="119528"/>
                  </a:lnTo>
                  <a:lnTo>
                    <a:pt x="89155" y="123214"/>
                  </a:lnTo>
                  <a:lnTo>
                    <a:pt x="88889" y="124845"/>
                  </a:lnTo>
                  <a:lnTo>
                    <a:pt x="88796" y="125689"/>
                  </a:lnTo>
                  <a:lnTo>
                    <a:pt x="88782" y="125818"/>
                  </a:lnTo>
                  <a:lnTo>
                    <a:pt x="88604" y="128403"/>
                  </a:lnTo>
                  <a:lnTo>
                    <a:pt x="88604" y="130054"/>
                  </a:lnTo>
                  <a:lnTo>
                    <a:pt x="89034" y="132088"/>
                  </a:lnTo>
                  <a:lnTo>
                    <a:pt x="89079" y="132299"/>
                  </a:lnTo>
                  <a:lnTo>
                    <a:pt x="89205" y="133030"/>
                  </a:lnTo>
                  <a:lnTo>
                    <a:pt x="89012" y="133551"/>
                  </a:lnTo>
                  <a:lnTo>
                    <a:pt x="88874" y="133954"/>
                  </a:lnTo>
                  <a:lnTo>
                    <a:pt x="88945" y="134901"/>
                  </a:lnTo>
                  <a:lnTo>
                    <a:pt x="89089" y="136821"/>
                  </a:lnTo>
                  <a:lnTo>
                    <a:pt x="90855" y="138539"/>
                  </a:lnTo>
                  <a:lnTo>
                    <a:pt x="91320" y="138991"/>
                  </a:lnTo>
                  <a:lnTo>
                    <a:pt x="91815" y="139148"/>
                  </a:lnTo>
                  <a:lnTo>
                    <a:pt x="92289" y="139297"/>
                  </a:lnTo>
                  <a:lnTo>
                    <a:pt x="92977" y="140165"/>
                  </a:lnTo>
                  <a:lnTo>
                    <a:pt x="94468" y="142047"/>
                  </a:lnTo>
                  <a:lnTo>
                    <a:pt x="95025" y="142749"/>
                  </a:lnTo>
                  <a:lnTo>
                    <a:pt x="95832" y="143680"/>
                  </a:lnTo>
                  <a:lnTo>
                    <a:pt x="96037" y="143917"/>
                  </a:lnTo>
                  <a:lnTo>
                    <a:pt x="96181" y="144393"/>
                  </a:lnTo>
                  <a:lnTo>
                    <a:pt x="96704" y="146127"/>
                  </a:lnTo>
                  <a:lnTo>
                    <a:pt x="96776" y="146386"/>
                  </a:lnTo>
                  <a:lnTo>
                    <a:pt x="97082" y="147486"/>
                  </a:lnTo>
                  <a:lnTo>
                    <a:pt x="97302" y="148276"/>
                  </a:lnTo>
                  <a:lnTo>
                    <a:pt x="97536" y="149231"/>
                  </a:lnTo>
                  <a:lnTo>
                    <a:pt x="98579" y="151565"/>
                  </a:lnTo>
                  <a:lnTo>
                    <a:pt x="99129" y="152457"/>
                  </a:lnTo>
                  <a:lnTo>
                    <a:pt x="100349" y="153354"/>
                  </a:lnTo>
                  <a:lnTo>
                    <a:pt x="101126" y="152985"/>
                  </a:lnTo>
                  <a:lnTo>
                    <a:pt x="102084" y="154258"/>
                  </a:lnTo>
                  <a:lnTo>
                    <a:pt x="104546" y="157529"/>
                  </a:lnTo>
                  <a:lnTo>
                    <a:pt x="105127" y="158903"/>
                  </a:lnTo>
                  <a:lnTo>
                    <a:pt x="105402" y="159554"/>
                  </a:lnTo>
                  <a:lnTo>
                    <a:pt x="105466" y="159705"/>
                  </a:lnTo>
                  <a:lnTo>
                    <a:pt x="105760" y="160401"/>
                  </a:lnTo>
                  <a:lnTo>
                    <a:pt x="106200" y="161216"/>
                  </a:lnTo>
                  <a:lnTo>
                    <a:pt x="106168" y="161366"/>
                  </a:lnTo>
                  <a:lnTo>
                    <a:pt x="105097" y="166369"/>
                  </a:lnTo>
                  <a:lnTo>
                    <a:pt x="104375" y="169010"/>
                  </a:lnTo>
                  <a:lnTo>
                    <a:pt x="103919" y="173010"/>
                  </a:lnTo>
                  <a:lnTo>
                    <a:pt x="103463" y="174253"/>
                  </a:lnTo>
                  <a:lnTo>
                    <a:pt x="102078" y="176609"/>
                  </a:lnTo>
                  <a:lnTo>
                    <a:pt x="100931" y="178559"/>
                  </a:lnTo>
                  <a:lnTo>
                    <a:pt x="99398" y="181166"/>
                  </a:lnTo>
                  <a:lnTo>
                    <a:pt x="97237" y="184037"/>
                  </a:lnTo>
                  <a:lnTo>
                    <a:pt x="96768" y="183631"/>
                  </a:lnTo>
                  <a:lnTo>
                    <a:pt x="88124" y="176140"/>
                  </a:lnTo>
                  <a:lnTo>
                    <a:pt x="86987" y="175236"/>
                  </a:lnTo>
                  <a:lnTo>
                    <a:pt x="86484" y="175303"/>
                  </a:lnTo>
                  <a:lnTo>
                    <a:pt x="81573" y="175936"/>
                  </a:lnTo>
                  <a:lnTo>
                    <a:pt x="81246" y="175666"/>
                  </a:lnTo>
                  <a:lnTo>
                    <a:pt x="80616" y="175145"/>
                  </a:lnTo>
                  <a:lnTo>
                    <a:pt x="76254" y="171320"/>
                  </a:lnTo>
                  <a:lnTo>
                    <a:pt x="77997" y="168871"/>
                  </a:lnTo>
                  <a:lnTo>
                    <a:pt x="79024" y="167428"/>
                  </a:lnTo>
                  <a:lnTo>
                    <a:pt x="77604" y="166950"/>
                  </a:lnTo>
                  <a:lnTo>
                    <a:pt x="77105" y="166782"/>
                  </a:lnTo>
                  <a:lnTo>
                    <a:pt x="76194" y="166475"/>
                  </a:lnTo>
                  <a:lnTo>
                    <a:pt x="75632" y="166203"/>
                  </a:lnTo>
                  <a:lnTo>
                    <a:pt x="75079" y="165936"/>
                  </a:lnTo>
                  <a:lnTo>
                    <a:pt x="74850" y="165825"/>
                  </a:lnTo>
                  <a:lnTo>
                    <a:pt x="74678" y="165742"/>
                  </a:lnTo>
                  <a:lnTo>
                    <a:pt x="74230" y="165525"/>
                  </a:lnTo>
                  <a:lnTo>
                    <a:pt x="73617" y="165229"/>
                  </a:lnTo>
                  <a:lnTo>
                    <a:pt x="72151" y="163933"/>
                  </a:lnTo>
                  <a:lnTo>
                    <a:pt x="71618" y="163462"/>
                  </a:lnTo>
                  <a:lnTo>
                    <a:pt x="70705" y="162654"/>
                  </a:lnTo>
                  <a:lnTo>
                    <a:pt x="70129" y="162145"/>
                  </a:lnTo>
                  <a:lnTo>
                    <a:pt x="68701" y="161329"/>
                  </a:lnTo>
                  <a:lnTo>
                    <a:pt x="68286" y="161091"/>
                  </a:lnTo>
                  <a:lnTo>
                    <a:pt x="66279" y="159944"/>
                  </a:lnTo>
                  <a:lnTo>
                    <a:pt x="66009" y="159790"/>
                  </a:lnTo>
                  <a:lnTo>
                    <a:pt x="64406" y="158873"/>
                  </a:lnTo>
                  <a:lnTo>
                    <a:pt x="64229" y="158772"/>
                  </a:lnTo>
                  <a:lnTo>
                    <a:pt x="62848" y="157983"/>
                  </a:lnTo>
                  <a:lnTo>
                    <a:pt x="62535" y="157804"/>
                  </a:lnTo>
                  <a:lnTo>
                    <a:pt x="61479" y="157200"/>
                  </a:lnTo>
                  <a:lnTo>
                    <a:pt x="61103" y="156985"/>
                  </a:lnTo>
                  <a:lnTo>
                    <a:pt x="60924" y="156883"/>
                  </a:lnTo>
                  <a:lnTo>
                    <a:pt x="59705" y="156186"/>
                  </a:lnTo>
                  <a:lnTo>
                    <a:pt x="59231" y="155865"/>
                  </a:lnTo>
                  <a:lnTo>
                    <a:pt x="58949" y="155387"/>
                  </a:lnTo>
                  <a:lnTo>
                    <a:pt x="58825" y="155177"/>
                  </a:lnTo>
                  <a:lnTo>
                    <a:pt x="58596" y="154791"/>
                  </a:lnTo>
                  <a:lnTo>
                    <a:pt x="56464" y="151190"/>
                  </a:lnTo>
                  <a:lnTo>
                    <a:pt x="55967" y="150409"/>
                  </a:lnTo>
                  <a:lnTo>
                    <a:pt x="55352" y="149440"/>
                  </a:lnTo>
                  <a:lnTo>
                    <a:pt x="54624" y="148295"/>
                  </a:lnTo>
                  <a:lnTo>
                    <a:pt x="51637" y="143634"/>
                  </a:lnTo>
                  <a:lnTo>
                    <a:pt x="51352" y="143189"/>
                  </a:lnTo>
                  <a:lnTo>
                    <a:pt x="51123" y="142832"/>
                  </a:lnTo>
                  <a:lnTo>
                    <a:pt x="50952" y="142517"/>
                  </a:lnTo>
                  <a:lnTo>
                    <a:pt x="50835" y="142299"/>
                  </a:lnTo>
                  <a:lnTo>
                    <a:pt x="50693" y="142037"/>
                  </a:lnTo>
                  <a:lnTo>
                    <a:pt x="50086" y="140913"/>
                  </a:lnTo>
                  <a:lnTo>
                    <a:pt x="49807" y="140397"/>
                  </a:lnTo>
                  <a:lnTo>
                    <a:pt x="49338" y="139529"/>
                  </a:lnTo>
                  <a:lnTo>
                    <a:pt x="49139" y="139220"/>
                  </a:lnTo>
                  <a:lnTo>
                    <a:pt x="48978" y="138903"/>
                  </a:lnTo>
                  <a:lnTo>
                    <a:pt x="48380" y="137730"/>
                  </a:lnTo>
                  <a:lnTo>
                    <a:pt x="47474" y="135951"/>
                  </a:lnTo>
                  <a:lnTo>
                    <a:pt x="46808" y="134643"/>
                  </a:lnTo>
                  <a:lnTo>
                    <a:pt x="46655" y="134342"/>
                  </a:lnTo>
                  <a:lnTo>
                    <a:pt x="45720" y="132506"/>
                  </a:lnTo>
                  <a:lnTo>
                    <a:pt x="45293" y="131818"/>
                  </a:lnTo>
                  <a:lnTo>
                    <a:pt x="44677" y="130825"/>
                  </a:lnTo>
                  <a:lnTo>
                    <a:pt x="44475" y="130677"/>
                  </a:lnTo>
                  <a:lnTo>
                    <a:pt x="44337" y="130577"/>
                  </a:lnTo>
                  <a:lnTo>
                    <a:pt x="43639" y="130068"/>
                  </a:lnTo>
                  <a:lnTo>
                    <a:pt x="43450" y="129930"/>
                  </a:lnTo>
                  <a:lnTo>
                    <a:pt x="42814" y="129441"/>
                  </a:lnTo>
                  <a:lnTo>
                    <a:pt x="42188" y="128958"/>
                  </a:lnTo>
                  <a:lnTo>
                    <a:pt x="41345" y="128323"/>
                  </a:lnTo>
                  <a:lnTo>
                    <a:pt x="40163" y="127432"/>
                  </a:lnTo>
                  <a:lnTo>
                    <a:pt x="38413" y="126114"/>
                  </a:lnTo>
                  <a:lnTo>
                    <a:pt x="37539" y="125575"/>
                  </a:lnTo>
                  <a:lnTo>
                    <a:pt x="37301" y="125975"/>
                  </a:lnTo>
                  <a:lnTo>
                    <a:pt x="37188" y="126165"/>
                  </a:lnTo>
                  <a:lnTo>
                    <a:pt x="37096" y="126302"/>
                  </a:lnTo>
                  <a:lnTo>
                    <a:pt x="37002" y="126443"/>
                  </a:lnTo>
                  <a:lnTo>
                    <a:pt x="36136" y="127743"/>
                  </a:lnTo>
                  <a:lnTo>
                    <a:pt x="33401" y="131844"/>
                  </a:lnTo>
                  <a:lnTo>
                    <a:pt x="32285" y="133376"/>
                  </a:lnTo>
                  <a:lnTo>
                    <a:pt x="29471" y="127933"/>
                  </a:lnTo>
                  <a:lnTo>
                    <a:pt x="29785" y="127665"/>
                  </a:lnTo>
                  <a:lnTo>
                    <a:pt x="30054" y="127437"/>
                  </a:lnTo>
                  <a:lnTo>
                    <a:pt x="27270" y="123713"/>
                  </a:lnTo>
                  <a:lnTo>
                    <a:pt x="26599" y="122816"/>
                  </a:lnTo>
                  <a:lnTo>
                    <a:pt x="26228" y="122306"/>
                  </a:lnTo>
                  <a:lnTo>
                    <a:pt x="24660" y="120149"/>
                  </a:lnTo>
                  <a:lnTo>
                    <a:pt x="24521" y="119992"/>
                  </a:lnTo>
                  <a:lnTo>
                    <a:pt x="24312" y="119758"/>
                  </a:lnTo>
                  <a:lnTo>
                    <a:pt x="23567" y="118919"/>
                  </a:lnTo>
                  <a:lnTo>
                    <a:pt x="23234" y="118544"/>
                  </a:lnTo>
                  <a:lnTo>
                    <a:pt x="22931" y="118204"/>
                  </a:lnTo>
                  <a:lnTo>
                    <a:pt x="22182" y="117361"/>
                  </a:lnTo>
                  <a:lnTo>
                    <a:pt x="21164" y="116216"/>
                  </a:lnTo>
                  <a:lnTo>
                    <a:pt x="21455" y="115833"/>
                  </a:lnTo>
                  <a:lnTo>
                    <a:pt x="21656" y="115567"/>
                  </a:lnTo>
                  <a:lnTo>
                    <a:pt x="21958" y="115169"/>
                  </a:lnTo>
                  <a:lnTo>
                    <a:pt x="22149" y="114917"/>
                  </a:lnTo>
                  <a:lnTo>
                    <a:pt x="22724" y="114158"/>
                  </a:lnTo>
                  <a:lnTo>
                    <a:pt x="23099" y="113664"/>
                  </a:lnTo>
                  <a:lnTo>
                    <a:pt x="24129" y="112154"/>
                  </a:lnTo>
                  <a:lnTo>
                    <a:pt x="24465" y="111685"/>
                  </a:lnTo>
                  <a:lnTo>
                    <a:pt x="26175" y="109016"/>
                  </a:lnTo>
                  <a:lnTo>
                    <a:pt x="25849" y="108726"/>
                  </a:lnTo>
                  <a:lnTo>
                    <a:pt x="25716" y="108609"/>
                  </a:lnTo>
                  <a:lnTo>
                    <a:pt x="25231" y="108232"/>
                  </a:lnTo>
                  <a:lnTo>
                    <a:pt x="24728" y="107885"/>
                  </a:lnTo>
                  <a:lnTo>
                    <a:pt x="23856" y="107282"/>
                  </a:lnTo>
                  <a:lnTo>
                    <a:pt x="23692" y="107169"/>
                  </a:lnTo>
                  <a:lnTo>
                    <a:pt x="23111" y="106766"/>
                  </a:lnTo>
                  <a:lnTo>
                    <a:pt x="22531" y="106343"/>
                  </a:lnTo>
                  <a:lnTo>
                    <a:pt x="19659" y="104254"/>
                  </a:lnTo>
                  <a:lnTo>
                    <a:pt x="12908" y="99347"/>
                  </a:lnTo>
                  <a:lnTo>
                    <a:pt x="11089" y="98126"/>
                  </a:lnTo>
                  <a:lnTo>
                    <a:pt x="10317" y="97608"/>
                  </a:lnTo>
                  <a:lnTo>
                    <a:pt x="8556" y="96944"/>
                  </a:lnTo>
                  <a:lnTo>
                    <a:pt x="5443" y="96594"/>
                  </a:lnTo>
                  <a:lnTo>
                    <a:pt x="653" y="96055"/>
                  </a:lnTo>
                  <a:lnTo>
                    <a:pt x="0" y="95992"/>
                  </a:lnTo>
                  <a:lnTo>
                    <a:pt x="263" y="95681"/>
                  </a:lnTo>
                  <a:lnTo>
                    <a:pt x="6503" y="88340"/>
                  </a:lnTo>
                  <a:lnTo>
                    <a:pt x="7067" y="87677"/>
                  </a:lnTo>
                  <a:lnTo>
                    <a:pt x="7754" y="86868"/>
                  </a:lnTo>
                  <a:lnTo>
                    <a:pt x="8281" y="86249"/>
                  </a:lnTo>
                  <a:lnTo>
                    <a:pt x="8745" y="85717"/>
                  </a:lnTo>
                  <a:lnTo>
                    <a:pt x="9028" y="85391"/>
                  </a:lnTo>
                  <a:lnTo>
                    <a:pt x="19313" y="73588"/>
                  </a:lnTo>
                  <a:lnTo>
                    <a:pt x="21024" y="71625"/>
                  </a:lnTo>
                  <a:lnTo>
                    <a:pt x="21381" y="71204"/>
                  </a:lnTo>
                  <a:lnTo>
                    <a:pt x="21922" y="70564"/>
                  </a:lnTo>
                  <a:lnTo>
                    <a:pt x="22382" y="70018"/>
                  </a:lnTo>
                  <a:lnTo>
                    <a:pt x="35610" y="54324"/>
                  </a:lnTo>
                  <a:lnTo>
                    <a:pt x="36334" y="53465"/>
                  </a:lnTo>
                  <a:lnTo>
                    <a:pt x="36501" y="53267"/>
                  </a:lnTo>
                  <a:lnTo>
                    <a:pt x="35177" y="52395"/>
                  </a:lnTo>
                  <a:lnTo>
                    <a:pt x="34664" y="52052"/>
                  </a:lnTo>
                  <a:lnTo>
                    <a:pt x="47461" y="33161"/>
                  </a:lnTo>
                  <a:lnTo>
                    <a:pt x="59645" y="15176"/>
                  </a:lnTo>
                  <a:lnTo>
                    <a:pt x="60525" y="13878"/>
                  </a:lnTo>
                  <a:lnTo>
                    <a:pt x="61472" y="12480"/>
                  </a:lnTo>
                  <a:lnTo>
                    <a:pt x="64624" y="7652"/>
                  </a:lnTo>
                  <a:lnTo>
                    <a:pt x="65177" y="6803"/>
                  </a:lnTo>
                  <a:lnTo>
                    <a:pt x="67115" y="3949"/>
                  </a:lnTo>
                  <a:lnTo>
                    <a:pt x="67602" y="3266"/>
                  </a:lnTo>
                  <a:lnTo>
                    <a:pt x="70039" y="0"/>
                  </a:lnTo>
                  <a:lnTo>
                    <a:pt x="71552" y="1035"/>
                  </a:lnTo>
                  <a:lnTo>
                    <a:pt x="76036" y="4105"/>
                  </a:lnTo>
                  <a:lnTo>
                    <a:pt x="81067" y="7549"/>
                  </a:lnTo>
                  <a:lnTo>
                    <a:pt x="83107" y="8945"/>
                  </a:lnTo>
                  <a:lnTo>
                    <a:pt x="83286" y="9067"/>
                  </a:lnTo>
                  <a:lnTo>
                    <a:pt x="88724" y="12790"/>
                  </a:lnTo>
                  <a:lnTo>
                    <a:pt x="89287" y="13176"/>
                  </a:lnTo>
                  <a:lnTo>
                    <a:pt x="88770" y="13976"/>
                  </a:lnTo>
                  <a:lnTo>
                    <a:pt x="84957" y="19959"/>
                  </a:lnTo>
                  <a:lnTo>
                    <a:pt x="84188" y="21166"/>
                  </a:lnTo>
                  <a:lnTo>
                    <a:pt x="83869" y="21666"/>
                  </a:lnTo>
                  <a:lnTo>
                    <a:pt x="80075" y="27306"/>
                  </a:lnTo>
                  <a:lnTo>
                    <a:pt x="77732" y="30790"/>
                  </a:lnTo>
                  <a:lnTo>
                    <a:pt x="70950" y="40871"/>
                  </a:lnTo>
                  <a:lnTo>
                    <a:pt x="69680" y="42845"/>
                  </a:lnTo>
                  <a:lnTo>
                    <a:pt x="67478" y="46268"/>
                  </a:lnTo>
                  <a:lnTo>
                    <a:pt x="67091" y="46870"/>
                  </a:lnTo>
                  <a:lnTo>
                    <a:pt x="65466" y="49395"/>
                  </a:lnTo>
                  <a:lnTo>
                    <a:pt x="61299" y="55183"/>
                  </a:lnTo>
                  <a:lnTo>
                    <a:pt x="59488" y="58092"/>
                  </a:lnTo>
                  <a:lnTo>
                    <a:pt x="59663" y="58206"/>
                  </a:lnTo>
                  <a:lnTo>
                    <a:pt x="64876" y="61597"/>
                  </a:lnTo>
                  <a:lnTo>
                    <a:pt x="65071" y="61723"/>
                  </a:lnTo>
                  <a:lnTo>
                    <a:pt x="71154" y="65680"/>
                  </a:lnTo>
                  <a:lnTo>
                    <a:pt x="72496" y="66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649785" y="4832667"/>
              <a:ext cx="66049" cy="54261"/>
            </a:xfrm>
            <a:custGeom>
              <a:avLst/>
              <a:pathLst>
                <a:path w="66049" h="54261">
                  <a:moveTo>
                    <a:pt x="51828" y="4660"/>
                  </a:moveTo>
                  <a:lnTo>
                    <a:pt x="56100" y="6203"/>
                  </a:lnTo>
                  <a:lnTo>
                    <a:pt x="64853" y="8910"/>
                  </a:lnTo>
                  <a:lnTo>
                    <a:pt x="64740" y="9474"/>
                  </a:lnTo>
                  <a:lnTo>
                    <a:pt x="64535" y="10492"/>
                  </a:lnTo>
                  <a:lnTo>
                    <a:pt x="64451" y="12844"/>
                  </a:lnTo>
                  <a:lnTo>
                    <a:pt x="64386" y="14641"/>
                  </a:lnTo>
                  <a:lnTo>
                    <a:pt x="64364" y="15259"/>
                  </a:lnTo>
                  <a:lnTo>
                    <a:pt x="64337" y="16015"/>
                  </a:lnTo>
                  <a:lnTo>
                    <a:pt x="64238" y="18787"/>
                  </a:lnTo>
                  <a:lnTo>
                    <a:pt x="64160" y="20953"/>
                  </a:lnTo>
                  <a:lnTo>
                    <a:pt x="64088" y="22965"/>
                  </a:lnTo>
                  <a:lnTo>
                    <a:pt x="63973" y="26168"/>
                  </a:lnTo>
                  <a:lnTo>
                    <a:pt x="63967" y="26323"/>
                  </a:lnTo>
                  <a:lnTo>
                    <a:pt x="63051" y="30668"/>
                  </a:lnTo>
                  <a:lnTo>
                    <a:pt x="62702" y="30832"/>
                  </a:lnTo>
                  <a:lnTo>
                    <a:pt x="59510" y="32334"/>
                  </a:lnTo>
                  <a:lnTo>
                    <a:pt x="58972" y="32587"/>
                  </a:lnTo>
                  <a:lnTo>
                    <a:pt x="59530" y="32999"/>
                  </a:lnTo>
                  <a:lnTo>
                    <a:pt x="59744" y="33157"/>
                  </a:lnTo>
                  <a:lnTo>
                    <a:pt x="60630" y="33811"/>
                  </a:lnTo>
                  <a:lnTo>
                    <a:pt x="61330" y="34327"/>
                  </a:lnTo>
                  <a:lnTo>
                    <a:pt x="62435" y="35143"/>
                  </a:lnTo>
                  <a:lnTo>
                    <a:pt x="62720" y="35353"/>
                  </a:lnTo>
                  <a:lnTo>
                    <a:pt x="64014" y="36308"/>
                  </a:lnTo>
                  <a:lnTo>
                    <a:pt x="64507" y="36672"/>
                  </a:lnTo>
                  <a:lnTo>
                    <a:pt x="64904" y="36965"/>
                  </a:lnTo>
                  <a:lnTo>
                    <a:pt x="65321" y="37272"/>
                  </a:lnTo>
                  <a:lnTo>
                    <a:pt x="65723" y="37569"/>
                  </a:lnTo>
                  <a:lnTo>
                    <a:pt x="66049" y="37817"/>
                  </a:lnTo>
                  <a:lnTo>
                    <a:pt x="65914" y="37893"/>
                  </a:lnTo>
                  <a:lnTo>
                    <a:pt x="64973" y="38421"/>
                  </a:lnTo>
                  <a:lnTo>
                    <a:pt x="63756" y="39103"/>
                  </a:lnTo>
                  <a:lnTo>
                    <a:pt x="61785" y="40207"/>
                  </a:lnTo>
                  <a:lnTo>
                    <a:pt x="60887" y="40711"/>
                  </a:lnTo>
                  <a:lnTo>
                    <a:pt x="59613" y="41425"/>
                  </a:lnTo>
                  <a:lnTo>
                    <a:pt x="59140" y="41690"/>
                  </a:lnTo>
                  <a:lnTo>
                    <a:pt x="54804" y="44180"/>
                  </a:lnTo>
                  <a:lnTo>
                    <a:pt x="53437" y="44964"/>
                  </a:lnTo>
                  <a:lnTo>
                    <a:pt x="53211" y="45095"/>
                  </a:lnTo>
                  <a:lnTo>
                    <a:pt x="51977" y="45803"/>
                  </a:lnTo>
                  <a:lnTo>
                    <a:pt x="50720" y="46525"/>
                  </a:lnTo>
                  <a:lnTo>
                    <a:pt x="50512" y="46644"/>
                  </a:lnTo>
                  <a:lnTo>
                    <a:pt x="50087" y="46888"/>
                  </a:lnTo>
                  <a:lnTo>
                    <a:pt x="49451" y="47254"/>
                  </a:lnTo>
                  <a:lnTo>
                    <a:pt x="49315" y="47316"/>
                  </a:lnTo>
                  <a:lnTo>
                    <a:pt x="48698" y="47598"/>
                  </a:lnTo>
                  <a:lnTo>
                    <a:pt x="48017" y="47627"/>
                  </a:lnTo>
                  <a:lnTo>
                    <a:pt x="47848" y="47589"/>
                  </a:lnTo>
                  <a:lnTo>
                    <a:pt x="47157" y="47432"/>
                  </a:lnTo>
                  <a:lnTo>
                    <a:pt x="46643" y="47315"/>
                  </a:lnTo>
                  <a:lnTo>
                    <a:pt x="46333" y="47245"/>
                  </a:lnTo>
                  <a:lnTo>
                    <a:pt x="46112" y="47234"/>
                  </a:lnTo>
                  <a:lnTo>
                    <a:pt x="44589" y="47638"/>
                  </a:lnTo>
                  <a:lnTo>
                    <a:pt x="44005" y="48182"/>
                  </a:lnTo>
                  <a:lnTo>
                    <a:pt x="43286" y="48852"/>
                  </a:lnTo>
                  <a:lnTo>
                    <a:pt x="42750" y="49352"/>
                  </a:lnTo>
                  <a:lnTo>
                    <a:pt x="42570" y="49519"/>
                  </a:lnTo>
                  <a:lnTo>
                    <a:pt x="41914" y="50764"/>
                  </a:lnTo>
                  <a:lnTo>
                    <a:pt x="41818" y="50947"/>
                  </a:lnTo>
                  <a:lnTo>
                    <a:pt x="38668" y="52234"/>
                  </a:lnTo>
                  <a:lnTo>
                    <a:pt x="38360" y="52421"/>
                  </a:lnTo>
                  <a:lnTo>
                    <a:pt x="38110" y="52573"/>
                  </a:lnTo>
                  <a:lnTo>
                    <a:pt x="35336" y="54261"/>
                  </a:lnTo>
                  <a:lnTo>
                    <a:pt x="34361" y="52747"/>
                  </a:lnTo>
                  <a:lnTo>
                    <a:pt x="32182" y="49363"/>
                  </a:lnTo>
                  <a:lnTo>
                    <a:pt x="30864" y="47316"/>
                  </a:lnTo>
                  <a:lnTo>
                    <a:pt x="33464" y="43571"/>
                  </a:lnTo>
                  <a:lnTo>
                    <a:pt x="36264" y="39539"/>
                  </a:lnTo>
                  <a:lnTo>
                    <a:pt x="36645" y="38964"/>
                  </a:lnTo>
                  <a:lnTo>
                    <a:pt x="31899" y="35327"/>
                  </a:lnTo>
                  <a:lnTo>
                    <a:pt x="27624" y="37016"/>
                  </a:lnTo>
                  <a:lnTo>
                    <a:pt x="23977" y="35327"/>
                  </a:lnTo>
                  <a:lnTo>
                    <a:pt x="13832" y="28511"/>
                  </a:lnTo>
                  <a:lnTo>
                    <a:pt x="2982" y="22434"/>
                  </a:lnTo>
                  <a:lnTo>
                    <a:pt x="0" y="20593"/>
                  </a:lnTo>
                  <a:lnTo>
                    <a:pt x="3653" y="15126"/>
                  </a:lnTo>
                  <a:lnTo>
                    <a:pt x="4375" y="14046"/>
                  </a:lnTo>
                  <a:lnTo>
                    <a:pt x="5745" y="14896"/>
                  </a:lnTo>
                  <a:lnTo>
                    <a:pt x="7664" y="12003"/>
                  </a:lnTo>
                  <a:lnTo>
                    <a:pt x="6867" y="10318"/>
                  </a:lnTo>
                  <a:lnTo>
                    <a:pt x="5666" y="7568"/>
                  </a:lnTo>
                  <a:lnTo>
                    <a:pt x="11866" y="6346"/>
                  </a:lnTo>
                  <a:lnTo>
                    <a:pt x="13885" y="5877"/>
                  </a:lnTo>
                  <a:lnTo>
                    <a:pt x="18508" y="4784"/>
                  </a:lnTo>
                  <a:lnTo>
                    <a:pt x="40660" y="5075"/>
                  </a:lnTo>
                  <a:lnTo>
                    <a:pt x="43111" y="0"/>
                  </a:lnTo>
                  <a:lnTo>
                    <a:pt x="45862" y="1476"/>
                  </a:lnTo>
                  <a:lnTo>
                    <a:pt x="49983" y="3687"/>
                  </a:lnTo>
                  <a:lnTo>
                    <a:pt x="50908" y="4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639202" y="4823633"/>
              <a:ext cx="173299" cy="134148"/>
            </a:xfrm>
            <a:custGeom>
              <a:avLst/>
              <a:pathLst>
                <a:path w="173299" h="134148">
                  <a:moveTo>
                    <a:pt x="151993" y="70328"/>
                  </a:moveTo>
                  <a:lnTo>
                    <a:pt x="152710" y="69452"/>
                  </a:lnTo>
                  <a:lnTo>
                    <a:pt x="155445" y="66111"/>
                  </a:lnTo>
                  <a:lnTo>
                    <a:pt x="162692" y="71905"/>
                  </a:lnTo>
                  <a:lnTo>
                    <a:pt x="168772" y="76527"/>
                  </a:lnTo>
                  <a:lnTo>
                    <a:pt x="169541" y="77118"/>
                  </a:lnTo>
                  <a:lnTo>
                    <a:pt x="170192" y="77619"/>
                  </a:lnTo>
                  <a:lnTo>
                    <a:pt x="171222" y="78411"/>
                  </a:lnTo>
                  <a:lnTo>
                    <a:pt x="173299" y="79684"/>
                  </a:lnTo>
                  <a:lnTo>
                    <a:pt x="169460" y="86427"/>
                  </a:lnTo>
                  <a:lnTo>
                    <a:pt x="170963" y="89160"/>
                  </a:lnTo>
                  <a:lnTo>
                    <a:pt x="172863" y="92559"/>
                  </a:lnTo>
                  <a:lnTo>
                    <a:pt x="170013" y="102268"/>
                  </a:lnTo>
                  <a:lnTo>
                    <a:pt x="162222" y="106048"/>
                  </a:lnTo>
                  <a:lnTo>
                    <a:pt x="157444" y="105685"/>
                  </a:lnTo>
                  <a:lnTo>
                    <a:pt x="155194" y="104598"/>
                  </a:lnTo>
                  <a:lnTo>
                    <a:pt x="156339" y="101586"/>
                  </a:lnTo>
                  <a:lnTo>
                    <a:pt x="155556" y="100027"/>
                  </a:lnTo>
                  <a:lnTo>
                    <a:pt x="150730" y="101103"/>
                  </a:lnTo>
                  <a:lnTo>
                    <a:pt x="152155" y="104987"/>
                  </a:lnTo>
                  <a:lnTo>
                    <a:pt x="141706" y="113143"/>
                  </a:lnTo>
                  <a:lnTo>
                    <a:pt x="134305" y="106255"/>
                  </a:lnTo>
                  <a:lnTo>
                    <a:pt x="125625" y="110926"/>
                  </a:lnTo>
                  <a:lnTo>
                    <a:pt x="124608" y="108871"/>
                  </a:lnTo>
                  <a:lnTo>
                    <a:pt x="123563" y="104501"/>
                  </a:lnTo>
                  <a:lnTo>
                    <a:pt x="122423" y="102074"/>
                  </a:lnTo>
                  <a:lnTo>
                    <a:pt x="116154" y="100229"/>
                  </a:lnTo>
                  <a:lnTo>
                    <a:pt x="114254" y="102948"/>
                  </a:lnTo>
                  <a:lnTo>
                    <a:pt x="110834" y="107997"/>
                  </a:lnTo>
                  <a:lnTo>
                    <a:pt x="107449" y="109113"/>
                  </a:lnTo>
                  <a:lnTo>
                    <a:pt x="100809" y="112279"/>
                  </a:lnTo>
                  <a:lnTo>
                    <a:pt x="95252" y="115581"/>
                  </a:lnTo>
                  <a:lnTo>
                    <a:pt x="87330" y="120849"/>
                  </a:lnTo>
                  <a:lnTo>
                    <a:pt x="85358" y="121990"/>
                  </a:lnTo>
                  <a:lnTo>
                    <a:pt x="83532" y="122747"/>
                  </a:lnTo>
                  <a:lnTo>
                    <a:pt x="83291" y="122847"/>
                  </a:lnTo>
                  <a:lnTo>
                    <a:pt x="79569" y="125441"/>
                  </a:lnTo>
                  <a:lnTo>
                    <a:pt x="78955" y="125869"/>
                  </a:lnTo>
                  <a:lnTo>
                    <a:pt x="77962" y="126561"/>
                  </a:lnTo>
                  <a:lnTo>
                    <a:pt x="75675" y="126319"/>
                  </a:lnTo>
                  <a:lnTo>
                    <a:pt x="75077" y="126255"/>
                  </a:lnTo>
                  <a:lnTo>
                    <a:pt x="74856" y="125403"/>
                  </a:lnTo>
                  <a:lnTo>
                    <a:pt x="73923" y="125090"/>
                  </a:lnTo>
                  <a:lnTo>
                    <a:pt x="73423" y="124552"/>
                  </a:lnTo>
                  <a:lnTo>
                    <a:pt x="72621" y="123692"/>
                  </a:lnTo>
                  <a:lnTo>
                    <a:pt x="70652" y="120998"/>
                  </a:lnTo>
                  <a:lnTo>
                    <a:pt x="69514" y="119441"/>
                  </a:lnTo>
                  <a:lnTo>
                    <a:pt x="68830" y="118505"/>
                  </a:lnTo>
                  <a:lnTo>
                    <a:pt x="68399" y="118828"/>
                  </a:lnTo>
                  <a:lnTo>
                    <a:pt x="67982" y="119142"/>
                  </a:lnTo>
                  <a:lnTo>
                    <a:pt x="65222" y="121216"/>
                  </a:lnTo>
                  <a:lnTo>
                    <a:pt x="64494" y="121763"/>
                  </a:lnTo>
                  <a:lnTo>
                    <a:pt x="62921" y="122946"/>
                  </a:lnTo>
                  <a:lnTo>
                    <a:pt x="62553" y="123222"/>
                  </a:lnTo>
                  <a:lnTo>
                    <a:pt x="61383" y="124102"/>
                  </a:lnTo>
                  <a:lnTo>
                    <a:pt x="60357" y="124873"/>
                  </a:lnTo>
                  <a:lnTo>
                    <a:pt x="60100" y="125066"/>
                  </a:lnTo>
                  <a:lnTo>
                    <a:pt x="59936" y="124813"/>
                  </a:lnTo>
                  <a:lnTo>
                    <a:pt x="58598" y="125638"/>
                  </a:lnTo>
                  <a:lnTo>
                    <a:pt x="56396" y="126993"/>
                  </a:lnTo>
                  <a:lnTo>
                    <a:pt x="55800" y="127361"/>
                  </a:lnTo>
                  <a:lnTo>
                    <a:pt x="54268" y="128304"/>
                  </a:lnTo>
                  <a:lnTo>
                    <a:pt x="52859" y="129172"/>
                  </a:lnTo>
                  <a:lnTo>
                    <a:pt x="51518" y="129998"/>
                  </a:lnTo>
                  <a:lnTo>
                    <a:pt x="51234" y="130173"/>
                  </a:lnTo>
                  <a:lnTo>
                    <a:pt x="50637" y="130541"/>
                  </a:lnTo>
                  <a:lnTo>
                    <a:pt x="50390" y="130697"/>
                  </a:lnTo>
                  <a:lnTo>
                    <a:pt x="50197" y="130820"/>
                  </a:lnTo>
                  <a:lnTo>
                    <a:pt x="49775" y="131087"/>
                  </a:lnTo>
                  <a:lnTo>
                    <a:pt x="49358" y="131351"/>
                  </a:lnTo>
                  <a:lnTo>
                    <a:pt x="48132" y="132127"/>
                  </a:lnTo>
                  <a:lnTo>
                    <a:pt x="47676" y="132416"/>
                  </a:lnTo>
                  <a:lnTo>
                    <a:pt x="46549" y="133130"/>
                  </a:lnTo>
                  <a:lnTo>
                    <a:pt x="46216" y="133341"/>
                  </a:lnTo>
                  <a:lnTo>
                    <a:pt x="45692" y="133673"/>
                  </a:lnTo>
                  <a:lnTo>
                    <a:pt x="45422" y="133843"/>
                  </a:lnTo>
                  <a:lnTo>
                    <a:pt x="44768" y="134148"/>
                  </a:lnTo>
                  <a:lnTo>
                    <a:pt x="44557" y="133789"/>
                  </a:lnTo>
                  <a:lnTo>
                    <a:pt x="44101" y="133059"/>
                  </a:lnTo>
                  <a:lnTo>
                    <a:pt x="41356" y="128654"/>
                  </a:lnTo>
                  <a:lnTo>
                    <a:pt x="37600" y="122627"/>
                  </a:lnTo>
                  <a:lnTo>
                    <a:pt x="35281" y="119268"/>
                  </a:lnTo>
                  <a:lnTo>
                    <a:pt x="33678" y="116946"/>
                  </a:lnTo>
                  <a:lnTo>
                    <a:pt x="27298" y="107707"/>
                  </a:lnTo>
                  <a:lnTo>
                    <a:pt x="19611" y="110646"/>
                  </a:lnTo>
                  <a:lnTo>
                    <a:pt x="11053" y="113918"/>
                  </a:lnTo>
                  <a:lnTo>
                    <a:pt x="10285" y="114211"/>
                  </a:lnTo>
                  <a:lnTo>
                    <a:pt x="9865" y="114372"/>
                  </a:lnTo>
                  <a:lnTo>
                    <a:pt x="9708" y="113859"/>
                  </a:lnTo>
                  <a:lnTo>
                    <a:pt x="7074" y="106794"/>
                  </a:lnTo>
                  <a:lnTo>
                    <a:pt x="979" y="90446"/>
                  </a:lnTo>
                  <a:lnTo>
                    <a:pt x="361" y="88788"/>
                  </a:lnTo>
                  <a:lnTo>
                    <a:pt x="233" y="88444"/>
                  </a:lnTo>
                  <a:lnTo>
                    <a:pt x="0" y="87818"/>
                  </a:lnTo>
                  <a:lnTo>
                    <a:pt x="963" y="87853"/>
                  </a:lnTo>
                  <a:lnTo>
                    <a:pt x="7865" y="88197"/>
                  </a:lnTo>
                  <a:lnTo>
                    <a:pt x="8553" y="88231"/>
                  </a:lnTo>
                  <a:lnTo>
                    <a:pt x="13641" y="88485"/>
                  </a:lnTo>
                  <a:lnTo>
                    <a:pt x="15093" y="88558"/>
                  </a:lnTo>
                  <a:lnTo>
                    <a:pt x="15568" y="88581"/>
                  </a:lnTo>
                  <a:lnTo>
                    <a:pt x="21820" y="88743"/>
                  </a:lnTo>
                  <a:lnTo>
                    <a:pt x="22211" y="88753"/>
                  </a:lnTo>
                  <a:lnTo>
                    <a:pt x="22821" y="88769"/>
                  </a:lnTo>
                  <a:lnTo>
                    <a:pt x="27348" y="88886"/>
                  </a:lnTo>
                  <a:lnTo>
                    <a:pt x="29945" y="88953"/>
                  </a:lnTo>
                  <a:lnTo>
                    <a:pt x="31304" y="89022"/>
                  </a:lnTo>
                  <a:lnTo>
                    <a:pt x="31808" y="89048"/>
                  </a:lnTo>
                  <a:lnTo>
                    <a:pt x="36750" y="89301"/>
                  </a:lnTo>
                  <a:lnTo>
                    <a:pt x="37610" y="89345"/>
                  </a:lnTo>
                  <a:lnTo>
                    <a:pt x="42628" y="89602"/>
                  </a:lnTo>
                  <a:lnTo>
                    <a:pt x="42837" y="89822"/>
                  </a:lnTo>
                  <a:lnTo>
                    <a:pt x="43359" y="89513"/>
                  </a:lnTo>
                  <a:lnTo>
                    <a:pt x="42675" y="88708"/>
                  </a:lnTo>
                  <a:lnTo>
                    <a:pt x="42283" y="88246"/>
                  </a:lnTo>
                  <a:lnTo>
                    <a:pt x="40558" y="86216"/>
                  </a:lnTo>
                  <a:lnTo>
                    <a:pt x="39385" y="84835"/>
                  </a:lnTo>
                  <a:lnTo>
                    <a:pt x="38805" y="84360"/>
                  </a:lnTo>
                  <a:lnTo>
                    <a:pt x="39497" y="83925"/>
                  </a:lnTo>
                  <a:lnTo>
                    <a:pt x="41839" y="82452"/>
                  </a:lnTo>
                  <a:lnTo>
                    <a:pt x="44075" y="81046"/>
                  </a:lnTo>
                  <a:lnTo>
                    <a:pt x="45340" y="80251"/>
                  </a:lnTo>
                  <a:lnTo>
                    <a:pt x="48678" y="78152"/>
                  </a:lnTo>
                  <a:lnTo>
                    <a:pt x="49062" y="77915"/>
                  </a:lnTo>
                  <a:lnTo>
                    <a:pt x="49334" y="77755"/>
                  </a:lnTo>
                  <a:lnTo>
                    <a:pt x="49623" y="77584"/>
                  </a:lnTo>
                  <a:lnTo>
                    <a:pt x="49785" y="77372"/>
                  </a:lnTo>
                  <a:lnTo>
                    <a:pt x="50059" y="77012"/>
                  </a:lnTo>
                  <a:lnTo>
                    <a:pt x="50800" y="76123"/>
                  </a:lnTo>
                  <a:lnTo>
                    <a:pt x="50476" y="72217"/>
                  </a:lnTo>
                  <a:lnTo>
                    <a:pt x="50394" y="68670"/>
                  </a:lnTo>
                  <a:lnTo>
                    <a:pt x="51672" y="61598"/>
                  </a:lnTo>
                  <a:lnTo>
                    <a:pt x="52402" y="59980"/>
                  </a:lnTo>
                  <a:lnTo>
                    <a:pt x="52498" y="59798"/>
                  </a:lnTo>
                  <a:lnTo>
                    <a:pt x="53154" y="58552"/>
                  </a:lnTo>
                  <a:lnTo>
                    <a:pt x="53333" y="58385"/>
                  </a:lnTo>
                  <a:lnTo>
                    <a:pt x="53893" y="57864"/>
                  </a:lnTo>
                  <a:lnTo>
                    <a:pt x="54588" y="57216"/>
                  </a:lnTo>
                  <a:lnTo>
                    <a:pt x="55173" y="56671"/>
                  </a:lnTo>
                  <a:lnTo>
                    <a:pt x="56776" y="56247"/>
                  </a:lnTo>
                  <a:lnTo>
                    <a:pt x="56916" y="56279"/>
                  </a:lnTo>
                  <a:lnTo>
                    <a:pt x="57226" y="56349"/>
                  </a:lnTo>
                  <a:lnTo>
                    <a:pt x="57741" y="56466"/>
                  </a:lnTo>
                  <a:lnTo>
                    <a:pt x="58432" y="56623"/>
                  </a:lnTo>
                  <a:lnTo>
                    <a:pt x="58711" y="56656"/>
                  </a:lnTo>
                  <a:lnTo>
                    <a:pt x="59281" y="56632"/>
                  </a:lnTo>
                  <a:lnTo>
                    <a:pt x="59899" y="56350"/>
                  </a:lnTo>
                  <a:lnTo>
                    <a:pt x="60034" y="56288"/>
                  </a:lnTo>
                  <a:lnTo>
                    <a:pt x="60776" y="55861"/>
                  </a:lnTo>
                  <a:lnTo>
                    <a:pt x="61096" y="55678"/>
                  </a:lnTo>
                  <a:lnTo>
                    <a:pt x="61303" y="55559"/>
                  </a:lnTo>
                  <a:lnTo>
                    <a:pt x="62561" y="54837"/>
                  </a:lnTo>
                  <a:lnTo>
                    <a:pt x="63894" y="54072"/>
                  </a:lnTo>
                  <a:lnTo>
                    <a:pt x="64079" y="53965"/>
                  </a:lnTo>
                  <a:lnTo>
                    <a:pt x="65467" y="53168"/>
                  </a:lnTo>
                  <a:lnTo>
                    <a:pt x="69723" y="50724"/>
                  </a:lnTo>
                  <a:lnTo>
                    <a:pt x="70197" y="50458"/>
                  </a:lnTo>
                  <a:lnTo>
                    <a:pt x="71470" y="49745"/>
                  </a:lnTo>
                  <a:lnTo>
                    <a:pt x="72369" y="49241"/>
                  </a:lnTo>
                  <a:lnTo>
                    <a:pt x="74339" y="48137"/>
                  </a:lnTo>
                  <a:lnTo>
                    <a:pt x="75557" y="47454"/>
                  </a:lnTo>
                  <a:lnTo>
                    <a:pt x="76498" y="46927"/>
                  </a:lnTo>
                  <a:lnTo>
                    <a:pt x="76638" y="46848"/>
                  </a:lnTo>
                  <a:lnTo>
                    <a:pt x="76307" y="46603"/>
                  </a:lnTo>
                  <a:lnTo>
                    <a:pt x="75904" y="46306"/>
                  </a:lnTo>
                  <a:lnTo>
                    <a:pt x="75488" y="45999"/>
                  </a:lnTo>
                  <a:lnTo>
                    <a:pt x="75091" y="45706"/>
                  </a:lnTo>
                  <a:lnTo>
                    <a:pt x="74597" y="45342"/>
                  </a:lnTo>
                  <a:lnTo>
                    <a:pt x="73304" y="44387"/>
                  </a:lnTo>
                  <a:lnTo>
                    <a:pt x="73019" y="44177"/>
                  </a:lnTo>
                  <a:lnTo>
                    <a:pt x="71913" y="43361"/>
                  </a:lnTo>
                  <a:lnTo>
                    <a:pt x="71214" y="42845"/>
                  </a:lnTo>
                  <a:lnTo>
                    <a:pt x="70300" y="42170"/>
                  </a:lnTo>
                  <a:lnTo>
                    <a:pt x="70114" y="42033"/>
                  </a:lnTo>
                  <a:lnTo>
                    <a:pt x="69654" y="41574"/>
                  </a:lnTo>
                  <a:lnTo>
                    <a:pt x="70120" y="41355"/>
                  </a:lnTo>
                  <a:lnTo>
                    <a:pt x="73285" y="39866"/>
                  </a:lnTo>
                  <a:lnTo>
                    <a:pt x="73635" y="39701"/>
                  </a:lnTo>
                  <a:lnTo>
                    <a:pt x="74551" y="35357"/>
                  </a:lnTo>
                  <a:lnTo>
                    <a:pt x="74556" y="35202"/>
                  </a:lnTo>
                  <a:lnTo>
                    <a:pt x="74671" y="31999"/>
                  </a:lnTo>
                  <a:lnTo>
                    <a:pt x="74744" y="29958"/>
                  </a:lnTo>
                  <a:lnTo>
                    <a:pt x="74821" y="27821"/>
                  </a:lnTo>
                  <a:lnTo>
                    <a:pt x="74921" y="25049"/>
                  </a:lnTo>
                  <a:lnTo>
                    <a:pt x="74948" y="24293"/>
                  </a:lnTo>
                  <a:lnTo>
                    <a:pt x="74970" y="23675"/>
                  </a:lnTo>
                  <a:lnTo>
                    <a:pt x="75035" y="21878"/>
                  </a:lnTo>
                  <a:lnTo>
                    <a:pt x="75119" y="19526"/>
                  </a:lnTo>
                  <a:lnTo>
                    <a:pt x="75323" y="18508"/>
                  </a:lnTo>
                  <a:lnTo>
                    <a:pt x="75436" y="17944"/>
                  </a:lnTo>
                  <a:lnTo>
                    <a:pt x="75993" y="16602"/>
                  </a:lnTo>
                  <a:lnTo>
                    <a:pt x="76425" y="16192"/>
                  </a:lnTo>
                  <a:lnTo>
                    <a:pt x="77606" y="15954"/>
                  </a:lnTo>
                  <a:lnTo>
                    <a:pt x="77955" y="15884"/>
                  </a:lnTo>
                  <a:lnTo>
                    <a:pt x="78498" y="15775"/>
                  </a:lnTo>
                  <a:lnTo>
                    <a:pt x="79601" y="15553"/>
                  </a:lnTo>
                  <a:lnTo>
                    <a:pt x="80024" y="15468"/>
                  </a:lnTo>
                  <a:lnTo>
                    <a:pt x="81626" y="15145"/>
                  </a:lnTo>
                  <a:lnTo>
                    <a:pt x="85130" y="16287"/>
                  </a:lnTo>
                  <a:lnTo>
                    <a:pt x="86681" y="16792"/>
                  </a:lnTo>
                  <a:lnTo>
                    <a:pt x="88036" y="17233"/>
                  </a:lnTo>
                  <a:lnTo>
                    <a:pt x="88164" y="17275"/>
                  </a:lnTo>
                  <a:lnTo>
                    <a:pt x="88906" y="17540"/>
                  </a:lnTo>
                  <a:lnTo>
                    <a:pt x="90118" y="17973"/>
                  </a:lnTo>
                  <a:lnTo>
                    <a:pt x="90594" y="18143"/>
                  </a:lnTo>
                  <a:lnTo>
                    <a:pt x="94839" y="19658"/>
                  </a:lnTo>
                  <a:lnTo>
                    <a:pt x="95698" y="19965"/>
                  </a:lnTo>
                  <a:lnTo>
                    <a:pt x="96151" y="20126"/>
                  </a:lnTo>
                  <a:lnTo>
                    <a:pt x="96284" y="20171"/>
                  </a:lnTo>
                  <a:lnTo>
                    <a:pt x="96664" y="20299"/>
                  </a:lnTo>
                  <a:lnTo>
                    <a:pt x="96895" y="20376"/>
                  </a:lnTo>
                  <a:lnTo>
                    <a:pt x="99104" y="21118"/>
                  </a:lnTo>
                  <a:lnTo>
                    <a:pt x="99798" y="21351"/>
                  </a:lnTo>
                  <a:lnTo>
                    <a:pt x="100645" y="21636"/>
                  </a:lnTo>
                  <a:lnTo>
                    <a:pt x="101983" y="20384"/>
                  </a:lnTo>
                  <a:lnTo>
                    <a:pt x="103453" y="18738"/>
                  </a:lnTo>
                  <a:lnTo>
                    <a:pt x="104937" y="17257"/>
                  </a:lnTo>
                  <a:lnTo>
                    <a:pt x="106505" y="15558"/>
                  </a:lnTo>
                  <a:lnTo>
                    <a:pt x="106885" y="14937"/>
                  </a:lnTo>
                  <a:lnTo>
                    <a:pt x="108229" y="12744"/>
                  </a:lnTo>
                  <a:lnTo>
                    <a:pt x="108414" y="12232"/>
                  </a:lnTo>
                  <a:lnTo>
                    <a:pt x="109000" y="10612"/>
                  </a:lnTo>
                  <a:lnTo>
                    <a:pt x="109349" y="9646"/>
                  </a:lnTo>
                  <a:lnTo>
                    <a:pt x="109527" y="9154"/>
                  </a:lnTo>
                  <a:lnTo>
                    <a:pt x="110305" y="7005"/>
                  </a:lnTo>
                  <a:lnTo>
                    <a:pt x="110932" y="6549"/>
                  </a:lnTo>
                  <a:lnTo>
                    <a:pt x="111929" y="5825"/>
                  </a:lnTo>
                  <a:lnTo>
                    <a:pt x="112102" y="5473"/>
                  </a:lnTo>
                  <a:lnTo>
                    <a:pt x="113924" y="1762"/>
                  </a:lnTo>
                  <a:lnTo>
                    <a:pt x="115520" y="626"/>
                  </a:lnTo>
                  <a:lnTo>
                    <a:pt x="116112" y="363"/>
                  </a:lnTo>
                  <a:lnTo>
                    <a:pt x="116334" y="265"/>
                  </a:lnTo>
                  <a:lnTo>
                    <a:pt x="116576" y="158"/>
                  </a:lnTo>
                  <a:lnTo>
                    <a:pt x="116902" y="14"/>
                  </a:lnTo>
                  <a:lnTo>
                    <a:pt x="118141" y="0"/>
                  </a:lnTo>
                  <a:lnTo>
                    <a:pt x="119424" y="116"/>
                  </a:lnTo>
                  <a:lnTo>
                    <a:pt x="119846" y="245"/>
                  </a:lnTo>
                  <a:lnTo>
                    <a:pt x="121418" y="728"/>
                  </a:lnTo>
                  <a:lnTo>
                    <a:pt x="123067" y="1605"/>
                  </a:lnTo>
                  <a:lnTo>
                    <a:pt x="124510" y="2373"/>
                  </a:lnTo>
                  <a:lnTo>
                    <a:pt x="129888" y="5653"/>
                  </a:lnTo>
                  <a:lnTo>
                    <a:pt x="131413" y="6583"/>
                  </a:lnTo>
                  <a:lnTo>
                    <a:pt x="132464" y="7322"/>
                  </a:lnTo>
                  <a:lnTo>
                    <a:pt x="133481" y="8038"/>
                  </a:lnTo>
                  <a:lnTo>
                    <a:pt x="133621" y="8136"/>
                  </a:lnTo>
                  <a:lnTo>
                    <a:pt x="135866" y="9716"/>
                  </a:lnTo>
                  <a:lnTo>
                    <a:pt x="136157" y="9920"/>
                  </a:lnTo>
                  <a:lnTo>
                    <a:pt x="136385" y="10080"/>
                  </a:lnTo>
                  <a:lnTo>
                    <a:pt x="136687" y="10293"/>
                  </a:lnTo>
                  <a:lnTo>
                    <a:pt x="137877" y="11022"/>
                  </a:lnTo>
                  <a:lnTo>
                    <a:pt x="139248" y="10610"/>
                  </a:lnTo>
                  <a:lnTo>
                    <a:pt x="140203" y="10515"/>
                  </a:lnTo>
                  <a:lnTo>
                    <a:pt x="141857" y="10350"/>
                  </a:lnTo>
                  <a:lnTo>
                    <a:pt x="142947" y="10221"/>
                  </a:lnTo>
                  <a:lnTo>
                    <a:pt x="144877" y="9991"/>
                  </a:lnTo>
                  <a:lnTo>
                    <a:pt x="145843" y="9876"/>
                  </a:lnTo>
                  <a:lnTo>
                    <a:pt x="147908" y="9630"/>
                  </a:lnTo>
                  <a:lnTo>
                    <a:pt x="149168" y="10786"/>
                  </a:lnTo>
                  <a:lnTo>
                    <a:pt x="147954" y="11470"/>
                  </a:lnTo>
                  <a:lnTo>
                    <a:pt x="145978" y="12582"/>
                  </a:lnTo>
                  <a:lnTo>
                    <a:pt x="143676" y="13879"/>
                  </a:lnTo>
                  <a:lnTo>
                    <a:pt x="141224" y="15259"/>
                  </a:lnTo>
                  <a:lnTo>
                    <a:pt x="141080" y="15340"/>
                  </a:lnTo>
                  <a:lnTo>
                    <a:pt x="143028" y="17995"/>
                  </a:lnTo>
                  <a:lnTo>
                    <a:pt x="143110" y="18807"/>
                  </a:lnTo>
                  <a:lnTo>
                    <a:pt x="143334" y="21001"/>
                  </a:lnTo>
                  <a:lnTo>
                    <a:pt x="143430" y="21936"/>
                  </a:lnTo>
                  <a:lnTo>
                    <a:pt x="143469" y="22320"/>
                  </a:lnTo>
                  <a:lnTo>
                    <a:pt x="143483" y="22453"/>
                  </a:lnTo>
                  <a:lnTo>
                    <a:pt x="143513" y="22751"/>
                  </a:lnTo>
                  <a:lnTo>
                    <a:pt x="144998" y="23635"/>
                  </a:lnTo>
                  <a:lnTo>
                    <a:pt x="146042" y="24256"/>
                  </a:lnTo>
                  <a:lnTo>
                    <a:pt x="146877" y="24753"/>
                  </a:lnTo>
                  <a:lnTo>
                    <a:pt x="147006" y="24830"/>
                  </a:lnTo>
                  <a:lnTo>
                    <a:pt x="147316" y="25014"/>
                  </a:lnTo>
                  <a:lnTo>
                    <a:pt x="147472" y="25107"/>
                  </a:lnTo>
                  <a:lnTo>
                    <a:pt x="147693" y="25239"/>
                  </a:lnTo>
                  <a:lnTo>
                    <a:pt x="147879" y="25813"/>
                  </a:lnTo>
                  <a:lnTo>
                    <a:pt x="148707" y="28370"/>
                  </a:lnTo>
                  <a:lnTo>
                    <a:pt x="149393" y="30491"/>
                  </a:lnTo>
                  <a:lnTo>
                    <a:pt x="148616" y="31088"/>
                  </a:lnTo>
                  <a:lnTo>
                    <a:pt x="147706" y="31787"/>
                  </a:lnTo>
                  <a:lnTo>
                    <a:pt x="147215" y="32165"/>
                  </a:lnTo>
                  <a:lnTo>
                    <a:pt x="146578" y="33056"/>
                  </a:lnTo>
                  <a:lnTo>
                    <a:pt x="145579" y="34454"/>
                  </a:lnTo>
                  <a:lnTo>
                    <a:pt x="145439" y="34874"/>
                  </a:lnTo>
                  <a:lnTo>
                    <a:pt x="145278" y="35357"/>
                  </a:lnTo>
                  <a:lnTo>
                    <a:pt x="145055" y="36024"/>
                  </a:lnTo>
                  <a:lnTo>
                    <a:pt x="144862" y="36602"/>
                  </a:lnTo>
                  <a:lnTo>
                    <a:pt x="144760" y="36862"/>
                  </a:lnTo>
                  <a:lnTo>
                    <a:pt x="144503" y="37511"/>
                  </a:lnTo>
                  <a:lnTo>
                    <a:pt x="143860" y="39138"/>
                  </a:lnTo>
                  <a:lnTo>
                    <a:pt x="142868" y="41648"/>
                  </a:lnTo>
                  <a:lnTo>
                    <a:pt x="142798" y="41825"/>
                  </a:lnTo>
                  <a:lnTo>
                    <a:pt x="142715" y="42034"/>
                  </a:lnTo>
                  <a:lnTo>
                    <a:pt x="142636" y="42234"/>
                  </a:lnTo>
                  <a:lnTo>
                    <a:pt x="142516" y="42537"/>
                  </a:lnTo>
                  <a:lnTo>
                    <a:pt x="141980" y="43802"/>
                  </a:lnTo>
                  <a:lnTo>
                    <a:pt x="141533" y="44854"/>
                  </a:lnTo>
                  <a:lnTo>
                    <a:pt x="141518" y="45321"/>
                  </a:lnTo>
                  <a:lnTo>
                    <a:pt x="141506" y="45678"/>
                  </a:lnTo>
                  <a:lnTo>
                    <a:pt x="141481" y="46422"/>
                  </a:lnTo>
                  <a:lnTo>
                    <a:pt x="141466" y="46877"/>
                  </a:lnTo>
                  <a:lnTo>
                    <a:pt x="141429" y="48009"/>
                  </a:lnTo>
                  <a:lnTo>
                    <a:pt x="141402" y="48802"/>
                  </a:lnTo>
                  <a:lnTo>
                    <a:pt x="141520" y="49053"/>
                  </a:lnTo>
                  <a:lnTo>
                    <a:pt x="141592" y="49206"/>
                  </a:lnTo>
                  <a:lnTo>
                    <a:pt x="141833" y="49720"/>
                  </a:lnTo>
                  <a:lnTo>
                    <a:pt x="142362" y="50380"/>
                  </a:lnTo>
                  <a:lnTo>
                    <a:pt x="142618" y="50700"/>
                  </a:lnTo>
                  <a:lnTo>
                    <a:pt x="142865" y="51009"/>
                  </a:lnTo>
                  <a:lnTo>
                    <a:pt x="143097" y="51278"/>
                  </a:lnTo>
                  <a:lnTo>
                    <a:pt x="143538" y="51670"/>
                  </a:lnTo>
                  <a:lnTo>
                    <a:pt x="147742" y="55404"/>
                  </a:lnTo>
                  <a:lnTo>
                    <a:pt x="147972" y="55615"/>
                  </a:lnTo>
                  <a:lnTo>
                    <a:pt x="148717" y="56356"/>
                  </a:lnTo>
                  <a:lnTo>
                    <a:pt x="149581" y="57216"/>
                  </a:lnTo>
                  <a:lnTo>
                    <a:pt x="150950" y="58577"/>
                  </a:lnTo>
                  <a:lnTo>
                    <a:pt x="151737" y="59359"/>
                  </a:lnTo>
                  <a:lnTo>
                    <a:pt x="151874" y="59506"/>
                  </a:lnTo>
                  <a:lnTo>
                    <a:pt x="152305" y="59968"/>
                  </a:lnTo>
                  <a:lnTo>
                    <a:pt x="152469" y="60143"/>
                  </a:lnTo>
                  <a:lnTo>
                    <a:pt x="153152" y="60876"/>
                  </a:lnTo>
                  <a:lnTo>
                    <a:pt x="153274" y="61006"/>
                  </a:lnTo>
                  <a:lnTo>
                    <a:pt x="153565" y="61318"/>
                  </a:lnTo>
                  <a:lnTo>
                    <a:pt x="153705" y="61469"/>
                  </a:lnTo>
                  <a:lnTo>
                    <a:pt x="153640" y="61769"/>
                  </a:lnTo>
                  <a:lnTo>
                    <a:pt x="153583" y="62080"/>
                  </a:lnTo>
                  <a:lnTo>
                    <a:pt x="152915" y="65403"/>
                  </a:lnTo>
                  <a:lnTo>
                    <a:pt x="151612" y="68953"/>
                  </a:lnTo>
                  <a:lnTo>
                    <a:pt x="151647" y="69100"/>
                  </a:lnTo>
                  <a:lnTo>
                    <a:pt x="151717" y="69401"/>
                  </a:lnTo>
                  <a:lnTo>
                    <a:pt x="151810" y="69712"/>
                  </a:lnTo>
                  <a:lnTo>
                    <a:pt x="151897" y="70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526816" y="4909431"/>
              <a:ext cx="156472" cy="71969"/>
            </a:xfrm>
            <a:custGeom>
              <a:avLst/>
              <a:pathLst>
                <a:path w="156472" h="71969">
                  <a:moveTo>
                    <a:pt x="84309" y="5365"/>
                  </a:moveTo>
                  <a:lnTo>
                    <a:pt x="84724" y="5404"/>
                  </a:lnTo>
                  <a:lnTo>
                    <a:pt x="87357" y="4827"/>
                  </a:lnTo>
                  <a:lnTo>
                    <a:pt x="90044" y="4239"/>
                  </a:lnTo>
                  <a:lnTo>
                    <a:pt x="89966" y="4101"/>
                  </a:lnTo>
                  <a:lnTo>
                    <a:pt x="91195" y="3890"/>
                  </a:lnTo>
                  <a:lnTo>
                    <a:pt x="92766" y="3621"/>
                  </a:lnTo>
                  <a:lnTo>
                    <a:pt x="96650" y="2955"/>
                  </a:lnTo>
                  <a:lnTo>
                    <a:pt x="100123" y="2360"/>
                  </a:lnTo>
                  <a:lnTo>
                    <a:pt x="102398" y="1970"/>
                  </a:lnTo>
                  <a:lnTo>
                    <a:pt x="102742" y="1911"/>
                  </a:lnTo>
                  <a:lnTo>
                    <a:pt x="105599" y="1968"/>
                  </a:lnTo>
                  <a:lnTo>
                    <a:pt x="106117" y="1972"/>
                  </a:lnTo>
                  <a:lnTo>
                    <a:pt x="108929" y="1993"/>
                  </a:lnTo>
                  <a:lnTo>
                    <a:pt x="112423" y="2122"/>
                  </a:lnTo>
                  <a:lnTo>
                    <a:pt x="112619" y="2647"/>
                  </a:lnTo>
                  <a:lnTo>
                    <a:pt x="112747" y="2991"/>
                  </a:lnTo>
                  <a:lnTo>
                    <a:pt x="113365" y="4648"/>
                  </a:lnTo>
                  <a:lnTo>
                    <a:pt x="119463" y="21002"/>
                  </a:lnTo>
                  <a:lnTo>
                    <a:pt x="122094" y="28061"/>
                  </a:lnTo>
                  <a:lnTo>
                    <a:pt x="122251" y="28574"/>
                  </a:lnTo>
                  <a:lnTo>
                    <a:pt x="122671" y="28413"/>
                  </a:lnTo>
                  <a:lnTo>
                    <a:pt x="123439" y="28120"/>
                  </a:lnTo>
                  <a:lnTo>
                    <a:pt x="131997" y="24848"/>
                  </a:lnTo>
                  <a:lnTo>
                    <a:pt x="139688" y="21915"/>
                  </a:lnTo>
                  <a:lnTo>
                    <a:pt x="146064" y="31149"/>
                  </a:lnTo>
                  <a:lnTo>
                    <a:pt x="147667" y="33470"/>
                  </a:lnTo>
                  <a:lnTo>
                    <a:pt x="150006" y="36862"/>
                  </a:lnTo>
                  <a:lnTo>
                    <a:pt x="153742" y="42856"/>
                  </a:lnTo>
                  <a:lnTo>
                    <a:pt x="156472" y="47271"/>
                  </a:lnTo>
                  <a:lnTo>
                    <a:pt x="153989" y="48927"/>
                  </a:lnTo>
                  <a:lnTo>
                    <a:pt x="152825" y="49703"/>
                  </a:lnTo>
                  <a:lnTo>
                    <a:pt x="151359" y="50681"/>
                  </a:lnTo>
                  <a:lnTo>
                    <a:pt x="149552" y="51886"/>
                  </a:lnTo>
                  <a:lnTo>
                    <a:pt x="148196" y="52791"/>
                  </a:lnTo>
                  <a:lnTo>
                    <a:pt x="145926" y="54305"/>
                  </a:lnTo>
                  <a:lnTo>
                    <a:pt x="143707" y="55784"/>
                  </a:lnTo>
                  <a:lnTo>
                    <a:pt x="142163" y="56814"/>
                  </a:lnTo>
                  <a:lnTo>
                    <a:pt x="138887" y="59000"/>
                  </a:lnTo>
                  <a:lnTo>
                    <a:pt x="136825" y="60375"/>
                  </a:lnTo>
                  <a:lnTo>
                    <a:pt x="136602" y="60523"/>
                  </a:lnTo>
                  <a:lnTo>
                    <a:pt x="135456" y="61288"/>
                  </a:lnTo>
                  <a:lnTo>
                    <a:pt x="133599" y="62526"/>
                  </a:lnTo>
                  <a:lnTo>
                    <a:pt x="133763" y="63031"/>
                  </a:lnTo>
                  <a:lnTo>
                    <a:pt x="132696" y="63401"/>
                  </a:lnTo>
                  <a:lnTo>
                    <a:pt x="131844" y="63696"/>
                  </a:lnTo>
                  <a:lnTo>
                    <a:pt x="126910" y="65406"/>
                  </a:lnTo>
                  <a:lnTo>
                    <a:pt x="126319" y="65611"/>
                  </a:lnTo>
                  <a:lnTo>
                    <a:pt x="125001" y="66067"/>
                  </a:lnTo>
                  <a:lnTo>
                    <a:pt x="123579" y="66560"/>
                  </a:lnTo>
                  <a:lnTo>
                    <a:pt x="122501" y="66933"/>
                  </a:lnTo>
                  <a:lnTo>
                    <a:pt x="120081" y="67772"/>
                  </a:lnTo>
                  <a:lnTo>
                    <a:pt x="116787" y="68913"/>
                  </a:lnTo>
                  <a:lnTo>
                    <a:pt x="116518" y="69007"/>
                  </a:lnTo>
                  <a:lnTo>
                    <a:pt x="116347" y="69066"/>
                  </a:lnTo>
                  <a:lnTo>
                    <a:pt x="112156" y="70518"/>
                  </a:lnTo>
                  <a:lnTo>
                    <a:pt x="111921" y="70599"/>
                  </a:lnTo>
                  <a:lnTo>
                    <a:pt x="110779" y="70995"/>
                  </a:lnTo>
                  <a:lnTo>
                    <a:pt x="107968" y="71969"/>
                  </a:lnTo>
                  <a:lnTo>
                    <a:pt x="107812" y="71488"/>
                  </a:lnTo>
                  <a:lnTo>
                    <a:pt x="105236" y="63550"/>
                  </a:lnTo>
                  <a:lnTo>
                    <a:pt x="103985" y="59697"/>
                  </a:lnTo>
                  <a:lnTo>
                    <a:pt x="103143" y="57101"/>
                  </a:lnTo>
                  <a:lnTo>
                    <a:pt x="102707" y="52845"/>
                  </a:lnTo>
                  <a:lnTo>
                    <a:pt x="102566" y="51458"/>
                  </a:lnTo>
                  <a:lnTo>
                    <a:pt x="102639" y="49806"/>
                  </a:lnTo>
                  <a:lnTo>
                    <a:pt x="102749" y="47318"/>
                  </a:lnTo>
                  <a:lnTo>
                    <a:pt x="102830" y="45484"/>
                  </a:lnTo>
                  <a:lnTo>
                    <a:pt x="102847" y="45094"/>
                  </a:lnTo>
                  <a:lnTo>
                    <a:pt x="102921" y="43417"/>
                  </a:lnTo>
                  <a:lnTo>
                    <a:pt x="102957" y="42592"/>
                  </a:lnTo>
                  <a:lnTo>
                    <a:pt x="102975" y="42185"/>
                  </a:lnTo>
                  <a:lnTo>
                    <a:pt x="102981" y="42052"/>
                  </a:lnTo>
                  <a:lnTo>
                    <a:pt x="102881" y="40414"/>
                  </a:lnTo>
                  <a:lnTo>
                    <a:pt x="102813" y="39309"/>
                  </a:lnTo>
                  <a:lnTo>
                    <a:pt x="102740" y="38063"/>
                  </a:lnTo>
                  <a:lnTo>
                    <a:pt x="102721" y="37467"/>
                  </a:lnTo>
                  <a:lnTo>
                    <a:pt x="102716" y="37284"/>
                  </a:lnTo>
                  <a:lnTo>
                    <a:pt x="102672" y="35923"/>
                  </a:lnTo>
                  <a:lnTo>
                    <a:pt x="102648" y="35696"/>
                  </a:lnTo>
                  <a:lnTo>
                    <a:pt x="102471" y="33996"/>
                  </a:lnTo>
                  <a:lnTo>
                    <a:pt x="102306" y="32425"/>
                  </a:lnTo>
                  <a:lnTo>
                    <a:pt x="102205" y="31458"/>
                  </a:lnTo>
                  <a:lnTo>
                    <a:pt x="101101" y="31707"/>
                  </a:lnTo>
                  <a:lnTo>
                    <a:pt x="95348" y="33002"/>
                  </a:lnTo>
                  <a:lnTo>
                    <a:pt x="93031" y="33524"/>
                  </a:lnTo>
                  <a:lnTo>
                    <a:pt x="91121" y="33933"/>
                  </a:lnTo>
                  <a:lnTo>
                    <a:pt x="84170" y="35420"/>
                  </a:lnTo>
                  <a:lnTo>
                    <a:pt x="82334" y="35115"/>
                  </a:lnTo>
                  <a:lnTo>
                    <a:pt x="76792" y="33755"/>
                  </a:lnTo>
                  <a:lnTo>
                    <a:pt x="75597" y="33532"/>
                  </a:lnTo>
                  <a:lnTo>
                    <a:pt x="71047" y="32683"/>
                  </a:lnTo>
                  <a:lnTo>
                    <a:pt x="66054" y="32753"/>
                  </a:lnTo>
                  <a:lnTo>
                    <a:pt x="65224" y="32916"/>
                  </a:lnTo>
                  <a:lnTo>
                    <a:pt x="63212" y="33310"/>
                  </a:lnTo>
                  <a:lnTo>
                    <a:pt x="59084" y="34119"/>
                  </a:lnTo>
                  <a:lnTo>
                    <a:pt x="57847" y="34361"/>
                  </a:lnTo>
                  <a:lnTo>
                    <a:pt x="55356" y="34658"/>
                  </a:lnTo>
                  <a:lnTo>
                    <a:pt x="49522" y="35356"/>
                  </a:lnTo>
                  <a:lnTo>
                    <a:pt x="41930" y="36196"/>
                  </a:lnTo>
                  <a:lnTo>
                    <a:pt x="40072" y="36597"/>
                  </a:lnTo>
                  <a:lnTo>
                    <a:pt x="35755" y="37528"/>
                  </a:lnTo>
                  <a:lnTo>
                    <a:pt x="33943" y="37919"/>
                  </a:lnTo>
                  <a:lnTo>
                    <a:pt x="29296" y="39077"/>
                  </a:lnTo>
                  <a:lnTo>
                    <a:pt x="22654" y="40732"/>
                  </a:lnTo>
                  <a:lnTo>
                    <a:pt x="20589" y="41246"/>
                  </a:lnTo>
                  <a:lnTo>
                    <a:pt x="20226" y="41337"/>
                  </a:lnTo>
                  <a:lnTo>
                    <a:pt x="11559" y="43878"/>
                  </a:lnTo>
                  <a:lnTo>
                    <a:pt x="11183" y="43989"/>
                  </a:lnTo>
                  <a:lnTo>
                    <a:pt x="10634" y="44150"/>
                  </a:lnTo>
                  <a:lnTo>
                    <a:pt x="10581" y="44001"/>
                  </a:lnTo>
                  <a:lnTo>
                    <a:pt x="2802" y="22330"/>
                  </a:lnTo>
                  <a:lnTo>
                    <a:pt x="2706" y="22062"/>
                  </a:lnTo>
                  <a:lnTo>
                    <a:pt x="2044" y="20218"/>
                  </a:lnTo>
                  <a:lnTo>
                    <a:pt x="1928" y="19896"/>
                  </a:lnTo>
                  <a:lnTo>
                    <a:pt x="1058" y="17470"/>
                  </a:lnTo>
                  <a:lnTo>
                    <a:pt x="822" y="16814"/>
                  </a:lnTo>
                  <a:lnTo>
                    <a:pt x="0" y="14408"/>
                  </a:lnTo>
                  <a:lnTo>
                    <a:pt x="206" y="14318"/>
                  </a:lnTo>
                  <a:lnTo>
                    <a:pt x="591" y="14152"/>
                  </a:lnTo>
                  <a:lnTo>
                    <a:pt x="2847" y="13177"/>
                  </a:lnTo>
                  <a:lnTo>
                    <a:pt x="5723" y="11934"/>
                  </a:lnTo>
                  <a:lnTo>
                    <a:pt x="6959" y="11400"/>
                  </a:lnTo>
                  <a:lnTo>
                    <a:pt x="9279" y="10397"/>
                  </a:lnTo>
                  <a:lnTo>
                    <a:pt x="10074" y="10054"/>
                  </a:lnTo>
                  <a:lnTo>
                    <a:pt x="10327" y="9945"/>
                  </a:lnTo>
                  <a:lnTo>
                    <a:pt x="10535" y="9854"/>
                  </a:lnTo>
                  <a:lnTo>
                    <a:pt x="13701" y="8486"/>
                  </a:lnTo>
                  <a:lnTo>
                    <a:pt x="13899" y="9069"/>
                  </a:lnTo>
                  <a:lnTo>
                    <a:pt x="15061" y="8356"/>
                  </a:lnTo>
                  <a:lnTo>
                    <a:pt x="15547" y="7669"/>
                  </a:lnTo>
                  <a:lnTo>
                    <a:pt x="15693" y="7462"/>
                  </a:lnTo>
                  <a:lnTo>
                    <a:pt x="16885" y="5944"/>
                  </a:lnTo>
                  <a:lnTo>
                    <a:pt x="18020" y="4496"/>
                  </a:lnTo>
                  <a:lnTo>
                    <a:pt x="18344" y="4280"/>
                  </a:lnTo>
                  <a:lnTo>
                    <a:pt x="18978" y="3856"/>
                  </a:lnTo>
                  <a:lnTo>
                    <a:pt x="20526" y="3098"/>
                  </a:lnTo>
                  <a:lnTo>
                    <a:pt x="21464" y="2755"/>
                  </a:lnTo>
                  <a:lnTo>
                    <a:pt x="22600" y="2553"/>
                  </a:lnTo>
                  <a:lnTo>
                    <a:pt x="23610" y="2541"/>
                  </a:lnTo>
                  <a:lnTo>
                    <a:pt x="24215" y="2574"/>
                  </a:lnTo>
                  <a:lnTo>
                    <a:pt x="24473" y="2588"/>
                  </a:lnTo>
                  <a:lnTo>
                    <a:pt x="24714" y="2602"/>
                  </a:lnTo>
                  <a:lnTo>
                    <a:pt x="25937" y="2941"/>
                  </a:lnTo>
                  <a:lnTo>
                    <a:pt x="26476" y="3197"/>
                  </a:lnTo>
                  <a:lnTo>
                    <a:pt x="26611" y="3261"/>
                  </a:lnTo>
                  <a:lnTo>
                    <a:pt x="26980" y="3435"/>
                  </a:lnTo>
                  <a:lnTo>
                    <a:pt x="27313" y="3593"/>
                  </a:lnTo>
                  <a:lnTo>
                    <a:pt x="28680" y="4240"/>
                  </a:lnTo>
                  <a:lnTo>
                    <a:pt x="29340" y="4628"/>
                  </a:lnTo>
                  <a:lnTo>
                    <a:pt x="31055" y="5636"/>
                  </a:lnTo>
                  <a:lnTo>
                    <a:pt x="31463" y="5941"/>
                  </a:lnTo>
                  <a:lnTo>
                    <a:pt x="32690" y="6857"/>
                  </a:lnTo>
                  <a:lnTo>
                    <a:pt x="33833" y="7711"/>
                  </a:lnTo>
                  <a:lnTo>
                    <a:pt x="34128" y="7912"/>
                  </a:lnTo>
                  <a:lnTo>
                    <a:pt x="34348" y="8062"/>
                  </a:lnTo>
                  <a:lnTo>
                    <a:pt x="35295" y="8708"/>
                  </a:lnTo>
                  <a:lnTo>
                    <a:pt x="35579" y="8901"/>
                  </a:lnTo>
                  <a:lnTo>
                    <a:pt x="35978" y="9173"/>
                  </a:lnTo>
                  <a:lnTo>
                    <a:pt x="36694" y="9661"/>
                  </a:lnTo>
                  <a:lnTo>
                    <a:pt x="37340" y="10252"/>
                  </a:lnTo>
                  <a:lnTo>
                    <a:pt x="38013" y="10867"/>
                  </a:lnTo>
                  <a:lnTo>
                    <a:pt x="38585" y="11099"/>
                  </a:lnTo>
                  <a:lnTo>
                    <a:pt x="38864" y="11123"/>
                  </a:lnTo>
                  <a:lnTo>
                    <a:pt x="39351" y="10996"/>
                  </a:lnTo>
                  <a:lnTo>
                    <a:pt x="39959" y="10750"/>
                  </a:lnTo>
                  <a:lnTo>
                    <a:pt x="43276" y="9407"/>
                  </a:lnTo>
                  <a:lnTo>
                    <a:pt x="43649" y="9257"/>
                  </a:lnTo>
                  <a:lnTo>
                    <a:pt x="46392" y="8146"/>
                  </a:lnTo>
                  <a:lnTo>
                    <a:pt x="51222" y="6191"/>
                  </a:lnTo>
                  <a:lnTo>
                    <a:pt x="51700" y="5998"/>
                  </a:lnTo>
                  <a:lnTo>
                    <a:pt x="52145" y="5818"/>
                  </a:lnTo>
                  <a:lnTo>
                    <a:pt x="52529" y="5663"/>
                  </a:lnTo>
                  <a:lnTo>
                    <a:pt x="54788" y="4748"/>
                  </a:lnTo>
                  <a:lnTo>
                    <a:pt x="54051" y="2971"/>
                  </a:lnTo>
                  <a:lnTo>
                    <a:pt x="54789" y="2672"/>
                  </a:lnTo>
                  <a:lnTo>
                    <a:pt x="58480" y="1177"/>
                  </a:lnTo>
                  <a:lnTo>
                    <a:pt x="59311" y="841"/>
                  </a:lnTo>
                  <a:lnTo>
                    <a:pt x="61389" y="0"/>
                  </a:lnTo>
                  <a:lnTo>
                    <a:pt x="62188" y="212"/>
                  </a:lnTo>
                  <a:lnTo>
                    <a:pt x="63875" y="660"/>
                  </a:lnTo>
                  <a:lnTo>
                    <a:pt x="64820" y="911"/>
                  </a:lnTo>
                  <a:lnTo>
                    <a:pt x="65795" y="1170"/>
                  </a:lnTo>
                  <a:lnTo>
                    <a:pt x="67160" y="1533"/>
                  </a:lnTo>
                  <a:lnTo>
                    <a:pt x="67868" y="1721"/>
                  </a:lnTo>
                  <a:lnTo>
                    <a:pt x="70413" y="2398"/>
                  </a:lnTo>
                  <a:lnTo>
                    <a:pt x="83304" y="5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056064" y="4981992"/>
              <a:ext cx="167775" cy="127730"/>
            </a:xfrm>
            <a:custGeom>
              <a:avLst/>
              <a:pathLst>
                <a:path w="167775" h="127730">
                  <a:moveTo>
                    <a:pt x="100737" y="20331"/>
                  </a:moveTo>
                  <a:lnTo>
                    <a:pt x="105016" y="26277"/>
                  </a:lnTo>
                  <a:lnTo>
                    <a:pt x="105263" y="26565"/>
                  </a:lnTo>
                  <a:lnTo>
                    <a:pt x="110084" y="32175"/>
                  </a:lnTo>
                  <a:lnTo>
                    <a:pt x="110404" y="32489"/>
                  </a:lnTo>
                  <a:lnTo>
                    <a:pt x="113160" y="35194"/>
                  </a:lnTo>
                  <a:lnTo>
                    <a:pt x="114007" y="36026"/>
                  </a:lnTo>
                  <a:lnTo>
                    <a:pt x="116105" y="38085"/>
                  </a:lnTo>
                  <a:lnTo>
                    <a:pt x="116452" y="38393"/>
                  </a:lnTo>
                  <a:lnTo>
                    <a:pt x="121582" y="42941"/>
                  </a:lnTo>
                  <a:lnTo>
                    <a:pt x="124937" y="44966"/>
                  </a:lnTo>
                  <a:lnTo>
                    <a:pt x="126772" y="45278"/>
                  </a:lnTo>
                  <a:lnTo>
                    <a:pt x="128459" y="45185"/>
                  </a:lnTo>
                  <a:lnTo>
                    <a:pt x="130200" y="44966"/>
                  </a:lnTo>
                  <a:lnTo>
                    <a:pt x="131185" y="44870"/>
                  </a:lnTo>
                  <a:lnTo>
                    <a:pt x="131407" y="44848"/>
                  </a:lnTo>
                  <a:lnTo>
                    <a:pt x="133421" y="44651"/>
                  </a:lnTo>
                  <a:lnTo>
                    <a:pt x="134903" y="44797"/>
                  </a:lnTo>
                  <a:lnTo>
                    <a:pt x="136271" y="45205"/>
                  </a:lnTo>
                  <a:lnTo>
                    <a:pt x="137525" y="45875"/>
                  </a:lnTo>
                  <a:lnTo>
                    <a:pt x="139406" y="47477"/>
                  </a:lnTo>
                  <a:lnTo>
                    <a:pt x="140916" y="49224"/>
                  </a:lnTo>
                  <a:lnTo>
                    <a:pt x="142248" y="51493"/>
                  </a:lnTo>
                  <a:lnTo>
                    <a:pt x="142537" y="51985"/>
                  </a:lnTo>
                  <a:lnTo>
                    <a:pt x="143782" y="54105"/>
                  </a:lnTo>
                  <a:lnTo>
                    <a:pt x="145831" y="57593"/>
                  </a:lnTo>
                  <a:lnTo>
                    <a:pt x="147867" y="61060"/>
                  </a:lnTo>
                  <a:lnTo>
                    <a:pt x="148052" y="61375"/>
                  </a:lnTo>
                  <a:lnTo>
                    <a:pt x="149854" y="64443"/>
                  </a:lnTo>
                  <a:lnTo>
                    <a:pt x="150161" y="64967"/>
                  </a:lnTo>
                  <a:lnTo>
                    <a:pt x="151606" y="67427"/>
                  </a:lnTo>
                  <a:lnTo>
                    <a:pt x="151764" y="67695"/>
                  </a:lnTo>
                  <a:lnTo>
                    <a:pt x="152255" y="68271"/>
                  </a:lnTo>
                  <a:lnTo>
                    <a:pt x="152438" y="68486"/>
                  </a:lnTo>
                  <a:lnTo>
                    <a:pt x="154605" y="71028"/>
                  </a:lnTo>
                  <a:lnTo>
                    <a:pt x="154769" y="71137"/>
                  </a:lnTo>
                  <a:lnTo>
                    <a:pt x="155033" y="71406"/>
                  </a:lnTo>
                  <a:lnTo>
                    <a:pt x="156129" y="72525"/>
                  </a:lnTo>
                  <a:lnTo>
                    <a:pt x="157602" y="73649"/>
                  </a:lnTo>
                  <a:lnTo>
                    <a:pt x="160413" y="75055"/>
                  </a:lnTo>
                  <a:lnTo>
                    <a:pt x="163305" y="76773"/>
                  </a:lnTo>
                  <a:lnTo>
                    <a:pt x="164883" y="78060"/>
                  </a:lnTo>
                  <a:lnTo>
                    <a:pt x="165893" y="78807"/>
                  </a:lnTo>
                  <a:lnTo>
                    <a:pt x="166569" y="79668"/>
                  </a:lnTo>
                  <a:lnTo>
                    <a:pt x="167272" y="80639"/>
                  </a:lnTo>
                  <a:lnTo>
                    <a:pt x="167775" y="82184"/>
                  </a:lnTo>
                  <a:lnTo>
                    <a:pt x="167303" y="83835"/>
                  </a:lnTo>
                  <a:lnTo>
                    <a:pt x="165462" y="90277"/>
                  </a:lnTo>
                  <a:lnTo>
                    <a:pt x="165400" y="90496"/>
                  </a:lnTo>
                  <a:lnTo>
                    <a:pt x="158323" y="88083"/>
                  </a:lnTo>
                  <a:lnTo>
                    <a:pt x="154015" y="87295"/>
                  </a:lnTo>
                  <a:lnTo>
                    <a:pt x="153127" y="88180"/>
                  </a:lnTo>
                  <a:lnTo>
                    <a:pt x="152830" y="88476"/>
                  </a:lnTo>
                  <a:lnTo>
                    <a:pt x="150915" y="89338"/>
                  </a:lnTo>
                  <a:lnTo>
                    <a:pt x="149809" y="90492"/>
                  </a:lnTo>
                  <a:lnTo>
                    <a:pt x="149703" y="88939"/>
                  </a:lnTo>
                  <a:lnTo>
                    <a:pt x="149582" y="87773"/>
                  </a:lnTo>
                  <a:lnTo>
                    <a:pt x="149444" y="86438"/>
                  </a:lnTo>
                  <a:lnTo>
                    <a:pt x="147131" y="86302"/>
                  </a:lnTo>
                  <a:lnTo>
                    <a:pt x="144775" y="88840"/>
                  </a:lnTo>
                  <a:lnTo>
                    <a:pt x="144635" y="89020"/>
                  </a:lnTo>
                  <a:lnTo>
                    <a:pt x="144034" y="89792"/>
                  </a:lnTo>
                  <a:lnTo>
                    <a:pt x="138267" y="97209"/>
                  </a:lnTo>
                  <a:lnTo>
                    <a:pt x="128245" y="99539"/>
                  </a:lnTo>
                  <a:lnTo>
                    <a:pt x="117654" y="97306"/>
                  </a:lnTo>
                  <a:lnTo>
                    <a:pt x="110815" y="96383"/>
                  </a:lnTo>
                  <a:lnTo>
                    <a:pt x="111081" y="95261"/>
                  </a:lnTo>
                  <a:lnTo>
                    <a:pt x="111907" y="91771"/>
                  </a:lnTo>
                  <a:lnTo>
                    <a:pt x="108677" y="88179"/>
                  </a:lnTo>
                  <a:lnTo>
                    <a:pt x="101924" y="87987"/>
                  </a:lnTo>
                  <a:lnTo>
                    <a:pt x="99796" y="89927"/>
                  </a:lnTo>
                  <a:lnTo>
                    <a:pt x="97946" y="91178"/>
                  </a:lnTo>
                  <a:lnTo>
                    <a:pt x="96709" y="92014"/>
                  </a:lnTo>
                  <a:lnTo>
                    <a:pt x="95777" y="90975"/>
                  </a:lnTo>
                  <a:lnTo>
                    <a:pt x="95141" y="90266"/>
                  </a:lnTo>
                  <a:lnTo>
                    <a:pt x="93539" y="91350"/>
                  </a:lnTo>
                  <a:lnTo>
                    <a:pt x="91912" y="92451"/>
                  </a:lnTo>
                  <a:lnTo>
                    <a:pt x="91355" y="91716"/>
                  </a:lnTo>
                  <a:lnTo>
                    <a:pt x="87495" y="86625"/>
                  </a:lnTo>
                  <a:lnTo>
                    <a:pt x="81938" y="86383"/>
                  </a:lnTo>
                  <a:lnTo>
                    <a:pt x="77901" y="89198"/>
                  </a:lnTo>
                  <a:lnTo>
                    <a:pt x="79912" y="93634"/>
                  </a:lnTo>
                  <a:lnTo>
                    <a:pt x="80323" y="94538"/>
                  </a:lnTo>
                  <a:lnTo>
                    <a:pt x="78850" y="102791"/>
                  </a:lnTo>
                  <a:lnTo>
                    <a:pt x="77711" y="105898"/>
                  </a:lnTo>
                  <a:lnTo>
                    <a:pt x="67452" y="104151"/>
                  </a:lnTo>
                  <a:lnTo>
                    <a:pt x="67357" y="106190"/>
                  </a:lnTo>
                  <a:lnTo>
                    <a:pt x="60992" y="111918"/>
                  </a:lnTo>
                  <a:lnTo>
                    <a:pt x="60470" y="111765"/>
                  </a:lnTo>
                  <a:lnTo>
                    <a:pt x="58713" y="111250"/>
                  </a:lnTo>
                  <a:lnTo>
                    <a:pt x="55768" y="110387"/>
                  </a:lnTo>
                  <a:lnTo>
                    <a:pt x="52772" y="107290"/>
                  </a:lnTo>
                  <a:lnTo>
                    <a:pt x="50666" y="103458"/>
                  </a:lnTo>
                  <a:lnTo>
                    <a:pt x="48080" y="104051"/>
                  </a:lnTo>
                  <a:lnTo>
                    <a:pt x="38989" y="106136"/>
                  </a:lnTo>
                  <a:lnTo>
                    <a:pt x="35646" y="107207"/>
                  </a:lnTo>
                  <a:lnTo>
                    <a:pt x="34825" y="110703"/>
                  </a:lnTo>
                  <a:lnTo>
                    <a:pt x="35281" y="116854"/>
                  </a:lnTo>
                  <a:lnTo>
                    <a:pt x="36216" y="118253"/>
                  </a:lnTo>
                  <a:lnTo>
                    <a:pt x="39841" y="120303"/>
                  </a:lnTo>
                  <a:lnTo>
                    <a:pt x="37424" y="123659"/>
                  </a:lnTo>
                  <a:lnTo>
                    <a:pt x="40479" y="126222"/>
                  </a:lnTo>
                  <a:lnTo>
                    <a:pt x="39222" y="127730"/>
                  </a:lnTo>
                  <a:lnTo>
                    <a:pt x="36836" y="126876"/>
                  </a:lnTo>
                  <a:lnTo>
                    <a:pt x="34146" y="125012"/>
                  </a:lnTo>
                  <a:lnTo>
                    <a:pt x="33703" y="124112"/>
                  </a:lnTo>
                  <a:lnTo>
                    <a:pt x="30361" y="126457"/>
                  </a:lnTo>
                  <a:lnTo>
                    <a:pt x="30193" y="126608"/>
                  </a:lnTo>
                  <a:lnTo>
                    <a:pt x="26140" y="124694"/>
                  </a:lnTo>
                  <a:lnTo>
                    <a:pt x="18294" y="123298"/>
                  </a:lnTo>
                  <a:lnTo>
                    <a:pt x="14353" y="123459"/>
                  </a:lnTo>
                  <a:lnTo>
                    <a:pt x="10409" y="120777"/>
                  </a:lnTo>
                  <a:lnTo>
                    <a:pt x="8778" y="120485"/>
                  </a:lnTo>
                  <a:lnTo>
                    <a:pt x="6107" y="120008"/>
                  </a:lnTo>
                  <a:lnTo>
                    <a:pt x="1988" y="115632"/>
                  </a:lnTo>
                  <a:lnTo>
                    <a:pt x="887" y="112332"/>
                  </a:lnTo>
                  <a:lnTo>
                    <a:pt x="0" y="112274"/>
                  </a:lnTo>
                  <a:lnTo>
                    <a:pt x="193" y="108900"/>
                  </a:lnTo>
                  <a:lnTo>
                    <a:pt x="3653" y="108669"/>
                  </a:lnTo>
                  <a:lnTo>
                    <a:pt x="5363" y="105943"/>
                  </a:lnTo>
                  <a:lnTo>
                    <a:pt x="8938" y="104344"/>
                  </a:lnTo>
                  <a:lnTo>
                    <a:pt x="9280" y="101314"/>
                  </a:lnTo>
                  <a:lnTo>
                    <a:pt x="10078" y="98732"/>
                  </a:lnTo>
                  <a:lnTo>
                    <a:pt x="2669" y="97955"/>
                  </a:lnTo>
                  <a:lnTo>
                    <a:pt x="2370" y="97893"/>
                  </a:lnTo>
                  <a:lnTo>
                    <a:pt x="3299" y="95955"/>
                  </a:lnTo>
                  <a:lnTo>
                    <a:pt x="8637" y="92645"/>
                  </a:lnTo>
                  <a:lnTo>
                    <a:pt x="10062" y="91761"/>
                  </a:lnTo>
                  <a:lnTo>
                    <a:pt x="18576" y="89771"/>
                  </a:lnTo>
                  <a:lnTo>
                    <a:pt x="19592" y="88052"/>
                  </a:lnTo>
                  <a:lnTo>
                    <a:pt x="5184" y="82398"/>
                  </a:lnTo>
                  <a:lnTo>
                    <a:pt x="911" y="80154"/>
                  </a:lnTo>
                  <a:lnTo>
                    <a:pt x="1608" y="79162"/>
                  </a:lnTo>
                  <a:lnTo>
                    <a:pt x="2856" y="77384"/>
                  </a:lnTo>
                  <a:lnTo>
                    <a:pt x="3182" y="77495"/>
                  </a:lnTo>
                  <a:lnTo>
                    <a:pt x="6579" y="78800"/>
                  </a:lnTo>
                  <a:lnTo>
                    <a:pt x="7301" y="78804"/>
                  </a:lnTo>
                  <a:lnTo>
                    <a:pt x="10272" y="79010"/>
                  </a:lnTo>
                  <a:lnTo>
                    <a:pt x="13533" y="79290"/>
                  </a:lnTo>
                  <a:lnTo>
                    <a:pt x="15790" y="79383"/>
                  </a:lnTo>
                  <a:lnTo>
                    <a:pt x="24367" y="82637"/>
                  </a:lnTo>
                  <a:lnTo>
                    <a:pt x="27173" y="83302"/>
                  </a:lnTo>
                  <a:lnTo>
                    <a:pt x="29302" y="81155"/>
                  </a:lnTo>
                  <a:lnTo>
                    <a:pt x="35916" y="67523"/>
                  </a:lnTo>
                  <a:lnTo>
                    <a:pt x="37626" y="63911"/>
                  </a:lnTo>
                  <a:lnTo>
                    <a:pt x="35802" y="60346"/>
                  </a:lnTo>
                  <a:lnTo>
                    <a:pt x="27937" y="64797"/>
                  </a:lnTo>
                  <a:lnTo>
                    <a:pt x="25931" y="65775"/>
                  </a:lnTo>
                  <a:lnTo>
                    <a:pt x="20573" y="67034"/>
                  </a:lnTo>
                  <a:lnTo>
                    <a:pt x="15028" y="64256"/>
                  </a:lnTo>
                  <a:lnTo>
                    <a:pt x="14565" y="61179"/>
                  </a:lnTo>
                  <a:lnTo>
                    <a:pt x="13964" y="57187"/>
                  </a:lnTo>
                  <a:lnTo>
                    <a:pt x="19041" y="56816"/>
                  </a:lnTo>
                  <a:lnTo>
                    <a:pt x="18516" y="52558"/>
                  </a:lnTo>
                  <a:lnTo>
                    <a:pt x="18176" y="49801"/>
                  </a:lnTo>
                  <a:lnTo>
                    <a:pt x="17639" y="45449"/>
                  </a:lnTo>
                  <a:lnTo>
                    <a:pt x="36442" y="37260"/>
                  </a:lnTo>
                  <a:lnTo>
                    <a:pt x="42877" y="34457"/>
                  </a:lnTo>
                  <a:lnTo>
                    <a:pt x="44085" y="27993"/>
                  </a:lnTo>
                  <a:lnTo>
                    <a:pt x="37497" y="27666"/>
                  </a:lnTo>
                  <a:lnTo>
                    <a:pt x="35946" y="27340"/>
                  </a:lnTo>
                  <a:lnTo>
                    <a:pt x="36585" y="23658"/>
                  </a:lnTo>
                  <a:lnTo>
                    <a:pt x="33613" y="22716"/>
                  </a:lnTo>
                  <a:lnTo>
                    <a:pt x="34709" y="18843"/>
                  </a:lnTo>
                  <a:lnTo>
                    <a:pt x="35482" y="16282"/>
                  </a:lnTo>
                  <a:lnTo>
                    <a:pt x="36738" y="15230"/>
                  </a:lnTo>
                  <a:lnTo>
                    <a:pt x="39155" y="18189"/>
                  </a:lnTo>
                  <a:lnTo>
                    <a:pt x="45310" y="18888"/>
                  </a:lnTo>
                  <a:lnTo>
                    <a:pt x="45261" y="19214"/>
                  </a:lnTo>
                  <a:lnTo>
                    <a:pt x="45210" y="22385"/>
                  </a:lnTo>
                  <a:lnTo>
                    <a:pt x="46676" y="22527"/>
                  </a:lnTo>
                  <a:lnTo>
                    <a:pt x="47037" y="22487"/>
                  </a:lnTo>
                  <a:lnTo>
                    <a:pt x="49813" y="22183"/>
                  </a:lnTo>
                  <a:lnTo>
                    <a:pt x="51728" y="22072"/>
                  </a:lnTo>
                  <a:lnTo>
                    <a:pt x="52937" y="21994"/>
                  </a:lnTo>
                  <a:lnTo>
                    <a:pt x="53848" y="21935"/>
                  </a:lnTo>
                  <a:lnTo>
                    <a:pt x="55197" y="21857"/>
                  </a:lnTo>
                  <a:lnTo>
                    <a:pt x="56660" y="21857"/>
                  </a:lnTo>
                  <a:lnTo>
                    <a:pt x="61571" y="21731"/>
                  </a:lnTo>
                  <a:lnTo>
                    <a:pt x="65079" y="25726"/>
                  </a:lnTo>
                  <a:lnTo>
                    <a:pt x="66259" y="24432"/>
                  </a:lnTo>
                  <a:lnTo>
                    <a:pt x="70248" y="21529"/>
                  </a:lnTo>
                  <a:lnTo>
                    <a:pt x="71388" y="20830"/>
                  </a:lnTo>
                  <a:lnTo>
                    <a:pt x="72983" y="22850"/>
                  </a:lnTo>
                  <a:lnTo>
                    <a:pt x="78380" y="19239"/>
                  </a:lnTo>
                  <a:lnTo>
                    <a:pt x="84034" y="15340"/>
                  </a:lnTo>
                  <a:lnTo>
                    <a:pt x="90358" y="10627"/>
                  </a:lnTo>
                  <a:lnTo>
                    <a:pt x="89478" y="8779"/>
                  </a:lnTo>
                  <a:lnTo>
                    <a:pt x="88052" y="4655"/>
                  </a:lnTo>
                  <a:lnTo>
                    <a:pt x="87687" y="3281"/>
                  </a:lnTo>
                  <a:lnTo>
                    <a:pt x="87915" y="2671"/>
                  </a:lnTo>
                  <a:lnTo>
                    <a:pt x="88333" y="2147"/>
                  </a:lnTo>
                  <a:lnTo>
                    <a:pt x="89146" y="1486"/>
                  </a:lnTo>
                  <a:lnTo>
                    <a:pt x="91028" y="570"/>
                  </a:lnTo>
                  <a:lnTo>
                    <a:pt x="92236" y="0"/>
                  </a:lnTo>
                  <a:lnTo>
                    <a:pt x="92286" y="2965"/>
                  </a:lnTo>
                  <a:lnTo>
                    <a:pt x="93396" y="6867"/>
                  </a:lnTo>
                  <a:lnTo>
                    <a:pt x="94595" y="9622"/>
                  </a:lnTo>
                  <a:lnTo>
                    <a:pt x="96790" y="13924"/>
                  </a:lnTo>
                  <a:lnTo>
                    <a:pt x="99366" y="18208"/>
                  </a:lnTo>
                  <a:lnTo>
                    <a:pt x="99713" y="18786"/>
                  </a:lnTo>
                  <a:lnTo>
                    <a:pt x="100331" y="19733"/>
                  </a:lnTo>
                  <a:lnTo>
                    <a:pt x="100571" y="20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239799" y="5164005"/>
              <a:ext cx="147344" cy="129416"/>
            </a:xfrm>
            <a:custGeom>
              <a:avLst/>
              <a:pathLst>
                <a:path w="147344" h="129416">
                  <a:moveTo>
                    <a:pt x="109079" y="11574"/>
                  </a:moveTo>
                  <a:lnTo>
                    <a:pt x="110459" y="13454"/>
                  </a:lnTo>
                  <a:lnTo>
                    <a:pt x="110561" y="13594"/>
                  </a:lnTo>
                  <a:lnTo>
                    <a:pt x="110849" y="13429"/>
                  </a:lnTo>
                  <a:lnTo>
                    <a:pt x="112077" y="12728"/>
                  </a:lnTo>
                  <a:lnTo>
                    <a:pt x="114048" y="11604"/>
                  </a:lnTo>
                  <a:lnTo>
                    <a:pt x="116267" y="11044"/>
                  </a:lnTo>
                  <a:lnTo>
                    <a:pt x="117574" y="11169"/>
                  </a:lnTo>
                  <a:lnTo>
                    <a:pt x="118668" y="11386"/>
                  </a:lnTo>
                  <a:lnTo>
                    <a:pt x="119641" y="11852"/>
                  </a:lnTo>
                  <a:lnTo>
                    <a:pt x="120735" y="12598"/>
                  </a:lnTo>
                  <a:lnTo>
                    <a:pt x="122874" y="15560"/>
                  </a:lnTo>
                  <a:lnTo>
                    <a:pt x="123792" y="17590"/>
                  </a:lnTo>
                  <a:lnTo>
                    <a:pt x="123949" y="17838"/>
                  </a:lnTo>
                  <a:lnTo>
                    <a:pt x="129125" y="25927"/>
                  </a:lnTo>
                  <a:lnTo>
                    <a:pt x="133298" y="32446"/>
                  </a:lnTo>
                  <a:lnTo>
                    <a:pt x="137831" y="39674"/>
                  </a:lnTo>
                  <a:lnTo>
                    <a:pt x="138506" y="40756"/>
                  </a:lnTo>
                  <a:lnTo>
                    <a:pt x="140317" y="44272"/>
                  </a:lnTo>
                  <a:lnTo>
                    <a:pt x="143693" y="50827"/>
                  </a:lnTo>
                  <a:lnTo>
                    <a:pt x="145229" y="53807"/>
                  </a:lnTo>
                  <a:lnTo>
                    <a:pt x="145557" y="55932"/>
                  </a:lnTo>
                  <a:lnTo>
                    <a:pt x="145631" y="56412"/>
                  </a:lnTo>
                  <a:lnTo>
                    <a:pt x="146324" y="60899"/>
                  </a:lnTo>
                  <a:lnTo>
                    <a:pt x="147344" y="71314"/>
                  </a:lnTo>
                  <a:lnTo>
                    <a:pt x="144337" y="74576"/>
                  </a:lnTo>
                  <a:lnTo>
                    <a:pt x="143216" y="75793"/>
                  </a:lnTo>
                  <a:lnTo>
                    <a:pt x="139320" y="80022"/>
                  </a:lnTo>
                  <a:lnTo>
                    <a:pt x="133479" y="86361"/>
                  </a:lnTo>
                  <a:lnTo>
                    <a:pt x="126922" y="93477"/>
                  </a:lnTo>
                  <a:lnTo>
                    <a:pt x="120216" y="100755"/>
                  </a:lnTo>
                  <a:lnTo>
                    <a:pt x="112904" y="108690"/>
                  </a:lnTo>
                  <a:lnTo>
                    <a:pt x="102771" y="119687"/>
                  </a:lnTo>
                  <a:lnTo>
                    <a:pt x="96984" y="125968"/>
                  </a:lnTo>
                  <a:lnTo>
                    <a:pt x="93801" y="129416"/>
                  </a:lnTo>
                  <a:lnTo>
                    <a:pt x="92045" y="127772"/>
                  </a:lnTo>
                  <a:lnTo>
                    <a:pt x="91201" y="126982"/>
                  </a:lnTo>
                  <a:lnTo>
                    <a:pt x="84671" y="120873"/>
                  </a:lnTo>
                  <a:lnTo>
                    <a:pt x="84285" y="120511"/>
                  </a:lnTo>
                  <a:lnTo>
                    <a:pt x="84124" y="120361"/>
                  </a:lnTo>
                  <a:lnTo>
                    <a:pt x="77443" y="114110"/>
                  </a:lnTo>
                  <a:lnTo>
                    <a:pt x="77074" y="113764"/>
                  </a:lnTo>
                  <a:lnTo>
                    <a:pt x="71769" y="108801"/>
                  </a:lnTo>
                  <a:lnTo>
                    <a:pt x="70771" y="107867"/>
                  </a:lnTo>
                  <a:lnTo>
                    <a:pt x="65096" y="102558"/>
                  </a:lnTo>
                  <a:lnTo>
                    <a:pt x="64522" y="102020"/>
                  </a:lnTo>
                  <a:lnTo>
                    <a:pt x="62814" y="100422"/>
                  </a:lnTo>
                  <a:lnTo>
                    <a:pt x="61193" y="98905"/>
                  </a:lnTo>
                  <a:lnTo>
                    <a:pt x="60352" y="98118"/>
                  </a:lnTo>
                  <a:lnTo>
                    <a:pt x="54089" y="92315"/>
                  </a:lnTo>
                  <a:lnTo>
                    <a:pt x="49444" y="88009"/>
                  </a:lnTo>
                  <a:lnTo>
                    <a:pt x="47576" y="86279"/>
                  </a:lnTo>
                  <a:lnTo>
                    <a:pt x="44888" y="83787"/>
                  </a:lnTo>
                  <a:lnTo>
                    <a:pt x="42342" y="81923"/>
                  </a:lnTo>
                  <a:lnTo>
                    <a:pt x="38542" y="79787"/>
                  </a:lnTo>
                  <a:lnTo>
                    <a:pt x="35063" y="78217"/>
                  </a:lnTo>
                  <a:lnTo>
                    <a:pt x="30022" y="76869"/>
                  </a:lnTo>
                  <a:lnTo>
                    <a:pt x="20526" y="75825"/>
                  </a:lnTo>
                  <a:lnTo>
                    <a:pt x="12525" y="74946"/>
                  </a:lnTo>
                  <a:lnTo>
                    <a:pt x="11038" y="74782"/>
                  </a:lnTo>
                  <a:lnTo>
                    <a:pt x="10729" y="74748"/>
                  </a:lnTo>
                  <a:lnTo>
                    <a:pt x="0" y="73569"/>
                  </a:lnTo>
                  <a:lnTo>
                    <a:pt x="369" y="70533"/>
                  </a:lnTo>
                  <a:lnTo>
                    <a:pt x="2849" y="50148"/>
                  </a:lnTo>
                  <a:lnTo>
                    <a:pt x="2869" y="49990"/>
                  </a:lnTo>
                  <a:lnTo>
                    <a:pt x="2934" y="49455"/>
                  </a:lnTo>
                  <a:lnTo>
                    <a:pt x="3035" y="48618"/>
                  </a:lnTo>
                  <a:lnTo>
                    <a:pt x="4401" y="36962"/>
                  </a:lnTo>
                  <a:lnTo>
                    <a:pt x="4740" y="34070"/>
                  </a:lnTo>
                  <a:lnTo>
                    <a:pt x="6847" y="16088"/>
                  </a:lnTo>
                  <a:lnTo>
                    <a:pt x="6949" y="15213"/>
                  </a:lnTo>
                  <a:lnTo>
                    <a:pt x="7155" y="13459"/>
                  </a:lnTo>
                  <a:lnTo>
                    <a:pt x="8088" y="5487"/>
                  </a:lnTo>
                  <a:lnTo>
                    <a:pt x="8274" y="4933"/>
                  </a:lnTo>
                  <a:lnTo>
                    <a:pt x="8761" y="5003"/>
                  </a:lnTo>
                  <a:lnTo>
                    <a:pt x="19426" y="6545"/>
                  </a:lnTo>
                  <a:lnTo>
                    <a:pt x="19559" y="6564"/>
                  </a:lnTo>
                  <a:lnTo>
                    <a:pt x="29055" y="7852"/>
                  </a:lnTo>
                  <a:lnTo>
                    <a:pt x="38067" y="8959"/>
                  </a:lnTo>
                  <a:lnTo>
                    <a:pt x="46435" y="9986"/>
                  </a:lnTo>
                  <a:lnTo>
                    <a:pt x="55917" y="11150"/>
                  </a:lnTo>
                  <a:lnTo>
                    <a:pt x="58362" y="11450"/>
                  </a:lnTo>
                  <a:lnTo>
                    <a:pt x="65371" y="12311"/>
                  </a:lnTo>
                  <a:lnTo>
                    <a:pt x="65503" y="12327"/>
                  </a:lnTo>
                  <a:lnTo>
                    <a:pt x="69737" y="12789"/>
                  </a:lnTo>
                  <a:lnTo>
                    <a:pt x="73639" y="12892"/>
                  </a:lnTo>
                  <a:lnTo>
                    <a:pt x="74299" y="12909"/>
                  </a:lnTo>
                  <a:lnTo>
                    <a:pt x="92538" y="12794"/>
                  </a:lnTo>
                  <a:lnTo>
                    <a:pt x="93009" y="12791"/>
                  </a:lnTo>
                  <a:lnTo>
                    <a:pt x="92965" y="12229"/>
                  </a:lnTo>
                  <a:lnTo>
                    <a:pt x="92913" y="11671"/>
                  </a:lnTo>
                  <a:lnTo>
                    <a:pt x="92626" y="703"/>
                  </a:lnTo>
                  <a:lnTo>
                    <a:pt x="93114" y="692"/>
                  </a:lnTo>
                  <a:lnTo>
                    <a:pt x="100329" y="357"/>
                  </a:lnTo>
                  <a:lnTo>
                    <a:pt x="108148" y="0"/>
                  </a:lnTo>
                  <a:lnTo>
                    <a:pt x="108050" y="8862"/>
                  </a:lnTo>
                  <a:lnTo>
                    <a:pt x="108412" y="10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119909" y="5140066"/>
              <a:ext cx="131104" cy="113308"/>
            </a:xfrm>
            <a:custGeom>
              <a:avLst/>
              <a:pathLst>
                <a:path w="131104" h="113308">
                  <a:moveTo>
                    <a:pt x="101006" y="216"/>
                  </a:moveTo>
                  <a:lnTo>
                    <a:pt x="105400" y="1487"/>
                  </a:lnTo>
                  <a:lnTo>
                    <a:pt x="105840" y="1396"/>
                  </a:lnTo>
                  <a:lnTo>
                    <a:pt x="110025" y="527"/>
                  </a:lnTo>
                  <a:lnTo>
                    <a:pt x="110169" y="497"/>
                  </a:lnTo>
                  <a:lnTo>
                    <a:pt x="110267" y="2029"/>
                  </a:lnTo>
                  <a:lnTo>
                    <a:pt x="110368" y="2645"/>
                  </a:lnTo>
                  <a:lnTo>
                    <a:pt x="110588" y="2651"/>
                  </a:lnTo>
                  <a:lnTo>
                    <a:pt x="115915" y="2803"/>
                  </a:lnTo>
                  <a:lnTo>
                    <a:pt x="116319" y="2815"/>
                  </a:lnTo>
                  <a:lnTo>
                    <a:pt x="116100" y="882"/>
                  </a:lnTo>
                  <a:lnTo>
                    <a:pt x="117243" y="1434"/>
                  </a:lnTo>
                  <a:lnTo>
                    <a:pt x="118304" y="1811"/>
                  </a:lnTo>
                  <a:lnTo>
                    <a:pt x="120195" y="2365"/>
                  </a:lnTo>
                  <a:lnTo>
                    <a:pt x="120743" y="2267"/>
                  </a:lnTo>
                  <a:lnTo>
                    <a:pt x="120923" y="2235"/>
                  </a:lnTo>
                  <a:lnTo>
                    <a:pt x="121299" y="2167"/>
                  </a:lnTo>
                  <a:lnTo>
                    <a:pt x="123521" y="2152"/>
                  </a:lnTo>
                  <a:lnTo>
                    <a:pt x="127196" y="2128"/>
                  </a:lnTo>
                  <a:lnTo>
                    <a:pt x="130671" y="2290"/>
                  </a:lnTo>
                  <a:lnTo>
                    <a:pt x="131104" y="2310"/>
                  </a:lnTo>
                  <a:lnTo>
                    <a:pt x="131070" y="2606"/>
                  </a:lnTo>
                  <a:lnTo>
                    <a:pt x="128675" y="23385"/>
                  </a:lnTo>
                  <a:lnTo>
                    <a:pt x="128045" y="28854"/>
                  </a:lnTo>
                  <a:lnTo>
                    <a:pt x="127978" y="29426"/>
                  </a:lnTo>
                  <a:lnTo>
                    <a:pt x="127044" y="37398"/>
                  </a:lnTo>
                  <a:lnTo>
                    <a:pt x="126839" y="39152"/>
                  </a:lnTo>
                  <a:lnTo>
                    <a:pt x="126736" y="40027"/>
                  </a:lnTo>
                  <a:lnTo>
                    <a:pt x="124630" y="58009"/>
                  </a:lnTo>
                  <a:lnTo>
                    <a:pt x="124291" y="60901"/>
                  </a:lnTo>
                  <a:lnTo>
                    <a:pt x="122925" y="72557"/>
                  </a:lnTo>
                  <a:lnTo>
                    <a:pt x="122823" y="73394"/>
                  </a:lnTo>
                  <a:lnTo>
                    <a:pt x="122758" y="73929"/>
                  </a:lnTo>
                  <a:lnTo>
                    <a:pt x="122739" y="74086"/>
                  </a:lnTo>
                  <a:lnTo>
                    <a:pt x="120259" y="94472"/>
                  </a:lnTo>
                  <a:lnTo>
                    <a:pt x="119889" y="97508"/>
                  </a:lnTo>
                  <a:lnTo>
                    <a:pt x="119785" y="98449"/>
                  </a:lnTo>
                  <a:lnTo>
                    <a:pt x="119655" y="99630"/>
                  </a:lnTo>
                  <a:lnTo>
                    <a:pt x="119432" y="101654"/>
                  </a:lnTo>
                  <a:lnTo>
                    <a:pt x="118496" y="110130"/>
                  </a:lnTo>
                  <a:lnTo>
                    <a:pt x="118386" y="110816"/>
                  </a:lnTo>
                  <a:lnTo>
                    <a:pt x="117793" y="110744"/>
                  </a:lnTo>
                  <a:lnTo>
                    <a:pt x="116164" y="110545"/>
                  </a:lnTo>
                  <a:lnTo>
                    <a:pt x="108087" y="109557"/>
                  </a:lnTo>
                  <a:lnTo>
                    <a:pt x="107743" y="109515"/>
                  </a:lnTo>
                  <a:lnTo>
                    <a:pt x="101657" y="108771"/>
                  </a:lnTo>
                  <a:lnTo>
                    <a:pt x="98278" y="108358"/>
                  </a:lnTo>
                  <a:lnTo>
                    <a:pt x="97502" y="108263"/>
                  </a:lnTo>
                  <a:lnTo>
                    <a:pt x="97575" y="107998"/>
                  </a:lnTo>
                  <a:lnTo>
                    <a:pt x="96440" y="107784"/>
                  </a:lnTo>
                  <a:lnTo>
                    <a:pt x="93607" y="106792"/>
                  </a:lnTo>
                  <a:lnTo>
                    <a:pt x="92410" y="106307"/>
                  </a:lnTo>
                  <a:lnTo>
                    <a:pt x="91522" y="105642"/>
                  </a:lnTo>
                  <a:lnTo>
                    <a:pt x="91130" y="105274"/>
                  </a:lnTo>
                  <a:lnTo>
                    <a:pt x="90340" y="104535"/>
                  </a:lnTo>
                  <a:lnTo>
                    <a:pt x="89463" y="104983"/>
                  </a:lnTo>
                  <a:lnTo>
                    <a:pt x="89027" y="105452"/>
                  </a:lnTo>
                  <a:lnTo>
                    <a:pt x="87095" y="106021"/>
                  </a:lnTo>
                  <a:lnTo>
                    <a:pt x="86180" y="106290"/>
                  </a:lnTo>
                  <a:lnTo>
                    <a:pt x="84798" y="106697"/>
                  </a:lnTo>
                  <a:lnTo>
                    <a:pt x="82867" y="106269"/>
                  </a:lnTo>
                  <a:lnTo>
                    <a:pt x="79086" y="107894"/>
                  </a:lnTo>
                  <a:lnTo>
                    <a:pt x="77550" y="108554"/>
                  </a:lnTo>
                  <a:lnTo>
                    <a:pt x="70238" y="111696"/>
                  </a:lnTo>
                  <a:lnTo>
                    <a:pt x="67299" y="111505"/>
                  </a:lnTo>
                  <a:lnTo>
                    <a:pt x="66299" y="111440"/>
                  </a:lnTo>
                  <a:lnTo>
                    <a:pt x="61360" y="108673"/>
                  </a:lnTo>
                  <a:lnTo>
                    <a:pt x="60196" y="107489"/>
                  </a:lnTo>
                  <a:lnTo>
                    <a:pt x="58816" y="107857"/>
                  </a:lnTo>
                  <a:lnTo>
                    <a:pt x="44797" y="113308"/>
                  </a:lnTo>
                  <a:lnTo>
                    <a:pt x="34063" y="109036"/>
                  </a:lnTo>
                  <a:lnTo>
                    <a:pt x="29218" y="102336"/>
                  </a:lnTo>
                  <a:lnTo>
                    <a:pt x="26843" y="99229"/>
                  </a:lnTo>
                  <a:lnTo>
                    <a:pt x="38717" y="92433"/>
                  </a:lnTo>
                  <a:lnTo>
                    <a:pt x="34348" y="85928"/>
                  </a:lnTo>
                  <a:lnTo>
                    <a:pt x="30738" y="81461"/>
                  </a:lnTo>
                  <a:lnTo>
                    <a:pt x="30639" y="80476"/>
                  </a:lnTo>
                  <a:lnTo>
                    <a:pt x="30358" y="77675"/>
                  </a:lnTo>
                  <a:lnTo>
                    <a:pt x="20026" y="74304"/>
                  </a:lnTo>
                  <a:lnTo>
                    <a:pt x="19974" y="76048"/>
                  </a:lnTo>
                  <a:lnTo>
                    <a:pt x="15111" y="76009"/>
                  </a:lnTo>
                  <a:lnTo>
                    <a:pt x="12451" y="72863"/>
                  </a:lnTo>
                  <a:lnTo>
                    <a:pt x="8946" y="71161"/>
                  </a:lnTo>
                  <a:lnTo>
                    <a:pt x="2810" y="70093"/>
                  </a:lnTo>
                  <a:lnTo>
                    <a:pt x="0" y="69528"/>
                  </a:lnTo>
                  <a:lnTo>
                    <a:pt x="16732" y="40318"/>
                  </a:lnTo>
                  <a:lnTo>
                    <a:pt x="33867" y="36206"/>
                  </a:lnTo>
                  <a:lnTo>
                    <a:pt x="38081" y="41935"/>
                  </a:lnTo>
                  <a:lnTo>
                    <a:pt x="38996" y="43342"/>
                  </a:lnTo>
                  <a:lnTo>
                    <a:pt x="39397" y="43938"/>
                  </a:lnTo>
                  <a:lnTo>
                    <a:pt x="49489" y="38315"/>
                  </a:lnTo>
                  <a:lnTo>
                    <a:pt x="56643" y="36570"/>
                  </a:lnTo>
                  <a:lnTo>
                    <a:pt x="59399" y="35287"/>
                  </a:lnTo>
                  <a:lnTo>
                    <a:pt x="61316" y="34395"/>
                  </a:lnTo>
                  <a:lnTo>
                    <a:pt x="61875" y="34190"/>
                  </a:lnTo>
                  <a:lnTo>
                    <a:pt x="62227" y="34748"/>
                  </a:lnTo>
                  <a:lnTo>
                    <a:pt x="64520" y="38384"/>
                  </a:lnTo>
                  <a:lnTo>
                    <a:pt x="64839" y="39386"/>
                  </a:lnTo>
                  <a:lnTo>
                    <a:pt x="85881" y="37219"/>
                  </a:lnTo>
                  <a:lnTo>
                    <a:pt x="86839" y="35099"/>
                  </a:lnTo>
                  <a:lnTo>
                    <a:pt x="78609" y="30252"/>
                  </a:lnTo>
                  <a:lnTo>
                    <a:pt x="73821" y="17925"/>
                  </a:lnTo>
                  <a:lnTo>
                    <a:pt x="77735" y="6041"/>
                  </a:lnTo>
                  <a:lnTo>
                    <a:pt x="81989" y="3022"/>
                  </a:lnTo>
                  <a:lnTo>
                    <a:pt x="87167" y="2962"/>
                  </a:lnTo>
                  <a:lnTo>
                    <a:pt x="96741" y="5091"/>
                  </a:lnTo>
                  <a:lnTo>
                    <a:pt x="97958" y="0"/>
                  </a:lnTo>
                  <a:lnTo>
                    <a:pt x="98529" y="40"/>
                  </a:lnTo>
                  <a:lnTo>
                    <a:pt x="100655" y="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134336" y="5382266"/>
              <a:ext cx="150256" cy="200311"/>
            </a:xfrm>
            <a:custGeom>
              <a:avLst/>
              <a:pathLst>
                <a:path w="150256" h="200311">
                  <a:moveTo>
                    <a:pt x="101130" y="149889"/>
                  </a:moveTo>
                  <a:lnTo>
                    <a:pt x="96759" y="167052"/>
                  </a:lnTo>
                  <a:lnTo>
                    <a:pt x="95311" y="173619"/>
                  </a:lnTo>
                  <a:lnTo>
                    <a:pt x="95162" y="174296"/>
                  </a:lnTo>
                  <a:lnTo>
                    <a:pt x="93484" y="181452"/>
                  </a:lnTo>
                  <a:lnTo>
                    <a:pt x="92286" y="187146"/>
                  </a:lnTo>
                  <a:lnTo>
                    <a:pt x="91329" y="190992"/>
                  </a:lnTo>
                  <a:lnTo>
                    <a:pt x="91112" y="191574"/>
                  </a:lnTo>
                  <a:lnTo>
                    <a:pt x="90200" y="193380"/>
                  </a:lnTo>
                  <a:lnTo>
                    <a:pt x="89300" y="194732"/>
                  </a:lnTo>
                  <a:lnTo>
                    <a:pt x="87898" y="196188"/>
                  </a:lnTo>
                  <a:lnTo>
                    <a:pt x="86074" y="197691"/>
                  </a:lnTo>
                  <a:lnTo>
                    <a:pt x="85300" y="198095"/>
                  </a:lnTo>
                  <a:lnTo>
                    <a:pt x="84324" y="197669"/>
                  </a:lnTo>
                  <a:lnTo>
                    <a:pt x="77024" y="200311"/>
                  </a:lnTo>
                  <a:lnTo>
                    <a:pt x="75474" y="197745"/>
                  </a:lnTo>
                  <a:lnTo>
                    <a:pt x="75410" y="195285"/>
                  </a:lnTo>
                  <a:lnTo>
                    <a:pt x="77367" y="194696"/>
                  </a:lnTo>
                  <a:lnTo>
                    <a:pt x="77258" y="193935"/>
                  </a:lnTo>
                  <a:lnTo>
                    <a:pt x="76748" y="190368"/>
                  </a:lnTo>
                  <a:lnTo>
                    <a:pt x="76699" y="190027"/>
                  </a:lnTo>
                  <a:lnTo>
                    <a:pt x="75724" y="190004"/>
                  </a:lnTo>
                  <a:lnTo>
                    <a:pt x="70442" y="187771"/>
                  </a:lnTo>
                  <a:lnTo>
                    <a:pt x="69948" y="188956"/>
                  </a:lnTo>
                  <a:lnTo>
                    <a:pt x="69600" y="188776"/>
                  </a:lnTo>
                  <a:lnTo>
                    <a:pt x="66447" y="187507"/>
                  </a:lnTo>
                  <a:lnTo>
                    <a:pt x="66073" y="187383"/>
                  </a:lnTo>
                  <a:lnTo>
                    <a:pt x="65771" y="187840"/>
                  </a:lnTo>
                  <a:lnTo>
                    <a:pt x="64820" y="189277"/>
                  </a:lnTo>
                  <a:lnTo>
                    <a:pt x="64686" y="189480"/>
                  </a:lnTo>
                  <a:lnTo>
                    <a:pt x="64304" y="189289"/>
                  </a:lnTo>
                  <a:lnTo>
                    <a:pt x="63450" y="188861"/>
                  </a:lnTo>
                  <a:lnTo>
                    <a:pt x="56194" y="185227"/>
                  </a:lnTo>
                  <a:lnTo>
                    <a:pt x="56136" y="184813"/>
                  </a:lnTo>
                  <a:lnTo>
                    <a:pt x="51402" y="184979"/>
                  </a:lnTo>
                  <a:lnTo>
                    <a:pt x="45452" y="183292"/>
                  </a:lnTo>
                  <a:lnTo>
                    <a:pt x="41890" y="181690"/>
                  </a:lnTo>
                  <a:lnTo>
                    <a:pt x="38043" y="177030"/>
                  </a:lnTo>
                  <a:lnTo>
                    <a:pt x="31774" y="174408"/>
                  </a:lnTo>
                  <a:lnTo>
                    <a:pt x="26359" y="173389"/>
                  </a:lnTo>
                  <a:lnTo>
                    <a:pt x="17098" y="172806"/>
                  </a:lnTo>
                  <a:lnTo>
                    <a:pt x="10543" y="168874"/>
                  </a:lnTo>
                  <a:lnTo>
                    <a:pt x="2137" y="164650"/>
                  </a:lnTo>
                  <a:lnTo>
                    <a:pt x="0" y="163485"/>
                  </a:lnTo>
                  <a:lnTo>
                    <a:pt x="667" y="162114"/>
                  </a:lnTo>
                  <a:lnTo>
                    <a:pt x="2519" y="160658"/>
                  </a:lnTo>
                  <a:lnTo>
                    <a:pt x="3374" y="158910"/>
                  </a:lnTo>
                  <a:lnTo>
                    <a:pt x="4087" y="157162"/>
                  </a:lnTo>
                  <a:lnTo>
                    <a:pt x="6366" y="155414"/>
                  </a:lnTo>
                  <a:lnTo>
                    <a:pt x="8504" y="152356"/>
                  </a:lnTo>
                  <a:lnTo>
                    <a:pt x="14346" y="149152"/>
                  </a:lnTo>
                  <a:lnTo>
                    <a:pt x="16483" y="147113"/>
                  </a:lnTo>
                  <a:lnTo>
                    <a:pt x="21185" y="144491"/>
                  </a:lnTo>
                  <a:lnTo>
                    <a:pt x="25032" y="141433"/>
                  </a:lnTo>
                  <a:lnTo>
                    <a:pt x="28024" y="138811"/>
                  </a:lnTo>
                  <a:lnTo>
                    <a:pt x="32156" y="137938"/>
                  </a:lnTo>
                  <a:lnTo>
                    <a:pt x="38283" y="136627"/>
                  </a:lnTo>
                  <a:lnTo>
                    <a:pt x="43840" y="133568"/>
                  </a:lnTo>
                  <a:lnTo>
                    <a:pt x="46405" y="132112"/>
                  </a:lnTo>
                  <a:lnTo>
                    <a:pt x="48400" y="132112"/>
                  </a:lnTo>
                  <a:lnTo>
                    <a:pt x="51107" y="134005"/>
                  </a:lnTo>
                  <a:lnTo>
                    <a:pt x="61651" y="140122"/>
                  </a:lnTo>
                  <a:lnTo>
                    <a:pt x="64073" y="144200"/>
                  </a:lnTo>
                  <a:lnTo>
                    <a:pt x="64109" y="147003"/>
                  </a:lnTo>
                  <a:lnTo>
                    <a:pt x="65268" y="148712"/>
                  </a:lnTo>
                  <a:lnTo>
                    <a:pt x="67039" y="150031"/>
                  </a:lnTo>
                  <a:lnTo>
                    <a:pt x="67242" y="150167"/>
                  </a:lnTo>
                  <a:lnTo>
                    <a:pt x="67671" y="150493"/>
                  </a:lnTo>
                  <a:lnTo>
                    <a:pt x="69775" y="152096"/>
                  </a:lnTo>
                  <a:lnTo>
                    <a:pt x="71368" y="153326"/>
                  </a:lnTo>
                  <a:lnTo>
                    <a:pt x="76089" y="149703"/>
                  </a:lnTo>
                  <a:lnTo>
                    <a:pt x="78562" y="147034"/>
                  </a:lnTo>
                  <a:lnTo>
                    <a:pt x="84275" y="138351"/>
                  </a:lnTo>
                  <a:lnTo>
                    <a:pt x="85506" y="137391"/>
                  </a:lnTo>
                  <a:lnTo>
                    <a:pt x="91925" y="132387"/>
                  </a:lnTo>
                  <a:lnTo>
                    <a:pt x="93836" y="131442"/>
                  </a:lnTo>
                  <a:lnTo>
                    <a:pt x="95081" y="131166"/>
                  </a:lnTo>
                  <a:lnTo>
                    <a:pt x="95871" y="130575"/>
                  </a:lnTo>
                  <a:lnTo>
                    <a:pt x="96121" y="129619"/>
                  </a:lnTo>
                  <a:lnTo>
                    <a:pt x="95740" y="128922"/>
                  </a:lnTo>
                  <a:lnTo>
                    <a:pt x="93066" y="126249"/>
                  </a:lnTo>
                  <a:lnTo>
                    <a:pt x="91268" y="124816"/>
                  </a:lnTo>
                  <a:lnTo>
                    <a:pt x="87032" y="122284"/>
                  </a:lnTo>
                  <a:lnTo>
                    <a:pt x="88203" y="119381"/>
                  </a:lnTo>
                  <a:lnTo>
                    <a:pt x="86977" y="118327"/>
                  </a:lnTo>
                  <a:lnTo>
                    <a:pt x="85283" y="113192"/>
                  </a:lnTo>
                  <a:lnTo>
                    <a:pt x="85543" y="109907"/>
                  </a:lnTo>
                  <a:lnTo>
                    <a:pt x="86831" y="108473"/>
                  </a:lnTo>
                  <a:lnTo>
                    <a:pt x="87343" y="107903"/>
                  </a:lnTo>
                  <a:lnTo>
                    <a:pt x="89256" y="105773"/>
                  </a:lnTo>
                  <a:lnTo>
                    <a:pt x="91506" y="104011"/>
                  </a:lnTo>
                  <a:lnTo>
                    <a:pt x="93767" y="102240"/>
                  </a:lnTo>
                  <a:lnTo>
                    <a:pt x="99642" y="97639"/>
                  </a:lnTo>
                  <a:lnTo>
                    <a:pt x="105366" y="93156"/>
                  </a:lnTo>
                  <a:lnTo>
                    <a:pt x="107627" y="91688"/>
                  </a:lnTo>
                  <a:lnTo>
                    <a:pt x="109534" y="87483"/>
                  </a:lnTo>
                  <a:lnTo>
                    <a:pt x="110127" y="85663"/>
                  </a:lnTo>
                  <a:lnTo>
                    <a:pt x="110653" y="79679"/>
                  </a:lnTo>
                  <a:lnTo>
                    <a:pt x="108151" y="79044"/>
                  </a:lnTo>
                  <a:lnTo>
                    <a:pt x="103166" y="76113"/>
                  </a:lnTo>
                  <a:lnTo>
                    <a:pt x="95495" y="73463"/>
                  </a:lnTo>
                  <a:lnTo>
                    <a:pt x="91399" y="72048"/>
                  </a:lnTo>
                  <a:lnTo>
                    <a:pt x="87040" y="69429"/>
                  </a:lnTo>
                  <a:lnTo>
                    <a:pt x="82407" y="66259"/>
                  </a:lnTo>
                  <a:lnTo>
                    <a:pt x="82126" y="66066"/>
                  </a:lnTo>
                  <a:lnTo>
                    <a:pt x="73636" y="61543"/>
                  </a:lnTo>
                  <a:lnTo>
                    <a:pt x="63015" y="56178"/>
                  </a:lnTo>
                  <a:lnTo>
                    <a:pt x="60032" y="53424"/>
                  </a:lnTo>
                  <a:lnTo>
                    <a:pt x="58545" y="39592"/>
                  </a:lnTo>
                  <a:lnTo>
                    <a:pt x="57702" y="31055"/>
                  </a:lnTo>
                  <a:lnTo>
                    <a:pt x="58278" y="30091"/>
                  </a:lnTo>
                  <a:lnTo>
                    <a:pt x="58857" y="29122"/>
                  </a:lnTo>
                  <a:lnTo>
                    <a:pt x="58819" y="28147"/>
                  </a:lnTo>
                  <a:lnTo>
                    <a:pt x="70703" y="25533"/>
                  </a:lnTo>
                  <a:lnTo>
                    <a:pt x="77903" y="23642"/>
                  </a:lnTo>
                  <a:lnTo>
                    <a:pt x="79579" y="23202"/>
                  </a:lnTo>
                  <a:lnTo>
                    <a:pt x="83226" y="22609"/>
                  </a:lnTo>
                  <a:lnTo>
                    <a:pt x="103836" y="19256"/>
                  </a:lnTo>
                  <a:lnTo>
                    <a:pt x="105204" y="19013"/>
                  </a:lnTo>
                  <a:lnTo>
                    <a:pt x="108189" y="18483"/>
                  </a:lnTo>
                  <a:lnTo>
                    <a:pt x="113806" y="17485"/>
                  </a:lnTo>
                  <a:lnTo>
                    <a:pt x="114010" y="17450"/>
                  </a:lnTo>
                  <a:lnTo>
                    <a:pt x="122877" y="15927"/>
                  </a:lnTo>
                  <a:lnTo>
                    <a:pt x="125582" y="15463"/>
                  </a:lnTo>
                  <a:lnTo>
                    <a:pt x="126263" y="13880"/>
                  </a:lnTo>
                  <a:lnTo>
                    <a:pt x="129071" y="7358"/>
                  </a:lnTo>
                  <a:lnTo>
                    <a:pt x="129889" y="5457"/>
                  </a:lnTo>
                  <a:lnTo>
                    <a:pt x="132238" y="0"/>
                  </a:lnTo>
                  <a:lnTo>
                    <a:pt x="146535" y="5878"/>
                  </a:lnTo>
                  <a:lnTo>
                    <a:pt x="149993" y="7299"/>
                  </a:lnTo>
                  <a:lnTo>
                    <a:pt x="150256" y="7407"/>
                  </a:lnTo>
                  <a:lnTo>
                    <a:pt x="144971" y="12397"/>
                  </a:lnTo>
                  <a:lnTo>
                    <a:pt x="144548" y="12796"/>
                  </a:lnTo>
                  <a:lnTo>
                    <a:pt x="141664" y="16692"/>
                  </a:lnTo>
                  <a:lnTo>
                    <a:pt x="139267" y="22782"/>
                  </a:lnTo>
                  <a:lnTo>
                    <a:pt x="138122" y="25691"/>
                  </a:lnTo>
                  <a:lnTo>
                    <a:pt x="137701" y="26574"/>
                  </a:lnTo>
                  <a:lnTo>
                    <a:pt x="137565" y="26913"/>
                  </a:lnTo>
                  <a:lnTo>
                    <a:pt x="133174" y="37871"/>
                  </a:lnTo>
                  <a:lnTo>
                    <a:pt x="132461" y="41330"/>
                  </a:lnTo>
                  <a:lnTo>
                    <a:pt x="132521" y="46063"/>
                  </a:lnTo>
                  <a:lnTo>
                    <a:pt x="133033" y="47373"/>
                  </a:lnTo>
                  <a:lnTo>
                    <a:pt x="134743" y="50949"/>
                  </a:lnTo>
                  <a:lnTo>
                    <a:pt x="142397" y="61852"/>
                  </a:lnTo>
                  <a:lnTo>
                    <a:pt x="140551" y="63506"/>
                  </a:lnTo>
                  <a:lnTo>
                    <a:pt x="136861" y="67291"/>
                  </a:lnTo>
                  <a:lnTo>
                    <a:pt x="132645" y="71709"/>
                  </a:lnTo>
                  <a:lnTo>
                    <a:pt x="132005" y="72381"/>
                  </a:lnTo>
                  <a:lnTo>
                    <a:pt x="130806" y="73637"/>
                  </a:lnTo>
                  <a:lnTo>
                    <a:pt x="129142" y="75380"/>
                  </a:lnTo>
                  <a:lnTo>
                    <a:pt x="117655" y="88997"/>
                  </a:lnTo>
                  <a:lnTo>
                    <a:pt x="116302" y="90672"/>
                  </a:lnTo>
                  <a:lnTo>
                    <a:pt x="109842" y="95832"/>
                  </a:lnTo>
                  <a:lnTo>
                    <a:pt x="107753" y="99920"/>
                  </a:lnTo>
                  <a:lnTo>
                    <a:pt x="106528" y="102768"/>
                  </a:lnTo>
                  <a:lnTo>
                    <a:pt x="105831" y="104715"/>
                  </a:lnTo>
                  <a:lnTo>
                    <a:pt x="104855" y="109248"/>
                  </a:lnTo>
                  <a:lnTo>
                    <a:pt x="102892" y="128862"/>
                  </a:lnTo>
                  <a:lnTo>
                    <a:pt x="102787" y="129911"/>
                  </a:lnTo>
                  <a:lnTo>
                    <a:pt x="102609" y="132785"/>
                  </a:lnTo>
                  <a:lnTo>
                    <a:pt x="102444" y="135457"/>
                  </a:lnTo>
                  <a:lnTo>
                    <a:pt x="101929" y="14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842697" y="5213223"/>
              <a:ext cx="176678" cy="143097"/>
            </a:xfrm>
            <a:custGeom>
              <a:avLst/>
              <a:pathLst>
                <a:path w="176678" h="143097">
                  <a:moveTo>
                    <a:pt x="150547" y="3064"/>
                  </a:moveTo>
                  <a:lnTo>
                    <a:pt x="155052" y="11132"/>
                  </a:lnTo>
                  <a:lnTo>
                    <a:pt x="165510" y="3762"/>
                  </a:lnTo>
                  <a:lnTo>
                    <a:pt x="169221" y="2028"/>
                  </a:lnTo>
                  <a:lnTo>
                    <a:pt x="166215" y="16979"/>
                  </a:lnTo>
                  <a:lnTo>
                    <a:pt x="163333" y="31313"/>
                  </a:lnTo>
                  <a:lnTo>
                    <a:pt x="163205" y="32832"/>
                  </a:lnTo>
                  <a:lnTo>
                    <a:pt x="161815" y="49339"/>
                  </a:lnTo>
                  <a:lnTo>
                    <a:pt x="161752" y="49923"/>
                  </a:lnTo>
                  <a:lnTo>
                    <a:pt x="176678" y="50798"/>
                  </a:lnTo>
                  <a:lnTo>
                    <a:pt x="176222" y="56248"/>
                  </a:lnTo>
                  <a:lnTo>
                    <a:pt x="175924" y="59797"/>
                  </a:lnTo>
                  <a:lnTo>
                    <a:pt x="175629" y="63324"/>
                  </a:lnTo>
                  <a:lnTo>
                    <a:pt x="175304" y="67199"/>
                  </a:lnTo>
                  <a:lnTo>
                    <a:pt x="174953" y="71399"/>
                  </a:lnTo>
                  <a:lnTo>
                    <a:pt x="174601" y="75591"/>
                  </a:lnTo>
                  <a:lnTo>
                    <a:pt x="172303" y="101746"/>
                  </a:lnTo>
                  <a:lnTo>
                    <a:pt x="171473" y="101685"/>
                  </a:lnTo>
                  <a:lnTo>
                    <a:pt x="151836" y="100250"/>
                  </a:lnTo>
                  <a:lnTo>
                    <a:pt x="151726" y="101777"/>
                  </a:lnTo>
                  <a:lnTo>
                    <a:pt x="151034" y="111355"/>
                  </a:lnTo>
                  <a:lnTo>
                    <a:pt x="150336" y="121020"/>
                  </a:lnTo>
                  <a:lnTo>
                    <a:pt x="151294" y="121105"/>
                  </a:lnTo>
                  <a:lnTo>
                    <a:pt x="151161" y="123796"/>
                  </a:lnTo>
                  <a:lnTo>
                    <a:pt x="150934" y="128423"/>
                  </a:lnTo>
                  <a:lnTo>
                    <a:pt x="150679" y="131191"/>
                  </a:lnTo>
                  <a:lnTo>
                    <a:pt x="150428" y="138107"/>
                  </a:lnTo>
                  <a:lnTo>
                    <a:pt x="149786" y="138114"/>
                  </a:lnTo>
                  <a:lnTo>
                    <a:pt x="147035" y="138436"/>
                  </a:lnTo>
                  <a:lnTo>
                    <a:pt x="140624" y="141997"/>
                  </a:lnTo>
                  <a:lnTo>
                    <a:pt x="139341" y="142708"/>
                  </a:lnTo>
                  <a:lnTo>
                    <a:pt x="135732" y="143097"/>
                  </a:lnTo>
                  <a:lnTo>
                    <a:pt x="132594" y="142551"/>
                  </a:lnTo>
                  <a:lnTo>
                    <a:pt x="119547" y="140279"/>
                  </a:lnTo>
                  <a:lnTo>
                    <a:pt x="112916" y="139125"/>
                  </a:lnTo>
                  <a:lnTo>
                    <a:pt x="112422" y="139039"/>
                  </a:lnTo>
                  <a:lnTo>
                    <a:pt x="111962" y="138959"/>
                  </a:lnTo>
                  <a:lnTo>
                    <a:pt x="102057" y="137235"/>
                  </a:lnTo>
                  <a:lnTo>
                    <a:pt x="101305" y="137104"/>
                  </a:lnTo>
                  <a:lnTo>
                    <a:pt x="94562" y="135930"/>
                  </a:lnTo>
                  <a:lnTo>
                    <a:pt x="77111" y="132755"/>
                  </a:lnTo>
                  <a:lnTo>
                    <a:pt x="72820" y="132145"/>
                  </a:lnTo>
                  <a:lnTo>
                    <a:pt x="70874" y="131916"/>
                  </a:lnTo>
                  <a:lnTo>
                    <a:pt x="57844" y="130382"/>
                  </a:lnTo>
                  <a:lnTo>
                    <a:pt x="51993" y="129693"/>
                  </a:lnTo>
                  <a:lnTo>
                    <a:pt x="41164" y="125761"/>
                  </a:lnTo>
                  <a:lnTo>
                    <a:pt x="37103" y="125090"/>
                  </a:lnTo>
                  <a:lnTo>
                    <a:pt x="36189" y="125008"/>
                  </a:lnTo>
                  <a:lnTo>
                    <a:pt x="34764" y="124880"/>
                  </a:lnTo>
                  <a:lnTo>
                    <a:pt x="34306" y="121927"/>
                  </a:lnTo>
                  <a:lnTo>
                    <a:pt x="33427" y="116254"/>
                  </a:lnTo>
                  <a:lnTo>
                    <a:pt x="33130" y="114338"/>
                  </a:lnTo>
                  <a:lnTo>
                    <a:pt x="33039" y="113752"/>
                  </a:lnTo>
                  <a:lnTo>
                    <a:pt x="33010" y="113565"/>
                  </a:lnTo>
                  <a:lnTo>
                    <a:pt x="32987" y="113418"/>
                  </a:lnTo>
                  <a:lnTo>
                    <a:pt x="31756" y="113573"/>
                  </a:lnTo>
                  <a:lnTo>
                    <a:pt x="26027" y="113999"/>
                  </a:lnTo>
                  <a:lnTo>
                    <a:pt x="21848" y="113512"/>
                  </a:lnTo>
                  <a:lnTo>
                    <a:pt x="14187" y="112403"/>
                  </a:lnTo>
                  <a:lnTo>
                    <a:pt x="8547" y="110764"/>
                  </a:lnTo>
                  <a:lnTo>
                    <a:pt x="3874" y="109245"/>
                  </a:lnTo>
                  <a:lnTo>
                    <a:pt x="0" y="107048"/>
                  </a:lnTo>
                  <a:lnTo>
                    <a:pt x="4051" y="97269"/>
                  </a:lnTo>
                  <a:lnTo>
                    <a:pt x="7850" y="98962"/>
                  </a:lnTo>
                  <a:lnTo>
                    <a:pt x="8950" y="99453"/>
                  </a:lnTo>
                  <a:lnTo>
                    <a:pt x="10302" y="99972"/>
                  </a:lnTo>
                  <a:lnTo>
                    <a:pt x="11611" y="100474"/>
                  </a:lnTo>
                  <a:lnTo>
                    <a:pt x="12467" y="98208"/>
                  </a:lnTo>
                  <a:lnTo>
                    <a:pt x="12666" y="97682"/>
                  </a:lnTo>
                  <a:lnTo>
                    <a:pt x="11730" y="97355"/>
                  </a:lnTo>
                  <a:lnTo>
                    <a:pt x="11182" y="97182"/>
                  </a:lnTo>
                  <a:lnTo>
                    <a:pt x="10294" y="96902"/>
                  </a:lnTo>
                  <a:lnTo>
                    <a:pt x="9158" y="96544"/>
                  </a:lnTo>
                  <a:lnTo>
                    <a:pt x="8517" y="96005"/>
                  </a:lnTo>
                  <a:lnTo>
                    <a:pt x="8061" y="95372"/>
                  </a:lnTo>
                  <a:lnTo>
                    <a:pt x="8121" y="95221"/>
                  </a:lnTo>
                  <a:lnTo>
                    <a:pt x="9616" y="91444"/>
                  </a:lnTo>
                  <a:lnTo>
                    <a:pt x="10538" y="89397"/>
                  </a:lnTo>
                  <a:lnTo>
                    <a:pt x="13171" y="90446"/>
                  </a:lnTo>
                  <a:lnTo>
                    <a:pt x="13885" y="88965"/>
                  </a:lnTo>
                  <a:lnTo>
                    <a:pt x="14390" y="88256"/>
                  </a:lnTo>
                  <a:lnTo>
                    <a:pt x="15535" y="87460"/>
                  </a:lnTo>
                  <a:lnTo>
                    <a:pt x="16295" y="86881"/>
                  </a:lnTo>
                  <a:lnTo>
                    <a:pt x="16502" y="86723"/>
                  </a:lnTo>
                  <a:lnTo>
                    <a:pt x="17221" y="86174"/>
                  </a:lnTo>
                  <a:lnTo>
                    <a:pt x="15966" y="85227"/>
                  </a:lnTo>
                  <a:lnTo>
                    <a:pt x="15488" y="84866"/>
                  </a:lnTo>
                  <a:lnTo>
                    <a:pt x="14056" y="81833"/>
                  </a:lnTo>
                  <a:lnTo>
                    <a:pt x="13317" y="80483"/>
                  </a:lnTo>
                  <a:lnTo>
                    <a:pt x="13172" y="80362"/>
                  </a:lnTo>
                  <a:lnTo>
                    <a:pt x="9927" y="77581"/>
                  </a:lnTo>
                  <a:lnTo>
                    <a:pt x="9566" y="77190"/>
                  </a:lnTo>
                  <a:lnTo>
                    <a:pt x="14859" y="72115"/>
                  </a:lnTo>
                  <a:lnTo>
                    <a:pt x="18620" y="69464"/>
                  </a:lnTo>
                  <a:lnTo>
                    <a:pt x="22695" y="66872"/>
                  </a:lnTo>
                  <a:lnTo>
                    <a:pt x="24666" y="65948"/>
                  </a:lnTo>
                  <a:lnTo>
                    <a:pt x="27777" y="52408"/>
                  </a:lnTo>
                  <a:lnTo>
                    <a:pt x="25311" y="51021"/>
                  </a:lnTo>
                  <a:lnTo>
                    <a:pt x="24747" y="50704"/>
                  </a:lnTo>
                  <a:lnTo>
                    <a:pt x="26884" y="42578"/>
                  </a:lnTo>
                  <a:lnTo>
                    <a:pt x="28572" y="36076"/>
                  </a:lnTo>
                  <a:lnTo>
                    <a:pt x="30133" y="35266"/>
                  </a:lnTo>
                  <a:lnTo>
                    <a:pt x="31885" y="32568"/>
                  </a:lnTo>
                  <a:lnTo>
                    <a:pt x="33257" y="32354"/>
                  </a:lnTo>
                  <a:lnTo>
                    <a:pt x="35833" y="33344"/>
                  </a:lnTo>
                  <a:lnTo>
                    <a:pt x="38237" y="30998"/>
                  </a:lnTo>
                  <a:lnTo>
                    <a:pt x="38997" y="30276"/>
                  </a:lnTo>
                  <a:lnTo>
                    <a:pt x="41299" y="26786"/>
                  </a:lnTo>
                  <a:lnTo>
                    <a:pt x="43202" y="26773"/>
                  </a:lnTo>
                  <a:lnTo>
                    <a:pt x="50309" y="30256"/>
                  </a:lnTo>
                  <a:lnTo>
                    <a:pt x="55883" y="25897"/>
                  </a:lnTo>
                  <a:lnTo>
                    <a:pt x="59343" y="26445"/>
                  </a:lnTo>
                  <a:lnTo>
                    <a:pt x="60881" y="30577"/>
                  </a:lnTo>
                  <a:lnTo>
                    <a:pt x="61024" y="31072"/>
                  </a:lnTo>
                  <a:lnTo>
                    <a:pt x="70057" y="31800"/>
                  </a:lnTo>
                  <a:lnTo>
                    <a:pt x="73448" y="28151"/>
                  </a:lnTo>
                  <a:lnTo>
                    <a:pt x="77627" y="28417"/>
                  </a:lnTo>
                  <a:lnTo>
                    <a:pt x="79319" y="31480"/>
                  </a:lnTo>
                  <a:lnTo>
                    <a:pt x="82910" y="29120"/>
                  </a:lnTo>
                  <a:lnTo>
                    <a:pt x="83619" y="26561"/>
                  </a:lnTo>
                  <a:lnTo>
                    <a:pt x="85021" y="26268"/>
                  </a:lnTo>
                  <a:lnTo>
                    <a:pt x="93777" y="28376"/>
                  </a:lnTo>
                  <a:lnTo>
                    <a:pt x="91869" y="34106"/>
                  </a:lnTo>
                  <a:lnTo>
                    <a:pt x="92512" y="34721"/>
                  </a:lnTo>
                  <a:lnTo>
                    <a:pt x="99352" y="35266"/>
                  </a:lnTo>
                  <a:lnTo>
                    <a:pt x="103044" y="35590"/>
                  </a:lnTo>
                  <a:lnTo>
                    <a:pt x="106912" y="36320"/>
                  </a:lnTo>
                  <a:lnTo>
                    <a:pt x="109554" y="39140"/>
                  </a:lnTo>
                  <a:lnTo>
                    <a:pt x="111093" y="38762"/>
                  </a:lnTo>
                  <a:lnTo>
                    <a:pt x="110979" y="37189"/>
                  </a:lnTo>
                  <a:lnTo>
                    <a:pt x="111777" y="36315"/>
                  </a:lnTo>
                  <a:lnTo>
                    <a:pt x="109152" y="31407"/>
                  </a:lnTo>
                  <a:lnTo>
                    <a:pt x="109628" y="30784"/>
                  </a:lnTo>
                  <a:lnTo>
                    <a:pt x="112547" y="28188"/>
                  </a:lnTo>
                  <a:lnTo>
                    <a:pt x="114420" y="27972"/>
                  </a:lnTo>
                  <a:lnTo>
                    <a:pt x="114860" y="27746"/>
                  </a:lnTo>
                  <a:lnTo>
                    <a:pt x="119841" y="24318"/>
                  </a:lnTo>
                  <a:lnTo>
                    <a:pt x="121374" y="25484"/>
                  </a:lnTo>
                  <a:lnTo>
                    <a:pt x="122116" y="26405"/>
                  </a:lnTo>
                  <a:lnTo>
                    <a:pt x="122532" y="27060"/>
                  </a:lnTo>
                  <a:lnTo>
                    <a:pt x="122748" y="27400"/>
                  </a:lnTo>
                  <a:lnTo>
                    <a:pt x="123018" y="27704"/>
                  </a:lnTo>
                  <a:lnTo>
                    <a:pt x="123641" y="28410"/>
                  </a:lnTo>
                  <a:lnTo>
                    <a:pt x="125066" y="30230"/>
                  </a:lnTo>
                  <a:lnTo>
                    <a:pt x="125465" y="30740"/>
                  </a:lnTo>
                  <a:lnTo>
                    <a:pt x="125751" y="31424"/>
                  </a:lnTo>
                  <a:lnTo>
                    <a:pt x="126201" y="32500"/>
                  </a:lnTo>
                  <a:lnTo>
                    <a:pt x="126409" y="32998"/>
                  </a:lnTo>
                  <a:lnTo>
                    <a:pt x="126357" y="33250"/>
                  </a:lnTo>
                  <a:lnTo>
                    <a:pt x="126391" y="33548"/>
                  </a:lnTo>
                  <a:lnTo>
                    <a:pt x="126556" y="33785"/>
                  </a:lnTo>
                  <a:lnTo>
                    <a:pt x="127248" y="34516"/>
                  </a:lnTo>
                  <a:lnTo>
                    <a:pt x="127490" y="34770"/>
                  </a:lnTo>
                  <a:lnTo>
                    <a:pt x="128245" y="35272"/>
                  </a:lnTo>
                  <a:lnTo>
                    <a:pt x="128847" y="35672"/>
                  </a:lnTo>
                  <a:lnTo>
                    <a:pt x="129654" y="35893"/>
                  </a:lnTo>
                  <a:lnTo>
                    <a:pt x="130270" y="36061"/>
                  </a:lnTo>
                  <a:lnTo>
                    <a:pt x="130724" y="36185"/>
                  </a:lnTo>
                  <a:lnTo>
                    <a:pt x="131336" y="36352"/>
                  </a:lnTo>
                  <a:lnTo>
                    <a:pt x="131665" y="37169"/>
                  </a:lnTo>
                  <a:lnTo>
                    <a:pt x="132328" y="38816"/>
                  </a:lnTo>
                  <a:lnTo>
                    <a:pt x="132400" y="38993"/>
                  </a:lnTo>
                  <a:lnTo>
                    <a:pt x="133299" y="39995"/>
                  </a:lnTo>
                  <a:lnTo>
                    <a:pt x="134060" y="39732"/>
                  </a:lnTo>
                  <a:lnTo>
                    <a:pt x="137598" y="38513"/>
                  </a:lnTo>
                  <a:lnTo>
                    <a:pt x="138173" y="38315"/>
                  </a:lnTo>
                  <a:lnTo>
                    <a:pt x="138116" y="37075"/>
                  </a:lnTo>
                  <a:lnTo>
                    <a:pt x="137873" y="35763"/>
                  </a:lnTo>
                  <a:lnTo>
                    <a:pt x="137299" y="33812"/>
                  </a:lnTo>
                  <a:lnTo>
                    <a:pt x="136809" y="32151"/>
                  </a:lnTo>
                  <a:lnTo>
                    <a:pt x="136091" y="29901"/>
                  </a:lnTo>
                  <a:lnTo>
                    <a:pt x="134667" y="25441"/>
                  </a:lnTo>
                  <a:lnTo>
                    <a:pt x="133808" y="22752"/>
                  </a:lnTo>
                  <a:lnTo>
                    <a:pt x="133652" y="22048"/>
                  </a:lnTo>
                  <a:lnTo>
                    <a:pt x="133162" y="19840"/>
                  </a:lnTo>
                  <a:lnTo>
                    <a:pt x="132985" y="17643"/>
                  </a:lnTo>
                  <a:lnTo>
                    <a:pt x="132924" y="16887"/>
                  </a:lnTo>
                  <a:lnTo>
                    <a:pt x="133086" y="14597"/>
                  </a:lnTo>
                  <a:lnTo>
                    <a:pt x="133264" y="13892"/>
                  </a:lnTo>
                  <a:lnTo>
                    <a:pt x="133694" y="12189"/>
                  </a:lnTo>
                  <a:lnTo>
                    <a:pt x="134682" y="9936"/>
                  </a:lnTo>
                  <a:lnTo>
                    <a:pt x="135828" y="8178"/>
                  </a:lnTo>
                  <a:lnTo>
                    <a:pt x="135974" y="7955"/>
                  </a:lnTo>
                  <a:lnTo>
                    <a:pt x="138215" y="5470"/>
                  </a:lnTo>
                  <a:lnTo>
                    <a:pt x="139765" y="4408"/>
                  </a:lnTo>
                  <a:lnTo>
                    <a:pt x="139964" y="4271"/>
                  </a:lnTo>
                  <a:lnTo>
                    <a:pt x="141740" y="3129"/>
                  </a:lnTo>
                  <a:lnTo>
                    <a:pt x="142273" y="2786"/>
                  </a:lnTo>
                  <a:lnTo>
                    <a:pt x="142482" y="2691"/>
                  </a:lnTo>
                  <a:lnTo>
                    <a:pt x="145073" y="1519"/>
                  </a:lnTo>
                  <a:lnTo>
                    <a:pt x="146726" y="770"/>
                  </a:lnTo>
                  <a:lnTo>
                    <a:pt x="148617" y="126"/>
                  </a:lnTo>
                  <a:lnTo>
                    <a:pt x="148778" y="72"/>
                  </a:lnTo>
                  <a:lnTo>
                    <a:pt x="148990" y="0"/>
                  </a:lnTo>
                  <a:lnTo>
                    <a:pt x="149152" y="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54793" y="5134176"/>
              <a:ext cx="230401" cy="224594"/>
            </a:xfrm>
            <a:custGeom>
              <a:avLst/>
              <a:pathLst>
                <a:path w="230401" h="224594">
                  <a:moveTo>
                    <a:pt x="116120" y="19267"/>
                  </a:moveTo>
                  <a:lnTo>
                    <a:pt x="122588" y="25607"/>
                  </a:lnTo>
                  <a:lnTo>
                    <a:pt x="134726" y="32698"/>
                  </a:lnTo>
                  <a:lnTo>
                    <a:pt x="144343" y="35920"/>
                  </a:lnTo>
                  <a:lnTo>
                    <a:pt x="146532" y="35255"/>
                  </a:lnTo>
                  <a:lnTo>
                    <a:pt x="147547" y="36415"/>
                  </a:lnTo>
                  <a:lnTo>
                    <a:pt x="148195" y="36838"/>
                  </a:lnTo>
                  <a:lnTo>
                    <a:pt x="148433" y="36994"/>
                  </a:lnTo>
                  <a:lnTo>
                    <a:pt x="148619" y="37199"/>
                  </a:lnTo>
                  <a:lnTo>
                    <a:pt x="150901" y="39731"/>
                  </a:lnTo>
                  <a:lnTo>
                    <a:pt x="151843" y="40776"/>
                  </a:lnTo>
                  <a:lnTo>
                    <a:pt x="152154" y="41112"/>
                  </a:lnTo>
                  <a:lnTo>
                    <a:pt x="153746" y="42832"/>
                  </a:lnTo>
                  <a:lnTo>
                    <a:pt x="153973" y="43078"/>
                  </a:lnTo>
                  <a:lnTo>
                    <a:pt x="154377" y="43515"/>
                  </a:lnTo>
                  <a:lnTo>
                    <a:pt x="161498" y="39438"/>
                  </a:lnTo>
                  <a:lnTo>
                    <a:pt x="167195" y="35991"/>
                  </a:lnTo>
                  <a:lnTo>
                    <a:pt x="169678" y="34488"/>
                  </a:lnTo>
                  <a:lnTo>
                    <a:pt x="176588" y="30757"/>
                  </a:lnTo>
                  <a:lnTo>
                    <a:pt x="177412" y="30313"/>
                  </a:lnTo>
                  <a:lnTo>
                    <a:pt x="178589" y="33173"/>
                  </a:lnTo>
                  <a:lnTo>
                    <a:pt x="184573" y="47706"/>
                  </a:lnTo>
                  <a:lnTo>
                    <a:pt x="191024" y="63275"/>
                  </a:lnTo>
                  <a:lnTo>
                    <a:pt x="191400" y="64183"/>
                  </a:lnTo>
                  <a:lnTo>
                    <a:pt x="191649" y="65033"/>
                  </a:lnTo>
                  <a:lnTo>
                    <a:pt x="191879" y="65588"/>
                  </a:lnTo>
                  <a:lnTo>
                    <a:pt x="195115" y="73413"/>
                  </a:lnTo>
                  <a:lnTo>
                    <a:pt x="198661" y="82340"/>
                  </a:lnTo>
                  <a:lnTo>
                    <a:pt x="198792" y="82632"/>
                  </a:lnTo>
                  <a:lnTo>
                    <a:pt x="200604" y="86685"/>
                  </a:lnTo>
                  <a:lnTo>
                    <a:pt x="202983" y="92382"/>
                  </a:lnTo>
                  <a:lnTo>
                    <a:pt x="206365" y="100481"/>
                  </a:lnTo>
                  <a:lnTo>
                    <a:pt x="206546" y="100915"/>
                  </a:lnTo>
                  <a:lnTo>
                    <a:pt x="209892" y="108928"/>
                  </a:lnTo>
                  <a:lnTo>
                    <a:pt x="210387" y="110112"/>
                  </a:lnTo>
                  <a:lnTo>
                    <a:pt x="210969" y="111503"/>
                  </a:lnTo>
                  <a:lnTo>
                    <a:pt x="220052" y="133173"/>
                  </a:lnTo>
                  <a:lnTo>
                    <a:pt x="220282" y="133722"/>
                  </a:lnTo>
                  <a:lnTo>
                    <a:pt x="225126" y="145280"/>
                  </a:lnTo>
                  <a:lnTo>
                    <a:pt x="226145" y="147712"/>
                  </a:lnTo>
                  <a:lnTo>
                    <a:pt x="229295" y="155227"/>
                  </a:lnTo>
                  <a:lnTo>
                    <a:pt x="230401" y="157867"/>
                  </a:lnTo>
                  <a:lnTo>
                    <a:pt x="228391" y="158713"/>
                  </a:lnTo>
                  <a:lnTo>
                    <a:pt x="202737" y="169500"/>
                  </a:lnTo>
                  <a:lnTo>
                    <a:pt x="200662" y="170373"/>
                  </a:lnTo>
                  <a:lnTo>
                    <a:pt x="201502" y="173043"/>
                  </a:lnTo>
                  <a:lnTo>
                    <a:pt x="205919" y="187100"/>
                  </a:lnTo>
                  <a:lnTo>
                    <a:pt x="207562" y="192327"/>
                  </a:lnTo>
                  <a:lnTo>
                    <a:pt x="208100" y="194041"/>
                  </a:lnTo>
                  <a:lnTo>
                    <a:pt x="208463" y="195196"/>
                  </a:lnTo>
                  <a:lnTo>
                    <a:pt x="208975" y="196806"/>
                  </a:lnTo>
                  <a:lnTo>
                    <a:pt x="209156" y="197375"/>
                  </a:lnTo>
                  <a:lnTo>
                    <a:pt x="160820" y="215333"/>
                  </a:lnTo>
                  <a:lnTo>
                    <a:pt x="152480" y="218431"/>
                  </a:lnTo>
                  <a:lnTo>
                    <a:pt x="143040" y="221958"/>
                  </a:lnTo>
                  <a:lnTo>
                    <a:pt x="138712" y="224594"/>
                  </a:lnTo>
                  <a:lnTo>
                    <a:pt x="133949" y="224309"/>
                  </a:lnTo>
                  <a:lnTo>
                    <a:pt x="131475" y="224161"/>
                  </a:lnTo>
                  <a:lnTo>
                    <a:pt x="119859" y="221277"/>
                  </a:lnTo>
                  <a:lnTo>
                    <a:pt x="115460" y="220185"/>
                  </a:lnTo>
                  <a:lnTo>
                    <a:pt x="112922" y="219555"/>
                  </a:lnTo>
                  <a:lnTo>
                    <a:pt x="109629" y="219628"/>
                  </a:lnTo>
                  <a:lnTo>
                    <a:pt x="103810" y="219757"/>
                  </a:lnTo>
                  <a:lnTo>
                    <a:pt x="100890" y="219821"/>
                  </a:lnTo>
                  <a:lnTo>
                    <a:pt x="99065" y="220383"/>
                  </a:lnTo>
                  <a:lnTo>
                    <a:pt x="93179" y="222194"/>
                  </a:lnTo>
                  <a:lnTo>
                    <a:pt x="88376" y="222334"/>
                  </a:lnTo>
                  <a:lnTo>
                    <a:pt x="80655" y="222560"/>
                  </a:lnTo>
                  <a:lnTo>
                    <a:pt x="79770" y="222118"/>
                  </a:lnTo>
                  <a:lnTo>
                    <a:pt x="74984" y="219728"/>
                  </a:lnTo>
                  <a:lnTo>
                    <a:pt x="71840" y="218158"/>
                  </a:lnTo>
                  <a:lnTo>
                    <a:pt x="68808" y="217491"/>
                  </a:lnTo>
                  <a:lnTo>
                    <a:pt x="64405" y="216522"/>
                  </a:lnTo>
                  <a:lnTo>
                    <a:pt x="53060" y="216319"/>
                  </a:lnTo>
                  <a:lnTo>
                    <a:pt x="46087" y="217073"/>
                  </a:lnTo>
                  <a:lnTo>
                    <a:pt x="43296" y="217102"/>
                  </a:lnTo>
                  <a:lnTo>
                    <a:pt x="38333" y="217154"/>
                  </a:lnTo>
                  <a:lnTo>
                    <a:pt x="38583" y="210238"/>
                  </a:lnTo>
                  <a:lnTo>
                    <a:pt x="38838" y="207470"/>
                  </a:lnTo>
                  <a:lnTo>
                    <a:pt x="39065" y="202843"/>
                  </a:lnTo>
                  <a:lnTo>
                    <a:pt x="39198" y="200152"/>
                  </a:lnTo>
                  <a:lnTo>
                    <a:pt x="38240" y="200067"/>
                  </a:lnTo>
                  <a:lnTo>
                    <a:pt x="38938" y="190402"/>
                  </a:lnTo>
                  <a:lnTo>
                    <a:pt x="39630" y="180824"/>
                  </a:lnTo>
                  <a:lnTo>
                    <a:pt x="39741" y="179297"/>
                  </a:lnTo>
                  <a:lnTo>
                    <a:pt x="59377" y="180732"/>
                  </a:lnTo>
                  <a:lnTo>
                    <a:pt x="60318" y="180754"/>
                  </a:lnTo>
                  <a:lnTo>
                    <a:pt x="62505" y="154638"/>
                  </a:lnTo>
                  <a:lnTo>
                    <a:pt x="62857" y="150446"/>
                  </a:lnTo>
                  <a:lnTo>
                    <a:pt x="63208" y="146246"/>
                  </a:lnTo>
                  <a:lnTo>
                    <a:pt x="63533" y="142371"/>
                  </a:lnTo>
                  <a:lnTo>
                    <a:pt x="63828" y="138844"/>
                  </a:lnTo>
                  <a:lnTo>
                    <a:pt x="64126" y="135295"/>
                  </a:lnTo>
                  <a:lnTo>
                    <a:pt x="64582" y="129845"/>
                  </a:lnTo>
                  <a:lnTo>
                    <a:pt x="49656" y="128970"/>
                  </a:lnTo>
                  <a:lnTo>
                    <a:pt x="49719" y="128386"/>
                  </a:lnTo>
                  <a:lnTo>
                    <a:pt x="51109" y="111879"/>
                  </a:lnTo>
                  <a:lnTo>
                    <a:pt x="51237" y="110360"/>
                  </a:lnTo>
                  <a:lnTo>
                    <a:pt x="54119" y="96026"/>
                  </a:lnTo>
                  <a:lnTo>
                    <a:pt x="57125" y="81075"/>
                  </a:lnTo>
                  <a:lnTo>
                    <a:pt x="53414" y="82810"/>
                  </a:lnTo>
                  <a:lnTo>
                    <a:pt x="42956" y="90179"/>
                  </a:lnTo>
                  <a:lnTo>
                    <a:pt x="38451" y="82111"/>
                  </a:lnTo>
                  <a:lnTo>
                    <a:pt x="37056" y="79366"/>
                  </a:lnTo>
                  <a:lnTo>
                    <a:pt x="36894" y="79047"/>
                  </a:lnTo>
                  <a:lnTo>
                    <a:pt x="36682" y="79119"/>
                  </a:lnTo>
                  <a:lnTo>
                    <a:pt x="36521" y="79174"/>
                  </a:lnTo>
                  <a:lnTo>
                    <a:pt x="34631" y="79817"/>
                  </a:lnTo>
                  <a:lnTo>
                    <a:pt x="32977" y="80566"/>
                  </a:lnTo>
                  <a:lnTo>
                    <a:pt x="30386" y="81738"/>
                  </a:lnTo>
                  <a:lnTo>
                    <a:pt x="30177" y="81833"/>
                  </a:lnTo>
                  <a:lnTo>
                    <a:pt x="29644" y="82176"/>
                  </a:lnTo>
                  <a:lnTo>
                    <a:pt x="27868" y="83318"/>
                  </a:lnTo>
                  <a:lnTo>
                    <a:pt x="27669" y="83455"/>
                  </a:lnTo>
                  <a:lnTo>
                    <a:pt x="26119" y="84517"/>
                  </a:lnTo>
                  <a:lnTo>
                    <a:pt x="23878" y="87002"/>
                  </a:lnTo>
                  <a:lnTo>
                    <a:pt x="23732" y="87225"/>
                  </a:lnTo>
                  <a:lnTo>
                    <a:pt x="22586" y="88983"/>
                  </a:lnTo>
                  <a:lnTo>
                    <a:pt x="21598" y="91236"/>
                  </a:lnTo>
                  <a:lnTo>
                    <a:pt x="21168" y="92939"/>
                  </a:lnTo>
                  <a:lnTo>
                    <a:pt x="20990" y="93644"/>
                  </a:lnTo>
                  <a:lnTo>
                    <a:pt x="20828" y="95935"/>
                  </a:lnTo>
                  <a:lnTo>
                    <a:pt x="20889" y="96690"/>
                  </a:lnTo>
                  <a:lnTo>
                    <a:pt x="21066" y="98887"/>
                  </a:lnTo>
                  <a:lnTo>
                    <a:pt x="21556" y="101095"/>
                  </a:lnTo>
                  <a:lnTo>
                    <a:pt x="21712" y="101799"/>
                  </a:lnTo>
                  <a:lnTo>
                    <a:pt x="22571" y="104488"/>
                  </a:lnTo>
                  <a:lnTo>
                    <a:pt x="23995" y="108948"/>
                  </a:lnTo>
                  <a:lnTo>
                    <a:pt x="24714" y="111198"/>
                  </a:lnTo>
                  <a:lnTo>
                    <a:pt x="25203" y="112859"/>
                  </a:lnTo>
                  <a:lnTo>
                    <a:pt x="25778" y="114810"/>
                  </a:lnTo>
                  <a:lnTo>
                    <a:pt x="26020" y="116122"/>
                  </a:lnTo>
                  <a:lnTo>
                    <a:pt x="26077" y="117362"/>
                  </a:lnTo>
                  <a:lnTo>
                    <a:pt x="25502" y="117560"/>
                  </a:lnTo>
                  <a:lnTo>
                    <a:pt x="21964" y="118779"/>
                  </a:lnTo>
                  <a:lnTo>
                    <a:pt x="21203" y="119042"/>
                  </a:lnTo>
                  <a:lnTo>
                    <a:pt x="20304" y="118040"/>
                  </a:lnTo>
                  <a:lnTo>
                    <a:pt x="20233" y="117863"/>
                  </a:lnTo>
                  <a:lnTo>
                    <a:pt x="19569" y="116216"/>
                  </a:lnTo>
                  <a:lnTo>
                    <a:pt x="19240" y="115399"/>
                  </a:lnTo>
                  <a:lnTo>
                    <a:pt x="18628" y="115232"/>
                  </a:lnTo>
                  <a:lnTo>
                    <a:pt x="18174" y="115108"/>
                  </a:lnTo>
                  <a:lnTo>
                    <a:pt x="17558" y="114940"/>
                  </a:lnTo>
                  <a:lnTo>
                    <a:pt x="16751" y="114719"/>
                  </a:lnTo>
                  <a:lnTo>
                    <a:pt x="16149" y="114319"/>
                  </a:lnTo>
                  <a:lnTo>
                    <a:pt x="15394" y="113817"/>
                  </a:lnTo>
                  <a:lnTo>
                    <a:pt x="15152" y="113563"/>
                  </a:lnTo>
                  <a:lnTo>
                    <a:pt x="14382" y="112750"/>
                  </a:lnTo>
                  <a:lnTo>
                    <a:pt x="14295" y="112595"/>
                  </a:lnTo>
                  <a:lnTo>
                    <a:pt x="14261" y="112297"/>
                  </a:lnTo>
                  <a:lnTo>
                    <a:pt x="14313" y="112046"/>
                  </a:lnTo>
                  <a:lnTo>
                    <a:pt x="14105" y="111547"/>
                  </a:lnTo>
                  <a:lnTo>
                    <a:pt x="13655" y="110471"/>
                  </a:lnTo>
                  <a:lnTo>
                    <a:pt x="13369" y="109787"/>
                  </a:lnTo>
                  <a:lnTo>
                    <a:pt x="12970" y="109277"/>
                  </a:lnTo>
                  <a:lnTo>
                    <a:pt x="11545" y="107457"/>
                  </a:lnTo>
                  <a:lnTo>
                    <a:pt x="10922" y="106751"/>
                  </a:lnTo>
                  <a:lnTo>
                    <a:pt x="10652" y="106447"/>
                  </a:lnTo>
                  <a:lnTo>
                    <a:pt x="10436" y="106107"/>
                  </a:lnTo>
                  <a:lnTo>
                    <a:pt x="10006" y="105435"/>
                  </a:lnTo>
                  <a:lnTo>
                    <a:pt x="9278" y="104531"/>
                  </a:lnTo>
                  <a:lnTo>
                    <a:pt x="7639" y="103284"/>
                  </a:lnTo>
                  <a:lnTo>
                    <a:pt x="4932" y="103030"/>
                  </a:lnTo>
                  <a:lnTo>
                    <a:pt x="0" y="99121"/>
                  </a:lnTo>
                  <a:lnTo>
                    <a:pt x="100" y="94902"/>
                  </a:lnTo>
                  <a:lnTo>
                    <a:pt x="3724" y="89449"/>
                  </a:lnTo>
                  <a:lnTo>
                    <a:pt x="10602" y="88855"/>
                  </a:lnTo>
                  <a:lnTo>
                    <a:pt x="10094" y="84988"/>
                  </a:lnTo>
                  <a:lnTo>
                    <a:pt x="9431" y="79934"/>
                  </a:lnTo>
                  <a:lnTo>
                    <a:pt x="12537" y="76055"/>
                  </a:lnTo>
                  <a:lnTo>
                    <a:pt x="17234" y="70763"/>
                  </a:lnTo>
                  <a:lnTo>
                    <a:pt x="17622" y="70169"/>
                  </a:lnTo>
                  <a:lnTo>
                    <a:pt x="19637" y="64951"/>
                  </a:lnTo>
                  <a:lnTo>
                    <a:pt x="19354" y="62489"/>
                  </a:lnTo>
                  <a:lnTo>
                    <a:pt x="20558" y="55229"/>
                  </a:lnTo>
                  <a:lnTo>
                    <a:pt x="21137" y="53692"/>
                  </a:lnTo>
                  <a:lnTo>
                    <a:pt x="22082" y="52752"/>
                  </a:lnTo>
                  <a:lnTo>
                    <a:pt x="40186" y="44775"/>
                  </a:lnTo>
                  <a:lnTo>
                    <a:pt x="49143" y="43966"/>
                  </a:lnTo>
                  <a:lnTo>
                    <a:pt x="58107" y="43966"/>
                  </a:lnTo>
                  <a:lnTo>
                    <a:pt x="59304" y="44406"/>
                  </a:lnTo>
                  <a:lnTo>
                    <a:pt x="64994" y="51248"/>
                  </a:lnTo>
                  <a:lnTo>
                    <a:pt x="67428" y="52523"/>
                  </a:lnTo>
                  <a:lnTo>
                    <a:pt x="72534" y="55375"/>
                  </a:lnTo>
                  <a:lnTo>
                    <a:pt x="75087" y="57620"/>
                  </a:lnTo>
                  <a:lnTo>
                    <a:pt x="79005" y="55982"/>
                  </a:lnTo>
                  <a:lnTo>
                    <a:pt x="75621" y="52766"/>
                  </a:lnTo>
                  <a:lnTo>
                    <a:pt x="72237" y="47789"/>
                  </a:lnTo>
                  <a:lnTo>
                    <a:pt x="70693" y="44634"/>
                  </a:lnTo>
                  <a:lnTo>
                    <a:pt x="70407" y="42366"/>
                  </a:lnTo>
                  <a:lnTo>
                    <a:pt x="68458" y="22584"/>
                  </a:lnTo>
                  <a:lnTo>
                    <a:pt x="70357" y="16862"/>
                  </a:lnTo>
                  <a:lnTo>
                    <a:pt x="71628" y="15020"/>
                  </a:lnTo>
                  <a:lnTo>
                    <a:pt x="93776" y="21438"/>
                  </a:lnTo>
                  <a:lnTo>
                    <a:pt x="92823" y="13503"/>
                  </a:lnTo>
                  <a:lnTo>
                    <a:pt x="93491" y="656"/>
                  </a:lnTo>
                  <a:lnTo>
                    <a:pt x="94327" y="0"/>
                  </a:lnTo>
                  <a:lnTo>
                    <a:pt x="98160" y="1020"/>
                  </a:lnTo>
                  <a:lnTo>
                    <a:pt x="118438" y="6871"/>
                  </a:lnTo>
                  <a:lnTo>
                    <a:pt x="118746" y="9615"/>
                  </a:lnTo>
                  <a:lnTo>
                    <a:pt x="115365" y="16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660426" y="5268660"/>
              <a:ext cx="217035" cy="97786"/>
            </a:xfrm>
            <a:custGeom>
              <a:avLst/>
              <a:pathLst>
                <a:path w="217035" h="97786">
                  <a:moveTo>
                    <a:pt x="167571" y="1043"/>
                  </a:moveTo>
                  <a:lnTo>
                    <a:pt x="173828" y="2997"/>
                  </a:lnTo>
                  <a:lnTo>
                    <a:pt x="174470" y="1235"/>
                  </a:lnTo>
                  <a:lnTo>
                    <a:pt x="182357" y="4547"/>
                  </a:lnTo>
                  <a:lnTo>
                    <a:pt x="184241" y="6784"/>
                  </a:lnTo>
                  <a:lnTo>
                    <a:pt x="189074" y="10326"/>
                  </a:lnTo>
                  <a:lnTo>
                    <a:pt x="189773" y="11942"/>
                  </a:lnTo>
                  <a:lnTo>
                    <a:pt x="189788" y="13679"/>
                  </a:lnTo>
                  <a:lnTo>
                    <a:pt x="187809" y="19347"/>
                  </a:lnTo>
                  <a:lnTo>
                    <a:pt x="186527" y="19117"/>
                  </a:lnTo>
                  <a:lnTo>
                    <a:pt x="185683" y="21687"/>
                  </a:lnTo>
                  <a:lnTo>
                    <a:pt x="184853" y="24039"/>
                  </a:lnTo>
                  <a:lnTo>
                    <a:pt x="188330" y="24905"/>
                  </a:lnTo>
                  <a:lnTo>
                    <a:pt x="191837" y="21753"/>
                  </a:lnTo>
                  <a:lnTo>
                    <a:pt x="192197" y="22144"/>
                  </a:lnTo>
                  <a:lnTo>
                    <a:pt x="195443" y="24926"/>
                  </a:lnTo>
                  <a:lnTo>
                    <a:pt x="195712" y="25151"/>
                  </a:lnTo>
                  <a:lnTo>
                    <a:pt x="196327" y="26396"/>
                  </a:lnTo>
                  <a:lnTo>
                    <a:pt x="197758" y="29430"/>
                  </a:lnTo>
                  <a:lnTo>
                    <a:pt x="198236" y="29790"/>
                  </a:lnTo>
                  <a:lnTo>
                    <a:pt x="199492" y="30737"/>
                  </a:lnTo>
                  <a:lnTo>
                    <a:pt x="198772" y="31286"/>
                  </a:lnTo>
                  <a:lnTo>
                    <a:pt x="198565" y="31444"/>
                  </a:lnTo>
                  <a:lnTo>
                    <a:pt x="197806" y="32024"/>
                  </a:lnTo>
                  <a:lnTo>
                    <a:pt x="196618" y="32849"/>
                  </a:lnTo>
                  <a:lnTo>
                    <a:pt x="196155" y="33529"/>
                  </a:lnTo>
                  <a:lnTo>
                    <a:pt x="195442" y="35009"/>
                  </a:lnTo>
                  <a:lnTo>
                    <a:pt x="192808" y="33961"/>
                  </a:lnTo>
                  <a:lnTo>
                    <a:pt x="191887" y="36008"/>
                  </a:lnTo>
                  <a:lnTo>
                    <a:pt x="190391" y="39785"/>
                  </a:lnTo>
                  <a:lnTo>
                    <a:pt x="190332" y="39935"/>
                  </a:lnTo>
                  <a:lnTo>
                    <a:pt x="190788" y="40569"/>
                  </a:lnTo>
                  <a:lnTo>
                    <a:pt x="191429" y="41108"/>
                  </a:lnTo>
                  <a:lnTo>
                    <a:pt x="192564" y="41466"/>
                  </a:lnTo>
                  <a:lnTo>
                    <a:pt x="193452" y="41746"/>
                  </a:lnTo>
                  <a:lnTo>
                    <a:pt x="194001" y="41919"/>
                  </a:lnTo>
                  <a:lnTo>
                    <a:pt x="194928" y="42269"/>
                  </a:lnTo>
                  <a:lnTo>
                    <a:pt x="194738" y="42771"/>
                  </a:lnTo>
                  <a:lnTo>
                    <a:pt x="193882" y="45038"/>
                  </a:lnTo>
                  <a:lnTo>
                    <a:pt x="192573" y="44535"/>
                  </a:lnTo>
                  <a:lnTo>
                    <a:pt x="191221" y="44016"/>
                  </a:lnTo>
                  <a:lnTo>
                    <a:pt x="190121" y="43526"/>
                  </a:lnTo>
                  <a:lnTo>
                    <a:pt x="186322" y="41832"/>
                  </a:lnTo>
                  <a:lnTo>
                    <a:pt x="182264" y="51627"/>
                  </a:lnTo>
                  <a:lnTo>
                    <a:pt x="186145" y="53808"/>
                  </a:lnTo>
                  <a:lnTo>
                    <a:pt x="190817" y="55328"/>
                  </a:lnTo>
                  <a:lnTo>
                    <a:pt x="196457" y="56966"/>
                  </a:lnTo>
                  <a:lnTo>
                    <a:pt x="204119" y="58076"/>
                  </a:lnTo>
                  <a:lnTo>
                    <a:pt x="208297" y="58562"/>
                  </a:lnTo>
                  <a:lnTo>
                    <a:pt x="214026" y="58137"/>
                  </a:lnTo>
                  <a:lnTo>
                    <a:pt x="215258" y="57982"/>
                  </a:lnTo>
                  <a:lnTo>
                    <a:pt x="215280" y="58129"/>
                  </a:lnTo>
                  <a:lnTo>
                    <a:pt x="215309" y="58315"/>
                  </a:lnTo>
                  <a:lnTo>
                    <a:pt x="215400" y="58902"/>
                  </a:lnTo>
                  <a:lnTo>
                    <a:pt x="215697" y="60817"/>
                  </a:lnTo>
                  <a:lnTo>
                    <a:pt x="216577" y="66491"/>
                  </a:lnTo>
                  <a:lnTo>
                    <a:pt x="217035" y="69443"/>
                  </a:lnTo>
                  <a:lnTo>
                    <a:pt x="214852" y="69248"/>
                  </a:lnTo>
                  <a:lnTo>
                    <a:pt x="213960" y="69168"/>
                  </a:lnTo>
                  <a:lnTo>
                    <a:pt x="204982" y="69208"/>
                  </a:lnTo>
                  <a:lnTo>
                    <a:pt x="202623" y="69633"/>
                  </a:lnTo>
                  <a:lnTo>
                    <a:pt x="187424" y="72372"/>
                  </a:lnTo>
                  <a:lnTo>
                    <a:pt x="181740" y="74074"/>
                  </a:lnTo>
                  <a:lnTo>
                    <a:pt x="176448" y="75659"/>
                  </a:lnTo>
                  <a:lnTo>
                    <a:pt x="172107" y="76959"/>
                  </a:lnTo>
                  <a:lnTo>
                    <a:pt x="163135" y="78026"/>
                  </a:lnTo>
                  <a:lnTo>
                    <a:pt x="158094" y="79218"/>
                  </a:lnTo>
                  <a:lnTo>
                    <a:pt x="157813" y="79284"/>
                  </a:lnTo>
                  <a:lnTo>
                    <a:pt x="153138" y="80390"/>
                  </a:lnTo>
                  <a:lnTo>
                    <a:pt x="149167" y="81329"/>
                  </a:lnTo>
                  <a:lnTo>
                    <a:pt x="133596" y="82739"/>
                  </a:lnTo>
                  <a:lnTo>
                    <a:pt x="130444" y="83024"/>
                  </a:lnTo>
                  <a:lnTo>
                    <a:pt x="124379" y="83574"/>
                  </a:lnTo>
                  <a:lnTo>
                    <a:pt x="121026" y="83877"/>
                  </a:lnTo>
                  <a:lnTo>
                    <a:pt x="120750" y="83931"/>
                  </a:lnTo>
                  <a:lnTo>
                    <a:pt x="118204" y="84423"/>
                  </a:lnTo>
                  <a:lnTo>
                    <a:pt x="101078" y="87737"/>
                  </a:lnTo>
                  <a:lnTo>
                    <a:pt x="99937" y="88255"/>
                  </a:lnTo>
                  <a:lnTo>
                    <a:pt x="97231" y="89485"/>
                  </a:lnTo>
                  <a:lnTo>
                    <a:pt x="68093" y="93854"/>
                  </a:lnTo>
                  <a:lnTo>
                    <a:pt x="48842" y="97662"/>
                  </a:lnTo>
                  <a:lnTo>
                    <a:pt x="48216" y="97786"/>
                  </a:lnTo>
                  <a:lnTo>
                    <a:pt x="44061" y="97786"/>
                  </a:lnTo>
                  <a:lnTo>
                    <a:pt x="18426" y="97783"/>
                  </a:lnTo>
                  <a:lnTo>
                    <a:pt x="2984" y="97781"/>
                  </a:lnTo>
                  <a:lnTo>
                    <a:pt x="2446" y="97777"/>
                  </a:lnTo>
                  <a:lnTo>
                    <a:pt x="3068" y="97776"/>
                  </a:lnTo>
                  <a:lnTo>
                    <a:pt x="3039" y="96374"/>
                  </a:lnTo>
                  <a:lnTo>
                    <a:pt x="2896" y="89392"/>
                  </a:lnTo>
                  <a:lnTo>
                    <a:pt x="2893" y="89232"/>
                  </a:lnTo>
                  <a:lnTo>
                    <a:pt x="2824" y="87634"/>
                  </a:lnTo>
                  <a:lnTo>
                    <a:pt x="1519" y="57507"/>
                  </a:lnTo>
                  <a:lnTo>
                    <a:pt x="1484" y="56701"/>
                  </a:lnTo>
                  <a:lnTo>
                    <a:pt x="1430" y="55807"/>
                  </a:lnTo>
                  <a:lnTo>
                    <a:pt x="1000" y="48592"/>
                  </a:lnTo>
                  <a:lnTo>
                    <a:pt x="908" y="47032"/>
                  </a:lnTo>
                  <a:lnTo>
                    <a:pt x="857" y="46191"/>
                  </a:lnTo>
                  <a:lnTo>
                    <a:pt x="823" y="45619"/>
                  </a:lnTo>
                  <a:lnTo>
                    <a:pt x="797" y="44621"/>
                  </a:lnTo>
                  <a:lnTo>
                    <a:pt x="230" y="23226"/>
                  </a:lnTo>
                  <a:lnTo>
                    <a:pt x="25" y="15473"/>
                  </a:lnTo>
                  <a:lnTo>
                    <a:pt x="0" y="14488"/>
                  </a:lnTo>
                  <a:lnTo>
                    <a:pt x="58" y="12964"/>
                  </a:lnTo>
                  <a:lnTo>
                    <a:pt x="171" y="10006"/>
                  </a:lnTo>
                  <a:lnTo>
                    <a:pt x="191" y="9473"/>
                  </a:lnTo>
                  <a:lnTo>
                    <a:pt x="590" y="5570"/>
                  </a:lnTo>
                  <a:lnTo>
                    <a:pt x="657" y="5427"/>
                  </a:lnTo>
                  <a:lnTo>
                    <a:pt x="876" y="4960"/>
                  </a:lnTo>
                  <a:lnTo>
                    <a:pt x="1670" y="5220"/>
                  </a:lnTo>
                  <a:lnTo>
                    <a:pt x="19830" y="12057"/>
                  </a:lnTo>
                  <a:lnTo>
                    <a:pt x="21633" y="12555"/>
                  </a:lnTo>
                  <a:lnTo>
                    <a:pt x="26676" y="13949"/>
                  </a:lnTo>
                  <a:lnTo>
                    <a:pt x="26859" y="13999"/>
                  </a:lnTo>
                  <a:lnTo>
                    <a:pt x="31456" y="15358"/>
                  </a:lnTo>
                  <a:lnTo>
                    <a:pt x="39967" y="17339"/>
                  </a:lnTo>
                  <a:lnTo>
                    <a:pt x="49153" y="18327"/>
                  </a:lnTo>
                  <a:lnTo>
                    <a:pt x="49352" y="18349"/>
                  </a:lnTo>
                  <a:lnTo>
                    <a:pt x="51086" y="18449"/>
                  </a:lnTo>
                  <a:lnTo>
                    <a:pt x="59459" y="18931"/>
                  </a:lnTo>
                  <a:lnTo>
                    <a:pt x="67097" y="18931"/>
                  </a:lnTo>
                  <a:lnTo>
                    <a:pt x="72353" y="18556"/>
                  </a:lnTo>
                  <a:lnTo>
                    <a:pt x="77963" y="18155"/>
                  </a:lnTo>
                  <a:lnTo>
                    <a:pt x="78175" y="18121"/>
                  </a:lnTo>
                  <a:lnTo>
                    <a:pt x="85078" y="17015"/>
                  </a:lnTo>
                  <a:lnTo>
                    <a:pt x="90084" y="16213"/>
                  </a:lnTo>
                  <a:lnTo>
                    <a:pt x="99393" y="15747"/>
                  </a:lnTo>
                  <a:lnTo>
                    <a:pt x="105764" y="15823"/>
                  </a:lnTo>
                  <a:lnTo>
                    <a:pt x="105807" y="15169"/>
                  </a:lnTo>
                  <a:lnTo>
                    <a:pt x="106289" y="7756"/>
                  </a:lnTo>
                  <a:lnTo>
                    <a:pt x="106309" y="7453"/>
                  </a:lnTo>
                  <a:lnTo>
                    <a:pt x="107978" y="7600"/>
                  </a:lnTo>
                  <a:lnTo>
                    <a:pt x="115208" y="8803"/>
                  </a:lnTo>
                  <a:lnTo>
                    <a:pt x="116664" y="9045"/>
                  </a:lnTo>
                  <a:lnTo>
                    <a:pt x="118921" y="8392"/>
                  </a:lnTo>
                  <a:lnTo>
                    <a:pt x="120779" y="7746"/>
                  </a:lnTo>
                  <a:lnTo>
                    <a:pt x="121668" y="7437"/>
                  </a:lnTo>
                  <a:lnTo>
                    <a:pt x="124215" y="7487"/>
                  </a:lnTo>
                  <a:lnTo>
                    <a:pt x="129449" y="8612"/>
                  </a:lnTo>
                  <a:lnTo>
                    <a:pt x="131706" y="9363"/>
                  </a:lnTo>
                  <a:lnTo>
                    <a:pt x="132714" y="9697"/>
                  </a:lnTo>
                  <a:lnTo>
                    <a:pt x="132926" y="9845"/>
                  </a:lnTo>
                  <a:lnTo>
                    <a:pt x="133339" y="10130"/>
                  </a:lnTo>
                  <a:lnTo>
                    <a:pt x="135338" y="11512"/>
                  </a:lnTo>
                  <a:lnTo>
                    <a:pt x="136169" y="12086"/>
                  </a:lnTo>
                  <a:lnTo>
                    <a:pt x="136658" y="12424"/>
                  </a:lnTo>
                  <a:lnTo>
                    <a:pt x="138801" y="15057"/>
                  </a:lnTo>
                  <a:lnTo>
                    <a:pt x="139006" y="14673"/>
                  </a:lnTo>
                  <a:lnTo>
                    <a:pt x="143748" y="11131"/>
                  </a:lnTo>
                  <a:lnTo>
                    <a:pt x="145543" y="9718"/>
                  </a:lnTo>
                  <a:lnTo>
                    <a:pt x="147533" y="8153"/>
                  </a:lnTo>
                  <a:lnTo>
                    <a:pt x="147978" y="7803"/>
                  </a:lnTo>
                  <a:lnTo>
                    <a:pt x="149598" y="6473"/>
                  </a:lnTo>
                  <a:lnTo>
                    <a:pt x="153466" y="3297"/>
                  </a:lnTo>
                  <a:lnTo>
                    <a:pt x="153758" y="3382"/>
                  </a:lnTo>
                  <a:lnTo>
                    <a:pt x="155064" y="5222"/>
                  </a:lnTo>
                  <a:lnTo>
                    <a:pt x="155954" y="4773"/>
                  </a:lnTo>
                  <a:lnTo>
                    <a:pt x="156012" y="2998"/>
                  </a:lnTo>
                  <a:lnTo>
                    <a:pt x="156262" y="2905"/>
                  </a:lnTo>
                  <a:lnTo>
                    <a:pt x="158047" y="2867"/>
                  </a:lnTo>
                  <a:lnTo>
                    <a:pt x="158343" y="2704"/>
                  </a:lnTo>
                  <a:lnTo>
                    <a:pt x="159282" y="2187"/>
                  </a:lnTo>
                  <a:lnTo>
                    <a:pt x="159618" y="2287"/>
                  </a:lnTo>
                  <a:lnTo>
                    <a:pt x="159871" y="2362"/>
                  </a:lnTo>
                  <a:lnTo>
                    <a:pt x="164068" y="1250"/>
                  </a:lnTo>
                  <a:lnTo>
                    <a:pt x="164341" y="1225"/>
                  </a:lnTo>
                  <a:lnTo>
                    <a:pt x="164398" y="321"/>
                  </a:lnTo>
                  <a:lnTo>
                    <a:pt x="164412" y="97"/>
                  </a:lnTo>
                  <a:lnTo>
                    <a:pt x="167737" y="0"/>
                  </a:lnTo>
                  <a:lnTo>
                    <a:pt x="167624" y="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80189" y="5114666"/>
              <a:ext cx="167075" cy="159666"/>
            </a:xfrm>
            <a:custGeom>
              <a:avLst/>
              <a:pathLst>
                <a:path w="167075" h="159666">
                  <a:moveTo>
                    <a:pt x="20058" y="84447"/>
                  </a:moveTo>
                  <a:lnTo>
                    <a:pt x="20984" y="84242"/>
                  </a:lnTo>
                  <a:lnTo>
                    <a:pt x="27739" y="82747"/>
                  </a:lnTo>
                  <a:lnTo>
                    <a:pt x="31503" y="84585"/>
                  </a:lnTo>
                  <a:lnTo>
                    <a:pt x="31857" y="83729"/>
                  </a:lnTo>
                  <a:lnTo>
                    <a:pt x="33368" y="80075"/>
                  </a:lnTo>
                  <a:lnTo>
                    <a:pt x="36548" y="72230"/>
                  </a:lnTo>
                  <a:lnTo>
                    <a:pt x="35364" y="71820"/>
                  </a:lnTo>
                  <a:lnTo>
                    <a:pt x="35689" y="69449"/>
                  </a:lnTo>
                  <a:lnTo>
                    <a:pt x="36581" y="62944"/>
                  </a:lnTo>
                  <a:lnTo>
                    <a:pt x="31321" y="62532"/>
                  </a:lnTo>
                  <a:lnTo>
                    <a:pt x="32541" y="50914"/>
                  </a:lnTo>
                  <a:lnTo>
                    <a:pt x="32846" y="50912"/>
                  </a:lnTo>
                  <a:lnTo>
                    <a:pt x="33004" y="50911"/>
                  </a:lnTo>
                  <a:lnTo>
                    <a:pt x="33306" y="50909"/>
                  </a:lnTo>
                  <a:lnTo>
                    <a:pt x="37233" y="50826"/>
                  </a:lnTo>
                  <a:lnTo>
                    <a:pt x="37614" y="50818"/>
                  </a:lnTo>
                  <a:lnTo>
                    <a:pt x="38612" y="50825"/>
                  </a:lnTo>
                  <a:lnTo>
                    <a:pt x="39176" y="50804"/>
                  </a:lnTo>
                  <a:lnTo>
                    <a:pt x="39390" y="50742"/>
                  </a:lnTo>
                  <a:lnTo>
                    <a:pt x="39689" y="50654"/>
                  </a:lnTo>
                  <a:lnTo>
                    <a:pt x="40133" y="50320"/>
                  </a:lnTo>
                  <a:lnTo>
                    <a:pt x="40366" y="50145"/>
                  </a:lnTo>
                  <a:lnTo>
                    <a:pt x="40781" y="49832"/>
                  </a:lnTo>
                  <a:lnTo>
                    <a:pt x="41043" y="49635"/>
                  </a:lnTo>
                  <a:lnTo>
                    <a:pt x="41378" y="49333"/>
                  </a:lnTo>
                  <a:lnTo>
                    <a:pt x="41773" y="48978"/>
                  </a:lnTo>
                  <a:lnTo>
                    <a:pt x="42040" y="48737"/>
                  </a:lnTo>
                  <a:lnTo>
                    <a:pt x="43402" y="47510"/>
                  </a:lnTo>
                  <a:lnTo>
                    <a:pt x="43626" y="47308"/>
                  </a:lnTo>
                  <a:lnTo>
                    <a:pt x="44169" y="46819"/>
                  </a:lnTo>
                  <a:lnTo>
                    <a:pt x="45836" y="45318"/>
                  </a:lnTo>
                  <a:lnTo>
                    <a:pt x="46162" y="45024"/>
                  </a:lnTo>
                  <a:lnTo>
                    <a:pt x="46824" y="44428"/>
                  </a:lnTo>
                  <a:lnTo>
                    <a:pt x="47985" y="43382"/>
                  </a:lnTo>
                  <a:lnTo>
                    <a:pt x="48283" y="43146"/>
                  </a:lnTo>
                  <a:lnTo>
                    <a:pt x="49317" y="42326"/>
                  </a:lnTo>
                  <a:lnTo>
                    <a:pt x="50233" y="41599"/>
                  </a:lnTo>
                  <a:lnTo>
                    <a:pt x="53807" y="39617"/>
                  </a:lnTo>
                  <a:lnTo>
                    <a:pt x="56334" y="43837"/>
                  </a:lnTo>
                  <a:lnTo>
                    <a:pt x="53769" y="45148"/>
                  </a:lnTo>
                  <a:lnTo>
                    <a:pt x="54292" y="45731"/>
                  </a:lnTo>
                  <a:lnTo>
                    <a:pt x="54292" y="49226"/>
                  </a:lnTo>
                  <a:lnTo>
                    <a:pt x="52297" y="49372"/>
                  </a:lnTo>
                  <a:lnTo>
                    <a:pt x="52344" y="51702"/>
                  </a:lnTo>
                  <a:lnTo>
                    <a:pt x="51442" y="53158"/>
                  </a:lnTo>
                  <a:lnTo>
                    <a:pt x="53579" y="58401"/>
                  </a:lnTo>
                  <a:lnTo>
                    <a:pt x="54529" y="56363"/>
                  </a:lnTo>
                  <a:lnTo>
                    <a:pt x="59516" y="55926"/>
                  </a:lnTo>
                  <a:lnTo>
                    <a:pt x="60086" y="60052"/>
                  </a:lnTo>
                  <a:lnTo>
                    <a:pt x="62271" y="57576"/>
                  </a:lnTo>
                  <a:lnTo>
                    <a:pt x="66688" y="60635"/>
                  </a:lnTo>
                  <a:lnTo>
                    <a:pt x="67258" y="58741"/>
                  </a:lnTo>
                  <a:lnTo>
                    <a:pt x="65121" y="57965"/>
                  </a:lnTo>
                  <a:lnTo>
                    <a:pt x="69861" y="47818"/>
                  </a:lnTo>
                  <a:lnTo>
                    <a:pt x="71950" y="45342"/>
                  </a:lnTo>
                  <a:lnTo>
                    <a:pt x="71190" y="43158"/>
                  </a:lnTo>
                  <a:lnTo>
                    <a:pt x="72948" y="39080"/>
                  </a:lnTo>
                  <a:lnTo>
                    <a:pt x="73755" y="39323"/>
                  </a:lnTo>
                  <a:lnTo>
                    <a:pt x="76177" y="35439"/>
                  </a:lnTo>
                  <a:lnTo>
                    <a:pt x="81687" y="31070"/>
                  </a:lnTo>
                  <a:lnTo>
                    <a:pt x="86005" y="29995"/>
                  </a:lnTo>
                  <a:lnTo>
                    <a:pt x="87780" y="29537"/>
                  </a:lnTo>
                  <a:lnTo>
                    <a:pt x="87302" y="28992"/>
                  </a:lnTo>
                  <a:lnTo>
                    <a:pt x="86834" y="28183"/>
                  </a:lnTo>
                  <a:lnTo>
                    <a:pt x="86546" y="27687"/>
                  </a:lnTo>
                  <a:lnTo>
                    <a:pt x="86660" y="26444"/>
                  </a:lnTo>
                  <a:lnTo>
                    <a:pt x="87430" y="26181"/>
                  </a:lnTo>
                  <a:lnTo>
                    <a:pt x="87637" y="26070"/>
                  </a:lnTo>
                  <a:lnTo>
                    <a:pt x="88805" y="25395"/>
                  </a:lnTo>
                  <a:lnTo>
                    <a:pt x="85921" y="25454"/>
                  </a:lnTo>
                  <a:lnTo>
                    <a:pt x="85019" y="25472"/>
                  </a:lnTo>
                  <a:lnTo>
                    <a:pt x="81321" y="25497"/>
                  </a:lnTo>
                  <a:lnTo>
                    <a:pt x="79967" y="27681"/>
                  </a:lnTo>
                  <a:lnTo>
                    <a:pt x="80015" y="29625"/>
                  </a:lnTo>
                  <a:lnTo>
                    <a:pt x="78980" y="29662"/>
                  </a:lnTo>
                  <a:lnTo>
                    <a:pt x="70668" y="24516"/>
                  </a:lnTo>
                  <a:lnTo>
                    <a:pt x="69243" y="22865"/>
                  </a:lnTo>
                  <a:lnTo>
                    <a:pt x="68721" y="20244"/>
                  </a:lnTo>
                  <a:lnTo>
                    <a:pt x="65823" y="14418"/>
                  </a:lnTo>
                  <a:lnTo>
                    <a:pt x="83682" y="14078"/>
                  </a:lnTo>
                  <a:lnTo>
                    <a:pt x="83302" y="9903"/>
                  </a:lnTo>
                  <a:lnTo>
                    <a:pt x="88526" y="9223"/>
                  </a:lnTo>
                  <a:lnTo>
                    <a:pt x="93323" y="7670"/>
                  </a:lnTo>
                  <a:lnTo>
                    <a:pt x="93538" y="8393"/>
                  </a:lnTo>
                  <a:lnTo>
                    <a:pt x="93724" y="8911"/>
                  </a:lnTo>
                  <a:lnTo>
                    <a:pt x="94653" y="8495"/>
                  </a:lnTo>
                  <a:lnTo>
                    <a:pt x="96030" y="6553"/>
                  </a:lnTo>
                  <a:lnTo>
                    <a:pt x="98643" y="0"/>
                  </a:lnTo>
                  <a:lnTo>
                    <a:pt x="102573" y="652"/>
                  </a:lnTo>
                  <a:lnTo>
                    <a:pt x="101274" y="3563"/>
                  </a:lnTo>
                  <a:lnTo>
                    <a:pt x="104010" y="4961"/>
                  </a:lnTo>
                  <a:lnTo>
                    <a:pt x="98918" y="16535"/>
                  </a:lnTo>
                  <a:lnTo>
                    <a:pt x="104617" y="21428"/>
                  </a:lnTo>
                  <a:lnTo>
                    <a:pt x="106908" y="22155"/>
                  </a:lnTo>
                  <a:lnTo>
                    <a:pt x="115571" y="18753"/>
                  </a:lnTo>
                  <a:lnTo>
                    <a:pt x="121413" y="17637"/>
                  </a:lnTo>
                  <a:lnTo>
                    <a:pt x="126827" y="21229"/>
                  </a:lnTo>
                  <a:lnTo>
                    <a:pt x="133667" y="22687"/>
                  </a:lnTo>
                  <a:lnTo>
                    <a:pt x="141684" y="26648"/>
                  </a:lnTo>
                  <a:lnTo>
                    <a:pt x="141740" y="28274"/>
                  </a:lnTo>
                  <a:lnTo>
                    <a:pt x="141898" y="32812"/>
                  </a:lnTo>
                  <a:lnTo>
                    <a:pt x="141984" y="36366"/>
                  </a:lnTo>
                  <a:lnTo>
                    <a:pt x="141228" y="40979"/>
                  </a:lnTo>
                  <a:lnTo>
                    <a:pt x="142143" y="42927"/>
                  </a:lnTo>
                  <a:lnTo>
                    <a:pt x="144002" y="46882"/>
                  </a:lnTo>
                  <a:lnTo>
                    <a:pt x="142841" y="49422"/>
                  </a:lnTo>
                  <a:lnTo>
                    <a:pt x="145269" y="49576"/>
                  </a:lnTo>
                  <a:lnTo>
                    <a:pt x="148620" y="49949"/>
                  </a:lnTo>
                  <a:lnTo>
                    <a:pt x="150200" y="50640"/>
                  </a:lnTo>
                  <a:lnTo>
                    <a:pt x="150847" y="51509"/>
                  </a:lnTo>
                  <a:lnTo>
                    <a:pt x="151258" y="52606"/>
                  </a:lnTo>
                  <a:lnTo>
                    <a:pt x="153773" y="53335"/>
                  </a:lnTo>
                  <a:lnTo>
                    <a:pt x="158093" y="54941"/>
                  </a:lnTo>
                  <a:lnTo>
                    <a:pt x="158732" y="55250"/>
                  </a:lnTo>
                  <a:lnTo>
                    <a:pt x="160107" y="55912"/>
                  </a:lnTo>
                  <a:lnTo>
                    <a:pt x="163448" y="55713"/>
                  </a:lnTo>
                  <a:lnTo>
                    <a:pt x="163433" y="55953"/>
                  </a:lnTo>
                  <a:lnTo>
                    <a:pt x="163180" y="60088"/>
                  </a:lnTo>
                  <a:lnTo>
                    <a:pt x="163153" y="60541"/>
                  </a:lnTo>
                  <a:lnTo>
                    <a:pt x="163128" y="60947"/>
                  </a:lnTo>
                  <a:lnTo>
                    <a:pt x="162897" y="63784"/>
                  </a:lnTo>
                  <a:lnTo>
                    <a:pt x="162700" y="66197"/>
                  </a:lnTo>
                  <a:lnTo>
                    <a:pt x="162663" y="67003"/>
                  </a:lnTo>
                  <a:lnTo>
                    <a:pt x="162733" y="69097"/>
                  </a:lnTo>
                  <a:lnTo>
                    <a:pt x="162881" y="70023"/>
                  </a:lnTo>
                  <a:lnTo>
                    <a:pt x="163033" y="70973"/>
                  </a:lnTo>
                  <a:lnTo>
                    <a:pt x="163140" y="71646"/>
                  </a:lnTo>
                  <a:lnTo>
                    <a:pt x="163365" y="73050"/>
                  </a:lnTo>
                  <a:lnTo>
                    <a:pt x="163241" y="74508"/>
                  </a:lnTo>
                  <a:lnTo>
                    <a:pt x="163211" y="74854"/>
                  </a:lnTo>
                  <a:lnTo>
                    <a:pt x="163127" y="75850"/>
                  </a:lnTo>
                  <a:lnTo>
                    <a:pt x="163049" y="76762"/>
                  </a:lnTo>
                  <a:lnTo>
                    <a:pt x="163330" y="76801"/>
                  </a:lnTo>
                  <a:lnTo>
                    <a:pt x="167075" y="77327"/>
                  </a:lnTo>
                  <a:lnTo>
                    <a:pt x="167012" y="78177"/>
                  </a:lnTo>
                  <a:lnTo>
                    <a:pt x="166955" y="78935"/>
                  </a:lnTo>
                  <a:lnTo>
                    <a:pt x="166904" y="79619"/>
                  </a:lnTo>
                  <a:lnTo>
                    <a:pt x="166868" y="80114"/>
                  </a:lnTo>
                  <a:lnTo>
                    <a:pt x="166700" y="82374"/>
                  </a:lnTo>
                  <a:lnTo>
                    <a:pt x="166566" y="84170"/>
                  </a:lnTo>
                  <a:lnTo>
                    <a:pt x="166505" y="85104"/>
                  </a:lnTo>
                  <a:lnTo>
                    <a:pt x="166429" y="86272"/>
                  </a:lnTo>
                  <a:lnTo>
                    <a:pt x="166144" y="90205"/>
                  </a:lnTo>
                  <a:lnTo>
                    <a:pt x="166019" y="93114"/>
                  </a:lnTo>
                  <a:lnTo>
                    <a:pt x="166005" y="93433"/>
                  </a:lnTo>
                  <a:lnTo>
                    <a:pt x="165357" y="96151"/>
                  </a:lnTo>
                  <a:lnTo>
                    <a:pt x="161442" y="112561"/>
                  </a:lnTo>
                  <a:lnTo>
                    <a:pt x="159340" y="117752"/>
                  </a:lnTo>
                  <a:lnTo>
                    <a:pt x="156860" y="118316"/>
                  </a:lnTo>
                  <a:lnTo>
                    <a:pt x="156465" y="118406"/>
                  </a:lnTo>
                  <a:lnTo>
                    <a:pt x="151887" y="119815"/>
                  </a:lnTo>
                  <a:lnTo>
                    <a:pt x="136754" y="124474"/>
                  </a:lnTo>
                  <a:lnTo>
                    <a:pt x="119122" y="130967"/>
                  </a:lnTo>
                  <a:lnTo>
                    <a:pt x="95524" y="139581"/>
                  </a:lnTo>
                  <a:lnTo>
                    <a:pt x="61496" y="151987"/>
                  </a:lnTo>
                  <a:lnTo>
                    <a:pt x="40433" y="159666"/>
                  </a:lnTo>
                  <a:lnTo>
                    <a:pt x="40247" y="158697"/>
                  </a:lnTo>
                  <a:lnTo>
                    <a:pt x="39938" y="157087"/>
                  </a:lnTo>
                  <a:lnTo>
                    <a:pt x="39718" y="155770"/>
                  </a:lnTo>
                  <a:lnTo>
                    <a:pt x="39372" y="154384"/>
                  </a:lnTo>
                  <a:lnTo>
                    <a:pt x="38192" y="149668"/>
                  </a:lnTo>
                  <a:lnTo>
                    <a:pt x="30484" y="152104"/>
                  </a:lnTo>
                  <a:lnTo>
                    <a:pt x="28851" y="152620"/>
                  </a:lnTo>
                  <a:lnTo>
                    <a:pt x="26742" y="153286"/>
                  </a:lnTo>
                  <a:lnTo>
                    <a:pt x="15659" y="156598"/>
                  </a:lnTo>
                  <a:lnTo>
                    <a:pt x="12522" y="157535"/>
                  </a:lnTo>
                  <a:lnTo>
                    <a:pt x="8717" y="158561"/>
                  </a:lnTo>
                  <a:lnTo>
                    <a:pt x="5413" y="150507"/>
                  </a:lnTo>
                  <a:lnTo>
                    <a:pt x="5246" y="150100"/>
                  </a:lnTo>
                  <a:lnTo>
                    <a:pt x="629" y="138848"/>
                  </a:lnTo>
                  <a:lnTo>
                    <a:pt x="0" y="137314"/>
                  </a:lnTo>
                  <a:lnTo>
                    <a:pt x="17006" y="130177"/>
                  </a:lnTo>
                  <a:lnTo>
                    <a:pt x="18337" y="129657"/>
                  </a:lnTo>
                  <a:lnTo>
                    <a:pt x="22033" y="128212"/>
                  </a:lnTo>
                  <a:lnTo>
                    <a:pt x="24980" y="127588"/>
                  </a:lnTo>
                  <a:lnTo>
                    <a:pt x="32565" y="125982"/>
                  </a:lnTo>
                  <a:lnTo>
                    <a:pt x="37973" y="125291"/>
                  </a:lnTo>
                  <a:lnTo>
                    <a:pt x="37711" y="119908"/>
                  </a:lnTo>
                  <a:lnTo>
                    <a:pt x="37414" y="113820"/>
                  </a:lnTo>
                  <a:lnTo>
                    <a:pt x="37219" y="111702"/>
                  </a:lnTo>
                  <a:lnTo>
                    <a:pt x="37102" y="108408"/>
                  </a:lnTo>
                  <a:lnTo>
                    <a:pt x="37094" y="108170"/>
                  </a:lnTo>
                  <a:lnTo>
                    <a:pt x="36975" y="104831"/>
                  </a:lnTo>
                  <a:lnTo>
                    <a:pt x="36500" y="95105"/>
                  </a:lnTo>
                  <a:lnTo>
                    <a:pt x="32659" y="94766"/>
                  </a:lnTo>
                  <a:lnTo>
                    <a:pt x="30760" y="94654"/>
                  </a:lnTo>
                  <a:lnTo>
                    <a:pt x="28780" y="93908"/>
                  </a:lnTo>
                  <a:lnTo>
                    <a:pt x="27750" y="93520"/>
                  </a:lnTo>
                  <a:lnTo>
                    <a:pt x="23434" y="90615"/>
                  </a:lnTo>
                  <a:lnTo>
                    <a:pt x="22523" y="89146"/>
                  </a:lnTo>
                  <a:lnTo>
                    <a:pt x="21017" y="87796"/>
                  </a:lnTo>
                  <a:lnTo>
                    <a:pt x="19307" y="84877"/>
                  </a:lnTo>
                  <a:lnTo>
                    <a:pt x="19170" y="84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77290" y="5025348"/>
              <a:ext cx="243272" cy="306097"/>
            </a:xfrm>
            <a:custGeom>
              <a:avLst/>
              <a:pathLst>
                <a:path w="243272" h="306097">
                  <a:moveTo>
                    <a:pt x="62078" y="24320"/>
                  </a:moveTo>
                  <a:lnTo>
                    <a:pt x="62946" y="25268"/>
                  </a:lnTo>
                  <a:lnTo>
                    <a:pt x="63165" y="25175"/>
                  </a:lnTo>
                  <a:lnTo>
                    <a:pt x="67945" y="23009"/>
                  </a:lnTo>
                  <a:lnTo>
                    <a:pt x="68588" y="22712"/>
                  </a:lnTo>
                  <a:lnTo>
                    <a:pt x="69217" y="23506"/>
                  </a:lnTo>
                  <a:lnTo>
                    <a:pt x="69448" y="23783"/>
                  </a:lnTo>
                  <a:lnTo>
                    <a:pt x="70628" y="25199"/>
                  </a:lnTo>
                  <a:lnTo>
                    <a:pt x="73403" y="28527"/>
                  </a:lnTo>
                  <a:lnTo>
                    <a:pt x="71834" y="30354"/>
                  </a:lnTo>
                  <a:lnTo>
                    <a:pt x="71204" y="31088"/>
                  </a:lnTo>
                  <a:lnTo>
                    <a:pt x="70881" y="31465"/>
                  </a:lnTo>
                  <a:lnTo>
                    <a:pt x="70232" y="31891"/>
                  </a:lnTo>
                  <a:lnTo>
                    <a:pt x="69486" y="32018"/>
                  </a:lnTo>
                  <a:lnTo>
                    <a:pt x="66669" y="32497"/>
                  </a:lnTo>
                  <a:lnTo>
                    <a:pt x="65890" y="32630"/>
                  </a:lnTo>
                  <a:lnTo>
                    <a:pt x="67432" y="33129"/>
                  </a:lnTo>
                  <a:lnTo>
                    <a:pt x="67791" y="33246"/>
                  </a:lnTo>
                  <a:lnTo>
                    <a:pt x="68418" y="33491"/>
                  </a:lnTo>
                  <a:lnTo>
                    <a:pt x="73832" y="35612"/>
                  </a:lnTo>
                  <a:lnTo>
                    <a:pt x="74882" y="36023"/>
                  </a:lnTo>
                  <a:lnTo>
                    <a:pt x="75511" y="36270"/>
                  </a:lnTo>
                  <a:lnTo>
                    <a:pt x="76132" y="36513"/>
                  </a:lnTo>
                  <a:lnTo>
                    <a:pt x="76768" y="36762"/>
                  </a:lnTo>
                  <a:lnTo>
                    <a:pt x="77255" y="37102"/>
                  </a:lnTo>
                  <a:lnTo>
                    <a:pt x="77463" y="37473"/>
                  </a:lnTo>
                  <a:lnTo>
                    <a:pt x="77560" y="38188"/>
                  </a:lnTo>
                  <a:lnTo>
                    <a:pt x="77646" y="38579"/>
                  </a:lnTo>
                  <a:lnTo>
                    <a:pt x="77940" y="39912"/>
                  </a:lnTo>
                  <a:lnTo>
                    <a:pt x="78034" y="41188"/>
                  </a:lnTo>
                  <a:lnTo>
                    <a:pt x="78576" y="42397"/>
                  </a:lnTo>
                  <a:lnTo>
                    <a:pt x="79090" y="43030"/>
                  </a:lnTo>
                  <a:lnTo>
                    <a:pt x="79668" y="43740"/>
                  </a:lnTo>
                  <a:lnTo>
                    <a:pt x="81224" y="45653"/>
                  </a:lnTo>
                  <a:lnTo>
                    <a:pt x="81692" y="45797"/>
                  </a:lnTo>
                  <a:lnTo>
                    <a:pt x="82966" y="46579"/>
                  </a:lnTo>
                  <a:lnTo>
                    <a:pt x="84371" y="48156"/>
                  </a:lnTo>
                  <a:lnTo>
                    <a:pt x="84674" y="48667"/>
                  </a:lnTo>
                  <a:lnTo>
                    <a:pt x="85902" y="50737"/>
                  </a:lnTo>
                  <a:lnTo>
                    <a:pt x="86462" y="51420"/>
                  </a:lnTo>
                  <a:lnTo>
                    <a:pt x="87261" y="52001"/>
                  </a:lnTo>
                  <a:lnTo>
                    <a:pt x="87567" y="52223"/>
                  </a:lnTo>
                  <a:lnTo>
                    <a:pt x="88622" y="52704"/>
                  </a:lnTo>
                  <a:lnTo>
                    <a:pt x="89491" y="53388"/>
                  </a:lnTo>
                  <a:lnTo>
                    <a:pt x="90602" y="54947"/>
                  </a:lnTo>
                  <a:lnTo>
                    <a:pt x="91217" y="55436"/>
                  </a:lnTo>
                  <a:lnTo>
                    <a:pt x="92241" y="56253"/>
                  </a:lnTo>
                  <a:lnTo>
                    <a:pt x="92412" y="56389"/>
                  </a:lnTo>
                  <a:lnTo>
                    <a:pt x="94222" y="58252"/>
                  </a:lnTo>
                  <a:lnTo>
                    <a:pt x="96675" y="60389"/>
                  </a:lnTo>
                  <a:lnTo>
                    <a:pt x="98145" y="61670"/>
                  </a:lnTo>
                  <a:lnTo>
                    <a:pt x="95831" y="64765"/>
                  </a:lnTo>
                  <a:lnTo>
                    <a:pt x="91937" y="68162"/>
                  </a:lnTo>
                  <a:lnTo>
                    <a:pt x="87755" y="71025"/>
                  </a:lnTo>
                  <a:lnTo>
                    <a:pt x="77171" y="78268"/>
                  </a:lnTo>
                  <a:lnTo>
                    <a:pt x="81423" y="79417"/>
                  </a:lnTo>
                  <a:lnTo>
                    <a:pt x="99558" y="84315"/>
                  </a:lnTo>
                  <a:lnTo>
                    <a:pt x="109146" y="86837"/>
                  </a:lnTo>
                  <a:lnTo>
                    <a:pt x="113588" y="88005"/>
                  </a:lnTo>
                  <a:lnTo>
                    <a:pt x="113930" y="88095"/>
                  </a:lnTo>
                  <a:lnTo>
                    <a:pt x="134160" y="93655"/>
                  </a:lnTo>
                  <a:lnTo>
                    <a:pt x="147411" y="97342"/>
                  </a:lnTo>
                  <a:lnTo>
                    <a:pt x="155105" y="99488"/>
                  </a:lnTo>
                  <a:lnTo>
                    <a:pt x="148889" y="114466"/>
                  </a:lnTo>
                  <a:lnTo>
                    <a:pt x="149168" y="115136"/>
                  </a:lnTo>
                  <a:lnTo>
                    <a:pt x="153270" y="125012"/>
                  </a:lnTo>
                  <a:lnTo>
                    <a:pt x="155165" y="129574"/>
                  </a:lnTo>
                  <a:lnTo>
                    <a:pt x="157502" y="135201"/>
                  </a:lnTo>
                  <a:lnTo>
                    <a:pt x="157766" y="135836"/>
                  </a:lnTo>
                  <a:lnTo>
                    <a:pt x="161197" y="144096"/>
                  </a:lnTo>
                  <a:lnTo>
                    <a:pt x="163639" y="149973"/>
                  </a:lnTo>
                  <a:lnTo>
                    <a:pt x="167105" y="158317"/>
                  </a:lnTo>
                  <a:lnTo>
                    <a:pt x="176724" y="181651"/>
                  </a:lnTo>
                  <a:lnTo>
                    <a:pt x="180603" y="190804"/>
                  </a:lnTo>
                  <a:lnTo>
                    <a:pt x="189139" y="187523"/>
                  </a:lnTo>
                  <a:lnTo>
                    <a:pt x="196218" y="184460"/>
                  </a:lnTo>
                  <a:lnTo>
                    <a:pt x="205418" y="180723"/>
                  </a:lnTo>
                  <a:lnTo>
                    <a:pt x="208512" y="179466"/>
                  </a:lnTo>
                  <a:lnTo>
                    <a:pt x="214407" y="177071"/>
                  </a:lnTo>
                  <a:lnTo>
                    <a:pt x="221772" y="174079"/>
                  </a:lnTo>
                  <a:lnTo>
                    <a:pt x="221901" y="174028"/>
                  </a:lnTo>
                  <a:lnTo>
                    <a:pt x="222081" y="173983"/>
                  </a:lnTo>
                  <a:lnTo>
                    <a:pt x="222205" y="174196"/>
                  </a:lnTo>
                  <a:lnTo>
                    <a:pt x="223916" y="177114"/>
                  </a:lnTo>
                  <a:lnTo>
                    <a:pt x="225421" y="178464"/>
                  </a:lnTo>
                  <a:lnTo>
                    <a:pt x="226333" y="179933"/>
                  </a:lnTo>
                  <a:lnTo>
                    <a:pt x="230649" y="182838"/>
                  </a:lnTo>
                  <a:lnTo>
                    <a:pt x="231679" y="183226"/>
                  </a:lnTo>
                  <a:lnTo>
                    <a:pt x="233659" y="183972"/>
                  </a:lnTo>
                  <a:lnTo>
                    <a:pt x="235558" y="184084"/>
                  </a:lnTo>
                  <a:lnTo>
                    <a:pt x="239399" y="184423"/>
                  </a:lnTo>
                  <a:lnTo>
                    <a:pt x="239874" y="194149"/>
                  </a:lnTo>
                  <a:lnTo>
                    <a:pt x="239992" y="197489"/>
                  </a:lnTo>
                  <a:lnTo>
                    <a:pt x="240001" y="197726"/>
                  </a:lnTo>
                  <a:lnTo>
                    <a:pt x="240118" y="201020"/>
                  </a:lnTo>
                  <a:lnTo>
                    <a:pt x="240312" y="203139"/>
                  </a:lnTo>
                  <a:lnTo>
                    <a:pt x="240609" y="209226"/>
                  </a:lnTo>
                  <a:lnTo>
                    <a:pt x="240872" y="214609"/>
                  </a:lnTo>
                  <a:lnTo>
                    <a:pt x="235464" y="215300"/>
                  </a:lnTo>
                  <a:lnTo>
                    <a:pt x="227879" y="216906"/>
                  </a:lnTo>
                  <a:lnTo>
                    <a:pt x="224931" y="217531"/>
                  </a:lnTo>
                  <a:lnTo>
                    <a:pt x="221235" y="218975"/>
                  </a:lnTo>
                  <a:lnTo>
                    <a:pt x="219905" y="219495"/>
                  </a:lnTo>
                  <a:lnTo>
                    <a:pt x="202898" y="226632"/>
                  </a:lnTo>
                  <a:lnTo>
                    <a:pt x="203528" y="228167"/>
                  </a:lnTo>
                  <a:lnTo>
                    <a:pt x="208144" y="239418"/>
                  </a:lnTo>
                  <a:lnTo>
                    <a:pt x="208311" y="239825"/>
                  </a:lnTo>
                  <a:lnTo>
                    <a:pt x="211616" y="247879"/>
                  </a:lnTo>
                  <a:lnTo>
                    <a:pt x="215421" y="246853"/>
                  </a:lnTo>
                  <a:lnTo>
                    <a:pt x="218558" y="245916"/>
                  </a:lnTo>
                  <a:lnTo>
                    <a:pt x="229641" y="242605"/>
                  </a:lnTo>
                  <a:lnTo>
                    <a:pt x="231750" y="241938"/>
                  </a:lnTo>
                  <a:lnTo>
                    <a:pt x="233383" y="241422"/>
                  </a:lnTo>
                  <a:lnTo>
                    <a:pt x="241095" y="238985"/>
                  </a:lnTo>
                  <a:lnTo>
                    <a:pt x="242271" y="243703"/>
                  </a:lnTo>
                  <a:lnTo>
                    <a:pt x="242617" y="245088"/>
                  </a:lnTo>
                  <a:lnTo>
                    <a:pt x="242837" y="246405"/>
                  </a:lnTo>
                  <a:lnTo>
                    <a:pt x="243146" y="248015"/>
                  </a:lnTo>
                  <a:lnTo>
                    <a:pt x="243272" y="249007"/>
                  </a:lnTo>
                  <a:lnTo>
                    <a:pt x="221207" y="257060"/>
                  </a:lnTo>
                  <a:lnTo>
                    <a:pt x="213846" y="259852"/>
                  </a:lnTo>
                  <a:lnTo>
                    <a:pt x="190976" y="268160"/>
                  </a:lnTo>
                  <a:lnTo>
                    <a:pt x="177944" y="272894"/>
                  </a:lnTo>
                  <a:lnTo>
                    <a:pt x="167241" y="276782"/>
                  </a:lnTo>
                  <a:lnTo>
                    <a:pt x="166756" y="276960"/>
                  </a:lnTo>
                  <a:lnTo>
                    <a:pt x="153822" y="281681"/>
                  </a:lnTo>
                  <a:lnTo>
                    <a:pt x="117707" y="294865"/>
                  </a:lnTo>
                  <a:lnTo>
                    <a:pt x="88636" y="305477"/>
                  </a:lnTo>
                  <a:lnTo>
                    <a:pt x="87982" y="305716"/>
                  </a:lnTo>
                  <a:lnTo>
                    <a:pt x="87371" y="305939"/>
                  </a:lnTo>
                  <a:lnTo>
                    <a:pt x="86625" y="306097"/>
                  </a:lnTo>
                  <a:lnTo>
                    <a:pt x="86478" y="305634"/>
                  </a:lnTo>
                  <a:lnTo>
                    <a:pt x="85966" y="304024"/>
                  </a:lnTo>
                  <a:lnTo>
                    <a:pt x="85603" y="302870"/>
                  </a:lnTo>
                  <a:lnTo>
                    <a:pt x="85065" y="301155"/>
                  </a:lnTo>
                  <a:lnTo>
                    <a:pt x="83422" y="295929"/>
                  </a:lnTo>
                  <a:lnTo>
                    <a:pt x="79005" y="281872"/>
                  </a:lnTo>
                  <a:lnTo>
                    <a:pt x="78165" y="279201"/>
                  </a:lnTo>
                  <a:lnTo>
                    <a:pt x="80240" y="278329"/>
                  </a:lnTo>
                  <a:lnTo>
                    <a:pt x="105894" y="267541"/>
                  </a:lnTo>
                  <a:lnTo>
                    <a:pt x="107904" y="266696"/>
                  </a:lnTo>
                  <a:lnTo>
                    <a:pt x="106798" y="264055"/>
                  </a:lnTo>
                  <a:lnTo>
                    <a:pt x="103648" y="256541"/>
                  </a:lnTo>
                  <a:lnTo>
                    <a:pt x="102629" y="254108"/>
                  </a:lnTo>
                  <a:lnTo>
                    <a:pt x="97785" y="242551"/>
                  </a:lnTo>
                  <a:lnTo>
                    <a:pt x="97555" y="242002"/>
                  </a:lnTo>
                  <a:lnTo>
                    <a:pt x="88472" y="220331"/>
                  </a:lnTo>
                  <a:lnTo>
                    <a:pt x="87841" y="218824"/>
                  </a:lnTo>
                  <a:lnTo>
                    <a:pt x="87395" y="217757"/>
                  </a:lnTo>
                  <a:lnTo>
                    <a:pt x="84049" y="209743"/>
                  </a:lnTo>
                  <a:lnTo>
                    <a:pt x="83868" y="209310"/>
                  </a:lnTo>
                  <a:lnTo>
                    <a:pt x="80486" y="201210"/>
                  </a:lnTo>
                  <a:lnTo>
                    <a:pt x="78107" y="195513"/>
                  </a:lnTo>
                  <a:lnTo>
                    <a:pt x="76295" y="191460"/>
                  </a:lnTo>
                  <a:lnTo>
                    <a:pt x="76164" y="191169"/>
                  </a:lnTo>
                  <a:lnTo>
                    <a:pt x="72618" y="182242"/>
                  </a:lnTo>
                  <a:lnTo>
                    <a:pt x="69382" y="174417"/>
                  </a:lnTo>
                  <a:lnTo>
                    <a:pt x="69152" y="173862"/>
                  </a:lnTo>
                  <a:lnTo>
                    <a:pt x="68903" y="173012"/>
                  </a:lnTo>
                  <a:lnTo>
                    <a:pt x="68527" y="172104"/>
                  </a:lnTo>
                  <a:lnTo>
                    <a:pt x="62076" y="156535"/>
                  </a:lnTo>
                  <a:lnTo>
                    <a:pt x="56092" y="142001"/>
                  </a:lnTo>
                  <a:lnTo>
                    <a:pt x="54915" y="139141"/>
                  </a:lnTo>
                  <a:lnTo>
                    <a:pt x="54091" y="139586"/>
                  </a:lnTo>
                  <a:lnTo>
                    <a:pt x="47181" y="143317"/>
                  </a:lnTo>
                  <a:lnTo>
                    <a:pt x="44698" y="144820"/>
                  </a:lnTo>
                  <a:lnTo>
                    <a:pt x="39001" y="148267"/>
                  </a:lnTo>
                  <a:lnTo>
                    <a:pt x="31880" y="152343"/>
                  </a:lnTo>
                  <a:lnTo>
                    <a:pt x="31476" y="151906"/>
                  </a:lnTo>
                  <a:lnTo>
                    <a:pt x="31249" y="151661"/>
                  </a:lnTo>
                  <a:lnTo>
                    <a:pt x="29657" y="149940"/>
                  </a:lnTo>
                  <a:lnTo>
                    <a:pt x="29346" y="149604"/>
                  </a:lnTo>
                  <a:lnTo>
                    <a:pt x="28404" y="148560"/>
                  </a:lnTo>
                  <a:lnTo>
                    <a:pt x="26122" y="146028"/>
                  </a:lnTo>
                  <a:lnTo>
                    <a:pt x="25936" y="145822"/>
                  </a:lnTo>
                  <a:lnTo>
                    <a:pt x="25698" y="145666"/>
                  </a:lnTo>
                  <a:lnTo>
                    <a:pt x="25050" y="145244"/>
                  </a:lnTo>
                  <a:lnTo>
                    <a:pt x="25121" y="145069"/>
                  </a:lnTo>
                  <a:lnTo>
                    <a:pt x="28626" y="136399"/>
                  </a:lnTo>
                  <a:lnTo>
                    <a:pt x="31296" y="125100"/>
                  </a:lnTo>
                  <a:lnTo>
                    <a:pt x="34183" y="119197"/>
                  </a:lnTo>
                  <a:lnTo>
                    <a:pt x="31884" y="116884"/>
                  </a:lnTo>
                  <a:lnTo>
                    <a:pt x="32252" y="114288"/>
                  </a:lnTo>
                  <a:lnTo>
                    <a:pt x="33727" y="113294"/>
                  </a:lnTo>
                  <a:lnTo>
                    <a:pt x="33347" y="110187"/>
                  </a:lnTo>
                  <a:lnTo>
                    <a:pt x="25378" y="109057"/>
                  </a:lnTo>
                  <a:lnTo>
                    <a:pt x="23316" y="108633"/>
                  </a:lnTo>
                  <a:lnTo>
                    <a:pt x="23426" y="105544"/>
                  </a:lnTo>
                  <a:lnTo>
                    <a:pt x="23522" y="102856"/>
                  </a:lnTo>
                  <a:lnTo>
                    <a:pt x="27270" y="101403"/>
                  </a:lnTo>
                  <a:lnTo>
                    <a:pt x="35171" y="86729"/>
                  </a:lnTo>
                  <a:lnTo>
                    <a:pt x="28256" y="81291"/>
                  </a:lnTo>
                  <a:lnTo>
                    <a:pt x="23012" y="76631"/>
                  </a:lnTo>
                  <a:lnTo>
                    <a:pt x="20479" y="78549"/>
                  </a:lnTo>
                  <a:lnTo>
                    <a:pt x="15996" y="74250"/>
                  </a:lnTo>
                  <a:lnTo>
                    <a:pt x="10702" y="69174"/>
                  </a:lnTo>
                  <a:lnTo>
                    <a:pt x="12866" y="52738"/>
                  </a:lnTo>
                  <a:lnTo>
                    <a:pt x="12924" y="52095"/>
                  </a:lnTo>
                  <a:lnTo>
                    <a:pt x="0" y="45750"/>
                  </a:lnTo>
                  <a:lnTo>
                    <a:pt x="13374" y="23380"/>
                  </a:lnTo>
                  <a:lnTo>
                    <a:pt x="22797" y="3961"/>
                  </a:lnTo>
                  <a:lnTo>
                    <a:pt x="37312" y="0"/>
                  </a:lnTo>
                  <a:lnTo>
                    <a:pt x="37709" y="268"/>
                  </a:lnTo>
                  <a:lnTo>
                    <a:pt x="39565" y="1522"/>
                  </a:lnTo>
                  <a:lnTo>
                    <a:pt x="41607" y="2902"/>
                  </a:lnTo>
                  <a:lnTo>
                    <a:pt x="41794" y="3944"/>
                  </a:lnTo>
                  <a:lnTo>
                    <a:pt x="46281" y="6821"/>
                  </a:lnTo>
                  <a:lnTo>
                    <a:pt x="52760" y="13399"/>
                  </a:lnTo>
                  <a:lnTo>
                    <a:pt x="57509" y="19327"/>
                  </a:lnTo>
                  <a:lnTo>
                    <a:pt x="57902" y="19757"/>
                  </a:lnTo>
                  <a:lnTo>
                    <a:pt x="59083" y="21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436508" y="3487992"/>
              <a:ext cx="63669" cy="36353"/>
            </a:xfrm>
            <a:custGeom>
              <a:avLst/>
              <a:pathLst>
                <a:path w="63669" h="36353">
                  <a:moveTo>
                    <a:pt x="39912" y="5233"/>
                  </a:moveTo>
                  <a:lnTo>
                    <a:pt x="41159" y="5839"/>
                  </a:lnTo>
                  <a:lnTo>
                    <a:pt x="42726" y="4747"/>
                  </a:lnTo>
                  <a:lnTo>
                    <a:pt x="48011" y="8584"/>
                  </a:lnTo>
                  <a:lnTo>
                    <a:pt x="50677" y="11962"/>
                  </a:lnTo>
                  <a:lnTo>
                    <a:pt x="57122" y="11979"/>
                  </a:lnTo>
                  <a:lnTo>
                    <a:pt x="61555" y="11991"/>
                  </a:lnTo>
                  <a:lnTo>
                    <a:pt x="63669" y="11997"/>
                  </a:lnTo>
                  <a:lnTo>
                    <a:pt x="63618" y="18412"/>
                  </a:lnTo>
                  <a:lnTo>
                    <a:pt x="63605" y="20119"/>
                  </a:lnTo>
                  <a:lnTo>
                    <a:pt x="63593" y="21675"/>
                  </a:lnTo>
                  <a:lnTo>
                    <a:pt x="63546" y="27927"/>
                  </a:lnTo>
                  <a:lnTo>
                    <a:pt x="63519" y="31385"/>
                  </a:lnTo>
                  <a:lnTo>
                    <a:pt x="63518" y="31624"/>
                  </a:lnTo>
                  <a:lnTo>
                    <a:pt x="63385" y="34538"/>
                  </a:lnTo>
                  <a:lnTo>
                    <a:pt x="63304" y="36334"/>
                  </a:lnTo>
                  <a:lnTo>
                    <a:pt x="63031" y="36353"/>
                  </a:lnTo>
                  <a:lnTo>
                    <a:pt x="60129" y="36100"/>
                  </a:lnTo>
                  <a:lnTo>
                    <a:pt x="58688" y="35974"/>
                  </a:lnTo>
                  <a:lnTo>
                    <a:pt x="57894" y="35905"/>
                  </a:lnTo>
                  <a:lnTo>
                    <a:pt x="57110" y="35151"/>
                  </a:lnTo>
                  <a:lnTo>
                    <a:pt x="55875" y="33963"/>
                  </a:lnTo>
                  <a:lnTo>
                    <a:pt x="49285" y="32992"/>
                  </a:lnTo>
                  <a:lnTo>
                    <a:pt x="41315" y="31684"/>
                  </a:lnTo>
                  <a:lnTo>
                    <a:pt x="37209" y="31010"/>
                  </a:lnTo>
                  <a:lnTo>
                    <a:pt x="36747" y="31719"/>
                  </a:lnTo>
                  <a:lnTo>
                    <a:pt x="36021" y="32830"/>
                  </a:lnTo>
                  <a:lnTo>
                    <a:pt x="35789" y="33187"/>
                  </a:lnTo>
                  <a:lnTo>
                    <a:pt x="35602" y="33473"/>
                  </a:lnTo>
                  <a:lnTo>
                    <a:pt x="34525" y="32872"/>
                  </a:lnTo>
                  <a:lnTo>
                    <a:pt x="32866" y="31367"/>
                  </a:lnTo>
                  <a:lnTo>
                    <a:pt x="32094" y="31029"/>
                  </a:lnTo>
                  <a:lnTo>
                    <a:pt x="30643" y="30410"/>
                  </a:lnTo>
                  <a:lnTo>
                    <a:pt x="30085" y="30207"/>
                  </a:lnTo>
                  <a:lnTo>
                    <a:pt x="27656" y="29321"/>
                  </a:lnTo>
                  <a:lnTo>
                    <a:pt x="27143" y="29134"/>
                  </a:lnTo>
                  <a:lnTo>
                    <a:pt x="26684" y="28869"/>
                  </a:lnTo>
                  <a:lnTo>
                    <a:pt x="26051" y="28503"/>
                  </a:lnTo>
                  <a:lnTo>
                    <a:pt x="25859" y="28337"/>
                  </a:lnTo>
                  <a:lnTo>
                    <a:pt x="25433" y="27969"/>
                  </a:lnTo>
                  <a:lnTo>
                    <a:pt x="22275" y="27095"/>
                  </a:lnTo>
                  <a:lnTo>
                    <a:pt x="21947" y="27089"/>
                  </a:lnTo>
                  <a:lnTo>
                    <a:pt x="20602" y="27066"/>
                  </a:lnTo>
                  <a:lnTo>
                    <a:pt x="19449" y="27046"/>
                  </a:lnTo>
                  <a:lnTo>
                    <a:pt x="18478" y="27102"/>
                  </a:lnTo>
                  <a:lnTo>
                    <a:pt x="17135" y="27179"/>
                  </a:lnTo>
                  <a:lnTo>
                    <a:pt x="16053" y="27240"/>
                  </a:lnTo>
                  <a:lnTo>
                    <a:pt x="15609" y="27160"/>
                  </a:lnTo>
                  <a:lnTo>
                    <a:pt x="15470" y="27134"/>
                  </a:lnTo>
                  <a:lnTo>
                    <a:pt x="15250" y="27094"/>
                  </a:lnTo>
                  <a:lnTo>
                    <a:pt x="14319" y="26925"/>
                  </a:lnTo>
                  <a:lnTo>
                    <a:pt x="14029" y="26718"/>
                  </a:lnTo>
                  <a:lnTo>
                    <a:pt x="13578" y="26119"/>
                  </a:lnTo>
                  <a:lnTo>
                    <a:pt x="12351" y="24491"/>
                  </a:lnTo>
                  <a:lnTo>
                    <a:pt x="10776" y="22400"/>
                  </a:lnTo>
                  <a:lnTo>
                    <a:pt x="10633" y="22210"/>
                  </a:lnTo>
                  <a:lnTo>
                    <a:pt x="8808" y="19788"/>
                  </a:lnTo>
                  <a:lnTo>
                    <a:pt x="7949" y="18317"/>
                  </a:lnTo>
                  <a:lnTo>
                    <a:pt x="7686" y="17748"/>
                  </a:lnTo>
                  <a:lnTo>
                    <a:pt x="7553" y="17417"/>
                  </a:lnTo>
                  <a:lnTo>
                    <a:pt x="7133" y="16372"/>
                  </a:lnTo>
                  <a:lnTo>
                    <a:pt x="7025" y="16106"/>
                  </a:lnTo>
                  <a:lnTo>
                    <a:pt x="6962" y="15949"/>
                  </a:lnTo>
                  <a:lnTo>
                    <a:pt x="6500" y="14800"/>
                  </a:lnTo>
                  <a:lnTo>
                    <a:pt x="6380" y="14504"/>
                  </a:lnTo>
                  <a:lnTo>
                    <a:pt x="6248" y="14179"/>
                  </a:lnTo>
                  <a:lnTo>
                    <a:pt x="6123" y="13873"/>
                  </a:lnTo>
                  <a:lnTo>
                    <a:pt x="5959" y="13589"/>
                  </a:lnTo>
                  <a:lnTo>
                    <a:pt x="5580" y="13285"/>
                  </a:lnTo>
                  <a:lnTo>
                    <a:pt x="5417" y="13154"/>
                  </a:lnTo>
                  <a:lnTo>
                    <a:pt x="3063" y="11754"/>
                  </a:lnTo>
                  <a:lnTo>
                    <a:pt x="2843" y="11669"/>
                  </a:lnTo>
                  <a:lnTo>
                    <a:pt x="2647" y="11590"/>
                  </a:lnTo>
                  <a:lnTo>
                    <a:pt x="1782" y="11241"/>
                  </a:lnTo>
                  <a:lnTo>
                    <a:pt x="1306" y="11281"/>
                  </a:lnTo>
                  <a:lnTo>
                    <a:pt x="167" y="11377"/>
                  </a:lnTo>
                  <a:lnTo>
                    <a:pt x="0" y="10929"/>
                  </a:lnTo>
                  <a:lnTo>
                    <a:pt x="1985" y="8861"/>
                  </a:lnTo>
                  <a:lnTo>
                    <a:pt x="2593" y="8386"/>
                  </a:lnTo>
                  <a:lnTo>
                    <a:pt x="3732" y="7499"/>
                  </a:lnTo>
                  <a:lnTo>
                    <a:pt x="4053" y="7248"/>
                  </a:lnTo>
                  <a:lnTo>
                    <a:pt x="4708" y="6738"/>
                  </a:lnTo>
                  <a:lnTo>
                    <a:pt x="7278" y="4734"/>
                  </a:lnTo>
                  <a:lnTo>
                    <a:pt x="8058" y="4126"/>
                  </a:lnTo>
                  <a:lnTo>
                    <a:pt x="9414" y="3084"/>
                  </a:lnTo>
                  <a:lnTo>
                    <a:pt x="11316" y="4556"/>
                  </a:lnTo>
                  <a:lnTo>
                    <a:pt x="13046" y="2033"/>
                  </a:lnTo>
                  <a:lnTo>
                    <a:pt x="16418" y="4995"/>
                  </a:lnTo>
                  <a:lnTo>
                    <a:pt x="23543" y="7033"/>
                  </a:lnTo>
                  <a:lnTo>
                    <a:pt x="26436" y="0"/>
                  </a:lnTo>
                  <a:lnTo>
                    <a:pt x="36951" y="3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381501" y="3360768"/>
              <a:ext cx="83940" cy="99745"/>
            </a:xfrm>
            <a:custGeom>
              <a:avLst/>
              <a:pathLst>
                <a:path w="83940" h="99745">
                  <a:moveTo>
                    <a:pt x="54748" y="24950"/>
                  </a:moveTo>
                  <a:lnTo>
                    <a:pt x="55517" y="25959"/>
                  </a:lnTo>
                  <a:lnTo>
                    <a:pt x="58972" y="27608"/>
                  </a:lnTo>
                  <a:lnTo>
                    <a:pt x="60284" y="29304"/>
                  </a:lnTo>
                  <a:lnTo>
                    <a:pt x="61237" y="31197"/>
                  </a:lnTo>
                  <a:lnTo>
                    <a:pt x="62805" y="33188"/>
                  </a:lnTo>
                  <a:lnTo>
                    <a:pt x="65203" y="34960"/>
                  </a:lnTo>
                  <a:lnTo>
                    <a:pt x="67554" y="37363"/>
                  </a:lnTo>
                  <a:lnTo>
                    <a:pt x="71116" y="44790"/>
                  </a:lnTo>
                  <a:lnTo>
                    <a:pt x="72968" y="46902"/>
                  </a:lnTo>
                  <a:lnTo>
                    <a:pt x="78169" y="51854"/>
                  </a:lnTo>
                  <a:lnTo>
                    <a:pt x="83940" y="66709"/>
                  </a:lnTo>
                  <a:lnTo>
                    <a:pt x="82859" y="67174"/>
                  </a:lnTo>
                  <a:lnTo>
                    <a:pt x="70492" y="70616"/>
                  </a:lnTo>
                  <a:lnTo>
                    <a:pt x="71032" y="72660"/>
                  </a:lnTo>
                  <a:lnTo>
                    <a:pt x="65000" y="89166"/>
                  </a:lnTo>
                  <a:lnTo>
                    <a:pt x="63809" y="88531"/>
                  </a:lnTo>
                  <a:lnTo>
                    <a:pt x="58725" y="85723"/>
                  </a:lnTo>
                  <a:lnTo>
                    <a:pt x="63193" y="75897"/>
                  </a:lnTo>
                  <a:lnTo>
                    <a:pt x="63416" y="74454"/>
                  </a:lnTo>
                  <a:lnTo>
                    <a:pt x="63329" y="74209"/>
                  </a:lnTo>
                  <a:lnTo>
                    <a:pt x="62764" y="74016"/>
                  </a:lnTo>
                  <a:lnTo>
                    <a:pt x="62396" y="74004"/>
                  </a:lnTo>
                  <a:lnTo>
                    <a:pt x="61586" y="73977"/>
                  </a:lnTo>
                  <a:lnTo>
                    <a:pt x="61049" y="74142"/>
                  </a:lnTo>
                  <a:lnTo>
                    <a:pt x="60446" y="74327"/>
                  </a:lnTo>
                  <a:lnTo>
                    <a:pt x="59382" y="74948"/>
                  </a:lnTo>
                  <a:lnTo>
                    <a:pt x="57938" y="76191"/>
                  </a:lnTo>
                  <a:lnTo>
                    <a:pt x="57712" y="76465"/>
                  </a:lnTo>
                  <a:lnTo>
                    <a:pt x="57552" y="76658"/>
                  </a:lnTo>
                  <a:lnTo>
                    <a:pt x="56912" y="77434"/>
                  </a:lnTo>
                  <a:lnTo>
                    <a:pt x="55468" y="78560"/>
                  </a:lnTo>
                  <a:lnTo>
                    <a:pt x="54345" y="79347"/>
                  </a:lnTo>
                  <a:lnTo>
                    <a:pt x="54138" y="79492"/>
                  </a:lnTo>
                  <a:lnTo>
                    <a:pt x="52241" y="80216"/>
                  </a:lnTo>
                  <a:lnTo>
                    <a:pt x="51289" y="80580"/>
                  </a:lnTo>
                  <a:lnTo>
                    <a:pt x="50466" y="80762"/>
                  </a:lnTo>
                  <a:lnTo>
                    <a:pt x="49455" y="80986"/>
                  </a:lnTo>
                  <a:lnTo>
                    <a:pt x="49009" y="81084"/>
                  </a:lnTo>
                  <a:lnTo>
                    <a:pt x="48676" y="81064"/>
                  </a:lnTo>
                  <a:lnTo>
                    <a:pt x="47096" y="80966"/>
                  </a:lnTo>
                  <a:lnTo>
                    <a:pt x="46795" y="80949"/>
                  </a:lnTo>
                  <a:lnTo>
                    <a:pt x="46546" y="80991"/>
                  </a:lnTo>
                  <a:lnTo>
                    <a:pt x="46695" y="81172"/>
                  </a:lnTo>
                  <a:lnTo>
                    <a:pt x="47541" y="82197"/>
                  </a:lnTo>
                  <a:lnTo>
                    <a:pt x="47620" y="82328"/>
                  </a:lnTo>
                  <a:lnTo>
                    <a:pt x="48335" y="83508"/>
                  </a:lnTo>
                  <a:lnTo>
                    <a:pt x="50139" y="86653"/>
                  </a:lnTo>
                  <a:lnTo>
                    <a:pt x="47817" y="87889"/>
                  </a:lnTo>
                  <a:lnTo>
                    <a:pt x="47133" y="87740"/>
                  </a:lnTo>
                  <a:lnTo>
                    <a:pt x="39927" y="86179"/>
                  </a:lnTo>
                  <a:lnTo>
                    <a:pt x="37343" y="85619"/>
                  </a:lnTo>
                  <a:lnTo>
                    <a:pt x="34829" y="85074"/>
                  </a:lnTo>
                  <a:lnTo>
                    <a:pt x="31594" y="86405"/>
                  </a:lnTo>
                  <a:lnTo>
                    <a:pt x="30072" y="87030"/>
                  </a:lnTo>
                  <a:lnTo>
                    <a:pt x="26349" y="84778"/>
                  </a:lnTo>
                  <a:lnTo>
                    <a:pt x="24905" y="85399"/>
                  </a:lnTo>
                  <a:lnTo>
                    <a:pt x="24360" y="86359"/>
                  </a:lnTo>
                  <a:lnTo>
                    <a:pt x="23265" y="96286"/>
                  </a:lnTo>
                  <a:lnTo>
                    <a:pt x="5929" y="99745"/>
                  </a:lnTo>
                  <a:lnTo>
                    <a:pt x="0" y="94003"/>
                  </a:lnTo>
                  <a:lnTo>
                    <a:pt x="3994" y="88147"/>
                  </a:lnTo>
                  <a:lnTo>
                    <a:pt x="5397" y="86810"/>
                  </a:lnTo>
                  <a:lnTo>
                    <a:pt x="6462" y="87032"/>
                  </a:lnTo>
                  <a:lnTo>
                    <a:pt x="10527" y="87878"/>
                  </a:lnTo>
                  <a:lnTo>
                    <a:pt x="11619" y="83606"/>
                  </a:lnTo>
                  <a:lnTo>
                    <a:pt x="11567" y="81348"/>
                  </a:lnTo>
                  <a:lnTo>
                    <a:pt x="11429" y="75402"/>
                  </a:lnTo>
                  <a:lnTo>
                    <a:pt x="12522" y="71227"/>
                  </a:lnTo>
                  <a:lnTo>
                    <a:pt x="13661" y="68314"/>
                  </a:lnTo>
                  <a:lnTo>
                    <a:pt x="14136" y="63216"/>
                  </a:lnTo>
                  <a:lnTo>
                    <a:pt x="15371" y="61906"/>
                  </a:lnTo>
                  <a:lnTo>
                    <a:pt x="22828" y="58507"/>
                  </a:lnTo>
                  <a:lnTo>
                    <a:pt x="31045" y="53944"/>
                  </a:lnTo>
                  <a:lnTo>
                    <a:pt x="36196" y="49993"/>
                  </a:lnTo>
                  <a:lnTo>
                    <a:pt x="36849" y="48861"/>
                  </a:lnTo>
                  <a:lnTo>
                    <a:pt x="37694" y="44332"/>
                  </a:lnTo>
                  <a:lnTo>
                    <a:pt x="38169" y="38021"/>
                  </a:lnTo>
                  <a:lnTo>
                    <a:pt x="37409" y="33943"/>
                  </a:lnTo>
                  <a:lnTo>
                    <a:pt x="34400" y="34539"/>
                  </a:lnTo>
                  <a:lnTo>
                    <a:pt x="33919" y="32228"/>
                  </a:lnTo>
                  <a:lnTo>
                    <a:pt x="33679" y="27444"/>
                  </a:lnTo>
                  <a:lnTo>
                    <a:pt x="33589" y="25647"/>
                  </a:lnTo>
                  <a:lnTo>
                    <a:pt x="29905" y="25598"/>
                  </a:lnTo>
                  <a:lnTo>
                    <a:pt x="21641" y="26175"/>
                  </a:lnTo>
                  <a:lnTo>
                    <a:pt x="18064" y="25635"/>
                  </a:lnTo>
                  <a:lnTo>
                    <a:pt x="14861" y="23905"/>
                  </a:lnTo>
                  <a:lnTo>
                    <a:pt x="9719" y="21126"/>
                  </a:lnTo>
                  <a:lnTo>
                    <a:pt x="14743" y="5804"/>
                  </a:lnTo>
                  <a:lnTo>
                    <a:pt x="15667" y="2767"/>
                  </a:lnTo>
                  <a:lnTo>
                    <a:pt x="16807" y="0"/>
                  </a:lnTo>
                  <a:lnTo>
                    <a:pt x="25077" y="1637"/>
                  </a:lnTo>
                  <a:lnTo>
                    <a:pt x="27241" y="2030"/>
                  </a:lnTo>
                  <a:lnTo>
                    <a:pt x="49188" y="5603"/>
                  </a:lnTo>
                  <a:lnTo>
                    <a:pt x="49603" y="6635"/>
                  </a:lnTo>
                  <a:lnTo>
                    <a:pt x="52156" y="15373"/>
                  </a:lnTo>
                  <a:lnTo>
                    <a:pt x="54139" y="23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545026" y="3488823"/>
              <a:ext cx="86388" cy="34735"/>
            </a:xfrm>
            <a:custGeom>
              <a:avLst/>
              <a:pathLst>
                <a:path w="86388" h="34735">
                  <a:moveTo>
                    <a:pt x="41487" y="11937"/>
                  </a:moveTo>
                  <a:lnTo>
                    <a:pt x="41888" y="12362"/>
                  </a:lnTo>
                  <a:lnTo>
                    <a:pt x="42152" y="12177"/>
                  </a:lnTo>
                  <a:lnTo>
                    <a:pt x="42566" y="11888"/>
                  </a:lnTo>
                  <a:lnTo>
                    <a:pt x="43914" y="10944"/>
                  </a:lnTo>
                  <a:lnTo>
                    <a:pt x="45464" y="10215"/>
                  </a:lnTo>
                  <a:lnTo>
                    <a:pt x="45816" y="10049"/>
                  </a:lnTo>
                  <a:lnTo>
                    <a:pt x="46896" y="9541"/>
                  </a:lnTo>
                  <a:lnTo>
                    <a:pt x="47439" y="9308"/>
                  </a:lnTo>
                  <a:lnTo>
                    <a:pt x="48654" y="8832"/>
                  </a:lnTo>
                  <a:lnTo>
                    <a:pt x="49856" y="8864"/>
                  </a:lnTo>
                  <a:lnTo>
                    <a:pt x="50347" y="8877"/>
                  </a:lnTo>
                  <a:lnTo>
                    <a:pt x="50629" y="8982"/>
                  </a:lnTo>
                  <a:lnTo>
                    <a:pt x="51738" y="9398"/>
                  </a:lnTo>
                  <a:lnTo>
                    <a:pt x="52840" y="9811"/>
                  </a:lnTo>
                  <a:lnTo>
                    <a:pt x="53349" y="10007"/>
                  </a:lnTo>
                  <a:lnTo>
                    <a:pt x="54396" y="10411"/>
                  </a:lnTo>
                  <a:lnTo>
                    <a:pt x="55245" y="9390"/>
                  </a:lnTo>
                  <a:lnTo>
                    <a:pt x="57827" y="10337"/>
                  </a:lnTo>
                  <a:lnTo>
                    <a:pt x="59001" y="10768"/>
                  </a:lnTo>
                  <a:lnTo>
                    <a:pt x="62486" y="12046"/>
                  </a:lnTo>
                  <a:lnTo>
                    <a:pt x="63631" y="12466"/>
                  </a:lnTo>
                  <a:lnTo>
                    <a:pt x="67209" y="13778"/>
                  </a:lnTo>
                  <a:lnTo>
                    <a:pt x="68962" y="14421"/>
                  </a:lnTo>
                  <a:lnTo>
                    <a:pt x="69437" y="13486"/>
                  </a:lnTo>
                  <a:lnTo>
                    <a:pt x="70424" y="13875"/>
                  </a:lnTo>
                  <a:lnTo>
                    <a:pt x="72405" y="14655"/>
                  </a:lnTo>
                  <a:lnTo>
                    <a:pt x="72857" y="14833"/>
                  </a:lnTo>
                  <a:lnTo>
                    <a:pt x="76515" y="15920"/>
                  </a:lnTo>
                  <a:lnTo>
                    <a:pt x="77604" y="16272"/>
                  </a:lnTo>
                  <a:lnTo>
                    <a:pt x="79992" y="17045"/>
                  </a:lnTo>
                  <a:lnTo>
                    <a:pt x="82124" y="17735"/>
                  </a:lnTo>
                  <a:lnTo>
                    <a:pt x="82388" y="17835"/>
                  </a:lnTo>
                  <a:lnTo>
                    <a:pt x="83025" y="18075"/>
                  </a:lnTo>
                  <a:lnTo>
                    <a:pt x="83766" y="18356"/>
                  </a:lnTo>
                  <a:lnTo>
                    <a:pt x="84846" y="18764"/>
                  </a:lnTo>
                  <a:lnTo>
                    <a:pt x="85341" y="19241"/>
                  </a:lnTo>
                  <a:lnTo>
                    <a:pt x="86195" y="20065"/>
                  </a:lnTo>
                  <a:lnTo>
                    <a:pt x="86388" y="20234"/>
                  </a:lnTo>
                  <a:lnTo>
                    <a:pt x="83882" y="22616"/>
                  </a:lnTo>
                  <a:lnTo>
                    <a:pt x="83025" y="23431"/>
                  </a:lnTo>
                  <a:lnTo>
                    <a:pt x="81067" y="25292"/>
                  </a:lnTo>
                  <a:lnTo>
                    <a:pt x="79418" y="27757"/>
                  </a:lnTo>
                  <a:lnTo>
                    <a:pt x="79015" y="28360"/>
                  </a:lnTo>
                  <a:lnTo>
                    <a:pt x="76812" y="26612"/>
                  </a:lnTo>
                  <a:lnTo>
                    <a:pt x="74412" y="27759"/>
                  </a:lnTo>
                  <a:lnTo>
                    <a:pt x="73815" y="28837"/>
                  </a:lnTo>
                  <a:lnTo>
                    <a:pt x="71895" y="32298"/>
                  </a:lnTo>
                  <a:lnTo>
                    <a:pt x="71729" y="32690"/>
                  </a:lnTo>
                  <a:lnTo>
                    <a:pt x="71467" y="33310"/>
                  </a:lnTo>
                  <a:lnTo>
                    <a:pt x="70398" y="34735"/>
                  </a:lnTo>
                  <a:lnTo>
                    <a:pt x="65813" y="34302"/>
                  </a:lnTo>
                  <a:lnTo>
                    <a:pt x="65433" y="34266"/>
                  </a:lnTo>
                  <a:lnTo>
                    <a:pt x="63958" y="34126"/>
                  </a:lnTo>
                  <a:lnTo>
                    <a:pt x="63212" y="34029"/>
                  </a:lnTo>
                  <a:lnTo>
                    <a:pt x="63036" y="34006"/>
                  </a:lnTo>
                  <a:lnTo>
                    <a:pt x="62889" y="33987"/>
                  </a:lnTo>
                  <a:lnTo>
                    <a:pt x="61196" y="33766"/>
                  </a:lnTo>
                  <a:lnTo>
                    <a:pt x="61051" y="33748"/>
                  </a:lnTo>
                  <a:lnTo>
                    <a:pt x="59971" y="33424"/>
                  </a:lnTo>
                  <a:lnTo>
                    <a:pt x="59141" y="33176"/>
                  </a:lnTo>
                  <a:lnTo>
                    <a:pt x="58152" y="32880"/>
                  </a:lnTo>
                  <a:lnTo>
                    <a:pt x="55694" y="32145"/>
                  </a:lnTo>
                  <a:lnTo>
                    <a:pt x="55461" y="32031"/>
                  </a:lnTo>
                  <a:lnTo>
                    <a:pt x="54254" y="31437"/>
                  </a:lnTo>
                  <a:lnTo>
                    <a:pt x="53947" y="31287"/>
                  </a:lnTo>
                  <a:lnTo>
                    <a:pt x="53660" y="31145"/>
                  </a:lnTo>
                  <a:lnTo>
                    <a:pt x="53359" y="31037"/>
                  </a:lnTo>
                  <a:lnTo>
                    <a:pt x="53074" y="30933"/>
                  </a:lnTo>
                  <a:lnTo>
                    <a:pt x="52077" y="30572"/>
                  </a:lnTo>
                  <a:lnTo>
                    <a:pt x="48951" y="29440"/>
                  </a:lnTo>
                  <a:lnTo>
                    <a:pt x="48393" y="29257"/>
                  </a:lnTo>
                  <a:lnTo>
                    <a:pt x="48187" y="29188"/>
                  </a:lnTo>
                  <a:lnTo>
                    <a:pt x="47108" y="28832"/>
                  </a:lnTo>
                  <a:lnTo>
                    <a:pt x="46906" y="28766"/>
                  </a:lnTo>
                  <a:lnTo>
                    <a:pt x="44720" y="28064"/>
                  </a:lnTo>
                  <a:lnTo>
                    <a:pt x="44390" y="28032"/>
                  </a:lnTo>
                  <a:lnTo>
                    <a:pt x="44015" y="27995"/>
                  </a:lnTo>
                  <a:lnTo>
                    <a:pt x="43031" y="27899"/>
                  </a:lnTo>
                  <a:lnTo>
                    <a:pt x="42203" y="27815"/>
                  </a:lnTo>
                  <a:lnTo>
                    <a:pt x="41735" y="27735"/>
                  </a:lnTo>
                  <a:lnTo>
                    <a:pt x="38304" y="27148"/>
                  </a:lnTo>
                  <a:lnTo>
                    <a:pt x="35823" y="26567"/>
                  </a:lnTo>
                  <a:lnTo>
                    <a:pt x="35397" y="26468"/>
                  </a:lnTo>
                  <a:lnTo>
                    <a:pt x="31977" y="25913"/>
                  </a:lnTo>
                  <a:lnTo>
                    <a:pt x="30864" y="25732"/>
                  </a:lnTo>
                  <a:lnTo>
                    <a:pt x="30172" y="28108"/>
                  </a:lnTo>
                  <a:lnTo>
                    <a:pt x="29989" y="28824"/>
                  </a:lnTo>
                  <a:lnTo>
                    <a:pt x="29734" y="29826"/>
                  </a:lnTo>
                  <a:lnTo>
                    <a:pt x="29331" y="29684"/>
                  </a:lnTo>
                  <a:lnTo>
                    <a:pt x="27076" y="28888"/>
                  </a:lnTo>
                  <a:lnTo>
                    <a:pt x="26926" y="28835"/>
                  </a:lnTo>
                  <a:lnTo>
                    <a:pt x="26682" y="28742"/>
                  </a:lnTo>
                  <a:lnTo>
                    <a:pt x="26632" y="31871"/>
                  </a:lnTo>
                  <a:lnTo>
                    <a:pt x="23133" y="31455"/>
                  </a:lnTo>
                  <a:lnTo>
                    <a:pt x="20911" y="31190"/>
                  </a:lnTo>
                  <a:lnTo>
                    <a:pt x="20446" y="31135"/>
                  </a:lnTo>
                  <a:lnTo>
                    <a:pt x="20357" y="29607"/>
                  </a:lnTo>
                  <a:lnTo>
                    <a:pt x="20245" y="28254"/>
                  </a:lnTo>
                  <a:lnTo>
                    <a:pt x="19897" y="28249"/>
                  </a:lnTo>
                  <a:lnTo>
                    <a:pt x="18678" y="28230"/>
                  </a:lnTo>
                  <a:lnTo>
                    <a:pt x="16197" y="28192"/>
                  </a:lnTo>
                  <a:lnTo>
                    <a:pt x="15131" y="28175"/>
                  </a:lnTo>
                  <a:lnTo>
                    <a:pt x="14992" y="28873"/>
                  </a:lnTo>
                  <a:lnTo>
                    <a:pt x="14846" y="28876"/>
                  </a:lnTo>
                  <a:lnTo>
                    <a:pt x="13567" y="28900"/>
                  </a:lnTo>
                  <a:lnTo>
                    <a:pt x="11602" y="28936"/>
                  </a:lnTo>
                  <a:lnTo>
                    <a:pt x="11565" y="26447"/>
                  </a:lnTo>
                  <a:lnTo>
                    <a:pt x="11543" y="24921"/>
                  </a:lnTo>
                  <a:lnTo>
                    <a:pt x="11519" y="23243"/>
                  </a:lnTo>
                  <a:lnTo>
                    <a:pt x="11499" y="21859"/>
                  </a:lnTo>
                  <a:lnTo>
                    <a:pt x="8878" y="21350"/>
                  </a:lnTo>
                  <a:lnTo>
                    <a:pt x="8549" y="21301"/>
                  </a:lnTo>
                  <a:lnTo>
                    <a:pt x="7634" y="21165"/>
                  </a:lnTo>
                  <a:lnTo>
                    <a:pt x="8328" y="18500"/>
                  </a:lnTo>
                  <a:lnTo>
                    <a:pt x="8370" y="18340"/>
                  </a:lnTo>
                  <a:lnTo>
                    <a:pt x="5401" y="17406"/>
                  </a:lnTo>
                  <a:lnTo>
                    <a:pt x="4809" y="15897"/>
                  </a:lnTo>
                  <a:lnTo>
                    <a:pt x="762" y="12781"/>
                  </a:lnTo>
                  <a:lnTo>
                    <a:pt x="0" y="12194"/>
                  </a:lnTo>
                  <a:lnTo>
                    <a:pt x="921" y="8822"/>
                  </a:lnTo>
                  <a:lnTo>
                    <a:pt x="1661" y="6115"/>
                  </a:lnTo>
                  <a:lnTo>
                    <a:pt x="1752" y="5783"/>
                  </a:lnTo>
                  <a:lnTo>
                    <a:pt x="1781" y="3379"/>
                  </a:lnTo>
                  <a:lnTo>
                    <a:pt x="1821" y="0"/>
                  </a:lnTo>
                  <a:lnTo>
                    <a:pt x="8215" y="572"/>
                  </a:lnTo>
                  <a:lnTo>
                    <a:pt x="8600" y="607"/>
                  </a:lnTo>
                  <a:lnTo>
                    <a:pt x="8750" y="620"/>
                  </a:lnTo>
                  <a:lnTo>
                    <a:pt x="9218" y="1362"/>
                  </a:lnTo>
                  <a:lnTo>
                    <a:pt x="9896" y="1491"/>
                  </a:lnTo>
                  <a:lnTo>
                    <a:pt x="11935" y="1877"/>
                  </a:lnTo>
                  <a:lnTo>
                    <a:pt x="14561" y="2374"/>
                  </a:lnTo>
                  <a:lnTo>
                    <a:pt x="16619" y="2764"/>
                  </a:lnTo>
                  <a:lnTo>
                    <a:pt x="16838" y="2806"/>
                  </a:lnTo>
                  <a:lnTo>
                    <a:pt x="16984" y="2833"/>
                  </a:lnTo>
                  <a:lnTo>
                    <a:pt x="20451" y="3490"/>
                  </a:lnTo>
                  <a:lnTo>
                    <a:pt x="26077" y="4555"/>
                  </a:lnTo>
                  <a:lnTo>
                    <a:pt x="26446" y="4625"/>
                  </a:lnTo>
                  <a:lnTo>
                    <a:pt x="26981" y="4727"/>
                  </a:lnTo>
                  <a:lnTo>
                    <a:pt x="27270" y="4782"/>
                  </a:lnTo>
                  <a:lnTo>
                    <a:pt x="32674" y="5805"/>
                  </a:lnTo>
                  <a:lnTo>
                    <a:pt x="33510" y="5963"/>
                  </a:lnTo>
                  <a:lnTo>
                    <a:pt x="33949" y="6047"/>
                  </a:lnTo>
                  <a:lnTo>
                    <a:pt x="37621" y="6742"/>
                  </a:lnTo>
                  <a:lnTo>
                    <a:pt x="37808" y="6778"/>
                  </a:lnTo>
                  <a:lnTo>
                    <a:pt x="39182" y="7038"/>
                  </a:lnTo>
                  <a:lnTo>
                    <a:pt x="40064" y="7205"/>
                  </a:lnTo>
                  <a:lnTo>
                    <a:pt x="41791" y="7532"/>
                  </a:lnTo>
                  <a:lnTo>
                    <a:pt x="41498" y="9568"/>
                  </a:lnTo>
                  <a:lnTo>
                    <a:pt x="41200" y="11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77659" y="3250144"/>
              <a:ext cx="661312" cy="519146"/>
            </a:xfrm>
            <a:custGeom>
              <a:avLst/>
              <a:pathLst>
                <a:path w="661312" h="519146">
                  <a:moveTo>
                    <a:pt x="181453" y="11735"/>
                  </a:moveTo>
                  <a:lnTo>
                    <a:pt x="196012" y="21769"/>
                  </a:lnTo>
                  <a:lnTo>
                    <a:pt x="199749" y="24344"/>
                  </a:lnTo>
                  <a:lnTo>
                    <a:pt x="197507" y="27686"/>
                  </a:lnTo>
                  <a:lnTo>
                    <a:pt x="197162" y="28200"/>
                  </a:lnTo>
                  <a:lnTo>
                    <a:pt x="176951" y="58327"/>
                  </a:lnTo>
                  <a:lnTo>
                    <a:pt x="176855" y="58470"/>
                  </a:lnTo>
                  <a:lnTo>
                    <a:pt x="177240" y="58746"/>
                  </a:lnTo>
                  <a:lnTo>
                    <a:pt x="199368" y="74341"/>
                  </a:lnTo>
                  <a:lnTo>
                    <a:pt x="212468" y="83574"/>
                  </a:lnTo>
                  <a:lnTo>
                    <a:pt x="213721" y="84458"/>
                  </a:lnTo>
                  <a:lnTo>
                    <a:pt x="213908" y="84589"/>
                  </a:lnTo>
                  <a:lnTo>
                    <a:pt x="214109" y="84731"/>
                  </a:lnTo>
                  <a:lnTo>
                    <a:pt x="217096" y="86836"/>
                  </a:lnTo>
                  <a:lnTo>
                    <a:pt x="250848" y="110628"/>
                  </a:lnTo>
                  <a:lnTo>
                    <a:pt x="285233" y="134866"/>
                  </a:lnTo>
                  <a:lnTo>
                    <a:pt x="303564" y="147787"/>
                  </a:lnTo>
                  <a:lnTo>
                    <a:pt x="320179" y="159499"/>
                  </a:lnTo>
                  <a:lnTo>
                    <a:pt x="336109" y="170728"/>
                  </a:lnTo>
                  <a:lnTo>
                    <a:pt x="368147" y="193311"/>
                  </a:lnTo>
                  <a:lnTo>
                    <a:pt x="381237" y="202538"/>
                  </a:lnTo>
                  <a:lnTo>
                    <a:pt x="382142" y="203176"/>
                  </a:lnTo>
                  <a:lnTo>
                    <a:pt x="390862" y="209113"/>
                  </a:lnTo>
                  <a:lnTo>
                    <a:pt x="389249" y="211931"/>
                  </a:lnTo>
                  <a:lnTo>
                    <a:pt x="388516" y="213212"/>
                  </a:lnTo>
                  <a:lnTo>
                    <a:pt x="387119" y="215655"/>
                  </a:lnTo>
                  <a:lnTo>
                    <a:pt x="386590" y="216319"/>
                  </a:lnTo>
                  <a:lnTo>
                    <a:pt x="381814" y="213212"/>
                  </a:lnTo>
                  <a:lnTo>
                    <a:pt x="380429" y="212312"/>
                  </a:lnTo>
                  <a:lnTo>
                    <a:pt x="379667" y="211931"/>
                  </a:lnTo>
                  <a:lnTo>
                    <a:pt x="379518" y="211931"/>
                  </a:lnTo>
                  <a:lnTo>
                    <a:pt x="379348" y="213212"/>
                  </a:lnTo>
                  <a:lnTo>
                    <a:pt x="379324" y="213394"/>
                  </a:lnTo>
                  <a:lnTo>
                    <a:pt x="376740" y="217937"/>
                  </a:lnTo>
                  <a:lnTo>
                    <a:pt x="376606" y="220148"/>
                  </a:lnTo>
                  <a:lnTo>
                    <a:pt x="376467" y="222428"/>
                  </a:lnTo>
                  <a:lnTo>
                    <a:pt x="374048" y="223981"/>
                  </a:lnTo>
                  <a:lnTo>
                    <a:pt x="374107" y="232686"/>
                  </a:lnTo>
                  <a:lnTo>
                    <a:pt x="376878" y="232898"/>
                  </a:lnTo>
                  <a:lnTo>
                    <a:pt x="376740" y="235637"/>
                  </a:lnTo>
                  <a:lnTo>
                    <a:pt x="383864" y="235248"/>
                  </a:lnTo>
                  <a:lnTo>
                    <a:pt x="384402" y="235458"/>
                  </a:lnTo>
                  <a:lnTo>
                    <a:pt x="386856" y="236414"/>
                  </a:lnTo>
                  <a:lnTo>
                    <a:pt x="391772" y="240491"/>
                  </a:lnTo>
                  <a:lnTo>
                    <a:pt x="394211" y="240720"/>
                  </a:lnTo>
                  <a:lnTo>
                    <a:pt x="394883" y="240783"/>
                  </a:lnTo>
                  <a:lnTo>
                    <a:pt x="402052" y="240552"/>
                  </a:lnTo>
                  <a:lnTo>
                    <a:pt x="408596" y="240341"/>
                  </a:lnTo>
                  <a:lnTo>
                    <a:pt x="408900" y="240331"/>
                  </a:lnTo>
                  <a:lnTo>
                    <a:pt x="411577" y="241591"/>
                  </a:lnTo>
                  <a:lnTo>
                    <a:pt x="416051" y="241940"/>
                  </a:lnTo>
                  <a:lnTo>
                    <a:pt x="417233" y="242109"/>
                  </a:lnTo>
                  <a:lnTo>
                    <a:pt x="420126" y="242523"/>
                  </a:lnTo>
                  <a:lnTo>
                    <a:pt x="423010" y="243916"/>
                  </a:lnTo>
                  <a:lnTo>
                    <a:pt x="422964" y="245505"/>
                  </a:lnTo>
                  <a:lnTo>
                    <a:pt x="422933" y="246615"/>
                  </a:lnTo>
                  <a:lnTo>
                    <a:pt x="423189" y="248713"/>
                  </a:lnTo>
                  <a:lnTo>
                    <a:pt x="425293" y="251349"/>
                  </a:lnTo>
                  <a:lnTo>
                    <a:pt x="426343" y="252353"/>
                  </a:lnTo>
                  <a:lnTo>
                    <a:pt x="427122" y="253096"/>
                  </a:lnTo>
                  <a:lnTo>
                    <a:pt x="429106" y="255697"/>
                  </a:lnTo>
                  <a:lnTo>
                    <a:pt x="430103" y="257236"/>
                  </a:lnTo>
                  <a:lnTo>
                    <a:pt x="431335" y="258333"/>
                  </a:lnTo>
                  <a:lnTo>
                    <a:pt x="431994" y="258739"/>
                  </a:lnTo>
                  <a:lnTo>
                    <a:pt x="433647" y="260778"/>
                  </a:lnTo>
                  <a:lnTo>
                    <a:pt x="435685" y="264406"/>
                  </a:lnTo>
                  <a:lnTo>
                    <a:pt x="436177" y="265282"/>
                  </a:lnTo>
                  <a:lnTo>
                    <a:pt x="438353" y="264219"/>
                  </a:lnTo>
                  <a:lnTo>
                    <a:pt x="447244" y="259714"/>
                  </a:lnTo>
                  <a:lnTo>
                    <a:pt x="447471" y="260704"/>
                  </a:lnTo>
                  <a:lnTo>
                    <a:pt x="446663" y="262379"/>
                  </a:lnTo>
                  <a:lnTo>
                    <a:pt x="444621" y="266375"/>
                  </a:lnTo>
                  <a:lnTo>
                    <a:pt x="443701" y="268176"/>
                  </a:lnTo>
                  <a:lnTo>
                    <a:pt x="443439" y="269583"/>
                  </a:lnTo>
                  <a:lnTo>
                    <a:pt x="443721" y="270491"/>
                  </a:lnTo>
                  <a:lnTo>
                    <a:pt x="445100" y="272035"/>
                  </a:lnTo>
                  <a:lnTo>
                    <a:pt x="449375" y="268581"/>
                  </a:lnTo>
                  <a:lnTo>
                    <a:pt x="452035" y="266833"/>
                  </a:lnTo>
                  <a:lnTo>
                    <a:pt x="456233" y="265862"/>
                  </a:lnTo>
                  <a:lnTo>
                    <a:pt x="457615" y="264842"/>
                  </a:lnTo>
                  <a:lnTo>
                    <a:pt x="457873" y="264453"/>
                  </a:lnTo>
                  <a:lnTo>
                    <a:pt x="458148" y="264264"/>
                  </a:lnTo>
                  <a:lnTo>
                    <a:pt x="462638" y="261184"/>
                  </a:lnTo>
                  <a:lnTo>
                    <a:pt x="463792" y="264839"/>
                  </a:lnTo>
                  <a:lnTo>
                    <a:pt x="464091" y="267796"/>
                  </a:lnTo>
                  <a:lnTo>
                    <a:pt x="464648" y="268554"/>
                  </a:lnTo>
                  <a:lnTo>
                    <a:pt x="465160" y="269252"/>
                  </a:lnTo>
                  <a:lnTo>
                    <a:pt x="469407" y="271210"/>
                  </a:lnTo>
                  <a:lnTo>
                    <a:pt x="473527" y="272227"/>
                  </a:lnTo>
                  <a:lnTo>
                    <a:pt x="475148" y="274248"/>
                  </a:lnTo>
                  <a:lnTo>
                    <a:pt x="475621" y="275224"/>
                  </a:lnTo>
                  <a:lnTo>
                    <a:pt x="476388" y="276811"/>
                  </a:lnTo>
                  <a:lnTo>
                    <a:pt x="477094" y="277612"/>
                  </a:lnTo>
                  <a:lnTo>
                    <a:pt x="477516" y="278092"/>
                  </a:lnTo>
                  <a:lnTo>
                    <a:pt x="479028" y="279177"/>
                  </a:lnTo>
                  <a:lnTo>
                    <a:pt x="480506" y="278981"/>
                  </a:lnTo>
                  <a:lnTo>
                    <a:pt x="484012" y="277846"/>
                  </a:lnTo>
                  <a:lnTo>
                    <a:pt x="486671" y="277768"/>
                  </a:lnTo>
                  <a:lnTo>
                    <a:pt x="488495" y="278389"/>
                  </a:lnTo>
                  <a:lnTo>
                    <a:pt x="490205" y="279671"/>
                  </a:lnTo>
                  <a:lnTo>
                    <a:pt x="490499" y="280143"/>
                  </a:lnTo>
                  <a:lnTo>
                    <a:pt x="491386" y="281569"/>
                  </a:lnTo>
                  <a:lnTo>
                    <a:pt x="491535" y="281807"/>
                  </a:lnTo>
                  <a:lnTo>
                    <a:pt x="492751" y="283594"/>
                  </a:lnTo>
                  <a:lnTo>
                    <a:pt x="492994" y="284205"/>
                  </a:lnTo>
                  <a:lnTo>
                    <a:pt x="496965" y="281844"/>
                  </a:lnTo>
                  <a:lnTo>
                    <a:pt x="501520" y="279135"/>
                  </a:lnTo>
                  <a:lnTo>
                    <a:pt x="503402" y="279430"/>
                  </a:lnTo>
                  <a:lnTo>
                    <a:pt x="507106" y="279735"/>
                  </a:lnTo>
                  <a:lnTo>
                    <a:pt x="508801" y="279963"/>
                  </a:lnTo>
                  <a:lnTo>
                    <a:pt x="511552" y="280333"/>
                  </a:lnTo>
                  <a:lnTo>
                    <a:pt x="514430" y="281673"/>
                  </a:lnTo>
                  <a:lnTo>
                    <a:pt x="517472" y="282719"/>
                  </a:lnTo>
                  <a:lnTo>
                    <a:pt x="518833" y="283187"/>
                  </a:lnTo>
                  <a:lnTo>
                    <a:pt x="523373" y="284684"/>
                  </a:lnTo>
                  <a:lnTo>
                    <a:pt x="529593" y="284817"/>
                  </a:lnTo>
                  <a:lnTo>
                    <a:pt x="531563" y="287232"/>
                  </a:lnTo>
                  <a:lnTo>
                    <a:pt x="531873" y="287613"/>
                  </a:lnTo>
                  <a:lnTo>
                    <a:pt x="533982" y="289477"/>
                  </a:lnTo>
                  <a:lnTo>
                    <a:pt x="536632" y="293963"/>
                  </a:lnTo>
                  <a:lnTo>
                    <a:pt x="536928" y="296900"/>
                  </a:lnTo>
                  <a:lnTo>
                    <a:pt x="533039" y="297654"/>
                  </a:lnTo>
                  <a:lnTo>
                    <a:pt x="531253" y="301091"/>
                  </a:lnTo>
                  <a:lnTo>
                    <a:pt x="526254" y="311707"/>
                  </a:lnTo>
                  <a:lnTo>
                    <a:pt x="525354" y="313618"/>
                  </a:lnTo>
                  <a:lnTo>
                    <a:pt x="525164" y="315366"/>
                  </a:lnTo>
                  <a:lnTo>
                    <a:pt x="525521" y="317081"/>
                  </a:lnTo>
                  <a:lnTo>
                    <a:pt x="527380" y="318257"/>
                  </a:lnTo>
                  <a:lnTo>
                    <a:pt x="528900" y="320599"/>
                  </a:lnTo>
                  <a:lnTo>
                    <a:pt x="529493" y="322347"/>
                  </a:lnTo>
                  <a:lnTo>
                    <a:pt x="529731" y="325151"/>
                  </a:lnTo>
                  <a:lnTo>
                    <a:pt x="530467" y="327317"/>
                  </a:lnTo>
                  <a:lnTo>
                    <a:pt x="531678" y="333531"/>
                  </a:lnTo>
                  <a:lnTo>
                    <a:pt x="541011" y="332366"/>
                  </a:lnTo>
                  <a:lnTo>
                    <a:pt x="548295" y="332082"/>
                  </a:lnTo>
                  <a:lnTo>
                    <a:pt x="552089" y="334151"/>
                  </a:lnTo>
                  <a:lnTo>
                    <a:pt x="555053" y="334588"/>
                  </a:lnTo>
                  <a:lnTo>
                    <a:pt x="555436" y="336504"/>
                  </a:lnTo>
                  <a:lnTo>
                    <a:pt x="555869" y="338677"/>
                  </a:lnTo>
                  <a:lnTo>
                    <a:pt x="552117" y="339209"/>
                  </a:lnTo>
                  <a:lnTo>
                    <a:pt x="552075" y="339665"/>
                  </a:lnTo>
                  <a:lnTo>
                    <a:pt x="551528" y="345689"/>
                  </a:lnTo>
                  <a:lnTo>
                    <a:pt x="551318" y="348000"/>
                  </a:lnTo>
                  <a:lnTo>
                    <a:pt x="549943" y="349938"/>
                  </a:lnTo>
                  <a:lnTo>
                    <a:pt x="549168" y="351029"/>
                  </a:lnTo>
                  <a:lnTo>
                    <a:pt x="548425" y="351919"/>
                  </a:lnTo>
                  <a:lnTo>
                    <a:pt x="541257" y="360500"/>
                  </a:lnTo>
                  <a:lnTo>
                    <a:pt x="540801" y="361313"/>
                  </a:lnTo>
                  <a:lnTo>
                    <a:pt x="539998" y="362745"/>
                  </a:lnTo>
                  <a:lnTo>
                    <a:pt x="540120" y="363437"/>
                  </a:lnTo>
                  <a:lnTo>
                    <a:pt x="540295" y="364432"/>
                  </a:lnTo>
                  <a:lnTo>
                    <a:pt x="541803" y="367066"/>
                  </a:lnTo>
                  <a:lnTo>
                    <a:pt x="544373" y="373534"/>
                  </a:lnTo>
                  <a:lnTo>
                    <a:pt x="546492" y="376507"/>
                  </a:lnTo>
                  <a:lnTo>
                    <a:pt x="548249" y="377964"/>
                  </a:lnTo>
                  <a:lnTo>
                    <a:pt x="551675" y="380805"/>
                  </a:lnTo>
                  <a:lnTo>
                    <a:pt x="552730" y="381491"/>
                  </a:lnTo>
                  <a:lnTo>
                    <a:pt x="553859" y="382493"/>
                  </a:lnTo>
                  <a:lnTo>
                    <a:pt x="555202" y="382224"/>
                  </a:lnTo>
                  <a:lnTo>
                    <a:pt x="561938" y="380876"/>
                  </a:lnTo>
                  <a:lnTo>
                    <a:pt x="565756" y="380690"/>
                  </a:lnTo>
                  <a:lnTo>
                    <a:pt x="563368" y="392026"/>
                  </a:lnTo>
                  <a:lnTo>
                    <a:pt x="563112" y="395434"/>
                  </a:lnTo>
                  <a:lnTo>
                    <a:pt x="564081" y="398886"/>
                  </a:lnTo>
                  <a:lnTo>
                    <a:pt x="564988" y="400998"/>
                  </a:lnTo>
                  <a:lnTo>
                    <a:pt x="565362" y="403551"/>
                  </a:lnTo>
                  <a:lnTo>
                    <a:pt x="565487" y="409202"/>
                  </a:lnTo>
                  <a:lnTo>
                    <a:pt x="566389" y="411629"/>
                  </a:lnTo>
                  <a:lnTo>
                    <a:pt x="568005" y="412700"/>
                  </a:lnTo>
                  <a:lnTo>
                    <a:pt x="568789" y="413428"/>
                  </a:lnTo>
                  <a:lnTo>
                    <a:pt x="568926" y="413606"/>
                  </a:lnTo>
                  <a:lnTo>
                    <a:pt x="569573" y="414447"/>
                  </a:lnTo>
                  <a:lnTo>
                    <a:pt x="570605" y="416763"/>
                  </a:lnTo>
                  <a:lnTo>
                    <a:pt x="571328" y="418385"/>
                  </a:lnTo>
                  <a:lnTo>
                    <a:pt x="572029" y="420603"/>
                  </a:lnTo>
                  <a:lnTo>
                    <a:pt x="572506" y="422114"/>
                  </a:lnTo>
                  <a:lnTo>
                    <a:pt x="573590" y="425107"/>
                  </a:lnTo>
                  <a:lnTo>
                    <a:pt x="580473" y="427999"/>
                  </a:lnTo>
                  <a:lnTo>
                    <a:pt x="582012" y="428412"/>
                  </a:lnTo>
                  <a:lnTo>
                    <a:pt x="584019" y="428950"/>
                  </a:lnTo>
                  <a:lnTo>
                    <a:pt x="592442" y="430468"/>
                  </a:lnTo>
                  <a:lnTo>
                    <a:pt x="600495" y="431190"/>
                  </a:lnTo>
                  <a:lnTo>
                    <a:pt x="601599" y="431289"/>
                  </a:lnTo>
                  <a:lnTo>
                    <a:pt x="606248" y="430754"/>
                  </a:lnTo>
                  <a:lnTo>
                    <a:pt x="610486" y="430266"/>
                  </a:lnTo>
                  <a:lnTo>
                    <a:pt x="617125" y="428635"/>
                  </a:lnTo>
                  <a:lnTo>
                    <a:pt x="622837" y="427531"/>
                  </a:lnTo>
                  <a:lnTo>
                    <a:pt x="622967" y="427506"/>
                  </a:lnTo>
                  <a:lnTo>
                    <a:pt x="626017" y="426916"/>
                  </a:lnTo>
                  <a:lnTo>
                    <a:pt x="634877" y="426725"/>
                  </a:lnTo>
                  <a:lnTo>
                    <a:pt x="640468" y="427531"/>
                  </a:lnTo>
                  <a:lnTo>
                    <a:pt x="648723" y="428720"/>
                  </a:lnTo>
                  <a:lnTo>
                    <a:pt x="654029" y="430324"/>
                  </a:lnTo>
                  <a:lnTo>
                    <a:pt x="657716" y="432529"/>
                  </a:lnTo>
                  <a:lnTo>
                    <a:pt x="658494" y="433056"/>
                  </a:lnTo>
                  <a:lnTo>
                    <a:pt x="658857" y="433301"/>
                  </a:lnTo>
                  <a:lnTo>
                    <a:pt x="661312" y="435480"/>
                  </a:lnTo>
                  <a:lnTo>
                    <a:pt x="659994" y="436512"/>
                  </a:lnTo>
                  <a:lnTo>
                    <a:pt x="657433" y="438518"/>
                  </a:lnTo>
                  <a:lnTo>
                    <a:pt x="656413" y="438693"/>
                  </a:lnTo>
                  <a:lnTo>
                    <a:pt x="651306" y="438181"/>
                  </a:lnTo>
                  <a:lnTo>
                    <a:pt x="629268" y="439754"/>
                  </a:lnTo>
                  <a:lnTo>
                    <a:pt x="628835" y="446753"/>
                  </a:lnTo>
                  <a:lnTo>
                    <a:pt x="628857" y="447909"/>
                  </a:lnTo>
                  <a:lnTo>
                    <a:pt x="628956" y="453153"/>
                  </a:lnTo>
                  <a:lnTo>
                    <a:pt x="629680" y="462337"/>
                  </a:lnTo>
                  <a:lnTo>
                    <a:pt x="629775" y="463866"/>
                  </a:lnTo>
                  <a:lnTo>
                    <a:pt x="630865" y="464558"/>
                  </a:lnTo>
                  <a:lnTo>
                    <a:pt x="632489" y="465039"/>
                  </a:lnTo>
                  <a:lnTo>
                    <a:pt x="634014" y="465709"/>
                  </a:lnTo>
                  <a:lnTo>
                    <a:pt x="636123" y="465898"/>
                  </a:lnTo>
                  <a:lnTo>
                    <a:pt x="639087" y="469015"/>
                  </a:lnTo>
                  <a:lnTo>
                    <a:pt x="639982" y="469512"/>
                  </a:lnTo>
                  <a:lnTo>
                    <a:pt x="642603" y="470965"/>
                  </a:lnTo>
                  <a:lnTo>
                    <a:pt x="643522" y="471474"/>
                  </a:lnTo>
                  <a:lnTo>
                    <a:pt x="643796" y="471626"/>
                  </a:lnTo>
                  <a:lnTo>
                    <a:pt x="644425" y="471939"/>
                  </a:lnTo>
                  <a:lnTo>
                    <a:pt x="649097" y="474265"/>
                  </a:lnTo>
                  <a:lnTo>
                    <a:pt x="652232" y="475562"/>
                  </a:lnTo>
                  <a:lnTo>
                    <a:pt x="653197" y="475927"/>
                  </a:lnTo>
                  <a:lnTo>
                    <a:pt x="653787" y="476151"/>
                  </a:lnTo>
                  <a:lnTo>
                    <a:pt x="653680" y="476640"/>
                  </a:lnTo>
                  <a:lnTo>
                    <a:pt x="653132" y="477061"/>
                  </a:lnTo>
                  <a:lnTo>
                    <a:pt x="652006" y="477927"/>
                  </a:lnTo>
                  <a:lnTo>
                    <a:pt x="646713" y="477969"/>
                  </a:lnTo>
                  <a:lnTo>
                    <a:pt x="644786" y="477816"/>
                  </a:lnTo>
                  <a:lnTo>
                    <a:pt x="642469" y="477632"/>
                  </a:lnTo>
                  <a:lnTo>
                    <a:pt x="639811" y="477376"/>
                  </a:lnTo>
                  <a:lnTo>
                    <a:pt x="636726" y="477078"/>
                  </a:lnTo>
                  <a:lnTo>
                    <a:pt x="633497" y="477369"/>
                  </a:lnTo>
                  <a:lnTo>
                    <a:pt x="631454" y="478097"/>
                  </a:lnTo>
                  <a:lnTo>
                    <a:pt x="629507" y="479214"/>
                  </a:lnTo>
                  <a:lnTo>
                    <a:pt x="628978" y="479931"/>
                  </a:lnTo>
                  <a:lnTo>
                    <a:pt x="628149" y="481055"/>
                  </a:lnTo>
                  <a:lnTo>
                    <a:pt x="628432" y="482627"/>
                  </a:lnTo>
                  <a:lnTo>
                    <a:pt x="628597" y="483541"/>
                  </a:lnTo>
                  <a:lnTo>
                    <a:pt x="623327" y="485522"/>
                  </a:lnTo>
                  <a:lnTo>
                    <a:pt x="618652" y="487279"/>
                  </a:lnTo>
                  <a:lnTo>
                    <a:pt x="616756" y="486245"/>
                  </a:lnTo>
                  <a:lnTo>
                    <a:pt x="613033" y="484215"/>
                  </a:lnTo>
                  <a:lnTo>
                    <a:pt x="611496" y="484007"/>
                  </a:lnTo>
                  <a:lnTo>
                    <a:pt x="601138" y="475375"/>
                  </a:lnTo>
                  <a:lnTo>
                    <a:pt x="600394" y="474755"/>
                  </a:lnTo>
                  <a:lnTo>
                    <a:pt x="599955" y="474559"/>
                  </a:lnTo>
                  <a:lnTo>
                    <a:pt x="595555" y="472592"/>
                  </a:lnTo>
                  <a:lnTo>
                    <a:pt x="594832" y="474328"/>
                  </a:lnTo>
                  <a:lnTo>
                    <a:pt x="592278" y="480457"/>
                  </a:lnTo>
                  <a:lnTo>
                    <a:pt x="589874" y="477362"/>
                  </a:lnTo>
                  <a:lnTo>
                    <a:pt x="586083" y="472483"/>
                  </a:lnTo>
                  <a:lnTo>
                    <a:pt x="582067" y="470774"/>
                  </a:lnTo>
                  <a:lnTo>
                    <a:pt x="581398" y="469239"/>
                  </a:lnTo>
                  <a:lnTo>
                    <a:pt x="580282" y="461780"/>
                  </a:lnTo>
                  <a:lnTo>
                    <a:pt x="572025" y="460717"/>
                  </a:lnTo>
                  <a:lnTo>
                    <a:pt x="572718" y="463200"/>
                  </a:lnTo>
                  <a:lnTo>
                    <a:pt x="573830" y="464627"/>
                  </a:lnTo>
                  <a:lnTo>
                    <a:pt x="574589" y="466060"/>
                  </a:lnTo>
                  <a:lnTo>
                    <a:pt x="575568" y="470651"/>
                  </a:lnTo>
                  <a:lnTo>
                    <a:pt x="576917" y="473778"/>
                  </a:lnTo>
                  <a:lnTo>
                    <a:pt x="578418" y="476943"/>
                  </a:lnTo>
                  <a:lnTo>
                    <a:pt x="581951" y="485973"/>
                  </a:lnTo>
                  <a:lnTo>
                    <a:pt x="584004" y="489898"/>
                  </a:lnTo>
                  <a:lnTo>
                    <a:pt x="582298" y="489367"/>
                  </a:lnTo>
                  <a:lnTo>
                    <a:pt x="576082" y="488140"/>
                  </a:lnTo>
                  <a:lnTo>
                    <a:pt x="567980" y="487092"/>
                  </a:lnTo>
                  <a:lnTo>
                    <a:pt x="568456" y="488176"/>
                  </a:lnTo>
                  <a:lnTo>
                    <a:pt x="563658" y="491477"/>
                  </a:lnTo>
                  <a:lnTo>
                    <a:pt x="562439" y="492315"/>
                  </a:lnTo>
                  <a:lnTo>
                    <a:pt x="560565" y="493119"/>
                  </a:lnTo>
                  <a:lnTo>
                    <a:pt x="559541" y="493829"/>
                  </a:lnTo>
                  <a:lnTo>
                    <a:pt x="558903" y="494272"/>
                  </a:lnTo>
                  <a:lnTo>
                    <a:pt x="560446" y="497367"/>
                  </a:lnTo>
                  <a:lnTo>
                    <a:pt x="561221" y="498664"/>
                  </a:lnTo>
                  <a:lnTo>
                    <a:pt x="559502" y="499733"/>
                  </a:lnTo>
                  <a:lnTo>
                    <a:pt x="561974" y="503185"/>
                  </a:lnTo>
                  <a:lnTo>
                    <a:pt x="563162" y="506886"/>
                  </a:lnTo>
                  <a:lnTo>
                    <a:pt x="557818" y="510285"/>
                  </a:lnTo>
                  <a:lnTo>
                    <a:pt x="553127" y="513914"/>
                  </a:lnTo>
                  <a:lnTo>
                    <a:pt x="551269" y="510747"/>
                  </a:lnTo>
                  <a:lnTo>
                    <a:pt x="536166" y="518466"/>
                  </a:lnTo>
                  <a:lnTo>
                    <a:pt x="531321" y="519146"/>
                  </a:lnTo>
                  <a:lnTo>
                    <a:pt x="518783" y="517544"/>
                  </a:lnTo>
                  <a:lnTo>
                    <a:pt x="514746" y="499921"/>
                  </a:lnTo>
                  <a:lnTo>
                    <a:pt x="523627" y="497883"/>
                  </a:lnTo>
                  <a:lnTo>
                    <a:pt x="523485" y="492397"/>
                  </a:lnTo>
                  <a:lnTo>
                    <a:pt x="526002" y="491086"/>
                  </a:lnTo>
                  <a:lnTo>
                    <a:pt x="525384" y="487639"/>
                  </a:lnTo>
                  <a:lnTo>
                    <a:pt x="515316" y="491863"/>
                  </a:lnTo>
                  <a:lnTo>
                    <a:pt x="506481" y="497980"/>
                  </a:lnTo>
                  <a:lnTo>
                    <a:pt x="498787" y="498319"/>
                  </a:lnTo>
                  <a:lnTo>
                    <a:pt x="487198" y="492979"/>
                  </a:lnTo>
                  <a:lnTo>
                    <a:pt x="483939" y="494482"/>
                  </a:lnTo>
                  <a:lnTo>
                    <a:pt x="479569" y="492152"/>
                  </a:lnTo>
                  <a:lnTo>
                    <a:pt x="477652" y="488513"/>
                  </a:lnTo>
                  <a:lnTo>
                    <a:pt x="476434" y="484870"/>
                  </a:lnTo>
                  <a:lnTo>
                    <a:pt x="476244" y="481375"/>
                  </a:lnTo>
                  <a:lnTo>
                    <a:pt x="476719" y="477491"/>
                  </a:lnTo>
                  <a:lnTo>
                    <a:pt x="475769" y="475064"/>
                  </a:lnTo>
                  <a:lnTo>
                    <a:pt x="472920" y="473899"/>
                  </a:lnTo>
                  <a:lnTo>
                    <a:pt x="468937" y="474386"/>
                  </a:lnTo>
                  <a:lnTo>
                    <a:pt x="460316" y="475187"/>
                  </a:lnTo>
                  <a:lnTo>
                    <a:pt x="451126" y="463026"/>
                  </a:lnTo>
                  <a:lnTo>
                    <a:pt x="449986" y="455744"/>
                  </a:lnTo>
                  <a:lnTo>
                    <a:pt x="453406" y="448971"/>
                  </a:lnTo>
                  <a:lnTo>
                    <a:pt x="464306" y="435063"/>
                  </a:lnTo>
                  <a:lnTo>
                    <a:pt x="456113" y="427708"/>
                  </a:lnTo>
                  <a:lnTo>
                    <a:pt x="444287" y="411979"/>
                  </a:lnTo>
                  <a:lnTo>
                    <a:pt x="428115" y="402803"/>
                  </a:lnTo>
                  <a:lnTo>
                    <a:pt x="423484" y="408338"/>
                  </a:lnTo>
                  <a:lnTo>
                    <a:pt x="413011" y="400255"/>
                  </a:lnTo>
                  <a:lnTo>
                    <a:pt x="420420" y="390278"/>
                  </a:lnTo>
                  <a:lnTo>
                    <a:pt x="411541" y="383841"/>
                  </a:lnTo>
                  <a:lnTo>
                    <a:pt x="414323" y="378377"/>
                  </a:lnTo>
                  <a:lnTo>
                    <a:pt x="412676" y="377147"/>
                  </a:lnTo>
                  <a:lnTo>
                    <a:pt x="410842" y="375778"/>
                  </a:lnTo>
                  <a:lnTo>
                    <a:pt x="403421" y="370237"/>
                  </a:lnTo>
                  <a:lnTo>
                    <a:pt x="398241" y="366369"/>
                  </a:lnTo>
                  <a:lnTo>
                    <a:pt x="396783" y="365280"/>
                  </a:lnTo>
                  <a:lnTo>
                    <a:pt x="394751" y="363763"/>
                  </a:lnTo>
                  <a:lnTo>
                    <a:pt x="390297" y="361052"/>
                  </a:lnTo>
                  <a:lnTo>
                    <a:pt x="386115" y="358506"/>
                  </a:lnTo>
                  <a:lnTo>
                    <a:pt x="381751" y="355850"/>
                  </a:lnTo>
                  <a:lnTo>
                    <a:pt x="380173" y="354890"/>
                  </a:lnTo>
                  <a:lnTo>
                    <a:pt x="375244" y="351134"/>
                  </a:lnTo>
                  <a:lnTo>
                    <a:pt x="374780" y="350781"/>
                  </a:lnTo>
                  <a:lnTo>
                    <a:pt x="371236" y="348081"/>
                  </a:lnTo>
                  <a:lnTo>
                    <a:pt x="369423" y="346699"/>
                  </a:lnTo>
                  <a:lnTo>
                    <a:pt x="366192" y="344238"/>
                  </a:lnTo>
                  <a:lnTo>
                    <a:pt x="365215" y="343494"/>
                  </a:lnTo>
                  <a:lnTo>
                    <a:pt x="364843" y="343210"/>
                  </a:lnTo>
                  <a:lnTo>
                    <a:pt x="364450" y="342966"/>
                  </a:lnTo>
                  <a:lnTo>
                    <a:pt x="364098" y="342749"/>
                  </a:lnTo>
                  <a:lnTo>
                    <a:pt x="360256" y="340367"/>
                  </a:lnTo>
                  <a:lnTo>
                    <a:pt x="359874" y="340130"/>
                  </a:lnTo>
                  <a:lnTo>
                    <a:pt x="357999" y="337658"/>
                  </a:lnTo>
                  <a:lnTo>
                    <a:pt x="353699" y="331988"/>
                  </a:lnTo>
                  <a:lnTo>
                    <a:pt x="351092" y="328550"/>
                  </a:lnTo>
                  <a:lnTo>
                    <a:pt x="349434" y="326858"/>
                  </a:lnTo>
                  <a:lnTo>
                    <a:pt x="347932" y="325045"/>
                  </a:lnTo>
                  <a:lnTo>
                    <a:pt x="346716" y="323577"/>
                  </a:lnTo>
                  <a:lnTo>
                    <a:pt x="346336" y="323324"/>
                  </a:lnTo>
                  <a:lnTo>
                    <a:pt x="342708" y="320909"/>
                  </a:lnTo>
                  <a:lnTo>
                    <a:pt x="341638" y="320197"/>
                  </a:lnTo>
                  <a:lnTo>
                    <a:pt x="338192" y="317902"/>
                  </a:lnTo>
                  <a:lnTo>
                    <a:pt x="335996" y="316440"/>
                  </a:lnTo>
                  <a:lnTo>
                    <a:pt x="335329" y="315996"/>
                  </a:lnTo>
                  <a:lnTo>
                    <a:pt x="333618" y="314857"/>
                  </a:lnTo>
                  <a:lnTo>
                    <a:pt x="333328" y="315277"/>
                  </a:lnTo>
                  <a:lnTo>
                    <a:pt x="332945" y="315830"/>
                  </a:lnTo>
                  <a:lnTo>
                    <a:pt x="332283" y="315323"/>
                  </a:lnTo>
                  <a:lnTo>
                    <a:pt x="327916" y="311973"/>
                  </a:lnTo>
                  <a:lnTo>
                    <a:pt x="327825" y="311826"/>
                  </a:lnTo>
                  <a:lnTo>
                    <a:pt x="327529" y="311348"/>
                  </a:lnTo>
                  <a:lnTo>
                    <a:pt x="327319" y="311007"/>
                  </a:lnTo>
                  <a:lnTo>
                    <a:pt x="326909" y="310344"/>
                  </a:lnTo>
                  <a:lnTo>
                    <a:pt x="326415" y="309546"/>
                  </a:lnTo>
                  <a:lnTo>
                    <a:pt x="322349" y="304939"/>
                  </a:lnTo>
                  <a:lnTo>
                    <a:pt x="321811" y="304329"/>
                  </a:lnTo>
                  <a:lnTo>
                    <a:pt x="321475" y="303948"/>
                  </a:lnTo>
                  <a:lnTo>
                    <a:pt x="319670" y="301322"/>
                  </a:lnTo>
                  <a:lnTo>
                    <a:pt x="318521" y="299650"/>
                  </a:lnTo>
                  <a:lnTo>
                    <a:pt x="318265" y="299278"/>
                  </a:lnTo>
                  <a:lnTo>
                    <a:pt x="318125" y="299073"/>
                  </a:lnTo>
                  <a:lnTo>
                    <a:pt x="318000" y="298946"/>
                  </a:lnTo>
                  <a:lnTo>
                    <a:pt x="317481" y="298418"/>
                  </a:lnTo>
                  <a:lnTo>
                    <a:pt x="315250" y="296148"/>
                  </a:lnTo>
                  <a:lnTo>
                    <a:pt x="311443" y="300709"/>
                  </a:lnTo>
                  <a:lnTo>
                    <a:pt x="309952" y="303845"/>
                  </a:lnTo>
                  <a:lnTo>
                    <a:pt x="309731" y="304312"/>
                  </a:lnTo>
                  <a:lnTo>
                    <a:pt x="309357" y="305099"/>
                  </a:lnTo>
                  <a:lnTo>
                    <a:pt x="308902" y="305895"/>
                  </a:lnTo>
                  <a:lnTo>
                    <a:pt x="294909" y="311793"/>
                  </a:lnTo>
                  <a:lnTo>
                    <a:pt x="292999" y="311622"/>
                  </a:lnTo>
                  <a:lnTo>
                    <a:pt x="280742" y="310526"/>
                  </a:lnTo>
                  <a:lnTo>
                    <a:pt x="280201" y="308195"/>
                  </a:lnTo>
                  <a:lnTo>
                    <a:pt x="279669" y="306428"/>
                  </a:lnTo>
                  <a:lnTo>
                    <a:pt x="275266" y="304777"/>
                  </a:lnTo>
                  <a:lnTo>
                    <a:pt x="274520" y="304512"/>
                  </a:lnTo>
                  <a:lnTo>
                    <a:pt x="273310" y="304082"/>
                  </a:lnTo>
                  <a:lnTo>
                    <a:pt x="271004" y="303262"/>
                  </a:lnTo>
                  <a:lnTo>
                    <a:pt x="270887" y="302142"/>
                  </a:lnTo>
                  <a:lnTo>
                    <a:pt x="270849" y="301786"/>
                  </a:lnTo>
                  <a:lnTo>
                    <a:pt x="266194" y="301077"/>
                  </a:lnTo>
                  <a:lnTo>
                    <a:pt x="265820" y="301067"/>
                  </a:lnTo>
                  <a:lnTo>
                    <a:pt x="265385" y="300957"/>
                  </a:lnTo>
                  <a:lnTo>
                    <a:pt x="265440" y="297713"/>
                  </a:lnTo>
                  <a:lnTo>
                    <a:pt x="264652" y="297294"/>
                  </a:lnTo>
                  <a:lnTo>
                    <a:pt x="258540" y="294017"/>
                  </a:lnTo>
                  <a:lnTo>
                    <a:pt x="257553" y="293237"/>
                  </a:lnTo>
                  <a:lnTo>
                    <a:pt x="253422" y="290553"/>
                  </a:lnTo>
                  <a:lnTo>
                    <a:pt x="252329" y="289954"/>
                  </a:lnTo>
                  <a:lnTo>
                    <a:pt x="250499" y="288952"/>
                  </a:lnTo>
                  <a:lnTo>
                    <a:pt x="249698" y="288514"/>
                  </a:lnTo>
                  <a:lnTo>
                    <a:pt x="247385" y="286486"/>
                  </a:lnTo>
                  <a:lnTo>
                    <a:pt x="244523" y="284321"/>
                  </a:lnTo>
                  <a:lnTo>
                    <a:pt x="243771" y="283752"/>
                  </a:lnTo>
                  <a:lnTo>
                    <a:pt x="242651" y="282904"/>
                  </a:lnTo>
                  <a:lnTo>
                    <a:pt x="240923" y="281720"/>
                  </a:lnTo>
                  <a:lnTo>
                    <a:pt x="240606" y="281503"/>
                  </a:lnTo>
                  <a:lnTo>
                    <a:pt x="230941" y="274877"/>
                  </a:lnTo>
                  <a:lnTo>
                    <a:pt x="230725" y="274730"/>
                  </a:lnTo>
                  <a:lnTo>
                    <a:pt x="230151" y="274336"/>
                  </a:lnTo>
                  <a:lnTo>
                    <a:pt x="224985" y="270795"/>
                  </a:lnTo>
                  <a:lnTo>
                    <a:pt x="224432" y="270416"/>
                  </a:lnTo>
                  <a:lnTo>
                    <a:pt x="219584" y="267092"/>
                  </a:lnTo>
                  <a:lnTo>
                    <a:pt x="219232" y="266852"/>
                  </a:lnTo>
                  <a:lnTo>
                    <a:pt x="215497" y="264291"/>
                  </a:lnTo>
                  <a:lnTo>
                    <a:pt x="215351" y="264191"/>
                  </a:lnTo>
                  <a:lnTo>
                    <a:pt x="209915" y="260335"/>
                  </a:lnTo>
                  <a:lnTo>
                    <a:pt x="206766" y="258102"/>
                  </a:lnTo>
                  <a:lnTo>
                    <a:pt x="206032" y="257599"/>
                  </a:lnTo>
                  <a:lnTo>
                    <a:pt x="201799" y="254696"/>
                  </a:lnTo>
                  <a:lnTo>
                    <a:pt x="201396" y="254420"/>
                  </a:lnTo>
                  <a:lnTo>
                    <a:pt x="200039" y="253442"/>
                  </a:lnTo>
                  <a:lnTo>
                    <a:pt x="199404" y="252984"/>
                  </a:lnTo>
                  <a:lnTo>
                    <a:pt x="198841" y="252577"/>
                  </a:lnTo>
                  <a:lnTo>
                    <a:pt x="198546" y="252365"/>
                  </a:lnTo>
                  <a:lnTo>
                    <a:pt x="190844" y="246989"/>
                  </a:lnTo>
                  <a:lnTo>
                    <a:pt x="182988" y="241506"/>
                  </a:lnTo>
                  <a:lnTo>
                    <a:pt x="167761" y="230877"/>
                  </a:lnTo>
                  <a:lnTo>
                    <a:pt x="167362" y="230598"/>
                  </a:lnTo>
                  <a:lnTo>
                    <a:pt x="159504" y="225096"/>
                  </a:lnTo>
                  <a:lnTo>
                    <a:pt x="159195" y="224880"/>
                  </a:lnTo>
                  <a:lnTo>
                    <a:pt x="151848" y="219735"/>
                  </a:lnTo>
                  <a:lnTo>
                    <a:pt x="151540" y="219520"/>
                  </a:lnTo>
                  <a:lnTo>
                    <a:pt x="150347" y="218684"/>
                  </a:lnTo>
                  <a:lnTo>
                    <a:pt x="144066" y="214285"/>
                  </a:lnTo>
                  <a:lnTo>
                    <a:pt x="143640" y="213987"/>
                  </a:lnTo>
                  <a:lnTo>
                    <a:pt x="132270" y="206087"/>
                  </a:lnTo>
                  <a:lnTo>
                    <a:pt x="131863" y="205815"/>
                  </a:lnTo>
                  <a:lnTo>
                    <a:pt x="130504" y="204905"/>
                  </a:lnTo>
                  <a:lnTo>
                    <a:pt x="130138" y="204660"/>
                  </a:lnTo>
                  <a:lnTo>
                    <a:pt x="119204" y="197344"/>
                  </a:lnTo>
                  <a:lnTo>
                    <a:pt x="118702" y="197008"/>
                  </a:lnTo>
                  <a:lnTo>
                    <a:pt x="111292" y="192050"/>
                  </a:lnTo>
                  <a:lnTo>
                    <a:pt x="110606" y="191591"/>
                  </a:lnTo>
                  <a:lnTo>
                    <a:pt x="103230" y="186656"/>
                  </a:lnTo>
                  <a:lnTo>
                    <a:pt x="99466" y="184137"/>
                  </a:lnTo>
                  <a:lnTo>
                    <a:pt x="98685" y="183615"/>
                  </a:lnTo>
                  <a:lnTo>
                    <a:pt x="95974" y="181800"/>
                  </a:lnTo>
                  <a:lnTo>
                    <a:pt x="95938" y="181083"/>
                  </a:lnTo>
                  <a:lnTo>
                    <a:pt x="95845" y="179223"/>
                  </a:lnTo>
                  <a:lnTo>
                    <a:pt x="95509" y="178578"/>
                  </a:lnTo>
                  <a:lnTo>
                    <a:pt x="93585" y="177681"/>
                  </a:lnTo>
                  <a:lnTo>
                    <a:pt x="91755" y="174912"/>
                  </a:lnTo>
                  <a:lnTo>
                    <a:pt x="90509" y="173942"/>
                  </a:lnTo>
                  <a:lnTo>
                    <a:pt x="89432" y="171691"/>
                  </a:lnTo>
                  <a:lnTo>
                    <a:pt x="89137" y="171526"/>
                  </a:lnTo>
                  <a:lnTo>
                    <a:pt x="87564" y="170642"/>
                  </a:lnTo>
                  <a:lnTo>
                    <a:pt x="87334" y="170654"/>
                  </a:lnTo>
                  <a:lnTo>
                    <a:pt x="87460" y="168108"/>
                  </a:lnTo>
                  <a:lnTo>
                    <a:pt x="84735" y="166628"/>
                  </a:lnTo>
                  <a:lnTo>
                    <a:pt x="84085" y="166274"/>
                  </a:lnTo>
                  <a:lnTo>
                    <a:pt x="82784" y="165568"/>
                  </a:lnTo>
                  <a:lnTo>
                    <a:pt x="79180" y="163452"/>
                  </a:lnTo>
                  <a:lnTo>
                    <a:pt x="77523" y="162499"/>
                  </a:lnTo>
                  <a:lnTo>
                    <a:pt x="76273" y="162060"/>
                  </a:lnTo>
                  <a:lnTo>
                    <a:pt x="76059" y="161985"/>
                  </a:lnTo>
                  <a:lnTo>
                    <a:pt x="75808" y="161817"/>
                  </a:lnTo>
                  <a:lnTo>
                    <a:pt x="74998" y="161274"/>
                  </a:lnTo>
                  <a:lnTo>
                    <a:pt x="74704" y="161140"/>
                  </a:lnTo>
                  <a:lnTo>
                    <a:pt x="73454" y="160570"/>
                  </a:lnTo>
                  <a:lnTo>
                    <a:pt x="72202" y="159594"/>
                  </a:lnTo>
                  <a:lnTo>
                    <a:pt x="67975" y="156296"/>
                  </a:lnTo>
                  <a:lnTo>
                    <a:pt x="66816" y="155350"/>
                  </a:lnTo>
                  <a:lnTo>
                    <a:pt x="62913" y="152164"/>
                  </a:lnTo>
                  <a:lnTo>
                    <a:pt x="62528" y="151850"/>
                  </a:lnTo>
                  <a:lnTo>
                    <a:pt x="61849" y="151068"/>
                  </a:lnTo>
                  <a:lnTo>
                    <a:pt x="60001" y="148941"/>
                  </a:lnTo>
                  <a:lnTo>
                    <a:pt x="59094" y="147971"/>
                  </a:lnTo>
                  <a:lnTo>
                    <a:pt x="58439" y="147506"/>
                  </a:lnTo>
                  <a:lnTo>
                    <a:pt x="56443" y="144704"/>
                  </a:lnTo>
                  <a:lnTo>
                    <a:pt x="55255" y="143038"/>
                  </a:lnTo>
                  <a:lnTo>
                    <a:pt x="54542" y="142037"/>
                  </a:lnTo>
                  <a:lnTo>
                    <a:pt x="54135" y="141960"/>
                  </a:lnTo>
                  <a:lnTo>
                    <a:pt x="53425" y="141827"/>
                  </a:lnTo>
                  <a:lnTo>
                    <a:pt x="52667" y="141979"/>
                  </a:lnTo>
                  <a:lnTo>
                    <a:pt x="50300" y="142453"/>
                  </a:lnTo>
                  <a:lnTo>
                    <a:pt x="47839" y="142945"/>
                  </a:lnTo>
                  <a:lnTo>
                    <a:pt x="47512" y="142960"/>
                  </a:lnTo>
                  <a:lnTo>
                    <a:pt x="46439" y="143008"/>
                  </a:lnTo>
                  <a:lnTo>
                    <a:pt x="46248" y="144474"/>
                  </a:lnTo>
                  <a:lnTo>
                    <a:pt x="45061" y="145590"/>
                  </a:lnTo>
                  <a:lnTo>
                    <a:pt x="44393" y="146072"/>
                  </a:lnTo>
                  <a:lnTo>
                    <a:pt x="43446" y="146755"/>
                  </a:lnTo>
                  <a:lnTo>
                    <a:pt x="42021" y="147969"/>
                  </a:lnTo>
                  <a:lnTo>
                    <a:pt x="41258" y="148290"/>
                  </a:lnTo>
                  <a:lnTo>
                    <a:pt x="38554" y="149425"/>
                  </a:lnTo>
                  <a:lnTo>
                    <a:pt x="35847" y="151513"/>
                  </a:lnTo>
                  <a:lnTo>
                    <a:pt x="35224" y="152535"/>
                  </a:lnTo>
                  <a:lnTo>
                    <a:pt x="34280" y="154086"/>
                  </a:lnTo>
                  <a:lnTo>
                    <a:pt x="33965" y="155326"/>
                  </a:lnTo>
                  <a:lnTo>
                    <a:pt x="33615" y="156707"/>
                  </a:lnTo>
                  <a:lnTo>
                    <a:pt x="33738" y="157693"/>
                  </a:lnTo>
                  <a:lnTo>
                    <a:pt x="33812" y="158284"/>
                  </a:lnTo>
                  <a:lnTo>
                    <a:pt x="33852" y="158601"/>
                  </a:lnTo>
                  <a:lnTo>
                    <a:pt x="33900" y="160154"/>
                  </a:lnTo>
                  <a:lnTo>
                    <a:pt x="33014" y="161946"/>
                  </a:lnTo>
                  <a:lnTo>
                    <a:pt x="31382" y="163650"/>
                  </a:lnTo>
                  <a:lnTo>
                    <a:pt x="29910" y="163698"/>
                  </a:lnTo>
                  <a:lnTo>
                    <a:pt x="28723" y="163116"/>
                  </a:lnTo>
                  <a:lnTo>
                    <a:pt x="27393" y="161708"/>
                  </a:lnTo>
                  <a:lnTo>
                    <a:pt x="25493" y="159814"/>
                  </a:lnTo>
                  <a:lnTo>
                    <a:pt x="25063" y="159521"/>
                  </a:lnTo>
                  <a:lnTo>
                    <a:pt x="22786" y="157970"/>
                  </a:lnTo>
                  <a:lnTo>
                    <a:pt x="20838" y="157193"/>
                  </a:lnTo>
                  <a:lnTo>
                    <a:pt x="19307" y="157032"/>
                  </a:lnTo>
                  <a:lnTo>
                    <a:pt x="18986" y="156999"/>
                  </a:lnTo>
                  <a:lnTo>
                    <a:pt x="18068" y="156227"/>
                  </a:lnTo>
                  <a:lnTo>
                    <a:pt x="16421" y="154620"/>
                  </a:lnTo>
                  <a:lnTo>
                    <a:pt x="14569" y="153795"/>
                  </a:lnTo>
                  <a:lnTo>
                    <a:pt x="13540" y="154041"/>
                  </a:lnTo>
                  <a:lnTo>
                    <a:pt x="12046" y="158053"/>
                  </a:lnTo>
                  <a:lnTo>
                    <a:pt x="1398" y="159391"/>
                  </a:lnTo>
                  <a:lnTo>
                    <a:pt x="1292" y="158711"/>
                  </a:lnTo>
                  <a:lnTo>
                    <a:pt x="893" y="156148"/>
                  </a:lnTo>
                  <a:lnTo>
                    <a:pt x="893" y="155635"/>
                  </a:lnTo>
                  <a:lnTo>
                    <a:pt x="860" y="154697"/>
                  </a:lnTo>
                  <a:lnTo>
                    <a:pt x="747" y="151378"/>
                  </a:lnTo>
                  <a:lnTo>
                    <a:pt x="457" y="142896"/>
                  </a:lnTo>
                  <a:lnTo>
                    <a:pt x="400" y="141242"/>
                  </a:lnTo>
                  <a:lnTo>
                    <a:pt x="322" y="138955"/>
                  </a:lnTo>
                  <a:lnTo>
                    <a:pt x="0" y="127218"/>
                  </a:lnTo>
                  <a:lnTo>
                    <a:pt x="9098" y="125009"/>
                  </a:lnTo>
                  <a:lnTo>
                    <a:pt x="9668" y="128407"/>
                  </a:lnTo>
                  <a:lnTo>
                    <a:pt x="12803" y="132680"/>
                  </a:lnTo>
                  <a:lnTo>
                    <a:pt x="25152" y="137437"/>
                  </a:lnTo>
                  <a:lnTo>
                    <a:pt x="27906" y="136272"/>
                  </a:lnTo>
                  <a:lnTo>
                    <a:pt x="28001" y="132291"/>
                  </a:lnTo>
                  <a:lnTo>
                    <a:pt x="39685" y="114620"/>
                  </a:lnTo>
                  <a:lnTo>
                    <a:pt x="41782" y="114593"/>
                  </a:lnTo>
                  <a:lnTo>
                    <a:pt x="43237" y="114574"/>
                  </a:lnTo>
                  <a:lnTo>
                    <a:pt x="47094" y="114523"/>
                  </a:lnTo>
                  <a:lnTo>
                    <a:pt x="52368" y="111144"/>
                  </a:lnTo>
                  <a:lnTo>
                    <a:pt x="52307" y="108958"/>
                  </a:lnTo>
                  <a:lnTo>
                    <a:pt x="53444" y="107312"/>
                  </a:lnTo>
                  <a:lnTo>
                    <a:pt x="48774" y="107065"/>
                  </a:lnTo>
                  <a:lnTo>
                    <a:pt x="48037" y="104703"/>
                  </a:lnTo>
                  <a:lnTo>
                    <a:pt x="46411" y="99486"/>
                  </a:lnTo>
                  <a:lnTo>
                    <a:pt x="44506" y="98012"/>
                  </a:lnTo>
                  <a:lnTo>
                    <a:pt x="39356" y="93580"/>
                  </a:lnTo>
                  <a:lnTo>
                    <a:pt x="37089" y="92284"/>
                  </a:lnTo>
                  <a:lnTo>
                    <a:pt x="37001" y="92114"/>
                  </a:lnTo>
                  <a:lnTo>
                    <a:pt x="35095" y="88437"/>
                  </a:lnTo>
                  <a:lnTo>
                    <a:pt x="37137" y="88243"/>
                  </a:lnTo>
                  <a:lnTo>
                    <a:pt x="39159" y="88178"/>
                  </a:lnTo>
                  <a:lnTo>
                    <a:pt x="41498" y="88104"/>
                  </a:lnTo>
                  <a:lnTo>
                    <a:pt x="47189" y="91609"/>
                  </a:lnTo>
                  <a:lnTo>
                    <a:pt x="49469" y="94716"/>
                  </a:lnTo>
                  <a:lnTo>
                    <a:pt x="53174" y="86657"/>
                  </a:lnTo>
                  <a:lnTo>
                    <a:pt x="51844" y="84812"/>
                  </a:lnTo>
                  <a:lnTo>
                    <a:pt x="48234" y="79278"/>
                  </a:lnTo>
                  <a:lnTo>
                    <a:pt x="54314" y="66073"/>
                  </a:lnTo>
                  <a:lnTo>
                    <a:pt x="49508" y="62997"/>
                  </a:lnTo>
                  <a:lnTo>
                    <a:pt x="44617" y="59594"/>
                  </a:lnTo>
                  <a:lnTo>
                    <a:pt x="44450" y="59477"/>
                  </a:lnTo>
                  <a:lnTo>
                    <a:pt x="39400" y="48014"/>
                  </a:lnTo>
                  <a:lnTo>
                    <a:pt x="40065" y="41120"/>
                  </a:lnTo>
                  <a:lnTo>
                    <a:pt x="46525" y="35683"/>
                  </a:lnTo>
                  <a:lnTo>
                    <a:pt x="59516" y="28778"/>
                  </a:lnTo>
                  <a:lnTo>
                    <a:pt x="57224" y="22905"/>
                  </a:lnTo>
                  <a:lnTo>
                    <a:pt x="55297" y="17971"/>
                  </a:lnTo>
                  <a:lnTo>
                    <a:pt x="54552" y="14838"/>
                  </a:lnTo>
                  <a:lnTo>
                    <a:pt x="52927" y="12740"/>
                  </a:lnTo>
                  <a:lnTo>
                    <a:pt x="51844" y="9915"/>
                  </a:lnTo>
                  <a:lnTo>
                    <a:pt x="54070" y="8335"/>
                  </a:lnTo>
                  <a:lnTo>
                    <a:pt x="54960" y="7703"/>
                  </a:lnTo>
                  <a:lnTo>
                    <a:pt x="55578" y="7264"/>
                  </a:lnTo>
                  <a:lnTo>
                    <a:pt x="60717" y="15712"/>
                  </a:lnTo>
                  <a:lnTo>
                    <a:pt x="66681" y="15882"/>
                  </a:lnTo>
                  <a:lnTo>
                    <a:pt x="73312" y="17521"/>
                  </a:lnTo>
                  <a:lnTo>
                    <a:pt x="76227" y="18241"/>
                  </a:lnTo>
                  <a:lnTo>
                    <a:pt x="83342" y="21796"/>
                  </a:lnTo>
                  <a:lnTo>
                    <a:pt x="85375" y="15099"/>
                  </a:lnTo>
                  <a:lnTo>
                    <a:pt x="87232" y="15583"/>
                  </a:lnTo>
                  <a:lnTo>
                    <a:pt x="87546" y="15664"/>
                  </a:lnTo>
                  <a:lnTo>
                    <a:pt x="99909" y="18885"/>
                  </a:lnTo>
                  <a:lnTo>
                    <a:pt x="115635" y="17064"/>
                  </a:lnTo>
                  <a:lnTo>
                    <a:pt x="117032" y="21007"/>
                  </a:lnTo>
                  <a:lnTo>
                    <a:pt x="118242" y="24420"/>
                  </a:lnTo>
                  <a:lnTo>
                    <a:pt x="132871" y="20051"/>
                  </a:lnTo>
                  <a:lnTo>
                    <a:pt x="134610" y="20614"/>
                  </a:lnTo>
                  <a:lnTo>
                    <a:pt x="136765" y="21313"/>
                  </a:lnTo>
                  <a:lnTo>
                    <a:pt x="143183" y="12561"/>
                  </a:lnTo>
                  <a:lnTo>
                    <a:pt x="143477" y="12494"/>
                  </a:lnTo>
                  <a:lnTo>
                    <a:pt x="147728" y="11305"/>
                  </a:lnTo>
                  <a:lnTo>
                    <a:pt x="150710" y="9819"/>
                  </a:lnTo>
                  <a:lnTo>
                    <a:pt x="156282" y="6238"/>
                  </a:lnTo>
                  <a:lnTo>
                    <a:pt x="157679" y="4740"/>
                  </a:lnTo>
                  <a:lnTo>
                    <a:pt x="159390" y="2903"/>
                  </a:lnTo>
                  <a:lnTo>
                    <a:pt x="162949" y="388"/>
                  </a:lnTo>
                  <a:lnTo>
                    <a:pt x="165371" y="0"/>
                  </a:lnTo>
                  <a:lnTo>
                    <a:pt x="166439" y="1387"/>
                  </a:lnTo>
                  <a:lnTo>
                    <a:pt x="166751" y="1602"/>
                  </a:lnTo>
                  <a:lnTo>
                    <a:pt x="171074" y="45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13362" y="3710862"/>
              <a:ext cx="161666" cy="153558"/>
            </a:xfrm>
            <a:custGeom>
              <a:avLst/>
              <a:pathLst>
                <a:path w="161666" h="153558">
                  <a:moveTo>
                    <a:pt x="54171" y="16645"/>
                  </a:moveTo>
                  <a:lnTo>
                    <a:pt x="56575" y="19739"/>
                  </a:lnTo>
                  <a:lnTo>
                    <a:pt x="59128" y="13610"/>
                  </a:lnTo>
                  <a:lnTo>
                    <a:pt x="59852" y="11875"/>
                  </a:lnTo>
                  <a:lnTo>
                    <a:pt x="64252" y="13842"/>
                  </a:lnTo>
                  <a:lnTo>
                    <a:pt x="64691" y="14038"/>
                  </a:lnTo>
                  <a:lnTo>
                    <a:pt x="65435" y="14658"/>
                  </a:lnTo>
                  <a:lnTo>
                    <a:pt x="75807" y="23292"/>
                  </a:lnTo>
                  <a:lnTo>
                    <a:pt x="77329" y="23498"/>
                  </a:lnTo>
                  <a:lnTo>
                    <a:pt x="81053" y="25528"/>
                  </a:lnTo>
                  <a:lnTo>
                    <a:pt x="82949" y="26561"/>
                  </a:lnTo>
                  <a:lnTo>
                    <a:pt x="87623" y="24804"/>
                  </a:lnTo>
                  <a:lnTo>
                    <a:pt x="92893" y="22823"/>
                  </a:lnTo>
                  <a:lnTo>
                    <a:pt x="93755" y="24424"/>
                  </a:lnTo>
                  <a:lnTo>
                    <a:pt x="94431" y="25679"/>
                  </a:lnTo>
                  <a:lnTo>
                    <a:pt x="94654" y="26093"/>
                  </a:lnTo>
                  <a:lnTo>
                    <a:pt x="96730" y="28380"/>
                  </a:lnTo>
                  <a:lnTo>
                    <a:pt x="97219" y="28918"/>
                  </a:lnTo>
                  <a:lnTo>
                    <a:pt x="101208" y="31336"/>
                  </a:lnTo>
                  <a:lnTo>
                    <a:pt x="103887" y="34365"/>
                  </a:lnTo>
                  <a:lnTo>
                    <a:pt x="107746" y="39341"/>
                  </a:lnTo>
                  <a:lnTo>
                    <a:pt x="109822" y="45022"/>
                  </a:lnTo>
                  <a:lnTo>
                    <a:pt x="110441" y="46716"/>
                  </a:lnTo>
                  <a:lnTo>
                    <a:pt x="113513" y="49491"/>
                  </a:lnTo>
                  <a:lnTo>
                    <a:pt x="115746" y="50640"/>
                  </a:lnTo>
                  <a:lnTo>
                    <a:pt x="119250" y="52443"/>
                  </a:lnTo>
                  <a:lnTo>
                    <a:pt x="119535" y="52762"/>
                  </a:lnTo>
                  <a:lnTo>
                    <a:pt x="120808" y="54191"/>
                  </a:lnTo>
                  <a:lnTo>
                    <a:pt x="122138" y="57181"/>
                  </a:lnTo>
                  <a:lnTo>
                    <a:pt x="122715" y="57762"/>
                  </a:lnTo>
                  <a:lnTo>
                    <a:pt x="124570" y="59628"/>
                  </a:lnTo>
                  <a:lnTo>
                    <a:pt x="126392" y="60849"/>
                  </a:lnTo>
                  <a:lnTo>
                    <a:pt x="133499" y="65609"/>
                  </a:lnTo>
                  <a:lnTo>
                    <a:pt x="133879" y="66090"/>
                  </a:lnTo>
                  <a:lnTo>
                    <a:pt x="134928" y="67418"/>
                  </a:lnTo>
                  <a:lnTo>
                    <a:pt x="135094" y="67629"/>
                  </a:lnTo>
                  <a:lnTo>
                    <a:pt x="136341" y="67418"/>
                  </a:lnTo>
                  <a:lnTo>
                    <a:pt x="139920" y="66813"/>
                  </a:lnTo>
                  <a:lnTo>
                    <a:pt x="140215" y="67418"/>
                  </a:lnTo>
                  <a:lnTo>
                    <a:pt x="140789" y="68595"/>
                  </a:lnTo>
                  <a:lnTo>
                    <a:pt x="141554" y="70163"/>
                  </a:lnTo>
                  <a:lnTo>
                    <a:pt x="141502" y="70683"/>
                  </a:lnTo>
                  <a:lnTo>
                    <a:pt x="141195" y="73773"/>
                  </a:lnTo>
                  <a:lnTo>
                    <a:pt x="140604" y="79726"/>
                  </a:lnTo>
                  <a:lnTo>
                    <a:pt x="140687" y="79987"/>
                  </a:lnTo>
                  <a:lnTo>
                    <a:pt x="141212" y="81639"/>
                  </a:lnTo>
                  <a:lnTo>
                    <a:pt x="146712" y="86212"/>
                  </a:lnTo>
                  <a:lnTo>
                    <a:pt x="154491" y="91339"/>
                  </a:lnTo>
                  <a:lnTo>
                    <a:pt x="155805" y="92409"/>
                  </a:lnTo>
                  <a:lnTo>
                    <a:pt x="158322" y="90067"/>
                  </a:lnTo>
                  <a:lnTo>
                    <a:pt x="161438" y="94494"/>
                  </a:lnTo>
                  <a:lnTo>
                    <a:pt x="161666" y="99388"/>
                  </a:lnTo>
                  <a:lnTo>
                    <a:pt x="160830" y="103815"/>
                  </a:lnTo>
                  <a:lnTo>
                    <a:pt x="158701" y="104357"/>
                  </a:lnTo>
                  <a:lnTo>
                    <a:pt x="157339" y="103772"/>
                  </a:lnTo>
                  <a:lnTo>
                    <a:pt x="149690" y="106892"/>
                  </a:lnTo>
                  <a:lnTo>
                    <a:pt x="145698" y="108186"/>
                  </a:lnTo>
                  <a:lnTo>
                    <a:pt x="143123" y="109020"/>
                  </a:lnTo>
                  <a:lnTo>
                    <a:pt x="135562" y="99738"/>
                  </a:lnTo>
                  <a:lnTo>
                    <a:pt x="132599" y="100942"/>
                  </a:lnTo>
                  <a:lnTo>
                    <a:pt x="135144" y="106379"/>
                  </a:lnTo>
                  <a:lnTo>
                    <a:pt x="129363" y="108901"/>
                  </a:lnTo>
                  <a:lnTo>
                    <a:pt x="128559" y="109252"/>
                  </a:lnTo>
                  <a:lnTo>
                    <a:pt x="122416" y="111933"/>
                  </a:lnTo>
                  <a:lnTo>
                    <a:pt x="122872" y="116399"/>
                  </a:lnTo>
                  <a:lnTo>
                    <a:pt x="133055" y="130730"/>
                  </a:lnTo>
                  <a:lnTo>
                    <a:pt x="124465" y="132065"/>
                  </a:lnTo>
                  <a:lnTo>
                    <a:pt x="124047" y="134123"/>
                  </a:lnTo>
                  <a:lnTo>
                    <a:pt x="126459" y="135021"/>
                  </a:lnTo>
                  <a:lnTo>
                    <a:pt x="127617" y="135453"/>
                  </a:lnTo>
                  <a:lnTo>
                    <a:pt x="128948" y="135948"/>
                  </a:lnTo>
                  <a:lnTo>
                    <a:pt x="131000" y="139754"/>
                  </a:lnTo>
                  <a:lnTo>
                    <a:pt x="119905" y="144920"/>
                  </a:lnTo>
                  <a:lnTo>
                    <a:pt x="116904" y="138785"/>
                  </a:lnTo>
                  <a:lnTo>
                    <a:pt x="114553" y="140606"/>
                  </a:lnTo>
                  <a:lnTo>
                    <a:pt x="113128" y="142912"/>
                  </a:lnTo>
                  <a:lnTo>
                    <a:pt x="112843" y="144587"/>
                  </a:lnTo>
                  <a:lnTo>
                    <a:pt x="113460" y="146383"/>
                  </a:lnTo>
                  <a:lnTo>
                    <a:pt x="115859" y="149587"/>
                  </a:lnTo>
                  <a:lnTo>
                    <a:pt x="108948" y="152767"/>
                  </a:lnTo>
                  <a:lnTo>
                    <a:pt x="98333" y="152209"/>
                  </a:lnTo>
                  <a:lnTo>
                    <a:pt x="98137" y="141725"/>
                  </a:lnTo>
                  <a:lnTo>
                    <a:pt x="93091" y="142331"/>
                  </a:lnTo>
                  <a:lnTo>
                    <a:pt x="93625" y="153558"/>
                  </a:lnTo>
                  <a:lnTo>
                    <a:pt x="90286" y="153046"/>
                  </a:lnTo>
                  <a:lnTo>
                    <a:pt x="65271" y="149213"/>
                  </a:lnTo>
                  <a:lnTo>
                    <a:pt x="54584" y="151592"/>
                  </a:lnTo>
                  <a:lnTo>
                    <a:pt x="53850" y="149045"/>
                  </a:lnTo>
                  <a:lnTo>
                    <a:pt x="50262" y="136591"/>
                  </a:lnTo>
                  <a:lnTo>
                    <a:pt x="48505" y="136397"/>
                  </a:lnTo>
                  <a:lnTo>
                    <a:pt x="46320" y="144892"/>
                  </a:lnTo>
                  <a:lnTo>
                    <a:pt x="44550" y="144818"/>
                  </a:lnTo>
                  <a:lnTo>
                    <a:pt x="0" y="134526"/>
                  </a:lnTo>
                  <a:lnTo>
                    <a:pt x="3657" y="129768"/>
                  </a:lnTo>
                  <a:lnTo>
                    <a:pt x="10353" y="126176"/>
                  </a:lnTo>
                  <a:lnTo>
                    <a:pt x="12348" y="116564"/>
                  </a:lnTo>
                  <a:lnTo>
                    <a:pt x="15958" y="116952"/>
                  </a:lnTo>
                  <a:lnTo>
                    <a:pt x="18808" y="106612"/>
                  </a:lnTo>
                  <a:lnTo>
                    <a:pt x="21277" y="87484"/>
                  </a:lnTo>
                  <a:lnTo>
                    <a:pt x="39990" y="91659"/>
                  </a:lnTo>
                  <a:lnTo>
                    <a:pt x="17424" y="53197"/>
                  </a:lnTo>
                  <a:lnTo>
                    <a:pt x="22115" y="49567"/>
                  </a:lnTo>
                  <a:lnTo>
                    <a:pt x="27458" y="46169"/>
                  </a:lnTo>
                  <a:lnTo>
                    <a:pt x="26271" y="42467"/>
                  </a:lnTo>
                  <a:lnTo>
                    <a:pt x="23799" y="39015"/>
                  </a:lnTo>
                  <a:lnTo>
                    <a:pt x="25517" y="37946"/>
                  </a:lnTo>
                  <a:lnTo>
                    <a:pt x="24743" y="36649"/>
                  </a:lnTo>
                  <a:lnTo>
                    <a:pt x="23200" y="33554"/>
                  </a:lnTo>
                  <a:lnTo>
                    <a:pt x="23838" y="33112"/>
                  </a:lnTo>
                  <a:lnTo>
                    <a:pt x="24862" y="32401"/>
                  </a:lnTo>
                  <a:lnTo>
                    <a:pt x="26735" y="31598"/>
                  </a:lnTo>
                  <a:lnTo>
                    <a:pt x="27955" y="30759"/>
                  </a:lnTo>
                  <a:lnTo>
                    <a:pt x="32753" y="27458"/>
                  </a:lnTo>
                  <a:lnTo>
                    <a:pt x="32277" y="26375"/>
                  </a:lnTo>
                  <a:lnTo>
                    <a:pt x="40379" y="27422"/>
                  </a:lnTo>
                  <a:lnTo>
                    <a:pt x="46594" y="28650"/>
                  </a:lnTo>
                  <a:lnTo>
                    <a:pt x="48301" y="29181"/>
                  </a:lnTo>
                  <a:lnTo>
                    <a:pt x="46248" y="25255"/>
                  </a:lnTo>
                  <a:lnTo>
                    <a:pt x="42714" y="16226"/>
                  </a:lnTo>
                  <a:lnTo>
                    <a:pt x="41214" y="13060"/>
                  </a:lnTo>
                  <a:lnTo>
                    <a:pt x="39865" y="9934"/>
                  </a:lnTo>
                  <a:lnTo>
                    <a:pt x="38886" y="5343"/>
                  </a:lnTo>
                  <a:lnTo>
                    <a:pt x="38126" y="3909"/>
                  </a:lnTo>
                  <a:lnTo>
                    <a:pt x="37015" y="2483"/>
                  </a:lnTo>
                  <a:lnTo>
                    <a:pt x="36322" y="0"/>
                  </a:lnTo>
                  <a:lnTo>
                    <a:pt x="44578" y="1062"/>
                  </a:lnTo>
                  <a:lnTo>
                    <a:pt x="45695" y="8522"/>
                  </a:lnTo>
                  <a:lnTo>
                    <a:pt x="46364" y="10056"/>
                  </a:lnTo>
                  <a:lnTo>
                    <a:pt x="50380" y="11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17658" y="3537948"/>
              <a:ext cx="175005" cy="230676"/>
            </a:xfrm>
            <a:custGeom>
              <a:avLst/>
              <a:pathLst>
                <a:path w="175005" h="230676">
                  <a:moveTo>
                    <a:pt x="119374" y="19661"/>
                  </a:moveTo>
                  <a:lnTo>
                    <a:pt x="121511" y="20146"/>
                  </a:lnTo>
                  <a:lnTo>
                    <a:pt x="125785" y="20146"/>
                  </a:lnTo>
                  <a:lnTo>
                    <a:pt x="130535" y="20146"/>
                  </a:lnTo>
                  <a:lnTo>
                    <a:pt x="132910" y="21603"/>
                  </a:lnTo>
                  <a:lnTo>
                    <a:pt x="138372" y="26943"/>
                  </a:lnTo>
                  <a:lnTo>
                    <a:pt x="142646" y="35196"/>
                  </a:lnTo>
                  <a:lnTo>
                    <a:pt x="144546" y="42478"/>
                  </a:lnTo>
                  <a:lnTo>
                    <a:pt x="145971" y="51702"/>
                  </a:lnTo>
                  <a:lnTo>
                    <a:pt x="146683" y="59227"/>
                  </a:lnTo>
                  <a:lnTo>
                    <a:pt x="145733" y="66994"/>
                  </a:lnTo>
                  <a:lnTo>
                    <a:pt x="144071" y="75005"/>
                  </a:lnTo>
                  <a:lnTo>
                    <a:pt x="142646" y="81073"/>
                  </a:lnTo>
                  <a:lnTo>
                    <a:pt x="138519" y="98370"/>
                  </a:lnTo>
                  <a:lnTo>
                    <a:pt x="156359" y="120716"/>
                  </a:lnTo>
                  <a:lnTo>
                    <a:pt x="156895" y="126464"/>
                  </a:lnTo>
                  <a:lnTo>
                    <a:pt x="157626" y="130351"/>
                  </a:lnTo>
                  <a:lnTo>
                    <a:pt x="158794" y="136902"/>
                  </a:lnTo>
                  <a:lnTo>
                    <a:pt x="159536" y="139067"/>
                  </a:lnTo>
                  <a:lnTo>
                    <a:pt x="154520" y="142485"/>
                  </a:lnTo>
                  <a:lnTo>
                    <a:pt x="158794" y="148310"/>
                  </a:lnTo>
                  <a:lnTo>
                    <a:pt x="162832" y="150738"/>
                  </a:lnTo>
                  <a:lnTo>
                    <a:pt x="174398" y="151091"/>
                  </a:lnTo>
                  <a:lnTo>
                    <a:pt x="175005" y="156670"/>
                  </a:lnTo>
                  <a:lnTo>
                    <a:pt x="170641" y="157696"/>
                  </a:lnTo>
                  <a:lnTo>
                    <a:pt x="170527" y="162054"/>
                  </a:lnTo>
                  <a:lnTo>
                    <a:pt x="169892" y="164153"/>
                  </a:lnTo>
                  <a:lnTo>
                    <a:pt x="168658" y="165609"/>
                  </a:lnTo>
                  <a:lnTo>
                    <a:pt x="167138" y="166677"/>
                  </a:lnTo>
                  <a:lnTo>
                    <a:pt x="163433" y="167648"/>
                  </a:lnTo>
                  <a:lnTo>
                    <a:pt x="158830" y="168361"/>
                  </a:lnTo>
                  <a:lnTo>
                    <a:pt x="159671" y="174462"/>
                  </a:lnTo>
                  <a:lnTo>
                    <a:pt x="155875" y="174998"/>
                  </a:lnTo>
                  <a:lnTo>
                    <a:pt x="155015" y="175134"/>
                  </a:lnTo>
                  <a:lnTo>
                    <a:pt x="154187" y="172876"/>
                  </a:lnTo>
                  <a:lnTo>
                    <a:pt x="145676" y="176604"/>
                  </a:lnTo>
                  <a:lnTo>
                    <a:pt x="151147" y="186236"/>
                  </a:lnTo>
                  <a:lnTo>
                    <a:pt x="153959" y="190430"/>
                  </a:lnTo>
                  <a:lnTo>
                    <a:pt x="156354" y="195534"/>
                  </a:lnTo>
                  <a:lnTo>
                    <a:pt x="152971" y="197499"/>
                  </a:lnTo>
                  <a:lnTo>
                    <a:pt x="153868" y="201101"/>
                  </a:lnTo>
                  <a:lnTo>
                    <a:pt x="154035" y="205732"/>
                  </a:lnTo>
                  <a:lnTo>
                    <a:pt x="153503" y="207519"/>
                  </a:lnTo>
                  <a:lnTo>
                    <a:pt x="152059" y="209538"/>
                  </a:lnTo>
                  <a:lnTo>
                    <a:pt x="147880" y="209305"/>
                  </a:lnTo>
                  <a:lnTo>
                    <a:pt x="141761" y="208363"/>
                  </a:lnTo>
                  <a:lnTo>
                    <a:pt x="137429" y="209448"/>
                  </a:lnTo>
                  <a:lnTo>
                    <a:pt x="135113" y="211325"/>
                  </a:lnTo>
                  <a:lnTo>
                    <a:pt x="132833" y="213267"/>
                  </a:lnTo>
                  <a:lnTo>
                    <a:pt x="127642" y="218967"/>
                  </a:lnTo>
                  <a:lnTo>
                    <a:pt x="127990" y="222252"/>
                  </a:lnTo>
                  <a:lnTo>
                    <a:pt x="125555" y="230262"/>
                  </a:lnTo>
                  <a:lnTo>
                    <a:pt x="118419" y="230676"/>
                  </a:lnTo>
                  <a:lnTo>
                    <a:pt x="117842" y="230095"/>
                  </a:lnTo>
                  <a:lnTo>
                    <a:pt x="116512" y="227104"/>
                  </a:lnTo>
                  <a:lnTo>
                    <a:pt x="115239" y="225676"/>
                  </a:lnTo>
                  <a:lnTo>
                    <a:pt x="114955" y="225357"/>
                  </a:lnTo>
                  <a:lnTo>
                    <a:pt x="111450" y="223554"/>
                  </a:lnTo>
                  <a:lnTo>
                    <a:pt x="109217" y="222405"/>
                  </a:lnTo>
                  <a:lnTo>
                    <a:pt x="106146" y="219629"/>
                  </a:lnTo>
                  <a:lnTo>
                    <a:pt x="105527" y="217936"/>
                  </a:lnTo>
                  <a:lnTo>
                    <a:pt x="103410" y="212143"/>
                  </a:lnTo>
                  <a:lnTo>
                    <a:pt x="99591" y="207279"/>
                  </a:lnTo>
                  <a:lnTo>
                    <a:pt x="96913" y="204250"/>
                  </a:lnTo>
                  <a:lnTo>
                    <a:pt x="92923" y="201832"/>
                  </a:lnTo>
                  <a:lnTo>
                    <a:pt x="92434" y="201294"/>
                  </a:lnTo>
                  <a:lnTo>
                    <a:pt x="90358" y="199007"/>
                  </a:lnTo>
                  <a:lnTo>
                    <a:pt x="90135" y="198592"/>
                  </a:lnTo>
                  <a:lnTo>
                    <a:pt x="89444" y="197308"/>
                  </a:lnTo>
                  <a:lnTo>
                    <a:pt x="88598" y="195737"/>
                  </a:lnTo>
                  <a:lnTo>
                    <a:pt x="88433" y="194823"/>
                  </a:lnTo>
                  <a:lnTo>
                    <a:pt x="88150" y="193251"/>
                  </a:lnTo>
                  <a:lnTo>
                    <a:pt x="88979" y="192127"/>
                  </a:lnTo>
                  <a:lnTo>
                    <a:pt x="89508" y="191410"/>
                  </a:lnTo>
                  <a:lnTo>
                    <a:pt x="91455" y="190293"/>
                  </a:lnTo>
                  <a:lnTo>
                    <a:pt x="93498" y="189565"/>
                  </a:lnTo>
                  <a:lnTo>
                    <a:pt x="96727" y="189274"/>
                  </a:lnTo>
                  <a:lnTo>
                    <a:pt x="99812" y="189572"/>
                  </a:lnTo>
                  <a:lnTo>
                    <a:pt x="102470" y="189828"/>
                  </a:lnTo>
                  <a:lnTo>
                    <a:pt x="104787" y="190012"/>
                  </a:lnTo>
                  <a:lnTo>
                    <a:pt x="106714" y="190165"/>
                  </a:lnTo>
                  <a:lnTo>
                    <a:pt x="112007" y="190123"/>
                  </a:lnTo>
                  <a:lnTo>
                    <a:pt x="113133" y="189258"/>
                  </a:lnTo>
                  <a:lnTo>
                    <a:pt x="113681" y="188836"/>
                  </a:lnTo>
                  <a:lnTo>
                    <a:pt x="113788" y="188347"/>
                  </a:lnTo>
                  <a:lnTo>
                    <a:pt x="113198" y="188123"/>
                  </a:lnTo>
                  <a:lnTo>
                    <a:pt x="112233" y="187758"/>
                  </a:lnTo>
                  <a:lnTo>
                    <a:pt x="109099" y="186462"/>
                  </a:lnTo>
                  <a:lnTo>
                    <a:pt x="104427" y="184135"/>
                  </a:lnTo>
                  <a:lnTo>
                    <a:pt x="103797" y="183822"/>
                  </a:lnTo>
                  <a:lnTo>
                    <a:pt x="103523" y="183670"/>
                  </a:lnTo>
                  <a:lnTo>
                    <a:pt x="102604" y="183161"/>
                  </a:lnTo>
                  <a:lnTo>
                    <a:pt x="99984" y="181708"/>
                  </a:lnTo>
                  <a:lnTo>
                    <a:pt x="99088" y="181211"/>
                  </a:lnTo>
                  <a:lnTo>
                    <a:pt x="96124" y="178094"/>
                  </a:lnTo>
                  <a:lnTo>
                    <a:pt x="94015" y="177905"/>
                  </a:lnTo>
                  <a:lnTo>
                    <a:pt x="92491" y="177235"/>
                  </a:lnTo>
                  <a:lnTo>
                    <a:pt x="90866" y="176755"/>
                  </a:lnTo>
                  <a:lnTo>
                    <a:pt x="89776" y="176055"/>
                  </a:lnTo>
                  <a:lnTo>
                    <a:pt x="89681" y="174534"/>
                  </a:lnTo>
                  <a:lnTo>
                    <a:pt x="88958" y="165349"/>
                  </a:lnTo>
                  <a:lnTo>
                    <a:pt x="88858" y="160105"/>
                  </a:lnTo>
                  <a:lnTo>
                    <a:pt x="88836" y="158949"/>
                  </a:lnTo>
                  <a:lnTo>
                    <a:pt x="89269" y="151950"/>
                  </a:lnTo>
                  <a:lnTo>
                    <a:pt x="111307" y="150377"/>
                  </a:lnTo>
                  <a:lnTo>
                    <a:pt x="116414" y="150889"/>
                  </a:lnTo>
                  <a:lnTo>
                    <a:pt x="117443" y="150707"/>
                  </a:lnTo>
                  <a:lnTo>
                    <a:pt x="119996" y="148708"/>
                  </a:lnTo>
                  <a:lnTo>
                    <a:pt x="121313" y="147677"/>
                  </a:lnTo>
                  <a:lnTo>
                    <a:pt x="118858" y="145498"/>
                  </a:lnTo>
                  <a:lnTo>
                    <a:pt x="118495" y="145252"/>
                  </a:lnTo>
                  <a:lnTo>
                    <a:pt x="117718" y="144725"/>
                  </a:lnTo>
                  <a:lnTo>
                    <a:pt x="114030" y="142520"/>
                  </a:lnTo>
                  <a:lnTo>
                    <a:pt x="108724" y="140916"/>
                  </a:lnTo>
                  <a:lnTo>
                    <a:pt x="100469" y="139727"/>
                  </a:lnTo>
                  <a:lnTo>
                    <a:pt x="94879" y="138921"/>
                  </a:lnTo>
                  <a:lnTo>
                    <a:pt x="86018" y="139112"/>
                  </a:lnTo>
                  <a:lnTo>
                    <a:pt x="82968" y="139702"/>
                  </a:lnTo>
                  <a:lnTo>
                    <a:pt x="82839" y="139727"/>
                  </a:lnTo>
                  <a:lnTo>
                    <a:pt x="77127" y="140831"/>
                  </a:lnTo>
                  <a:lnTo>
                    <a:pt x="70487" y="142462"/>
                  </a:lnTo>
                  <a:lnTo>
                    <a:pt x="66250" y="142950"/>
                  </a:lnTo>
                  <a:lnTo>
                    <a:pt x="61600" y="143485"/>
                  </a:lnTo>
                  <a:lnTo>
                    <a:pt x="60496" y="143386"/>
                  </a:lnTo>
                  <a:lnTo>
                    <a:pt x="52443" y="142664"/>
                  </a:lnTo>
                  <a:lnTo>
                    <a:pt x="44020" y="141146"/>
                  </a:lnTo>
                  <a:lnTo>
                    <a:pt x="42014" y="140608"/>
                  </a:lnTo>
                  <a:lnTo>
                    <a:pt x="40474" y="140195"/>
                  </a:lnTo>
                  <a:lnTo>
                    <a:pt x="33591" y="137304"/>
                  </a:lnTo>
                  <a:lnTo>
                    <a:pt x="32508" y="134310"/>
                  </a:lnTo>
                  <a:lnTo>
                    <a:pt x="32030" y="132800"/>
                  </a:lnTo>
                  <a:lnTo>
                    <a:pt x="31330" y="130582"/>
                  </a:lnTo>
                  <a:lnTo>
                    <a:pt x="30606" y="128959"/>
                  </a:lnTo>
                  <a:lnTo>
                    <a:pt x="29574" y="126643"/>
                  </a:lnTo>
                  <a:lnTo>
                    <a:pt x="28928" y="125803"/>
                  </a:lnTo>
                  <a:lnTo>
                    <a:pt x="28790" y="125624"/>
                  </a:lnTo>
                  <a:lnTo>
                    <a:pt x="28007" y="124896"/>
                  </a:lnTo>
                  <a:lnTo>
                    <a:pt x="26390" y="123825"/>
                  </a:lnTo>
                  <a:lnTo>
                    <a:pt x="25488" y="121398"/>
                  </a:lnTo>
                  <a:lnTo>
                    <a:pt x="25363" y="115747"/>
                  </a:lnTo>
                  <a:lnTo>
                    <a:pt x="24989" y="113194"/>
                  </a:lnTo>
                  <a:lnTo>
                    <a:pt x="24082" y="111082"/>
                  </a:lnTo>
                  <a:lnTo>
                    <a:pt x="23113" y="107630"/>
                  </a:lnTo>
                  <a:lnTo>
                    <a:pt x="23370" y="104222"/>
                  </a:lnTo>
                  <a:lnTo>
                    <a:pt x="25758" y="92886"/>
                  </a:lnTo>
                  <a:lnTo>
                    <a:pt x="21939" y="93072"/>
                  </a:lnTo>
                  <a:lnTo>
                    <a:pt x="15204" y="94420"/>
                  </a:lnTo>
                  <a:lnTo>
                    <a:pt x="13860" y="94689"/>
                  </a:lnTo>
                  <a:lnTo>
                    <a:pt x="12731" y="93687"/>
                  </a:lnTo>
                  <a:lnTo>
                    <a:pt x="11676" y="93001"/>
                  </a:lnTo>
                  <a:lnTo>
                    <a:pt x="8251" y="90160"/>
                  </a:lnTo>
                  <a:lnTo>
                    <a:pt x="6493" y="88703"/>
                  </a:lnTo>
                  <a:lnTo>
                    <a:pt x="4374" y="85730"/>
                  </a:lnTo>
                  <a:lnTo>
                    <a:pt x="1804" y="79262"/>
                  </a:lnTo>
                  <a:lnTo>
                    <a:pt x="296" y="76628"/>
                  </a:lnTo>
                  <a:lnTo>
                    <a:pt x="121" y="75633"/>
                  </a:lnTo>
                  <a:lnTo>
                    <a:pt x="0" y="74941"/>
                  </a:lnTo>
                  <a:lnTo>
                    <a:pt x="802" y="73509"/>
                  </a:lnTo>
                  <a:lnTo>
                    <a:pt x="1258" y="72696"/>
                  </a:lnTo>
                  <a:lnTo>
                    <a:pt x="8426" y="64115"/>
                  </a:lnTo>
                  <a:lnTo>
                    <a:pt x="9169" y="63226"/>
                  </a:lnTo>
                  <a:lnTo>
                    <a:pt x="9944" y="62134"/>
                  </a:lnTo>
                  <a:lnTo>
                    <a:pt x="11319" y="60196"/>
                  </a:lnTo>
                  <a:lnTo>
                    <a:pt x="11529" y="57885"/>
                  </a:lnTo>
                  <a:lnTo>
                    <a:pt x="12076" y="51861"/>
                  </a:lnTo>
                  <a:lnTo>
                    <a:pt x="12118" y="51405"/>
                  </a:lnTo>
                  <a:lnTo>
                    <a:pt x="15871" y="50873"/>
                  </a:lnTo>
                  <a:lnTo>
                    <a:pt x="15437" y="48701"/>
                  </a:lnTo>
                  <a:lnTo>
                    <a:pt x="15054" y="46784"/>
                  </a:lnTo>
                  <a:lnTo>
                    <a:pt x="12091" y="46347"/>
                  </a:lnTo>
                  <a:lnTo>
                    <a:pt x="8296" y="44278"/>
                  </a:lnTo>
                  <a:lnTo>
                    <a:pt x="10763" y="37626"/>
                  </a:lnTo>
                  <a:lnTo>
                    <a:pt x="13644" y="38619"/>
                  </a:lnTo>
                  <a:lnTo>
                    <a:pt x="16608" y="39640"/>
                  </a:lnTo>
                  <a:lnTo>
                    <a:pt x="17492" y="39859"/>
                  </a:lnTo>
                  <a:lnTo>
                    <a:pt x="18413" y="40087"/>
                  </a:lnTo>
                  <a:lnTo>
                    <a:pt x="18676" y="40152"/>
                  </a:lnTo>
                  <a:lnTo>
                    <a:pt x="18902" y="40208"/>
                  </a:lnTo>
                  <a:lnTo>
                    <a:pt x="19914" y="40266"/>
                  </a:lnTo>
                  <a:lnTo>
                    <a:pt x="20732" y="40124"/>
                  </a:lnTo>
                  <a:lnTo>
                    <a:pt x="21073" y="40065"/>
                  </a:lnTo>
                  <a:lnTo>
                    <a:pt x="31056" y="38339"/>
                  </a:lnTo>
                  <a:lnTo>
                    <a:pt x="31996" y="39159"/>
                  </a:lnTo>
                  <a:lnTo>
                    <a:pt x="33740" y="42913"/>
                  </a:lnTo>
                  <a:lnTo>
                    <a:pt x="34262" y="44038"/>
                  </a:lnTo>
                  <a:lnTo>
                    <a:pt x="35090" y="44545"/>
                  </a:lnTo>
                  <a:lnTo>
                    <a:pt x="38387" y="46561"/>
                  </a:lnTo>
                  <a:lnTo>
                    <a:pt x="39619" y="47315"/>
                  </a:lnTo>
                  <a:lnTo>
                    <a:pt x="38633" y="45553"/>
                  </a:lnTo>
                  <a:lnTo>
                    <a:pt x="38412" y="44955"/>
                  </a:lnTo>
                  <a:lnTo>
                    <a:pt x="38170" y="44305"/>
                  </a:lnTo>
                  <a:lnTo>
                    <a:pt x="37495" y="42487"/>
                  </a:lnTo>
                  <a:lnTo>
                    <a:pt x="36506" y="39824"/>
                  </a:lnTo>
                  <a:lnTo>
                    <a:pt x="36531" y="39640"/>
                  </a:lnTo>
                  <a:lnTo>
                    <a:pt x="36688" y="38491"/>
                  </a:lnTo>
                  <a:lnTo>
                    <a:pt x="36919" y="36798"/>
                  </a:lnTo>
                  <a:lnTo>
                    <a:pt x="36962" y="36484"/>
                  </a:lnTo>
                  <a:lnTo>
                    <a:pt x="38802" y="32296"/>
                  </a:lnTo>
                  <a:lnTo>
                    <a:pt x="38836" y="32055"/>
                  </a:lnTo>
                  <a:lnTo>
                    <a:pt x="38998" y="30767"/>
                  </a:lnTo>
                  <a:lnTo>
                    <a:pt x="38370" y="29979"/>
                  </a:lnTo>
                  <a:lnTo>
                    <a:pt x="38170" y="29727"/>
                  </a:lnTo>
                  <a:lnTo>
                    <a:pt x="36332" y="28169"/>
                  </a:lnTo>
                  <a:lnTo>
                    <a:pt x="33924" y="27237"/>
                  </a:lnTo>
                  <a:lnTo>
                    <a:pt x="31943" y="27149"/>
                  </a:lnTo>
                  <a:lnTo>
                    <a:pt x="27252" y="28255"/>
                  </a:lnTo>
                  <a:lnTo>
                    <a:pt x="25627" y="28638"/>
                  </a:lnTo>
                  <a:lnTo>
                    <a:pt x="21061" y="29714"/>
                  </a:lnTo>
                  <a:lnTo>
                    <a:pt x="17642" y="29306"/>
                  </a:lnTo>
                  <a:lnTo>
                    <a:pt x="16388" y="28898"/>
                  </a:lnTo>
                  <a:lnTo>
                    <a:pt x="16150" y="27812"/>
                  </a:lnTo>
                  <a:lnTo>
                    <a:pt x="16170" y="27114"/>
                  </a:lnTo>
                  <a:lnTo>
                    <a:pt x="16235" y="24841"/>
                  </a:lnTo>
                  <a:lnTo>
                    <a:pt x="17147" y="20938"/>
                  </a:lnTo>
                  <a:lnTo>
                    <a:pt x="17771" y="19903"/>
                  </a:lnTo>
                  <a:lnTo>
                    <a:pt x="18800" y="18200"/>
                  </a:lnTo>
                  <a:lnTo>
                    <a:pt x="20624" y="17209"/>
                  </a:lnTo>
                  <a:lnTo>
                    <a:pt x="25627" y="16832"/>
                  </a:lnTo>
                  <a:lnTo>
                    <a:pt x="27577" y="16685"/>
                  </a:lnTo>
                  <a:lnTo>
                    <a:pt x="32400" y="15629"/>
                  </a:lnTo>
                  <a:lnTo>
                    <a:pt x="32617" y="15582"/>
                  </a:lnTo>
                  <a:lnTo>
                    <a:pt x="35026" y="14164"/>
                  </a:lnTo>
                  <a:lnTo>
                    <a:pt x="37140" y="14286"/>
                  </a:lnTo>
                  <a:lnTo>
                    <a:pt x="38398" y="14868"/>
                  </a:lnTo>
                  <a:lnTo>
                    <a:pt x="40987" y="15257"/>
                  </a:lnTo>
                  <a:lnTo>
                    <a:pt x="44715" y="13630"/>
                  </a:lnTo>
                  <a:lnTo>
                    <a:pt x="45562" y="12596"/>
                  </a:lnTo>
                  <a:lnTo>
                    <a:pt x="48414" y="9112"/>
                  </a:lnTo>
                  <a:lnTo>
                    <a:pt x="59319" y="3791"/>
                  </a:lnTo>
                  <a:lnTo>
                    <a:pt x="64750" y="5368"/>
                  </a:lnTo>
                  <a:lnTo>
                    <a:pt x="75864" y="7990"/>
                  </a:lnTo>
                  <a:lnTo>
                    <a:pt x="91252" y="16340"/>
                  </a:lnTo>
                  <a:lnTo>
                    <a:pt x="100656" y="30904"/>
                  </a:lnTo>
                  <a:lnTo>
                    <a:pt x="105169" y="27492"/>
                  </a:lnTo>
                  <a:lnTo>
                    <a:pt x="103225" y="23059"/>
                  </a:lnTo>
                  <a:lnTo>
                    <a:pt x="100851" y="17962"/>
                  </a:lnTo>
                  <a:lnTo>
                    <a:pt x="97288" y="11894"/>
                  </a:lnTo>
                  <a:lnTo>
                    <a:pt x="94439" y="7282"/>
                  </a:lnTo>
                  <a:lnTo>
                    <a:pt x="93489" y="1456"/>
                  </a:lnTo>
                  <a:lnTo>
                    <a:pt x="95151" y="0"/>
                  </a:lnTo>
                  <a:lnTo>
                    <a:pt x="100613" y="1456"/>
                  </a:lnTo>
                  <a:lnTo>
                    <a:pt x="107262" y="5825"/>
                  </a:lnTo>
                  <a:lnTo>
                    <a:pt x="114862" y="121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03068" y="3431690"/>
              <a:ext cx="118374" cy="111627"/>
            </a:xfrm>
            <a:custGeom>
              <a:avLst/>
              <a:pathLst>
                <a:path w="118374" h="111627">
                  <a:moveTo>
                    <a:pt x="64709" y="30880"/>
                  </a:moveTo>
                  <a:lnTo>
                    <a:pt x="73549" y="34807"/>
                  </a:lnTo>
                  <a:lnTo>
                    <a:pt x="76850" y="27078"/>
                  </a:lnTo>
                  <a:lnTo>
                    <a:pt x="89436" y="32419"/>
                  </a:lnTo>
                  <a:lnTo>
                    <a:pt x="85727" y="42035"/>
                  </a:lnTo>
                  <a:lnTo>
                    <a:pt x="85930" y="42123"/>
                  </a:lnTo>
                  <a:lnTo>
                    <a:pt x="86544" y="42389"/>
                  </a:lnTo>
                  <a:lnTo>
                    <a:pt x="91730" y="44535"/>
                  </a:lnTo>
                  <a:lnTo>
                    <a:pt x="98220" y="47221"/>
                  </a:lnTo>
                  <a:lnTo>
                    <a:pt x="98445" y="47320"/>
                  </a:lnTo>
                  <a:lnTo>
                    <a:pt x="106642" y="50937"/>
                  </a:lnTo>
                  <a:lnTo>
                    <a:pt x="115248" y="55092"/>
                  </a:lnTo>
                  <a:lnTo>
                    <a:pt x="113941" y="58759"/>
                  </a:lnTo>
                  <a:lnTo>
                    <a:pt x="113708" y="59413"/>
                  </a:lnTo>
                  <a:lnTo>
                    <a:pt x="113272" y="63887"/>
                  </a:lnTo>
                  <a:lnTo>
                    <a:pt x="113745" y="65981"/>
                  </a:lnTo>
                  <a:lnTo>
                    <a:pt x="114050" y="67336"/>
                  </a:lnTo>
                  <a:lnTo>
                    <a:pt x="113941" y="70686"/>
                  </a:lnTo>
                  <a:lnTo>
                    <a:pt x="113860" y="73161"/>
                  </a:lnTo>
                  <a:lnTo>
                    <a:pt x="114734" y="78846"/>
                  </a:lnTo>
                  <a:lnTo>
                    <a:pt x="118374" y="89690"/>
                  </a:lnTo>
                  <a:lnTo>
                    <a:pt x="115531" y="93276"/>
                  </a:lnTo>
                  <a:lnTo>
                    <a:pt x="92449" y="92208"/>
                  </a:lnTo>
                  <a:lnTo>
                    <a:pt x="86084" y="101141"/>
                  </a:lnTo>
                  <a:lnTo>
                    <a:pt x="78770" y="105510"/>
                  </a:lnTo>
                  <a:lnTo>
                    <a:pt x="79340" y="111627"/>
                  </a:lnTo>
                  <a:lnTo>
                    <a:pt x="73909" y="110050"/>
                  </a:lnTo>
                  <a:lnTo>
                    <a:pt x="53424" y="71845"/>
                  </a:lnTo>
                  <a:lnTo>
                    <a:pt x="45872" y="68641"/>
                  </a:lnTo>
                  <a:lnTo>
                    <a:pt x="41099" y="59029"/>
                  </a:lnTo>
                  <a:lnTo>
                    <a:pt x="36561" y="60221"/>
                  </a:lnTo>
                  <a:lnTo>
                    <a:pt x="34311" y="57400"/>
                  </a:lnTo>
                  <a:lnTo>
                    <a:pt x="32696" y="55361"/>
                  </a:lnTo>
                  <a:lnTo>
                    <a:pt x="31461" y="54050"/>
                  </a:lnTo>
                  <a:lnTo>
                    <a:pt x="29657" y="52642"/>
                  </a:lnTo>
                  <a:lnTo>
                    <a:pt x="27899" y="51574"/>
                  </a:lnTo>
                  <a:lnTo>
                    <a:pt x="26142" y="50895"/>
                  </a:lnTo>
                  <a:lnTo>
                    <a:pt x="22824" y="48320"/>
                  </a:lnTo>
                  <a:lnTo>
                    <a:pt x="20804" y="46708"/>
                  </a:lnTo>
                  <a:lnTo>
                    <a:pt x="19752" y="45231"/>
                  </a:lnTo>
                  <a:lnTo>
                    <a:pt x="19429" y="43709"/>
                  </a:lnTo>
                  <a:lnTo>
                    <a:pt x="20113" y="40214"/>
                  </a:lnTo>
                  <a:lnTo>
                    <a:pt x="20683" y="35825"/>
                  </a:lnTo>
                  <a:lnTo>
                    <a:pt x="20569" y="32718"/>
                  </a:lnTo>
                  <a:lnTo>
                    <a:pt x="19657" y="29611"/>
                  </a:lnTo>
                  <a:lnTo>
                    <a:pt x="17795" y="27669"/>
                  </a:lnTo>
                  <a:lnTo>
                    <a:pt x="13154" y="23963"/>
                  </a:lnTo>
                  <a:lnTo>
                    <a:pt x="0" y="13462"/>
                  </a:lnTo>
                  <a:lnTo>
                    <a:pt x="1626" y="9937"/>
                  </a:lnTo>
                  <a:lnTo>
                    <a:pt x="3364" y="5290"/>
                  </a:lnTo>
                  <a:lnTo>
                    <a:pt x="3861" y="3960"/>
                  </a:lnTo>
                  <a:lnTo>
                    <a:pt x="5343" y="0"/>
                  </a:lnTo>
                  <a:lnTo>
                    <a:pt x="28388" y="10852"/>
                  </a:lnTo>
                  <a:lnTo>
                    <a:pt x="39969" y="16306"/>
                  </a:lnTo>
                  <a:lnTo>
                    <a:pt x="38981" y="19335"/>
                  </a:lnTo>
                  <a:lnTo>
                    <a:pt x="47650" y="23225"/>
                  </a:lnTo>
                  <a:lnTo>
                    <a:pt x="55619" y="2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649833" y="3421018"/>
              <a:ext cx="103545" cy="118624"/>
            </a:xfrm>
            <a:custGeom>
              <a:avLst/>
              <a:pathLst>
                <a:path w="103545" h="118624">
                  <a:moveTo>
                    <a:pt x="61868" y="32259"/>
                  </a:moveTo>
                  <a:lnTo>
                    <a:pt x="46195" y="39905"/>
                  </a:lnTo>
                  <a:lnTo>
                    <a:pt x="42561" y="41070"/>
                  </a:lnTo>
                  <a:lnTo>
                    <a:pt x="40495" y="45221"/>
                  </a:lnTo>
                  <a:lnTo>
                    <a:pt x="42704" y="47551"/>
                  </a:lnTo>
                  <a:lnTo>
                    <a:pt x="42704" y="50027"/>
                  </a:lnTo>
                  <a:lnTo>
                    <a:pt x="49828" y="51119"/>
                  </a:lnTo>
                  <a:lnTo>
                    <a:pt x="52179" y="52867"/>
                  </a:lnTo>
                  <a:lnTo>
                    <a:pt x="55670" y="58037"/>
                  </a:lnTo>
                  <a:lnTo>
                    <a:pt x="77684" y="41434"/>
                  </a:lnTo>
                  <a:lnTo>
                    <a:pt x="88584" y="47187"/>
                  </a:lnTo>
                  <a:lnTo>
                    <a:pt x="94355" y="54105"/>
                  </a:lnTo>
                  <a:lnTo>
                    <a:pt x="102405" y="61533"/>
                  </a:lnTo>
                  <a:lnTo>
                    <a:pt x="103545" y="65538"/>
                  </a:lnTo>
                  <a:lnTo>
                    <a:pt x="97133" y="82942"/>
                  </a:lnTo>
                  <a:lnTo>
                    <a:pt x="86447" y="79374"/>
                  </a:lnTo>
                  <a:lnTo>
                    <a:pt x="75974" y="85127"/>
                  </a:lnTo>
                  <a:lnTo>
                    <a:pt x="41920" y="91462"/>
                  </a:lnTo>
                  <a:lnTo>
                    <a:pt x="27957" y="89350"/>
                  </a:lnTo>
                  <a:lnTo>
                    <a:pt x="23397" y="96851"/>
                  </a:lnTo>
                  <a:lnTo>
                    <a:pt x="21331" y="106245"/>
                  </a:lnTo>
                  <a:lnTo>
                    <a:pt x="19621" y="113745"/>
                  </a:lnTo>
                  <a:lnTo>
                    <a:pt x="15632" y="118260"/>
                  </a:lnTo>
                  <a:lnTo>
                    <a:pt x="5800" y="118624"/>
                  </a:lnTo>
                  <a:lnTo>
                    <a:pt x="2666" y="116512"/>
                  </a:lnTo>
                  <a:lnTo>
                    <a:pt x="683" y="115114"/>
                  </a:lnTo>
                  <a:lnTo>
                    <a:pt x="5812" y="96181"/>
                  </a:lnTo>
                  <a:lnTo>
                    <a:pt x="0" y="92741"/>
                  </a:lnTo>
                  <a:lnTo>
                    <a:pt x="4405" y="85539"/>
                  </a:lnTo>
                  <a:lnTo>
                    <a:pt x="5649" y="83183"/>
                  </a:lnTo>
                  <a:lnTo>
                    <a:pt x="6199" y="82141"/>
                  </a:lnTo>
                  <a:lnTo>
                    <a:pt x="6380" y="81798"/>
                  </a:lnTo>
                  <a:lnTo>
                    <a:pt x="8734" y="77338"/>
                  </a:lnTo>
                  <a:lnTo>
                    <a:pt x="11583" y="70906"/>
                  </a:lnTo>
                  <a:lnTo>
                    <a:pt x="13602" y="66294"/>
                  </a:lnTo>
                  <a:lnTo>
                    <a:pt x="13819" y="65564"/>
                  </a:lnTo>
                  <a:lnTo>
                    <a:pt x="13988" y="65109"/>
                  </a:lnTo>
                  <a:lnTo>
                    <a:pt x="16405" y="58592"/>
                  </a:lnTo>
                  <a:lnTo>
                    <a:pt x="18281" y="53536"/>
                  </a:lnTo>
                  <a:lnTo>
                    <a:pt x="18674" y="52519"/>
                  </a:lnTo>
                  <a:lnTo>
                    <a:pt x="21773" y="53913"/>
                  </a:lnTo>
                  <a:lnTo>
                    <a:pt x="22293" y="52677"/>
                  </a:lnTo>
                  <a:lnTo>
                    <a:pt x="25414" y="45095"/>
                  </a:lnTo>
                  <a:lnTo>
                    <a:pt x="29885" y="34233"/>
                  </a:lnTo>
                  <a:lnTo>
                    <a:pt x="35715" y="37230"/>
                  </a:lnTo>
                  <a:lnTo>
                    <a:pt x="37459" y="33251"/>
                  </a:lnTo>
                  <a:lnTo>
                    <a:pt x="41706" y="23560"/>
                  </a:lnTo>
                  <a:lnTo>
                    <a:pt x="42668" y="21366"/>
                  </a:lnTo>
                  <a:lnTo>
                    <a:pt x="43586" y="19271"/>
                  </a:lnTo>
                  <a:lnTo>
                    <a:pt x="43975" y="18419"/>
                  </a:lnTo>
                  <a:lnTo>
                    <a:pt x="49380" y="6592"/>
                  </a:lnTo>
                  <a:lnTo>
                    <a:pt x="50287" y="4608"/>
                  </a:lnTo>
                  <a:lnTo>
                    <a:pt x="52393" y="0"/>
                  </a:lnTo>
                  <a:lnTo>
                    <a:pt x="70560" y="8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8352" y="3152604"/>
              <a:ext cx="661767" cy="432626"/>
            </a:xfrm>
            <a:custGeom>
              <a:avLst/>
              <a:pathLst>
                <a:path w="661767" h="432626">
                  <a:moveTo>
                    <a:pt x="80675" y="3548"/>
                  </a:moveTo>
                  <a:lnTo>
                    <a:pt x="81086" y="5725"/>
                  </a:lnTo>
                  <a:lnTo>
                    <a:pt x="81928" y="10191"/>
                  </a:lnTo>
                  <a:lnTo>
                    <a:pt x="82112" y="11163"/>
                  </a:lnTo>
                  <a:lnTo>
                    <a:pt x="82378" y="11833"/>
                  </a:lnTo>
                  <a:lnTo>
                    <a:pt x="82539" y="12241"/>
                  </a:lnTo>
                  <a:lnTo>
                    <a:pt x="82715" y="13745"/>
                  </a:lnTo>
                  <a:lnTo>
                    <a:pt x="82767" y="14192"/>
                  </a:lnTo>
                  <a:lnTo>
                    <a:pt x="81754" y="18890"/>
                  </a:lnTo>
                  <a:lnTo>
                    <a:pt x="81599" y="19610"/>
                  </a:lnTo>
                  <a:lnTo>
                    <a:pt x="80516" y="22727"/>
                  </a:lnTo>
                  <a:lnTo>
                    <a:pt x="80324" y="23590"/>
                  </a:lnTo>
                  <a:lnTo>
                    <a:pt x="80140" y="24965"/>
                  </a:lnTo>
                  <a:lnTo>
                    <a:pt x="79960" y="26316"/>
                  </a:lnTo>
                  <a:lnTo>
                    <a:pt x="79951" y="26958"/>
                  </a:lnTo>
                  <a:lnTo>
                    <a:pt x="79946" y="27336"/>
                  </a:lnTo>
                  <a:lnTo>
                    <a:pt x="81567" y="31267"/>
                  </a:lnTo>
                  <a:lnTo>
                    <a:pt x="81811" y="31784"/>
                  </a:lnTo>
                  <a:lnTo>
                    <a:pt x="83640" y="34382"/>
                  </a:lnTo>
                  <a:lnTo>
                    <a:pt x="84495" y="35498"/>
                  </a:lnTo>
                  <a:lnTo>
                    <a:pt x="84553" y="35630"/>
                  </a:lnTo>
                  <a:lnTo>
                    <a:pt x="84865" y="36341"/>
                  </a:lnTo>
                  <a:lnTo>
                    <a:pt x="85635" y="38096"/>
                  </a:lnTo>
                  <a:lnTo>
                    <a:pt x="86100" y="39738"/>
                  </a:lnTo>
                  <a:lnTo>
                    <a:pt x="86290" y="40411"/>
                  </a:lnTo>
                  <a:lnTo>
                    <a:pt x="86725" y="41507"/>
                  </a:lnTo>
                  <a:lnTo>
                    <a:pt x="87354" y="43091"/>
                  </a:lnTo>
                  <a:lnTo>
                    <a:pt x="88110" y="44536"/>
                  </a:lnTo>
                  <a:lnTo>
                    <a:pt x="89102" y="46431"/>
                  </a:lnTo>
                  <a:lnTo>
                    <a:pt x="90002" y="47864"/>
                  </a:lnTo>
                  <a:lnTo>
                    <a:pt x="91418" y="49238"/>
                  </a:lnTo>
                  <a:lnTo>
                    <a:pt x="91950" y="50115"/>
                  </a:lnTo>
                  <a:lnTo>
                    <a:pt x="92268" y="50639"/>
                  </a:lnTo>
                  <a:lnTo>
                    <a:pt x="93319" y="52373"/>
                  </a:lnTo>
                  <a:lnTo>
                    <a:pt x="94405" y="55354"/>
                  </a:lnTo>
                  <a:lnTo>
                    <a:pt x="94535" y="55716"/>
                  </a:lnTo>
                  <a:lnTo>
                    <a:pt x="94795" y="56435"/>
                  </a:lnTo>
                  <a:lnTo>
                    <a:pt x="95118" y="57329"/>
                  </a:lnTo>
                  <a:lnTo>
                    <a:pt x="94958" y="58951"/>
                  </a:lnTo>
                  <a:lnTo>
                    <a:pt x="94829" y="60249"/>
                  </a:lnTo>
                  <a:lnTo>
                    <a:pt x="92593" y="65289"/>
                  </a:lnTo>
                  <a:lnTo>
                    <a:pt x="92426" y="65715"/>
                  </a:lnTo>
                  <a:lnTo>
                    <a:pt x="92292" y="65935"/>
                  </a:lnTo>
                  <a:lnTo>
                    <a:pt x="98415" y="70238"/>
                  </a:lnTo>
                  <a:lnTo>
                    <a:pt x="100552" y="67568"/>
                  </a:lnTo>
                  <a:lnTo>
                    <a:pt x="102354" y="64554"/>
                  </a:lnTo>
                  <a:lnTo>
                    <a:pt x="102511" y="64291"/>
                  </a:lnTo>
                  <a:lnTo>
                    <a:pt x="102966" y="63384"/>
                  </a:lnTo>
                  <a:lnTo>
                    <a:pt x="103698" y="61925"/>
                  </a:lnTo>
                  <a:lnTo>
                    <a:pt x="104470" y="59679"/>
                  </a:lnTo>
                  <a:lnTo>
                    <a:pt x="104741" y="58651"/>
                  </a:lnTo>
                  <a:lnTo>
                    <a:pt x="104886" y="58102"/>
                  </a:lnTo>
                  <a:lnTo>
                    <a:pt x="105005" y="55796"/>
                  </a:lnTo>
                  <a:lnTo>
                    <a:pt x="104960" y="55186"/>
                  </a:lnTo>
                  <a:lnTo>
                    <a:pt x="104867" y="53917"/>
                  </a:lnTo>
                  <a:lnTo>
                    <a:pt x="104826" y="53368"/>
                  </a:lnTo>
                  <a:lnTo>
                    <a:pt x="104411" y="51366"/>
                  </a:lnTo>
                  <a:lnTo>
                    <a:pt x="104411" y="49788"/>
                  </a:lnTo>
                  <a:lnTo>
                    <a:pt x="104682" y="49293"/>
                  </a:lnTo>
                  <a:lnTo>
                    <a:pt x="105383" y="48012"/>
                  </a:lnTo>
                  <a:lnTo>
                    <a:pt x="125594" y="62516"/>
                  </a:lnTo>
                  <a:lnTo>
                    <a:pt x="128261" y="64059"/>
                  </a:lnTo>
                  <a:lnTo>
                    <a:pt x="145556" y="76224"/>
                  </a:lnTo>
                  <a:lnTo>
                    <a:pt x="162071" y="87841"/>
                  </a:lnTo>
                  <a:lnTo>
                    <a:pt x="198888" y="113739"/>
                  </a:lnTo>
                  <a:lnTo>
                    <a:pt x="199080" y="113874"/>
                  </a:lnTo>
                  <a:lnTo>
                    <a:pt x="202847" y="116525"/>
                  </a:lnTo>
                  <a:lnTo>
                    <a:pt x="211824" y="122842"/>
                  </a:lnTo>
                  <a:lnTo>
                    <a:pt x="215127" y="125166"/>
                  </a:lnTo>
                  <a:lnTo>
                    <a:pt x="228798" y="134786"/>
                  </a:lnTo>
                  <a:lnTo>
                    <a:pt x="235813" y="139723"/>
                  </a:lnTo>
                  <a:lnTo>
                    <a:pt x="236392" y="140130"/>
                  </a:lnTo>
                  <a:lnTo>
                    <a:pt x="242166" y="144193"/>
                  </a:lnTo>
                  <a:lnTo>
                    <a:pt x="243745" y="145305"/>
                  </a:lnTo>
                  <a:lnTo>
                    <a:pt x="251691" y="150896"/>
                  </a:lnTo>
                  <a:lnTo>
                    <a:pt x="254529" y="152893"/>
                  </a:lnTo>
                  <a:lnTo>
                    <a:pt x="270165" y="163896"/>
                  </a:lnTo>
                  <a:lnTo>
                    <a:pt x="270530" y="164153"/>
                  </a:lnTo>
                  <a:lnTo>
                    <a:pt x="271180" y="164611"/>
                  </a:lnTo>
                  <a:lnTo>
                    <a:pt x="282736" y="172742"/>
                  </a:lnTo>
                  <a:lnTo>
                    <a:pt x="288670" y="176918"/>
                  </a:lnTo>
                  <a:lnTo>
                    <a:pt x="288903" y="177082"/>
                  </a:lnTo>
                  <a:lnTo>
                    <a:pt x="306060" y="189155"/>
                  </a:lnTo>
                  <a:lnTo>
                    <a:pt x="306199" y="189253"/>
                  </a:lnTo>
                  <a:lnTo>
                    <a:pt x="319437" y="198569"/>
                  </a:lnTo>
                  <a:lnTo>
                    <a:pt x="321303" y="199882"/>
                  </a:lnTo>
                  <a:lnTo>
                    <a:pt x="322175" y="198569"/>
                  </a:lnTo>
                  <a:lnTo>
                    <a:pt x="333925" y="180890"/>
                  </a:lnTo>
                  <a:lnTo>
                    <a:pt x="335468" y="178568"/>
                  </a:lnTo>
                  <a:lnTo>
                    <a:pt x="344103" y="165575"/>
                  </a:lnTo>
                  <a:lnTo>
                    <a:pt x="344207" y="165419"/>
                  </a:lnTo>
                  <a:lnTo>
                    <a:pt x="350439" y="156042"/>
                  </a:lnTo>
                  <a:lnTo>
                    <a:pt x="353479" y="151468"/>
                  </a:lnTo>
                  <a:lnTo>
                    <a:pt x="358118" y="144488"/>
                  </a:lnTo>
                  <a:lnTo>
                    <a:pt x="366957" y="131188"/>
                  </a:lnTo>
                  <a:lnTo>
                    <a:pt x="385605" y="144488"/>
                  </a:lnTo>
                  <a:lnTo>
                    <a:pt x="391126" y="148425"/>
                  </a:lnTo>
                  <a:lnTo>
                    <a:pt x="395807" y="151764"/>
                  </a:lnTo>
                  <a:lnTo>
                    <a:pt x="398846" y="153932"/>
                  </a:lnTo>
                  <a:lnTo>
                    <a:pt x="400239" y="153669"/>
                  </a:lnTo>
                  <a:lnTo>
                    <a:pt x="399625" y="149972"/>
                  </a:lnTo>
                  <a:lnTo>
                    <a:pt x="399567" y="147410"/>
                  </a:lnTo>
                  <a:lnTo>
                    <a:pt x="399509" y="144858"/>
                  </a:lnTo>
                  <a:lnTo>
                    <a:pt x="400709" y="143755"/>
                  </a:lnTo>
                  <a:lnTo>
                    <a:pt x="407892" y="145289"/>
                  </a:lnTo>
                  <a:lnTo>
                    <a:pt x="418918" y="155984"/>
                  </a:lnTo>
                  <a:lnTo>
                    <a:pt x="433760" y="164480"/>
                  </a:lnTo>
                  <a:lnTo>
                    <a:pt x="440647" y="165451"/>
                  </a:lnTo>
                  <a:lnTo>
                    <a:pt x="444803" y="169335"/>
                  </a:lnTo>
                  <a:lnTo>
                    <a:pt x="451958" y="168175"/>
                  </a:lnTo>
                  <a:lnTo>
                    <a:pt x="456266" y="170412"/>
                  </a:lnTo>
                  <a:lnTo>
                    <a:pt x="458576" y="179772"/>
                  </a:lnTo>
                  <a:lnTo>
                    <a:pt x="451096" y="186326"/>
                  </a:lnTo>
                  <a:lnTo>
                    <a:pt x="452877" y="191545"/>
                  </a:lnTo>
                  <a:lnTo>
                    <a:pt x="462138" y="191181"/>
                  </a:lnTo>
                  <a:lnTo>
                    <a:pt x="477218" y="197006"/>
                  </a:lnTo>
                  <a:lnTo>
                    <a:pt x="496454" y="189846"/>
                  </a:lnTo>
                  <a:lnTo>
                    <a:pt x="509158" y="195064"/>
                  </a:lnTo>
                  <a:lnTo>
                    <a:pt x="504646" y="206716"/>
                  </a:lnTo>
                  <a:lnTo>
                    <a:pt x="516401" y="212299"/>
                  </a:lnTo>
                  <a:lnTo>
                    <a:pt x="523526" y="196885"/>
                  </a:lnTo>
                  <a:lnTo>
                    <a:pt x="545136" y="205138"/>
                  </a:lnTo>
                  <a:lnTo>
                    <a:pt x="549410" y="226741"/>
                  </a:lnTo>
                  <a:lnTo>
                    <a:pt x="557128" y="228198"/>
                  </a:lnTo>
                  <a:lnTo>
                    <a:pt x="564371" y="238757"/>
                  </a:lnTo>
                  <a:lnTo>
                    <a:pt x="576364" y="249680"/>
                  </a:lnTo>
                  <a:lnTo>
                    <a:pt x="587407" y="253806"/>
                  </a:lnTo>
                  <a:lnTo>
                    <a:pt x="589544" y="250287"/>
                  </a:lnTo>
                  <a:lnTo>
                    <a:pt x="598924" y="251622"/>
                  </a:lnTo>
                  <a:lnTo>
                    <a:pt x="604980" y="256840"/>
                  </a:lnTo>
                  <a:lnTo>
                    <a:pt x="603911" y="261452"/>
                  </a:lnTo>
                  <a:lnTo>
                    <a:pt x="611297" y="270743"/>
                  </a:lnTo>
                  <a:lnTo>
                    <a:pt x="608304" y="277734"/>
                  </a:lnTo>
                  <a:lnTo>
                    <a:pt x="618848" y="285234"/>
                  </a:lnTo>
                  <a:lnTo>
                    <a:pt x="628751" y="268850"/>
                  </a:lnTo>
                  <a:lnTo>
                    <a:pt x="642358" y="274821"/>
                  </a:lnTo>
                  <a:lnTo>
                    <a:pt x="661166" y="273073"/>
                  </a:lnTo>
                  <a:lnTo>
                    <a:pt x="661767" y="273021"/>
                  </a:lnTo>
                  <a:lnTo>
                    <a:pt x="660861" y="275005"/>
                  </a:lnTo>
                  <a:lnTo>
                    <a:pt x="655456" y="286832"/>
                  </a:lnTo>
                  <a:lnTo>
                    <a:pt x="655066" y="287684"/>
                  </a:lnTo>
                  <a:lnTo>
                    <a:pt x="654148" y="289779"/>
                  </a:lnTo>
                  <a:lnTo>
                    <a:pt x="653187" y="291973"/>
                  </a:lnTo>
                  <a:lnTo>
                    <a:pt x="648939" y="301664"/>
                  </a:lnTo>
                  <a:lnTo>
                    <a:pt x="647195" y="305644"/>
                  </a:lnTo>
                  <a:lnTo>
                    <a:pt x="641365" y="302646"/>
                  </a:lnTo>
                  <a:lnTo>
                    <a:pt x="636894" y="313508"/>
                  </a:lnTo>
                  <a:lnTo>
                    <a:pt x="633774" y="321090"/>
                  </a:lnTo>
                  <a:lnTo>
                    <a:pt x="633239" y="322360"/>
                  </a:lnTo>
                  <a:lnTo>
                    <a:pt x="630155" y="320933"/>
                  </a:lnTo>
                  <a:lnTo>
                    <a:pt x="629762" y="321949"/>
                  </a:lnTo>
                  <a:lnTo>
                    <a:pt x="627886" y="327005"/>
                  </a:lnTo>
                  <a:lnTo>
                    <a:pt x="625468" y="333523"/>
                  </a:lnTo>
                  <a:lnTo>
                    <a:pt x="625300" y="333977"/>
                  </a:lnTo>
                  <a:lnTo>
                    <a:pt x="625082" y="334707"/>
                  </a:lnTo>
                  <a:lnTo>
                    <a:pt x="623035" y="339385"/>
                  </a:lnTo>
                  <a:lnTo>
                    <a:pt x="620214" y="345752"/>
                  </a:lnTo>
                  <a:lnTo>
                    <a:pt x="617861" y="350211"/>
                  </a:lnTo>
                  <a:lnTo>
                    <a:pt x="617679" y="350555"/>
                  </a:lnTo>
                  <a:lnTo>
                    <a:pt x="617130" y="351596"/>
                  </a:lnTo>
                  <a:lnTo>
                    <a:pt x="615886" y="353953"/>
                  </a:lnTo>
                  <a:lnTo>
                    <a:pt x="611480" y="361154"/>
                  </a:lnTo>
                  <a:lnTo>
                    <a:pt x="606464" y="358186"/>
                  </a:lnTo>
                  <a:lnTo>
                    <a:pt x="597630" y="347797"/>
                  </a:lnTo>
                  <a:lnTo>
                    <a:pt x="590791" y="359060"/>
                  </a:lnTo>
                  <a:lnTo>
                    <a:pt x="583089" y="368775"/>
                  </a:lnTo>
                  <a:lnTo>
                    <a:pt x="579450" y="357932"/>
                  </a:lnTo>
                  <a:lnTo>
                    <a:pt x="578576" y="352247"/>
                  </a:lnTo>
                  <a:lnTo>
                    <a:pt x="578657" y="349772"/>
                  </a:lnTo>
                  <a:lnTo>
                    <a:pt x="578766" y="346421"/>
                  </a:lnTo>
                  <a:lnTo>
                    <a:pt x="578460" y="345067"/>
                  </a:lnTo>
                  <a:lnTo>
                    <a:pt x="577988" y="342972"/>
                  </a:lnTo>
                  <a:lnTo>
                    <a:pt x="578424" y="338499"/>
                  </a:lnTo>
                  <a:lnTo>
                    <a:pt x="578657" y="337845"/>
                  </a:lnTo>
                  <a:lnTo>
                    <a:pt x="579964" y="334178"/>
                  </a:lnTo>
                  <a:lnTo>
                    <a:pt x="571358" y="330022"/>
                  </a:lnTo>
                  <a:lnTo>
                    <a:pt x="563161" y="326406"/>
                  </a:lnTo>
                  <a:lnTo>
                    <a:pt x="562936" y="326306"/>
                  </a:lnTo>
                  <a:lnTo>
                    <a:pt x="556445" y="323621"/>
                  </a:lnTo>
                  <a:lnTo>
                    <a:pt x="551260" y="321475"/>
                  </a:lnTo>
                  <a:lnTo>
                    <a:pt x="550645" y="321209"/>
                  </a:lnTo>
                  <a:lnTo>
                    <a:pt x="550443" y="321121"/>
                  </a:lnTo>
                  <a:lnTo>
                    <a:pt x="554152" y="311504"/>
                  </a:lnTo>
                  <a:lnTo>
                    <a:pt x="541566" y="306164"/>
                  </a:lnTo>
                  <a:lnTo>
                    <a:pt x="538264" y="313893"/>
                  </a:lnTo>
                  <a:lnTo>
                    <a:pt x="529424" y="309966"/>
                  </a:lnTo>
                  <a:lnTo>
                    <a:pt x="520334" y="305887"/>
                  </a:lnTo>
                  <a:lnTo>
                    <a:pt x="512366" y="302311"/>
                  </a:lnTo>
                  <a:lnTo>
                    <a:pt x="503696" y="298421"/>
                  </a:lnTo>
                  <a:lnTo>
                    <a:pt x="504684" y="295392"/>
                  </a:lnTo>
                  <a:lnTo>
                    <a:pt x="493104" y="289938"/>
                  </a:lnTo>
                  <a:lnTo>
                    <a:pt x="470058" y="279085"/>
                  </a:lnTo>
                  <a:lnTo>
                    <a:pt x="468577" y="283046"/>
                  </a:lnTo>
                  <a:lnTo>
                    <a:pt x="468079" y="284376"/>
                  </a:lnTo>
                  <a:lnTo>
                    <a:pt x="466342" y="289022"/>
                  </a:lnTo>
                  <a:lnTo>
                    <a:pt x="464715" y="292547"/>
                  </a:lnTo>
                  <a:lnTo>
                    <a:pt x="477869" y="303049"/>
                  </a:lnTo>
                  <a:lnTo>
                    <a:pt x="482511" y="306755"/>
                  </a:lnTo>
                  <a:lnTo>
                    <a:pt x="484373" y="308697"/>
                  </a:lnTo>
                  <a:lnTo>
                    <a:pt x="485284" y="311804"/>
                  </a:lnTo>
                  <a:lnTo>
                    <a:pt x="485398" y="314911"/>
                  </a:lnTo>
                  <a:lnTo>
                    <a:pt x="484828" y="319299"/>
                  </a:lnTo>
                  <a:lnTo>
                    <a:pt x="484145" y="322795"/>
                  </a:lnTo>
                  <a:lnTo>
                    <a:pt x="484467" y="324316"/>
                  </a:lnTo>
                  <a:lnTo>
                    <a:pt x="485519" y="325794"/>
                  </a:lnTo>
                  <a:lnTo>
                    <a:pt x="487539" y="327406"/>
                  </a:lnTo>
                  <a:lnTo>
                    <a:pt x="490857" y="329980"/>
                  </a:lnTo>
                  <a:lnTo>
                    <a:pt x="492615" y="330660"/>
                  </a:lnTo>
                  <a:lnTo>
                    <a:pt x="494372" y="331728"/>
                  </a:lnTo>
                  <a:lnTo>
                    <a:pt x="496177" y="333136"/>
                  </a:lnTo>
                  <a:lnTo>
                    <a:pt x="497412" y="334447"/>
                  </a:lnTo>
                  <a:lnTo>
                    <a:pt x="499027" y="336486"/>
                  </a:lnTo>
                  <a:lnTo>
                    <a:pt x="501277" y="339307"/>
                  </a:lnTo>
                  <a:lnTo>
                    <a:pt x="505814" y="338114"/>
                  </a:lnTo>
                  <a:lnTo>
                    <a:pt x="510587" y="347727"/>
                  </a:lnTo>
                  <a:lnTo>
                    <a:pt x="518139" y="350931"/>
                  </a:lnTo>
                  <a:lnTo>
                    <a:pt x="538624" y="389136"/>
                  </a:lnTo>
                  <a:lnTo>
                    <a:pt x="527719" y="394456"/>
                  </a:lnTo>
                  <a:lnTo>
                    <a:pt x="524867" y="397940"/>
                  </a:lnTo>
                  <a:lnTo>
                    <a:pt x="524021" y="398974"/>
                  </a:lnTo>
                  <a:lnTo>
                    <a:pt x="520292" y="400601"/>
                  </a:lnTo>
                  <a:lnTo>
                    <a:pt x="517704" y="400212"/>
                  </a:lnTo>
                  <a:lnTo>
                    <a:pt x="516445" y="399630"/>
                  </a:lnTo>
                  <a:lnTo>
                    <a:pt x="514332" y="399508"/>
                  </a:lnTo>
                  <a:lnTo>
                    <a:pt x="511923" y="400926"/>
                  </a:lnTo>
                  <a:lnTo>
                    <a:pt x="511706" y="400973"/>
                  </a:lnTo>
                  <a:lnTo>
                    <a:pt x="506882" y="402029"/>
                  </a:lnTo>
                  <a:lnTo>
                    <a:pt x="504933" y="402176"/>
                  </a:lnTo>
                  <a:lnTo>
                    <a:pt x="499929" y="402554"/>
                  </a:lnTo>
                  <a:lnTo>
                    <a:pt x="498105" y="403544"/>
                  </a:lnTo>
                  <a:lnTo>
                    <a:pt x="497077" y="405248"/>
                  </a:lnTo>
                  <a:lnTo>
                    <a:pt x="496453" y="406282"/>
                  </a:lnTo>
                  <a:lnTo>
                    <a:pt x="495541" y="410185"/>
                  </a:lnTo>
                  <a:lnTo>
                    <a:pt x="495475" y="412459"/>
                  </a:lnTo>
                  <a:lnTo>
                    <a:pt x="495455" y="413156"/>
                  </a:lnTo>
                  <a:lnTo>
                    <a:pt x="495694" y="414242"/>
                  </a:lnTo>
                  <a:lnTo>
                    <a:pt x="496947" y="414650"/>
                  </a:lnTo>
                  <a:lnTo>
                    <a:pt x="500367" y="415058"/>
                  </a:lnTo>
                  <a:lnTo>
                    <a:pt x="504933" y="413982"/>
                  </a:lnTo>
                  <a:lnTo>
                    <a:pt x="506558" y="413599"/>
                  </a:lnTo>
                  <a:lnTo>
                    <a:pt x="511249" y="412493"/>
                  </a:lnTo>
                  <a:lnTo>
                    <a:pt x="513229" y="412581"/>
                  </a:lnTo>
                  <a:lnTo>
                    <a:pt x="515753" y="413611"/>
                  </a:lnTo>
                  <a:lnTo>
                    <a:pt x="517475" y="415071"/>
                  </a:lnTo>
                  <a:lnTo>
                    <a:pt x="517676" y="415323"/>
                  </a:lnTo>
                  <a:lnTo>
                    <a:pt x="518319" y="416131"/>
                  </a:lnTo>
                  <a:lnTo>
                    <a:pt x="518141" y="417399"/>
                  </a:lnTo>
                  <a:lnTo>
                    <a:pt x="518108" y="417640"/>
                  </a:lnTo>
                  <a:lnTo>
                    <a:pt x="516267" y="421828"/>
                  </a:lnTo>
                  <a:lnTo>
                    <a:pt x="516224" y="422143"/>
                  </a:lnTo>
                  <a:lnTo>
                    <a:pt x="515993" y="423835"/>
                  </a:lnTo>
                  <a:lnTo>
                    <a:pt x="515836" y="424984"/>
                  </a:lnTo>
                  <a:lnTo>
                    <a:pt x="515811" y="425168"/>
                  </a:lnTo>
                  <a:lnTo>
                    <a:pt x="516800" y="427831"/>
                  </a:lnTo>
                  <a:lnTo>
                    <a:pt x="517475" y="429649"/>
                  </a:lnTo>
                  <a:lnTo>
                    <a:pt x="517740" y="430360"/>
                  </a:lnTo>
                  <a:lnTo>
                    <a:pt x="517939" y="430897"/>
                  </a:lnTo>
                  <a:lnTo>
                    <a:pt x="518871" y="432626"/>
                  </a:lnTo>
                  <a:lnTo>
                    <a:pt x="517692" y="431905"/>
                  </a:lnTo>
                  <a:lnTo>
                    <a:pt x="514396" y="429889"/>
                  </a:lnTo>
                  <a:lnTo>
                    <a:pt x="513567" y="429382"/>
                  </a:lnTo>
                  <a:lnTo>
                    <a:pt x="513045" y="428258"/>
                  </a:lnTo>
                  <a:lnTo>
                    <a:pt x="511302" y="424503"/>
                  </a:lnTo>
                  <a:lnTo>
                    <a:pt x="510362" y="423683"/>
                  </a:lnTo>
                  <a:lnTo>
                    <a:pt x="500379" y="425410"/>
                  </a:lnTo>
                  <a:lnTo>
                    <a:pt x="500038" y="425469"/>
                  </a:lnTo>
                  <a:lnTo>
                    <a:pt x="499219" y="425610"/>
                  </a:lnTo>
                  <a:lnTo>
                    <a:pt x="498208" y="425552"/>
                  </a:lnTo>
                  <a:lnTo>
                    <a:pt x="497981" y="425496"/>
                  </a:lnTo>
                  <a:lnTo>
                    <a:pt x="497718" y="425431"/>
                  </a:lnTo>
                  <a:lnTo>
                    <a:pt x="496798" y="425203"/>
                  </a:lnTo>
                  <a:lnTo>
                    <a:pt x="495914" y="424984"/>
                  </a:lnTo>
                  <a:lnTo>
                    <a:pt x="492949" y="423963"/>
                  </a:lnTo>
                  <a:lnTo>
                    <a:pt x="490008" y="422949"/>
                  </a:lnTo>
                  <a:lnTo>
                    <a:pt x="487602" y="429622"/>
                  </a:lnTo>
                  <a:lnTo>
                    <a:pt x="480318" y="429906"/>
                  </a:lnTo>
                  <a:lnTo>
                    <a:pt x="470985" y="431071"/>
                  </a:lnTo>
                  <a:lnTo>
                    <a:pt x="469774" y="424857"/>
                  </a:lnTo>
                  <a:lnTo>
                    <a:pt x="469037" y="422691"/>
                  </a:lnTo>
                  <a:lnTo>
                    <a:pt x="468800" y="419887"/>
                  </a:lnTo>
                  <a:lnTo>
                    <a:pt x="468206" y="418140"/>
                  </a:lnTo>
                  <a:lnTo>
                    <a:pt x="466686" y="415797"/>
                  </a:lnTo>
                  <a:lnTo>
                    <a:pt x="464828" y="414621"/>
                  </a:lnTo>
                  <a:lnTo>
                    <a:pt x="464471" y="412906"/>
                  </a:lnTo>
                  <a:lnTo>
                    <a:pt x="464661" y="411159"/>
                  </a:lnTo>
                  <a:lnTo>
                    <a:pt x="465561" y="409247"/>
                  </a:lnTo>
                  <a:lnTo>
                    <a:pt x="470560" y="398631"/>
                  </a:lnTo>
                  <a:lnTo>
                    <a:pt x="472346" y="395194"/>
                  </a:lnTo>
                  <a:lnTo>
                    <a:pt x="476234" y="394440"/>
                  </a:lnTo>
                  <a:lnTo>
                    <a:pt x="475939" y="391503"/>
                  </a:lnTo>
                  <a:lnTo>
                    <a:pt x="473289" y="387018"/>
                  </a:lnTo>
                  <a:lnTo>
                    <a:pt x="471180" y="385154"/>
                  </a:lnTo>
                  <a:lnTo>
                    <a:pt x="470869" y="384772"/>
                  </a:lnTo>
                  <a:lnTo>
                    <a:pt x="468900" y="382357"/>
                  </a:lnTo>
                  <a:lnTo>
                    <a:pt x="462680" y="382224"/>
                  </a:lnTo>
                  <a:lnTo>
                    <a:pt x="458140" y="380727"/>
                  </a:lnTo>
                  <a:lnTo>
                    <a:pt x="456778" y="380259"/>
                  </a:lnTo>
                  <a:lnTo>
                    <a:pt x="453737" y="379213"/>
                  </a:lnTo>
                  <a:lnTo>
                    <a:pt x="450859" y="377873"/>
                  </a:lnTo>
                  <a:lnTo>
                    <a:pt x="448108" y="377503"/>
                  </a:lnTo>
                  <a:lnTo>
                    <a:pt x="446413" y="377276"/>
                  </a:lnTo>
                  <a:lnTo>
                    <a:pt x="442709" y="376970"/>
                  </a:lnTo>
                  <a:lnTo>
                    <a:pt x="440827" y="376675"/>
                  </a:lnTo>
                  <a:lnTo>
                    <a:pt x="436272" y="379384"/>
                  </a:lnTo>
                  <a:lnTo>
                    <a:pt x="432301" y="381745"/>
                  </a:lnTo>
                  <a:lnTo>
                    <a:pt x="432057" y="381134"/>
                  </a:lnTo>
                  <a:lnTo>
                    <a:pt x="430842" y="379347"/>
                  </a:lnTo>
                  <a:lnTo>
                    <a:pt x="430693" y="379109"/>
                  </a:lnTo>
                  <a:lnTo>
                    <a:pt x="429806" y="377683"/>
                  </a:lnTo>
                  <a:lnTo>
                    <a:pt x="429512" y="377211"/>
                  </a:lnTo>
                  <a:lnTo>
                    <a:pt x="427802" y="375930"/>
                  </a:lnTo>
                  <a:lnTo>
                    <a:pt x="425978" y="375308"/>
                  </a:lnTo>
                  <a:lnTo>
                    <a:pt x="423318" y="375386"/>
                  </a:lnTo>
                  <a:lnTo>
                    <a:pt x="419812" y="376521"/>
                  </a:lnTo>
                  <a:lnTo>
                    <a:pt x="418335" y="376717"/>
                  </a:lnTo>
                  <a:lnTo>
                    <a:pt x="416823" y="375632"/>
                  </a:lnTo>
                  <a:lnTo>
                    <a:pt x="416401" y="375153"/>
                  </a:lnTo>
                  <a:lnTo>
                    <a:pt x="415695" y="374351"/>
                  </a:lnTo>
                  <a:lnTo>
                    <a:pt x="414927" y="372765"/>
                  </a:lnTo>
                  <a:lnTo>
                    <a:pt x="414455" y="371788"/>
                  </a:lnTo>
                  <a:lnTo>
                    <a:pt x="412834" y="369768"/>
                  </a:lnTo>
                  <a:lnTo>
                    <a:pt x="408714" y="368750"/>
                  </a:lnTo>
                  <a:lnTo>
                    <a:pt x="404467" y="366792"/>
                  </a:lnTo>
                  <a:lnTo>
                    <a:pt x="403954" y="366094"/>
                  </a:lnTo>
                  <a:lnTo>
                    <a:pt x="403398" y="365336"/>
                  </a:lnTo>
                  <a:lnTo>
                    <a:pt x="403099" y="362380"/>
                  </a:lnTo>
                  <a:lnTo>
                    <a:pt x="401945" y="358724"/>
                  </a:lnTo>
                  <a:lnTo>
                    <a:pt x="397345" y="361880"/>
                  </a:lnTo>
                  <a:lnTo>
                    <a:pt x="397180" y="361993"/>
                  </a:lnTo>
                  <a:lnTo>
                    <a:pt x="396921" y="362383"/>
                  </a:lnTo>
                  <a:lnTo>
                    <a:pt x="395540" y="363403"/>
                  </a:lnTo>
                  <a:lnTo>
                    <a:pt x="391342" y="364374"/>
                  </a:lnTo>
                  <a:lnTo>
                    <a:pt x="388682" y="366121"/>
                  </a:lnTo>
                  <a:lnTo>
                    <a:pt x="384407" y="369575"/>
                  </a:lnTo>
                  <a:lnTo>
                    <a:pt x="383028" y="368031"/>
                  </a:lnTo>
                  <a:lnTo>
                    <a:pt x="382746" y="367124"/>
                  </a:lnTo>
                  <a:lnTo>
                    <a:pt x="383007" y="365716"/>
                  </a:lnTo>
                  <a:lnTo>
                    <a:pt x="383928" y="363915"/>
                  </a:lnTo>
                  <a:lnTo>
                    <a:pt x="385970" y="359919"/>
                  </a:lnTo>
                  <a:lnTo>
                    <a:pt x="386778" y="358244"/>
                  </a:lnTo>
                  <a:lnTo>
                    <a:pt x="386550" y="357254"/>
                  </a:lnTo>
                  <a:lnTo>
                    <a:pt x="377659" y="361759"/>
                  </a:lnTo>
                  <a:lnTo>
                    <a:pt x="375484" y="362822"/>
                  </a:lnTo>
                  <a:lnTo>
                    <a:pt x="374992" y="361946"/>
                  </a:lnTo>
                  <a:lnTo>
                    <a:pt x="372954" y="358318"/>
                  </a:lnTo>
                  <a:lnTo>
                    <a:pt x="371301" y="356279"/>
                  </a:lnTo>
                  <a:lnTo>
                    <a:pt x="370641" y="355873"/>
                  </a:lnTo>
                  <a:lnTo>
                    <a:pt x="369358" y="354696"/>
                  </a:lnTo>
                  <a:lnTo>
                    <a:pt x="368406" y="353227"/>
                  </a:lnTo>
                  <a:lnTo>
                    <a:pt x="366428" y="350637"/>
                  </a:lnTo>
                  <a:lnTo>
                    <a:pt x="365650" y="349893"/>
                  </a:lnTo>
                  <a:lnTo>
                    <a:pt x="364600" y="348889"/>
                  </a:lnTo>
                  <a:lnTo>
                    <a:pt x="362496" y="346253"/>
                  </a:lnTo>
                  <a:lnTo>
                    <a:pt x="362239" y="344156"/>
                  </a:lnTo>
                  <a:lnTo>
                    <a:pt x="362271" y="343045"/>
                  </a:lnTo>
                  <a:lnTo>
                    <a:pt x="362317" y="341457"/>
                  </a:lnTo>
                  <a:lnTo>
                    <a:pt x="359433" y="340063"/>
                  </a:lnTo>
                  <a:lnTo>
                    <a:pt x="356540" y="339649"/>
                  </a:lnTo>
                  <a:lnTo>
                    <a:pt x="355358" y="339480"/>
                  </a:lnTo>
                  <a:lnTo>
                    <a:pt x="350884" y="339131"/>
                  </a:lnTo>
                  <a:lnTo>
                    <a:pt x="348206" y="337871"/>
                  </a:lnTo>
                  <a:lnTo>
                    <a:pt x="347903" y="337881"/>
                  </a:lnTo>
                  <a:lnTo>
                    <a:pt x="341359" y="338092"/>
                  </a:lnTo>
                  <a:lnTo>
                    <a:pt x="334190" y="338323"/>
                  </a:lnTo>
                  <a:lnTo>
                    <a:pt x="333518" y="338260"/>
                  </a:lnTo>
                  <a:lnTo>
                    <a:pt x="331079" y="338032"/>
                  </a:lnTo>
                  <a:lnTo>
                    <a:pt x="326163" y="333954"/>
                  </a:lnTo>
                  <a:lnTo>
                    <a:pt x="323709" y="332998"/>
                  </a:lnTo>
                  <a:lnTo>
                    <a:pt x="323171" y="332789"/>
                  </a:lnTo>
                  <a:lnTo>
                    <a:pt x="316047" y="333177"/>
                  </a:lnTo>
                  <a:lnTo>
                    <a:pt x="316185" y="330438"/>
                  </a:lnTo>
                  <a:lnTo>
                    <a:pt x="313414" y="330226"/>
                  </a:lnTo>
                  <a:lnTo>
                    <a:pt x="313354" y="321522"/>
                  </a:lnTo>
                  <a:lnTo>
                    <a:pt x="315773" y="319968"/>
                  </a:lnTo>
                  <a:lnTo>
                    <a:pt x="315912" y="317688"/>
                  </a:lnTo>
                  <a:lnTo>
                    <a:pt x="316049" y="315473"/>
                  </a:lnTo>
                  <a:lnTo>
                    <a:pt x="318631" y="310935"/>
                  </a:lnTo>
                  <a:lnTo>
                    <a:pt x="318655" y="310753"/>
                  </a:lnTo>
                  <a:lnTo>
                    <a:pt x="318834" y="309401"/>
                  </a:lnTo>
                  <a:lnTo>
                    <a:pt x="318974" y="309471"/>
                  </a:lnTo>
                  <a:lnTo>
                    <a:pt x="319736" y="309852"/>
                  </a:lnTo>
                  <a:lnTo>
                    <a:pt x="321121" y="310753"/>
                  </a:lnTo>
                  <a:lnTo>
                    <a:pt x="326005" y="313930"/>
                  </a:lnTo>
                  <a:lnTo>
                    <a:pt x="326425" y="313196"/>
                  </a:lnTo>
                  <a:lnTo>
                    <a:pt x="327823" y="310753"/>
                  </a:lnTo>
                  <a:lnTo>
                    <a:pt x="328556" y="309471"/>
                  </a:lnTo>
                  <a:lnTo>
                    <a:pt x="330168" y="306653"/>
                  </a:lnTo>
                  <a:lnTo>
                    <a:pt x="321448" y="300716"/>
                  </a:lnTo>
                  <a:lnTo>
                    <a:pt x="320544" y="300079"/>
                  </a:lnTo>
                  <a:lnTo>
                    <a:pt x="307453" y="290851"/>
                  </a:lnTo>
                  <a:lnTo>
                    <a:pt x="275416" y="268268"/>
                  </a:lnTo>
                  <a:lnTo>
                    <a:pt x="259486" y="257039"/>
                  </a:lnTo>
                  <a:lnTo>
                    <a:pt x="242871" y="245327"/>
                  </a:lnTo>
                  <a:lnTo>
                    <a:pt x="224540" y="232406"/>
                  </a:lnTo>
                  <a:lnTo>
                    <a:pt x="190155" y="208168"/>
                  </a:lnTo>
                  <a:lnTo>
                    <a:pt x="156402" y="184376"/>
                  </a:lnTo>
                  <a:lnTo>
                    <a:pt x="153416" y="182271"/>
                  </a:lnTo>
                  <a:lnTo>
                    <a:pt x="153215" y="182129"/>
                  </a:lnTo>
                  <a:lnTo>
                    <a:pt x="153028" y="181998"/>
                  </a:lnTo>
                  <a:lnTo>
                    <a:pt x="151774" y="181114"/>
                  </a:lnTo>
                  <a:lnTo>
                    <a:pt x="138674" y="171882"/>
                  </a:lnTo>
                  <a:lnTo>
                    <a:pt x="116546" y="156286"/>
                  </a:lnTo>
                  <a:lnTo>
                    <a:pt x="116161" y="156010"/>
                  </a:lnTo>
                  <a:lnTo>
                    <a:pt x="116258" y="155867"/>
                  </a:lnTo>
                  <a:lnTo>
                    <a:pt x="136468" y="125741"/>
                  </a:lnTo>
                  <a:lnTo>
                    <a:pt x="136814" y="125226"/>
                  </a:lnTo>
                  <a:lnTo>
                    <a:pt x="139055" y="121885"/>
                  </a:lnTo>
                  <a:lnTo>
                    <a:pt x="135319" y="119310"/>
                  </a:lnTo>
                  <a:lnTo>
                    <a:pt x="120759" y="109275"/>
                  </a:lnTo>
                  <a:lnTo>
                    <a:pt x="110380" y="102121"/>
                  </a:lnTo>
                  <a:lnTo>
                    <a:pt x="106057" y="99142"/>
                  </a:lnTo>
                  <a:lnTo>
                    <a:pt x="105746" y="98927"/>
                  </a:lnTo>
                  <a:lnTo>
                    <a:pt x="104678" y="97540"/>
                  </a:lnTo>
                  <a:lnTo>
                    <a:pt x="102255" y="97928"/>
                  </a:lnTo>
                  <a:lnTo>
                    <a:pt x="98697" y="100444"/>
                  </a:lnTo>
                  <a:lnTo>
                    <a:pt x="96985" y="102280"/>
                  </a:lnTo>
                  <a:lnTo>
                    <a:pt x="95589" y="103778"/>
                  </a:lnTo>
                  <a:lnTo>
                    <a:pt x="90017" y="107359"/>
                  </a:lnTo>
                  <a:lnTo>
                    <a:pt x="87034" y="108845"/>
                  </a:lnTo>
                  <a:lnTo>
                    <a:pt x="82783" y="110034"/>
                  </a:lnTo>
                  <a:lnTo>
                    <a:pt x="82470" y="110106"/>
                  </a:lnTo>
                  <a:lnTo>
                    <a:pt x="76072" y="118853"/>
                  </a:lnTo>
                  <a:lnTo>
                    <a:pt x="73917" y="118155"/>
                  </a:lnTo>
                  <a:lnTo>
                    <a:pt x="72177" y="117591"/>
                  </a:lnTo>
                  <a:lnTo>
                    <a:pt x="57549" y="121960"/>
                  </a:lnTo>
                  <a:lnTo>
                    <a:pt x="56339" y="118547"/>
                  </a:lnTo>
                  <a:lnTo>
                    <a:pt x="54941" y="114604"/>
                  </a:lnTo>
                  <a:lnTo>
                    <a:pt x="57359" y="111959"/>
                  </a:lnTo>
                  <a:lnTo>
                    <a:pt x="79681" y="106231"/>
                  </a:lnTo>
                  <a:lnTo>
                    <a:pt x="79017" y="101182"/>
                  </a:lnTo>
                  <a:lnTo>
                    <a:pt x="68188" y="96910"/>
                  </a:lnTo>
                  <a:lnTo>
                    <a:pt x="65433" y="93609"/>
                  </a:lnTo>
                  <a:lnTo>
                    <a:pt x="54324" y="93037"/>
                  </a:lnTo>
                  <a:lnTo>
                    <a:pt x="48169" y="96853"/>
                  </a:lnTo>
                  <a:lnTo>
                    <a:pt x="41182" y="96370"/>
                  </a:lnTo>
                  <a:lnTo>
                    <a:pt x="31374" y="92027"/>
                  </a:lnTo>
                  <a:lnTo>
                    <a:pt x="27726" y="76725"/>
                  </a:lnTo>
                  <a:lnTo>
                    <a:pt x="23471" y="73618"/>
                  </a:lnTo>
                  <a:lnTo>
                    <a:pt x="20511" y="75854"/>
                  </a:lnTo>
                  <a:lnTo>
                    <a:pt x="21662" y="78539"/>
                  </a:lnTo>
                  <a:lnTo>
                    <a:pt x="13879" y="84002"/>
                  </a:lnTo>
                  <a:lnTo>
                    <a:pt x="5550" y="71252"/>
                  </a:lnTo>
                  <a:lnTo>
                    <a:pt x="2841" y="73098"/>
                  </a:lnTo>
                  <a:lnTo>
                    <a:pt x="0" y="69059"/>
                  </a:lnTo>
                  <a:lnTo>
                    <a:pt x="4064" y="65931"/>
                  </a:lnTo>
                  <a:lnTo>
                    <a:pt x="6927" y="63727"/>
                  </a:lnTo>
                  <a:lnTo>
                    <a:pt x="8068" y="62779"/>
                  </a:lnTo>
                  <a:lnTo>
                    <a:pt x="19215" y="54277"/>
                  </a:lnTo>
                  <a:lnTo>
                    <a:pt x="18683" y="44102"/>
                  </a:lnTo>
                  <a:lnTo>
                    <a:pt x="15787" y="43916"/>
                  </a:lnTo>
                  <a:lnTo>
                    <a:pt x="15487" y="43058"/>
                  </a:lnTo>
                  <a:lnTo>
                    <a:pt x="10883" y="29849"/>
                  </a:lnTo>
                  <a:lnTo>
                    <a:pt x="10435" y="28564"/>
                  </a:lnTo>
                  <a:lnTo>
                    <a:pt x="9997" y="27308"/>
                  </a:lnTo>
                  <a:lnTo>
                    <a:pt x="18071" y="26142"/>
                  </a:lnTo>
                  <a:lnTo>
                    <a:pt x="15934" y="19880"/>
                  </a:lnTo>
                  <a:lnTo>
                    <a:pt x="21293" y="20145"/>
                  </a:lnTo>
                  <a:lnTo>
                    <a:pt x="27712" y="20462"/>
                  </a:lnTo>
                  <a:lnTo>
                    <a:pt x="30107" y="20454"/>
                  </a:lnTo>
                  <a:lnTo>
                    <a:pt x="32389" y="19677"/>
                  </a:lnTo>
                  <a:lnTo>
                    <a:pt x="33280" y="19374"/>
                  </a:lnTo>
                  <a:lnTo>
                    <a:pt x="35598" y="18403"/>
                  </a:lnTo>
                  <a:lnTo>
                    <a:pt x="37811" y="17284"/>
                  </a:lnTo>
                  <a:lnTo>
                    <a:pt x="39181" y="16592"/>
                  </a:lnTo>
                  <a:lnTo>
                    <a:pt x="40747" y="15801"/>
                  </a:lnTo>
                  <a:lnTo>
                    <a:pt x="41513" y="15456"/>
                  </a:lnTo>
                  <a:lnTo>
                    <a:pt x="45649" y="13593"/>
                  </a:lnTo>
                  <a:lnTo>
                    <a:pt x="45800" y="13525"/>
                  </a:lnTo>
                  <a:lnTo>
                    <a:pt x="49372" y="11917"/>
                  </a:lnTo>
                  <a:lnTo>
                    <a:pt x="51878" y="10908"/>
                  </a:lnTo>
                  <a:lnTo>
                    <a:pt x="52585" y="10623"/>
                  </a:lnTo>
                  <a:lnTo>
                    <a:pt x="58581" y="8827"/>
                  </a:lnTo>
                  <a:lnTo>
                    <a:pt x="59545" y="8561"/>
                  </a:lnTo>
                  <a:lnTo>
                    <a:pt x="62969" y="7253"/>
                  </a:lnTo>
                  <a:lnTo>
                    <a:pt x="63900" y="6897"/>
                  </a:lnTo>
                  <a:lnTo>
                    <a:pt x="64788" y="6420"/>
                  </a:lnTo>
                  <a:lnTo>
                    <a:pt x="66192" y="5665"/>
                  </a:lnTo>
                  <a:lnTo>
                    <a:pt x="68171" y="4264"/>
                  </a:lnTo>
                  <a:lnTo>
                    <a:pt x="68553" y="3919"/>
                  </a:lnTo>
                  <a:lnTo>
                    <a:pt x="68904" y="4587"/>
                  </a:lnTo>
                  <a:lnTo>
                    <a:pt x="69573" y="4038"/>
                  </a:lnTo>
                  <a:lnTo>
                    <a:pt x="73313" y="973"/>
                  </a:lnTo>
                  <a:lnTo>
                    <a:pt x="74650" y="716"/>
                  </a:lnTo>
                  <a:lnTo>
                    <a:pt x="77087" y="429"/>
                  </a:lnTo>
                  <a:lnTo>
                    <a:pt x="78367" y="279"/>
                  </a:lnTo>
                  <a:lnTo>
                    <a:pt x="79288" y="0"/>
                  </a:lnTo>
                  <a:lnTo>
                    <a:pt x="80470" y="24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27027" y="2946218"/>
              <a:ext cx="729014" cy="406268"/>
            </a:xfrm>
            <a:custGeom>
              <a:avLst/>
              <a:pathLst>
                <a:path w="729014" h="406268">
                  <a:moveTo>
                    <a:pt x="284959" y="66654"/>
                  </a:moveTo>
                  <a:lnTo>
                    <a:pt x="280849" y="78163"/>
                  </a:lnTo>
                  <a:lnTo>
                    <a:pt x="280431" y="79088"/>
                  </a:lnTo>
                  <a:lnTo>
                    <a:pt x="279520" y="81100"/>
                  </a:lnTo>
                  <a:lnTo>
                    <a:pt x="279141" y="81938"/>
                  </a:lnTo>
                  <a:lnTo>
                    <a:pt x="278102" y="85836"/>
                  </a:lnTo>
                  <a:lnTo>
                    <a:pt x="276581" y="91537"/>
                  </a:lnTo>
                  <a:lnTo>
                    <a:pt x="271771" y="90245"/>
                  </a:lnTo>
                  <a:lnTo>
                    <a:pt x="276150" y="98321"/>
                  </a:lnTo>
                  <a:lnTo>
                    <a:pt x="277537" y="101990"/>
                  </a:lnTo>
                  <a:lnTo>
                    <a:pt x="279288" y="106468"/>
                  </a:lnTo>
                  <a:lnTo>
                    <a:pt x="279578" y="107208"/>
                  </a:lnTo>
                  <a:lnTo>
                    <a:pt x="272611" y="109494"/>
                  </a:lnTo>
                  <a:lnTo>
                    <a:pt x="270996" y="116317"/>
                  </a:lnTo>
                  <a:lnTo>
                    <a:pt x="270272" y="119376"/>
                  </a:lnTo>
                  <a:lnTo>
                    <a:pt x="270090" y="119762"/>
                  </a:lnTo>
                  <a:lnTo>
                    <a:pt x="269369" y="121297"/>
                  </a:lnTo>
                  <a:lnTo>
                    <a:pt x="269165" y="121582"/>
                  </a:lnTo>
                  <a:lnTo>
                    <a:pt x="268704" y="122228"/>
                  </a:lnTo>
                  <a:lnTo>
                    <a:pt x="265384" y="127279"/>
                  </a:lnTo>
                  <a:lnTo>
                    <a:pt x="262312" y="133299"/>
                  </a:lnTo>
                  <a:lnTo>
                    <a:pt x="276089" y="143060"/>
                  </a:lnTo>
                  <a:lnTo>
                    <a:pt x="276353" y="142697"/>
                  </a:lnTo>
                  <a:lnTo>
                    <a:pt x="291909" y="153547"/>
                  </a:lnTo>
                  <a:lnTo>
                    <a:pt x="309804" y="165735"/>
                  </a:lnTo>
                  <a:lnTo>
                    <a:pt x="304400" y="173819"/>
                  </a:lnTo>
                  <a:lnTo>
                    <a:pt x="306048" y="175322"/>
                  </a:lnTo>
                  <a:lnTo>
                    <a:pt x="307349" y="176508"/>
                  </a:lnTo>
                  <a:lnTo>
                    <a:pt x="319414" y="185652"/>
                  </a:lnTo>
                  <a:lnTo>
                    <a:pt x="319758" y="185913"/>
                  </a:lnTo>
                  <a:lnTo>
                    <a:pt x="320682" y="186586"/>
                  </a:lnTo>
                  <a:lnTo>
                    <a:pt x="322237" y="187719"/>
                  </a:lnTo>
                  <a:lnTo>
                    <a:pt x="323662" y="189729"/>
                  </a:lnTo>
                  <a:lnTo>
                    <a:pt x="323809" y="195265"/>
                  </a:lnTo>
                  <a:lnTo>
                    <a:pt x="323982" y="197178"/>
                  </a:lnTo>
                  <a:lnTo>
                    <a:pt x="324799" y="198720"/>
                  </a:lnTo>
                  <a:lnTo>
                    <a:pt x="330344" y="209189"/>
                  </a:lnTo>
                  <a:lnTo>
                    <a:pt x="330993" y="207660"/>
                  </a:lnTo>
                  <a:lnTo>
                    <a:pt x="331320" y="205742"/>
                  </a:lnTo>
                  <a:lnTo>
                    <a:pt x="331544" y="204728"/>
                  </a:lnTo>
                  <a:lnTo>
                    <a:pt x="332721" y="204262"/>
                  </a:lnTo>
                  <a:lnTo>
                    <a:pt x="333785" y="204223"/>
                  </a:lnTo>
                  <a:lnTo>
                    <a:pt x="335082" y="205145"/>
                  </a:lnTo>
                  <a:lnTo>
                    <a:pt x="350602" y="216183"/>
                  </a:lnTo>
                  <a:lnTo>
                    <a:pt x="354174" y="218723"/>
                  </a:lnTo>
                  <a:lnTo>
                    <a:pt x="364640" y="226262"/>
                  </a:lnTo>
                  <a:lnTo>
                    <a:pt x="372018" y="231210"/>
                  </a:lnTo>
                  <a:lnTo>
                    <a:pt x="375669" y="234097"/>
                  </a:lnTo>
                  <a:lnTo>
                    <a:pt x="377300" y="236343"/>
                  </a:lnTo>
                  <a:lnTo>
                    <a:pt x="378704" y="238277"/>
                  </a:lnTo>
                  <a:lnTo>
                    <a:pt x="383143" y="242558"/>
                  </a:lnTo>
                  <a:lnTo>
                    <a:pt x="386090" y="243878"/>
                  </a:lnTo>
                  <a:lnTo>
                    <a:pt x="389719" y="245250"/>
                  </a:lnTo>
                  <a:lnTo>
                    <a:pt x="394417" y="238240"/>
                  </a:lnTo>
                  <a:lnTo>
                    <a:pt x="397480" y="233671"/>
                  </a:lnTo>
                  <a:lnTo>
                    <a:pt x="388278" y="227315"/>
                  </a:lnTo>
                  <a:lnTo>
                    <a:pt x="386733" y="228910"/>
                  </a:lnTo>
                  <a:lnTo>
                    <a:pt x="385650" y="230337"/>
                  </a:lnTo>
                  <a:lnTo>
                    <a:pt x="384652" y="231298"/>
                  </a:lnTo>
                  <a:lnTo>
                    <a:pt x="383541" y="232056"/>
                  </a:lnTo>
                  <a:lnTo>
                    <a:pt x="382344" y="232522"/>
                  </a:lnTo>
                  <a:lnTo>
                    <a:pt x="381176" y="232376"/>
                  </a:lnTo>
                  <a:lnTo>
                    <a:pt x="380758" y="231724"/>
                  </a:lnTo>
                  <a:lnTo>
                    <a:pt x="380627" y="231520"/>
                  </a:lnTo>
                  <a:lnTo>
                    <a:pt x="380313" y="226015"/>
                  </a:lnTo>
                  <a:lnTo>
                    <a:pt x="380631" y="217534"/>
                  </a:lnTo>
                  <a:lnTo>
                    <a:pt x="380723" y="213924"/>
                  </a:lnTo>
                  <a:lnTo>
                    <a:pt x="381075" y="212314"/>
                  </a:lnTo>
                  <a:lnTo>
                    <a:pt x="384570" y="211887"/>
                  </a:lnTo>
                  <a:lnTo>
                    <a:pt x="390270" y="212236"/>
                  </a:lnTo>
                  <a:lnTo>
                    <a:pt x="391276" y="211479"/>
                  </a:lnTo>
                  <a:lnTo>
                    <a:pt x="392302" y="209634"/>
                  </a:lnTo>
                  <a:lnTo>
                    <a:pt x="393480" y="206216"/>
                  </a:lnTo>
                  <a:lnTo>
                    <a:pt x="393858" y="205419"/>
                  </a:lnTo>
                  <a:lnTo>
                    <a:pt x="394677" y="203692"/>
                  </a:lnTo>
                  <a:lnTo>
                    <a:pt x="396868" y="203250"/>
                  </a:lnTo>
                  <a:lnTo>
                    <a:pt x="397375" y="203148"/>
                  </a:lnTo>
                  <a:lnTo>
                    <a:pt x="404385" y="202740"/>
                  </a:lnTo>
                  <a:lnTo>
                    <a:pt x="405221" y="202139"/>
                  </a:lnTo>
                  <a:lnTo>
                    <a:pt x="406665" y="199711"/>
                  </a:lnTo>
                  <a:lnTo>
                    <a:pt x="408071" y="198611"/>
                  </a:lnTo>
                  <a:lnTo>
                    <a:pt x="411802" y="198854"/>
                  </a:lnTo>
                  <a:lnTo>
                    <a:pt x="416974" y="198854"/>
                  </a:lnTo>
                  <a:lnTo>
                    <a:pt x="418969" y="199104"/>
                  </a:lnTo>
                  <a:lnTo>
                    <a:pt x="420166" y="200136"/>
                  </a:lnTo>
                  <a:lnTo>
                    <a:pt x="421533" y="201709"/>
                  </a:lnTo>
                  <a:lnTo>
                    <a:pt x="423353" y="202229"/>
                  </a:lnTo>
                  <a:lnTo>
                    <a:pt x="426846" y="202786"/>
                  </a:lnTo>
                  <a:lnTo>
                    <a:pt x="427735" y="203183"/>
                  </a:lnTo>
                  <a:lnTo>
                    <a:pt x="428088" y="203999"/>
                  </a:lnTo>
                  <a:lnTo>
                    <a:pt x="431467" y="202577"/>
                  </a:lnTo>
                  <a:lnTo>
                    <a:pt x="432978" y="201091"/>
                  </a:lnTo>
                  <a:lnTo>
                    <a:pt x="433255" y="200196"/>
                  </a:lnTo>
                  <a:lnTo>
                    <a:pt x="434016" y="197739"/>
                  </a:lnTo>
                  <a:lnTo>
                    <a:pt x="434158" y="195992"/>
                  </a:lnTo>
                  <a:lnTo>
                    <a:pt x="432741" y="188793"/>
                  </a:lnTo>
                  <a:lnTo>
                    <a:pt x="432621" y="188581"/>
                  </a:lnTo>
                  <a:lnTo>
                    <a:pt x="432067" y="187609"/>
                  </a:lnTo>
                  <a:lnTo>
                    <a:pt x="431548" y="184644"/>
                  </a:lnTo>
                  <a:lnTo>
                    <a:pt x="431241" y="182890"/>
                  </a:lnTo>
                  <a:lnTo>
                    <a:pt x="431561" y="182084"/>
                  </a:lnTo>
                  <a:lnTo>
                    <a:pt x="432409" y="179948"/>
                  </a:lnTo>
                  <a:lnTo>
                    <a:pt x="432818" y="179350"/>
                  </a:lnTo>
                  <a:lnTo>
                    <a:pt x="434254" y="177247"/>
                  </a:lnTo>
                  <a:lnTo>
                    <a:pt x="435443" y="175506"/>
                  </a:lnTo>
                  <a:lnTo>
                    <a:pt x="437024" y="173192"/>
                  </a:lnTo>
                  <a:lnTo>
                    <a:pt x="437880" y="171938"/>
                  </a:lnTo>
                  <a:lnTo>
                    <a:pt x="438802" y="169359"/>
                  </a:lnTo>
                  <a:lnTo>
                    <a:pt x="438995" y="168818"/>
                  </a:lnTo>
                  <a:lnTo>
                    <a:pt x="439191" y="168267"/>
                  </a:lnTo>
                  <a:lnTo>
                    <a:pt x="440491" y="160539"/>
                  </a:lnTo>
                  <a:lnTo>
                    <a:pt x="444509" y="162429"/>
                  </a:lnTo>
                  <a:lnTo>
                    <a:pt x="444570" y="159885"/>
                  </a:lnTo>
                  <a:lnTo>
                    <a:pt x="444736" y="152935"/>
                  </a:lnTo>
                  <a:lnTo>
                    <a:pt x="444780" y="151097"/>
                  </a:lnTo>
                  <a:lnTo>
                    <a:pt x="444881" y="148837"/>
                  </a:lnTo>
                  <a:lnTo>
                    <a:pt x="444928" y="147778"/>
                  </a:lnTo>
                  <a:lnTo>
                    <a:pt x="444515" y="147910"/>
                  </a:lnTo>
                  <a:lnTo>
                    <a:pt x="440903" y="148342"/>
                  </a:lnTo>
                  <a:lnTo>
                    <a:pt x="434225" y="150513"/>
                  </a:lnTo>
                  <a:lnTo>
                    <a:pt x="429994" y="147241"/>
                  </a:lnTo>
                  <a:lnTo>
                    <a:pt x="429503" y="146862"/>
                  </a:lnTo>
                  <a:lnTo>
                    <a:pt x="427394" y="146046"/>
                  </a:lnTo>
                  <a:lnTo>
                    <a:pt x="427967" y="144883"/>
                  </a:lnTo>
                  <a:lnTo>
                    <a:pt x="428147" y="144518"/>
                  </a:lnTo>
                  <a:lnTo>
                    <a:pt x="428593" y="141654"/>
                  </a:lnTo>
                  <a:lnTo>
                    <a:pt x="426359" y="138165"/>
                  </a:lnTo>
                  <a:lnTo>
                    <a:pt x="425634" y="137665"/>
                  </a:lnTo>
                  <a:lnTo>
                    <a:pt x="424549" y="136917"/>
                  </a:lnTo>
                  <a:lnTo>
                    <a:pt x="421500" y="135234"/>
                  </a:lnTo>
                  <a:lnTo>
                    <a:pt x="420315" y="134233"/>
                  </a:lnTo>
                  <a:lnTo>
                    <a:pt x="421170" y="132645"/>
                  </a:lnTo>
                  <a:lnTo>
                    <a:pt x="422833" y="130801"/>
                  </a:lnTo>
                  <a:lnTo>
                    <a:pt x="426870" y="126723"/>
                  </a:lnTo>
                  <a:lnTo>
                    <a:pt x="427805" y="124973"/>
                  </a:lnTo>
                  <a:lnTo>
                    <a:pt x="428446" y="123119"/>
                  </a:lnTo>
                  <a:lnTo>
                    <a:pt x="428614" y="121978"/>
                  </a:lnTo>
                  <a:lnTo>
                    <a:pt x="428765" y="120951"/>
                  </a:lnTo>
                  <a:lnTo>
                    <a:pt x="429181" y="121025"/>
                  </a:lnTo>
                  <a:lnTo>
                    <a:pt x="433571" y="121450"/>
                  </a:lnTo>
                  <a:lnTo>
                    <a:pt x="441401" y="122401"/>
                  </a:lnTo>
                  <a:lnTo>
                    <a:pt x="441651" y="122432"/>
                  </a:lnTo>
                  <a:lnTo>
                    <a:pt x="441563" y="122224"/>
                  </a:lnTo>
                  <a:lnTo>
                    <a:pt x="441048" y="119944"/>
                  </a:lnTo>
                  <a:lnTo>
                    <a:pt x="440091" y="118340"/>
                  </a:lnTo>
                  <a:lnTo>
                    <a:pt x="439448" y="116710"/>
                  </a:lnTo>
                  <a:lnTo>
                    <a:pt x="438202" y="113551"/>
                  </a:lnTo>
                  <a:lnTo>
                    <a:pt x="438078" y="113237"/>
                  </a:lnTo>
                  <a:lnTo>
                    <a:pt x="438097" y="112569"/>
                  </a:lnTo>
                  <a:lnTo>
                    <a:pt x="438157" y="110504"/>
                  </a:lnTo>
                  <a:lnTo>
                    <a:pt x="438175" y="109891"/>
                  </a:lnTo>
                  <a:lnTo>
                    <a:pt x="438204" y="108881"/>
                  </a:lnTo>
                  <a:lnTo>
                    <a:pt x="438852" y="107430"/>
                  </a:lnTo>
                  <a:lnTo>
                    <a:pt x="440162" y="104594"/>
                  </a:lnTo>
                  <a:lnTo>
                    <a:pt x="442788" y="98912"/>
                  </a:lnTo>
                  <a:lnTo>
                    <a:pt x="445590" y="92850"/>
                  </a:lnTo>
                  <a:lnTo>
                    <a:pt x="445804" y="92386"/>
                  </a:lnTo>
                  <a:lnTo>
                    <a:pt x="451990" y="95046"/>
                  </a:lnTo>
                  <a:lnTo>
                    <a:pt x="455229" y="96439"/>
                  </a:lnTo>
                  <a:lnTo>
                    <a:pt x="459352" y="98212"/>
                  </a:lnTo>
                  <a:lnTo>
                    <a:pt x="459259" y="98431"/>
                  </a:lnTo>
                  <a:lnTo>
                    <a:pt x="458921" y="99229"/>
                  </a:lnTo>
                  <a:lnTo>
                    <a:pt x="457296" y="102087"/>
                  </a:lnTo>
                  <a:lnTo>
                    <a:pt x="456299" y="103841"/>
                  </a:lnTo>
                  <a:lnTo>
                    <a:pt x="455218" y="105741"/>
                  </a:lnTo>
                  <a:lnTo>
                    <a:pt x="454933" y="106244"/>
                  </a:lnTo>
                  <a:lnTo>
                    <a:pt x="454823" y="106436"/>
                  </a:lnTo>
                  <a:lnTo>
                    <a:pt x="451843" y="112935"/>
                  </a:lnTo>
                  <a:lnTo>
                    <a:pt x="464062" y="118516"/>
                  </a:lnTo>
                  <a:lnTo>
                    <a:pt x="466612" y="115136"/>
                  </a:lnTo>
                  <a:lnTo>
                    <a:pt x="467870" y="113467"/>
                  </a:lnTo>
                  <a:lnTo>
                    <a:pt x="468558" y="112984"/>
                  </a:lnTo>
                  <a:lnTo>
                    <a:pt x="471673" y="115158"/>
                  </a:lnTo>
                  <a:lnTo>
                    <a:pt x="476734" y="118689"/>
                  </a:lnTo>
                  <a:lnTo>
                    <a:pt x="481049" y="121700"/>
                  </a:lnTo>
                  <a:lnTo>
                    <a:pt x="482625" y="122800"/>
                  </a:lnTo>
                  <a:lnTo>
                    <a:pt x="483057" y="123102"/>
                  </a:lnTo>
                  <a:lnTo>
                    <a:pt x="485364" y="125118"/>
                  </a:lnTo>
                  <a:lnTo>
                    <a:pt x="486370" y="126413"/>
                  </a:lnTo>
                  <a:lnTo>
                    <a:pt x="486903" y="127098"/>
                  </a:lnTo>
                  <a:lnTo>
                    <a:pt x="487261" y="127447"/>
                  </a:lnTo>
                  <a:lnTo>
                    <a:pt x="495183" y="122106"/>
                  </a:lnTo>
                  <a:lnTo>
                    <a:pt x="495860" y="122966"/>
                  </a:lnTo>
                  <a:lnTo>
                    <a:pt x="497463" y="125000"/>
                  </a:lnTo>
                  <a:lnTo>
                    <a:pt x="499686" y="126864"/>
                  </a:lnTo>
                  <a:lnTo>
                    <a:pt x="502569" y="128596"/>
                  </a:lnTo>
                  <a:lnTo>
                    <a:pt x="504516" y="129765"/>
                  </a:lnTo>
                  <a:lnTo>
                    <a:pt x="505152" y="130147"/>
                  </a:lnTo>
                  <a:lnTo>
                    <a:pt x="505328" y="130352"/>
                  </a:lnTo>
                  <a:lnTo>
                    <a:pt x="505618" y="130780"/>
                  </a:lnTo>
                  <a:lnTo>
                    <a:pt x="506506" y="132088"/>
                  </a:lnTo>
                  <a:lnTo>
                    <a:pt x="508126" y="134435"/>
                  </a:lnTo>
                  <a:lnTo>
                    <a:pt x="508596" y="135117"/>
                  </a:lnTo>
                  <a:lnTo>
                    <a:pt x="509387" y="135694"/>
                  </a:lnTo>
                  <a:lnTo>
                    <a:pt x="509225" y="136120"/>
                  </a:lnTo>
                  <a:lnTo>
                    <a:pt x="508908" y="136954"/>
                  </a:lnTo>
                  <a:lnTo>
                    <a:pt x="508268" y="138639"/>
                  </a:lnTo>
                  <a:lnTo>
                    <a:pt x="508185" y="138857"/>
                  </a:lnTo>
                  <a:lnTo>
                    <a:pt x="507589" y="140427"/>
                  </a:lnTo>
                  <a:lnTo>
                    <a:pt x="507071" y="143320"/>
                  </a:lnTo>
                  <a:lnTo>
                    <a:pt x="505975" y="144944"/>
                  </a:lnTo>
                  <a:lnTo>
                    <a:pt x="504791" y="146700"/>
                  </a:lnTo>
                  <a:lnTo>
                    <a:pt x="503158" y="149120"/>
                  </a:lnTo>
                  <a:lnTo>
                    <a:pt x="501816" y="151109"/>
                  </a:lnTo>
                  <a:lnTo>
                    <a:pt x="498205" y="156461"/>
                  </a:lnTo>
                  <a:lnTo>
                    <a:pt x="482851" y="179221"/>
                  </a:lnTo>
                  <a:lnTo>
                    <a:pt x="481323" y="181746"/>
                  </a:lnTo>
                  <a:lnTo>
                    <a:pt x="480593" y="182952"/>
                  </a:lnTo>
                  <a:lnTo>
                    <a:pt x="494886" y="192863"/>
                  </a:lnTo>
                  <a:lnTo>
                    <a:pt x="515152" y="206817"/>
                  </a:lnTo>
                  <a:lnTo>
                    <a:pt x="514635" y="207572"/>
                  </a:lnTo>
                  <a:lnTo>
                    <a:pt x="528554" y="217170"/>
                  </a:lnTo>
                  <a:lnTo>
                    <a:pt x="536660" y="222759"/>
                  </a:lnTo>
                  <a:lnTo>
                    <a:pt x="542922" y="227078"/>
                  </a:lnTo>
                  <a:lnTo>
                    <a:pt x="550181" y="232083"/>
                  </a:lnTo>
                  <a:lnTo>
                    <a:pt x="550775" y="231210"/>
                  </a:lnTo>
                  <a:lnTo>
                    <a:pt x="552986" y="227749"/>
                  </a:lnTo>
                  <a:lnTo>
                    <a:pt x="558582" y="231490"/>
                  </a:lnTo>
                  <a:lnTo>
                    <a:pt x="562756" y="234281"/>
                  </a:lnTo>
                  <a:lnTo>
                    <a:pt x="564857" y="235686"/>
                  </a:lnTo>
                  <a:lnTo>
                    <a:pt x="570629" y="239545"/>
                  </a:lnTo>
                  <a:lnTo>
                    <a:pt x="575288" y="242661"/>
                  </a:lnTo>
                  <a:lnTo>
                    <a:pt x="575431" y="242176"/>
                  </a:lnTo>
                  <a:lnTo>
                    <a:pt x="579580" y="244612"/>
                  </a:lnTo>
                  <a:lnTo>
                    <a:pt x="583489" y="246964"/>
                  </a:lnTo>
                  <a:lnTo>
                    <a:pt x="585327" y="243964"/>
                  </a:lnTo>
                  <a:lnTo>
                    <a:pt x="585766" y="243247"/>
                  </a:lnTo>
                  <a:lnTo>
                    <a:pt x="586776" y="241598"/>
                  </a:lnTo>
                  <a:lnTo>
                    <a:pt x="596427" y="242574"/>
                  </a:lnTo>
                  <a:lnTo>
                    <a:pt x="594955" y="245924"/>
                  </a:lnTo>
                  <a:lnTo>
                    <a:pt x="592805" y="247631"/>
                  </a:lnTo>
                  <a:lnTo>
                    <a:pt x="592624" y="247775"/>
                  </a:lnTo>
                  <a:lnTo>
                    <a:pt x="598632" y="250862"/>
                  </a:lnTo>
                  <a:lnTo>
                    <a:pt x="611749" y="242039"/>
                  </a:lnTo>
                  <a:lnTo>
                    <a:pt x="616237" y="240947"/>
                  </a:lnTo>
                  <a:lnTo>
                    <a:pt x="620725" y="239855"/>
                  </a:lnTo>
                  <a:lnTo>
                    <a:pt x="648083" y="241457"/>
                  </a:lnTo>
                  <a:lnTo>
                    <a:pt x="673872" y="253254"/>
                  </a:lnTo>
                  <a:lnTo>
                    <a:pt x="707356" y="288936"/>
                  </a:lnTo>
                  <a:lnTo>
                    <a:pt x="725594" y="302480"/>
                  </a:lnTo>
                  <a:lnTo>
                    <a:pt x="729014" y="316608"/>
                  </a:lnTo>
                  <a:lnTo>
                    <a:pt x="720180" y="326511"/>
                  </a:lnTo>
                  <a:lnTo>
                    <a:pt x="706074" y="328550"/>
                  </a:lnTo>
                  <a:lnTo>
                    <a:pt x="675012" y="314132"/>
                  </a:lnTo>
                  <a:lnTo>
                    <a:pt x="663186" y="303500"/>
                  </a:lnTo>
                  <a:lnTo>
                    <a:pt x="645090" y="302335"/>
                  </a:lnTo>
                  <a:lnTo>
                    <a:pt x="628420" y="305684"/>
                  </a:lnTo>
                  <a:lnTo>
                    <a:pt x="625000" y="324035"/>
                  </a:lnTo>
                  <a:lnTo>
                    <a:pt x="623575" y="345299"/>
                  </a:lnTo>
                  <a:lnTo>
                    <a:pt x="620868" y="352435"/>
                  </a:lnTo>
                  <a:lnTo>
                    <a:pt x="611749" y="356513"/>
                  </a:lnTo>
                  <a:lnTo>
                    <a:pt x="589372" y="341294"/>
                  </a:lnTo>
                  <a:lnTo>
                    <a:pt x="560590" y="354110"/>
                  </a:lnTo>
                  <a:lnTo>
                    <a:pt x="547481" y="350615"/>
                  </a:lnTo>
                  <a:lnTo>
                    <a:pt x="519217" y="351675"/>
                  </a:lnTo>
                  <a:lnTo>
                    <a:pt x="512033" y="350141"/>
                  </a:lnTo>
                  <a:lnTo>
                    <a:pt x="510834" y="351244"/>
                  </a:lnTo>
                  <a:lnTo>
                    <a:pt x="510892" y="353796"/>
                  </a:lnTo>
                  <a:lnTo>
                    <a:pt x="510949" y="356358"/>
                  </a:lnTo>
                  <a:lnTo>
                    <a:pt x="511564" y="360055"/>
                  </a:lnTo>
                  <a:lnTo>
                    <a:pt x="510171" y="360318"/>
                  </a:lnTo>
                  <a:lnTo>
                    <a:pt x="507132" y="358150"/>
                  </a:lnTo>
                  <a:lnTo>
                    <a:pt x="502451" y="354812"/>
                  </a:lnTo>
                  <a:lnTo>
                    <a:pt x="496930" y="350874"/>
                  </a:lnTo>
                  <a:lnTo>
                    <a:pt x="478282" y="337574"/>
                  </a:lnTo>
                  <a:lnTo>
                    <a:pt x="469443" y="350874"/>
                  </a:lnTo>
                  <a:lnTo>
                    <a:pt x="464803" y="357855"/>
                  </a:lnTo>
                  <a:lnTo>
                    <a:pt x="461764" y="362428"/>
                  </a:lnTo>
                  <a:lnTo>
                    <a:pt x="455532" y="371805"/>
                  </a:lnTo>
                  <a:lnTo>
                    <a:pt x="455428" y="371961"/>
                  </a:lnTo>
                  <a:lnTo>
                    <a:pt x="446793" y="384954"/>
                  </a:lnTo>
                  <a:lnTo>
                    <a:pt x="445250" y="387276"/>
                  </a:lnTo>
                  <a:lnTo>
                    <a:pt x="433500" y="404955"/>
                  </a:lnTo>
                  <a:lnTo>
                    <a:pt x="432627" y="406268"/>
                  </a:lnTo>
                  <a:lnTo>
                    <a:pt x="430762" y="404955"/>
                  </a:lnTo>
                  <a:lnTo>
                    <a:pt x="417524" y="395639"/>
                  </a:lnTo>
                  <a:lnTo>
                    <a:pt x="417385" y="395541"/>
                  </a:lnTo>
                  <a:lnTo>
                    <a:pt x="400228" y="383468"/>
                  </a:lnTo>
                  <a:lnTo>
                    <a:pt x="399995" y="383304"/>
                  </a:lnTo>
                  <a:lnTo>
                    <a:pt x="394060" y="379128"/>
                  </a:lnTo>
                  <a:lnTo>
                    <a:pt x="382505" y="370997"/>
                  </a:lnTo>
                  <a:lnTo>
                    <a:pt x="381834" y="370525"/>
                  </a:lnTo>
                  <a:lnTo>
                    <a:pt x="381490" y="370283"/>
                  </a:lnTo>
                  <a:lnTo>
                    <a:pt x="365854" y="359279"/>
                  </a:lnTo>
                  <a:lnTo>
                    <a:pt x="363016" y="357282"/>
                  </a:lnTo>
                  <a:lnTo>
                    <a:pt x="355070" y="351691"/>
                  </a:lnTo>
                  <a:lnTo>
                    <a:pt x="353491" y="350580"/>
                  </a:lnTo>
                  <a:lnTo>
                    <a:pt x="347717" y="346517"/>
                  </a:lnTo>
                  <a:lnTo>
                    <a:pt x="347138" y="346109"/>
                  </a:lnTo>
                  <a:lnTo>
                    <a:pt x="340123" y="341172"/>
                  </a:lnTo>
                  <a:lnTo>
                    <a:pt x="326452" y="331552"/>
                  </a:lnTo>
                  <a:lnTo>
                    <a:pt x="323149" y="329228"/>
                  </a:lnTo>
                  <a:lnTo>
                    <a:pt x="314172" y="322911"/>
                  </a:lnTo>
                  <a:lnTo>
                    <a:pt x="310405" y="320260"/>
                  </a:lnTo>
                  <a:lnTo>
                    <a:pt x="310213" y="320125"/>
                  </a:lnTo>
                  <a:lnTo>
                    <a:pt x="273396" y="294227"/>
                  </a:lnTo>
                  <a:lnTo>
                    <a:pt x="256881" y="282610"/>
                  </a:lnTo>
                  <a:lnTo>
                    <a:pt x="239586" y="270445"/>
                  </a:lnTo>
                  <a:lnTo>
                    <a:pt x="236919" y="268902"/>
                  </a:lnTo>
                  <a:lnTo>
                    <a:pt x="216708" y="254398"/>
                  </a:lnTo>
                  <a:lnTo>
                    <a:pt x="216007" y="255679"/>
                  </a:lnTo>
                  <a:lnTo>
                    <a:pt x="215736" y="256174"/>
                  </a:lnTo>
                  <a:lnTo>
                    <a:pt x="215736" y="257752"/>
                  </a:lnTo>
                  <a:lnTo>
                    <a:pt x="216151" y="259754"/>
                  </a:lnTo>
                  <a:lnTo>
                    <a:pt x="216192" y="260303"/>
                  </a:lnTo>
                  <a:lnTo>
                    <a:pt x="216285" y="261572"/>
                  </a:lnTo>
                  <a:lnTo>
                    <a:pt x="216329" y="262182"/>
                  </a:lnTo>
                  <a:lnTo>
                    <a:pt x="216211" y="264488"/>
                  </a:lnTo>
                  <a:lnTo>
                    <a:pt x="216066" y="265038"/>
                  </a:lnTo>
                  <a:lnTo>
                    <a:pt x="215795" y="266065"/>
                  </a:lnTo>
                  <a:lnTo>
                    <a:pt x="215023" y="268311"/>
                  </a:lnTo>
                  <a:lnTo>
                    <a:pt x="214291" y="269770"/>
                  </a:lnTo>
                  <a:lnTo>
                    <a:pt x="213836" y="270677"/>
                  </a:lnTo>
                  <a:lnTo>
                    <a:pt x="213679" y="270940"/>
                  </a:lnTo>
                  <a:lnTo>
                    <a:pt x="211877" y="273954"/>
                  </a:lnTo>
                  <a:lnTo>
                    <a:pt x="209739" y="276624"/>
                  </a:lnTo>
                  <a:lnTo>
                    <a:pt x="203617" y="272321"/>
                  </a:lnTo>
                  <a:lnTo>
                    <a:pt x="203751" y="272101"/>
                  </a:lnTo>
                  <a:lnTo>
                    <a:pt x="203918" y="271676"/>
                  </a:lnTo>
                  <a:lnTo>
                    <a:pt x="206154" y="266635"/>
                  </a:lnTo>
                  <a:lnTo>
                    <a:pt x="206282" y="265337"/>
                  </a:lnTo>
                  <a:lnTo>
                    <a:pt x="206443" y="263715"/>
                  </a:lnTo>
                  <a:lnTo>
                    <a:pt x="206120" y="262821"/>
                  </a:lnTo>
                  <a:lnTo>
                    <a:pt x="205860" y="262102"/>
                  </a:lnTo>
                  <a:lnTo>
                    <a:pt x="205729" y="261740"/>
                  </a:lnTo>
                  <a:lnTo>
                    <a:pt x="204644" y="258759"/>
                  </a:lnTo>
                  <a:lnTo>
                    <a:pt x="203592" y="257025"/>
                  </a:lnTo>
                  <a:lnTo>
                    <a:pt x="203274" y="256501"/>
                  </a:lnTo>
                  <a:lnTo>
                    <a:pt x="202743" y="255624"/>
                  </a:lnTo>
                  <a:lnTo>
                    <a:pt x="201326" y="254250"/>
                  </a:lnTo>
                  <a:lnTo>
                    <a:pt x="200427" y="252817"/>
                  </a:lnTo>
                  <a:lnTo>
                    <a:pt x="199435" y="250922"/>
                  </a:lnTo>
                  <a:lnTo>
                    <a:pt x="198679" y="249477"/>
                  </a:lnTo>
                  <a:lnTo>
                    <a:pt x="198050" y="247893"/>
                  </a:lnTo>
                  <a:lnTo>
                    <a:pt x="197615" y="246797"/>
                  </a:lnTo>
                  <a:lnTo>
                    <a:pt x="197424" y="246125"/>
                  </a:lnTo>
                  <a:lnTo>
                    <a:pt x="196959" y="244482"/>
                  </a:lnTo>
                  <a:lnTo>
                    <a:pt x="196189" y="242727"/>
                  </a:lnTo>
                  <a:lnTo>
                    <a:pt x="195877" y="242016"/>
                  </a:lnTo>
                  <a:lnTo>
                    <a:pt x="195820" y="241884"/>
                  </a:lnTo>
                  <a:lnTo>
                    <a:pt x="194965" y="240768"/>
                  </a:lnTo>
                  <a:lnTo>
                    <a:pt x="193136" y="238171"/>
                  </a:lnTo>
                  <a:lnTo>
                    <a:pt x="192891" y="237653"/>
                  </a:lnTo>
                  <a:lnTo>
                    <a:pt x="191271" y="233722"/>
                  </a:lnTo>
                  <a:lnTo>
                    <a:pt x="191276" y="233344"/>
                  </a:lnTo>
                  <a:lnTo>
                    <a:pt x="191285" y="232703"/>
                  </a:lnTo>
                  <a:lnTo>
                    <a:pt x="191476" y="231269"/>
                  </a:lnTo>
                  <a:lnTo>
                    <a:pt x="191648" y="229976"/>
                  </a:lnTo>
                  <a:lnTo>
                    <a:pt x="191841" y="229113"/>
                  </a:lnTo>
                  <a:lnTo>
                    <a:pt x="192924" y="225996"/>
                  </a:lnTo>
                  <a:lnTo>
                    <a:pt x="193079" y="225276"/>
                  </a:lnTo>
                  <a:lnTo>
                    <a:pt x="194092" y="220578"/>
                  </a:lnTo>
                  <a:lnTo>
                    <a:pt x="194040" y="220131"/>
                  </a:lnTo>
                  <a:lnTo>
                    <a:pt x="193864" y="218627"/>
                  </a:lnTo>
                  <a:lnTo>
                    <a:pt x="193702" y="218220"/>
                  </a:lnTo>
                  <a:lnTo>
                    <a:pt x="193437" y="217549"/>
                  </a:lnTo>
                  <a:lnTo>
                    <a:pt x="193253" y="216577"/>
                  </a:lnTo>
                  <a:lnTo>
                    <a:pt x="192411" y="212111"/>
                  </a:lnTo>
                  <a:lnTo>
                    <a:pt x="192000" y="209934"/>
                  </a:lnTo>
                  <a:lnTo>
                    <a:pt x="191795" y="208847"/>
                  </a:lnTo>
                  <a:lnTo>
                    <a:pt x="190612" y="206386"/>
                  </a:lnTo>
                  <a:lnTo>
                    <a:pt x="189692" y="206665"/>
                  </a:lnTo>
                  <a:lnTo>
                    <a:pt x="188412" y="206815"/>
                  </a:lnTo>
                  <a:lnTo>
                    <a:pt x="185975" y="207102"/>
                  </a:lnTo>
                  <a:lnTo>
                    <a:pt x="184638" y="207359"/>
                  </a:lnTo>
                  <a:lnTo>
                    <a:pt x="180898" y="210424"/>
                  </a:lnTo>
                  <a:lnTo>
                    <a:pt x="180228" y="210973"/>
                  </a:lnTo>
                  <a:lnTo>
                    <a:pt x="179878" y="210305"/>
                  </a:lnTo>
                  <a:lnTo>
                    <a:pt x="179496" y="210650"/>
                  </a:lnTo>
                  <a:lnTo>
                    <a:pt x="177517" y="212051"/>
                  </a:lnTo>
                  <a:lnTo>
                    <a:pt x="176113" y="212806"/>
                  </a:lnTo>
                  <a:lnTo>
                    <a:pt x="175225" y="213283"/>
                  </a:lnTo>
                  <a:lnTo>
                    <a:pt x="174294" y="213639"/>
                  </a:lnTo>
                  <a:lnTo>
                    <a:pt x="170808" y="214970"/>
                  </a:lnTo>
                  <a:lnTo>
                    <a:pt x="169906" y="215213"/>
                  </a:lnTo>
                  <a:lnTo>
                    <a:pt x="163910" y="217009"/>
                  </a:lnTo>
                  <a:lnTo>
                    <a:pt x="163203" y="217294"/>
                  </a:lnTo>
                  <a:lnTo>
                    <a:pt x="160696" y="218303"/>
                  </a:lnTo>
                  <a:lnTo>
                    <a:pt x="157124" y="219912"/>
                  </a:lnTo>
                  <a:lnTo>
                    <a:pt x="156974" y="219979"/>
                  </a:lnTo>
                  <a:lnTo>
                    <a:pt x="152838" y="221842"/>
                  </a:lnTo>
                  <a:lnTo>
                    <a:pt x="152071" y="222187"/>
                  </a:lnTo>
                  <a:lnTo>
                    <a:pt x="150506" y="222978"/>
                  </a:lnTo>
                  <a:lnTo>
                    <a:pt x="149136" y="223670"/>
                  </a:lnTo>
                  <a:lnTo>
                    <a:pt x="146923" y="224789"/>
                  </a:lnTo>
                  <a:lnTo>
                    <a:pt x="144605" y="225760"/>
                  </a:lnTo>
                  <a:lnTo>
                    <a:pt x="143714" y="226063"/>
                  </a:lnTo>
                  <a:lnTo>
                    <a:pt x="143719" y="223607"/>
                  </a:lnTo>
                  <a:lnTo>
                    <a:pt x="143735" y="215098"/>
                  </a:lnTo>
                  <a:lnTo>
                    <a:pt x="139775" y="215452"/>
                  </a:lnTo>
                  <a:lnTo>
                    <a:pt x="136135" y="215778"/>
                  </a:lnTo>
                  <a:lnTo>
                    <a:pt x="136041" y="215642"/>
                  </a:lnTo>
                  <a:lnTo>
                    <a:pt x="135403" y="214734"/>
                  </a:lnTo>
                  <a:lnTo>
                    <a:pt x="131437" y="215661"/>
                  </a:lnTo>
                  <a:lnTo>
                    <a:pt x="127355" y="216153"/>
                  </a:lnTo>
                  <a:lnTo>
                    <a:pt x="126585" y="216108"/>
                  </a:lnTo>
                  <a:lnTo>
                    <a:pt x="123772" y="215942"/>
                  </a:lnTo>
                  <a:lnTo>
                    <a:pt x="119461" y="215687"/>
                  </a:lnTo>
                  <a:lnTo>
                    <a:pt x="118720" y="208580"/>
                  </a:lnTo>
                  <a:lnTo>
                    <a:pt x="110209" y="210645"/>
                  </a:lnTo>
                  <a:lnTo>
                    <a:pt x="109117" y="210910"/>
                  </a:lnTo>
                  <a:lnTo>
                    <a:pt x="107749" y="212425"/>
                  </a:lnTo>
                  <a:lnTo>
                    <a:pt x="106875" y="216140"/>
                  </a:lnTo>
                  <a:lnTo>
                    <a:pt x="106506" y="217707"/>
                  </a:lnTo>
                  <a:lnTo>
                    <a:pt x="105783" y="220785"/>
                  </a:lnTo>
                  <a:lnTo>
                    <a:pt x="96578" y="220852"/>
                  </a:lnTo>
                  <a:lnTo>
                    <a:pt x="96430" y="220853"/>
                  </a:lnTo>
                  <a:lnTo>
                    <a:pt x="92166" y="220884"/>
                  </a:lnTo>
                  <a:lnTo>
                    <a:pt x="80009" y="219400"/>
                  </a:lnTo>
                  <a:lnTo>
                    <a:pt x="77577" y="217267"/>
                  </a:lnTo>
                  <a:lnTo>
                    <a:pt x="74816" y="214845"/>
                  </a:lnTo>
                  <a:lnTo>
                    <a:pt x="74488" y="213615"/>
                  </a:lnTo>
                  <a:lnTo>
                    <a:pt x="71240" y="201424"/>
                  </a:lnTo>
                  <a:lnTo>
                    <a:pt x="71016" y="200584"/>
                  </a:lnTo>
                  <a:lnTo>
                    <a:pt x="60093" y="200038"/>
                  </a:lnTo>
                  <a:lnTo>
                    <a:pt x="60392" y="201641"/>
                  </a:lnTo>
                  <a:lnTo>
                    <a:pt x="62645" y="213692"/>
                  </a:lnTo>
                  <a:lnTo>
                    <a:pt x="54425" y="217186"/>
                  </a:lnTo>
                  <a:lnTo>
                    <a:pt x="35712" y="211215"/>
                  </a:lnTo>
                  <a:lnTo>
                    <a:pt x="42599" y="204467"/>
                  </a:lnTo>
                  <a:lnTo>
                    <a:pt x="28065" y="196408"/>
                  </a:lnTo>
                  <a:lnTo>
                    <a:pt x="20181" y="196845"/>
                  </a:lnTo>
                  <a:lnTo>
                    <a:pt x="17949" y="195000"/>
                  </a:lnTo>
                  <a:lnTo>
                    <a:pt x="15954" y="190048"/>
                  </a:lnTo>
                  <a:lnTo>
                    <a:pt x="10543" y="189557"/>
                  </a:lnTo>
                  <a:lnTo>
                    <a:pt x="4274" y="186256"/>
                  </a:lnTo>
                  <a:lnTo>
                    <a:pt x="0" y="183149"/>
                  </a:lnTo>
                  <a:lnTo>
                    <a:pt x="1994" y="178682"/>
                  </a:lnTo>
                  <a:lnTo>
                    <a:pt x="8834" y="174896"/>
                  </a:lnTo>
                  <a:lnTo>
                    <a:pt x="13963" y="173536"/>
                  </a:lnTo>
                  <a:lnTo>
                    <a:pt x="14626" y="169598"/>
                  </a:lnTo>
                  <a:lnTo>
                    <a:pt x="19898" y="166685"/>
                  </a:lnTo>
                  <a:lnTo>
                    <a:pt x="21228" y="163044"/>
                  </a:lnTo>
                  <a:lnTo>
                    <a:pt x="26215" y="162995"/>
                  </a:lnTo>
                  <a:lnTo>
                    <a:pt x="26388" y="163548"/>
                  </a:lnTo>
                  <a:lnTo>
                    <a:pt x="26495" y="163891"/>
                  </a:lnTo>
                  <a:lnTo>
                    <a:pt x="26461" y="168044"/>
                  </a:lnTo>
                  <a:lnTo>
                    <a:pt x="26447" y="169766"/>
                  </a:lnTo>
                  <a:lnTo>
                    <a:pt x="38979" y="170426"/>
                  </a:lnTo>
                  <a:lnTo>
                    <a:pt x="48440" y="169610"/>
                  </a:lnTo>
                  <a:lnTo>
                    <a:pt x="48820" y="167202"/>
                  </a:lnTo>
                  <a:lnTo>
                    <a:pt x="53949" y="165222"/>
                  </a:lnTo>
                  <a:lnTo>
                    <a:pt x="59231" y="163823"/>
                  </a:lnTo>
                  <a:lnTo>
                    <a:pt x="61543" y="168405"/>
                  </a:lnTo>
                  <a:lnTo>
                    <a:pt x="63194" y="168286"/>
                  </a:lnTo>
                  <a:lnTo>
                    <a:pt x="63486" y="165455"/>
                  </a:lnTo>
                  <a:lnTo>
                    <a:pt x="63486" y="153493"/>
                  </a:lnTo>
                  <a:lnTo>
                    <a:pt x="63420" y="152454"/>
                  </a:lnTo>
                  <a:lnTo>
                    <a:pt x="67172" y="151774"/>
                  </a:lnTo>
                  <a:lnTo>
                    <a:pt x="73215" y="150160"/>
                  </a:lnTo>
                  <a:lnTo>
                    <a:pt x="78806" y="149127"/>
                  </a:lnTo>
                  <a:lnTo>
                    <a:pt x="84420" y="147525"/>
                  </a:lnTo>
                  <a:lnTo>
                    <a:pt x="85237" y="147421"/>
                  </a:lnTo>
                  <a:lnTo>
                    <a:pt x="86408" y="147273"/>
                  </a:lnTo>
                  <a:lnTo>
                    <a:pt x="90306" y="146778"/>
                  </a:lnTo>
                  <a:lnTo>
                    <a:pt x="92950" y="146442"/>
                  </a:lnTo>
                  <a:lnTo>
                    <a:pt x="93243" y="146405"/>
                  </a:lnTo>
                  <a:lnTo>
                    <a:pt x="94896" y="146195"/>
                  </a:lnTo>
                  <a:lnTo>
                    <a:pt x="94734" y="146985"/>
                  </a:lnTo>
                  <a:lnTo>
                    <a:pt x="99903" y="147812"/>
                  </a:lnTo>
                  <a:lnTo>
                    <a:pt x="100122" y="154281"/>
                  </a:lnTo>
                  <a:lnTo>
                    <a:pt x="100152" y="155189"/>
                  </a:lnTo>
                  <a:lnTo>
                    <a:pt x="100166" y="156321"/>
                  </a:lnTo>
                  <a:lnTo>
                    <a:pt x="103073" y="155831"/>
                  </a:lnTo>
                  <a:lnTo>
                    <a:pt x="106492" y="155924"/>
                  </a:lnTo>
                  <a:lnTo>
                    <a:pt x="112921" y="156297"/>
                  </a:lnTo>
                  <a:lnTo>
                    <a:pt x="118855" y="157334"/>
                  </a:lnTo>
                  <a:lnTo>
                    <a:pt x="119590" y="157408"/>
                  </a:lnTo>
                  <a:lnTo>
                    <a:pt x="123946" y="157848"/>
                  </a:lnTo>
                  <a:lnTo>
                    <a:pt x="132215" y="158682"/>
                  </a:lnTo>
                  <a:lnTo>
                    <a:pt x="137193" y="160312"/>
                  </a:lnTo>
                  <a:lnTo>
                    <a:pt x="140468" y="155111"/>
                  </a:lnTo>
                  <a:lnTo>
                    <a:pt x="141236" y="153893"/>
                  </a:lnTo>
                  <a:lnTo>
                    <a:pt x="143822" y="149786"/>
                  </a:lnTo>
                  <a:lnTo>
                    <a:pt x="144196" y="150055"/>
                  </a:lnTo>
                  <a:lnTo>
                    <a:pt x="147181" y="145100"/>
                  </a:lnTo>
                  <a:lnTo>
                    <a:pt x="147393" y="144674"/>
                  </a:lnTo>
                  <a:lnTo>
                    <a:pt x="150040" y="139350"/>
                  </a:lnTo>
                  <a:lnTo>
                    <a:pt x="150122" y="138752"/>
                  </a:lnTo>
                  <a:lnTo>
                    <a:pt x="150667" y="134806"/>
                  </a:lnTo>
                  <a:lnTo>
                    <a:pt x="150667" y="124116"/>
                  </a:lnTo>
                  <a:lnTo>
                    <a:pt x="150553" y="116280"/>
                  </a:lnTo>
                  <a:lnTo>
                    <a:pt x="151320" y="108430"/>
                  </a:lnTo>
                  <a:lnTo>
                    <a:pt x="148289" y="106797"/>
                  </a:lnTo>
                  <a:lnTo>
                    <a:pt x="145708" y="103764"/>
                  </a:lnTo>
                  <a:lnTo>
                    <a:pt x="147242" y="102885"/>
                  </a:lnTo>
                  <a:lnTo>
                    <a:pt x="147637" y="100202"/>
                  </a:lnTo>
                  <a:lnTo>
                    <a:pt x="147938" y="98162"/>
                  </a:lnTo>
                  <a:lnTo>
                    <a:pt x="148697" y="93010"/>
                  </a:lnTo>
                  <a:lnTo>
                    <a:pt x="150616" y="79991"/>
                  </a:lnTo>
                  <a:lnTo>
                    <a:pt x="151442" y="74383"/>
                  </a:lnTo>
                  <a:lnTo>
                    <a:pt x="151640" y="73038"/>
                  </a:lnTo>
                  <a:lnTo>
                    <a:pt x="152395" y="71885"/>
                  </a:lnTo>
                  <a:lnTo>
                    <a:pt x="154052" y="69644"/>
                  </a:lnTo>
                  <a:lnTo>
                    <a:pt x="157511" y="64244"/>
                  </a:lnTo>
                  <a:lnTo>
                    <a:pt x="157660" y="64013"/>
                  </a:lnTo>
                  <a:lnTo>
                    <a:pt x="174786" y="75955"/>
                  </a:lnTo>
                  <a:lnTo>
                    <a:pt x="184309" y="61963"/>
                  </a:lnTo>
                  <a:lnTo>
                    <a:pt x="196667" y="43805"/>
                  </a:lnTo>
                  <a:lnTo>
                    <a:pt x="196893" y="43473"/>
                  </a:lnTo>
                  <a:lnTo>
                    <a:pt x="213340" y="55095"/>
                  </a:lnTo>
                  <a:lnTo>
                    <a:pt x="230564" y="67267"/>
                  </a:lnTo>
                  <a:lnTo>
                    <a:pt x="234594" y="61211"/>
                  </a:lnTo>
                  <a:lnTo>
                    <a:pt x="249942" y="38146"/>
                  </a:lnTo>
                  <a:lnTo>
                    <a:pt x="250931" y="36660"/>
                  </a:lnTo>
                  <a:lnTo>
                    <a:pt x="252461" y="34360"/>
                  </a:lnTo>
                  <a:lnTo>
                    <a:pt x="255386" y="29965"/>
                  </a:lnTo>
                  <a:lnTo>
                    <a:pt x="257016" y="27515"/>
                  </a:lnTo>
                  <a:lnTo>
                    <a:pt x="260441" y="22369"/>
                  </a:lnTo>
                  <a:lnTo>
                    <a:pt x="263053" y="18443"/>
                  </a:lnTo>
                  <a:lnTo>
                    <a:pt x="264286" y="16591"/>
                  </a:lnTo>
                  <a:lnTo>
                    <a:pt x="265416" y="14893"/>
                  </a:lnTo>
                  <a:lnTo>
                    <a:pt x="268884" y="9681"/>
                  </a:lnTo>
                  <a:lnTo>
                    <a:pt x="274737" y="885"/>
                  </a:lnTo>
                  <a:lnTo>
                    <a:pt x="275326" y="0"/>
                  </a:lnTo>
                  <a:lnTo>
                    <a:pt x="276255" y="612"/>
                  </a:lnTo>
                  <a:lnTo>
                    <a:pt x="279571" y="2798"/>
                  </a:lnTo>
                  <a:lnTo>
                    <a:pt x="283235" y="5214"/>
                  </a:lnTo>
                  <a:lnTo>
                    <a:pt x="287273" y="7876"/>
                  </a:lnTo>
                  <a:lnTo>
                    <a:pt x="288858" y="8921"/>
                  </a:lnTo>
                  <a:lnTo>
                    <a:pt x="294152" y="12396"/>
                  </a:lnTo>
                  <a:lnTo>
                    <a:pt x="300783" y="15538"/>
                  </a:lnTo>
                  <a:lnTo>
                    <a:pt x="300923" y="15605"/>
                  </a:lnTo>
                  <a:lnTo>
                    <a:pt x="314683" y="22127"/>
                  </a:lnTo>
                  <a:lnTo>
                    <a:pt x="314842" y="22202"/>
                  </a:lnTo>
                  <a:lnTo>
                    <a:pt x="316172" y="22505"/>
                  </a:lnTo>
                  <a:lnTo>
                    <a:pt x="314223" y="25378"/>
                  </a:lnTo>
                  <a:lnTo>
                    <a:pt x="312363" y="28119"/>
                  </a:lnTo>
                  <a:lnTo>
                    <a:pt x="310716" y="30740"/>
                  </a:lnTo>
                  <a:lnTo>
                    <a:pt x="306534" y="35238"/>
                  </a:lnTo>
                  <a:lnTo>
                    <a:pt x="304491" y="37434"/>
                  </a:lnTo>
                  <a:lnTo>
                    <a:pt x="300972" y="41218"/>
                  </a:lnTo>
                  <a:lnTo>
                    <a:pt x="297192" y="45283"/>
                  </a:lnTo>
                  <a:lnTo>
                    <a:pt x="296127" y="46645"/>
                  </a:lnTo>
                  <a:lnTo>
                    <a:pt x="290808" y="53443"/>
                  </a:lnTo>
                  <a:lnTo>
                    <a:pt x="289722" y="54830"/>
                  </a:lnTo>
                  <a:lnTo>
                    <a:pt x="287702" y="60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9362" y="2968723"/>
              <a:ext cx="151421" cy="143150"/>
            </a:xfrm>
            <a:custGeom>
              <a:avLst/>
              <a:pathLst>
                <a:path w="151421" h="143150">
                  <a:moveTo>
                    <a:pt x="63858" y="18825"/>
                  </a:moveTo>
                  <a:lnTo>
                    <a:pt x="63780" y="19110"/>
                  </a:lnTo>
                  <a:lnTo>
                    <a:pt x="64488" y="18926"/>
                  </a:lnTo>
                  <a:lnTo>
                    <a:pt x="65866" y="18944"/>
                  </a:lnTo>
                  <a:lnTo>
                    <a:pt x="66096" y="18947"/>
                  </a:lnTo>
                  <a:lnTo>
                    <a:pt x="68786" y="19589"/>
                  </a:lnTo>
                  <a:lnTo>
                    <a:pt x="73406" y="21026"/>
                  </a:lnTo>
                  <a:lnTo>
                    <a:pt x="73547" y="21070"/>
                  </a:lnTo>
                  <a:lnTo>
                    <a:pt x="74978" y="21950"/>
                  </a:lnTo>
                  <a:lnTo>
                    <a:pt x="79564" y="24644"/>
                  </a:lnTo>
                  <a:lnTo>
                    <a:pt x="81706" y="25630"/>
                  </a:lnTo>
                  <a:lnTo>
                    <a:pt x="84177" y="26767"/>
                  </a:lnTo>
                  <a:lnTo>
                    <a:pt x="86153" y="27448"/>
                  </a:lnTo>
                  <a:lnTo>
                    <a:pt x="88356" y="28124"/>
                  </a:lnTo>
                  <a:lnTo>
                    <a:pt x="94379" y="29972"/>
                  </a:lnTo>
                  <a:lnTo>
                    <a:pt x="96290" y="28831"/>
                  </a:lnTo>
                  <a:lnTo>
                    <a:pt x="98852" y="23207"/>
                  </a:lnTo>
                  <a:lnTo>
                    <a:pt x="98937" y="22896"/>
                  </a:lnTo>
                  <a:lnTo>
                    <a:pt x="99450" y="21032"/>
                  </a:lnTo>
                  <a:lnTo>
                    <a:pt x="100000" y="19034"/>
                  </a:lnTo>
                  <a:lnTo>
                    <a:pt x="101109" y="15005"/>
                  </a:lnTo>
                  <a:lnTo>
                    <a:pt x="101828" y="14211"/>
                  </a:lnTo>
                  <a:lnTo>
                    <a:pt x="102715" y="13603"/>
                  </a:lnTo>
                  <a:lnTo>
                    <a:pt x="114947" y="5218"/>
                  </a:lnTo>
                  <a:lnTo>
                    <a:pt x="120950" y="2887"/>
                  </a:lnTo>
                  <a:lnTo>
                    <a:pt x="121573" y="2706"/>
                  </a:lnTo>
                  <a:lnTo>
                    <a:pt x="124231" y="1934"/>
                  </a:lnTo>
                  <a:lnTo>
                    <a:pt x="130856" y="2656"/>
                  </a:lnTo>
                  <a:lnTo>
                    <a:pt x="147545" y="13133"/>
                  </a:lnTo>
                  <a:lnTo>
                    <a:pt x="149046" y="15035"/>
                  </a:lnTo>
                  <a:lnTo>
                    <a:pt x="151421" y="19316"/>
                  </a:lnTo>
                  <a:lnTo>
                    <a:pt x="148580" y="19928"/>
                  </a:lnTo>
                  <a:lnTo>
                    <a:pt x="141779" y="24977"/>
                  </a:lnTo>
                  <a:lnTo>
                    <a:pt x="140145" y="26802"/>
                  </a:lnTo>
                  <a:lnTo>
                    <a:pt x="134461" y="30127"/>
                  </a:lnTo>
                  <a:lnTo>
                    <a:pt x="133838" y="30492"/>
                  </a:lnTo>
                  <a:lnTo>
                    <a:pt x="133275" y="30647"/>
                  </a:lnTo>
                  <a:lnTo>
                    <a:pt x="130874" y="31307"/>
                  </a:lnTo>
                  <a:lnTo>
                    <a:pt x="128035" y="32941"/>
                  </a:lnTo>
                  <a:lnTo>
                    <a:pt x="127542" y="33225"/>
                  </a:lnTo>
                  <a:lnTo>
                    <a:pt x="125745" y="34259"/>
                  </a:lnTo>
                  <a:lnTo>
                    <a:pt x="122363" y="36783"/>
                  </a:lnTo>
                  <a:lnTo>
                    <a:pt x="120945" y="39265"/>
                  </a:lnTo>
                  <a:lnTo>
                    <a:pt x="119936" y="41030"/>
                  </a:lnTo>
                  <a:lnTo>
                    <a:pt x="119855" y="41172"/>
                  </a:lnTo>
                  <a:lnTo>
                    <a:pt x="117652" y="44395"/>
                  </a:lnTo>
                  <a:lnTo>
                    <a:pt x="114533" y="53247"/>
                  </a:lnTo>
                  <a:lnTo>
                    <a:pt x="113396" y="56474"/>
                  </a:lnTo>
                  <a:lnTo>
                    <a:pt x="112788" y="60630"/>
                  </a:lnTo>
                  <a:lnTo>
                    <a:pt x="112711" y="64329"/>
                  </a:lnTo>
                  <a:lnTo>
                    <a:pt x="112636" y="67892"/>
                  </a:lnTo>
                  <a:lnTo>
                    <a:pt x="112500" y="68821"/>
                  </a:lnTo>
                  <a:lnTo>
                    <a:pt x="112244" y="70572"/>
                  </a:lnTo>
                  <a:lnTo>
                    <a:pt x="112152" y="70774"/>
                  </a:lnTo>
                  <a:lnTo>
                    <a:pt x="111998" y="71110"/>
                  </a:lnTo>
                  <a:lnTo>
                    <a:pt x="111079" y="72136"/>
                  </a:lnTo>
                  <a:lnTo>
                    <a:pt x="110883" y="72355"/>
                  </a:lnTo>
                  <a:lnTo>
                    <a:pt x="110153" y="73349"/>
                  </a:lnTo>
                  <a:lnTo>
                    <a:pt x="109369" y="74418"/>
                  </a:lnTo>
                  <a:lnTo>
                    <a:pt x="108829" y="75154"/>
                  </a:lnTo>
                  <a:lnTo>
                    <a:pt x="108616" y="75444"/>
                  </a:lnTo>
                  <a:lnTo>
                    <a:pt x="106148" y="78807"/>
                  </a:lnTo>
                  <a:lnTo>
                    <a:pt x="105706" y="79322"/>
                  </a:lnTo>
                  <a:lnTo>
                    <a:pt x="104281" y="80979"/>
                  </a:lnTo>
                  <a:lnTo>
                    <a:pt x="102786" y="82780"/>
                  </a:lnTo>
                  <a:lnTo>
                    <a:pt x="102579" y="83304"/>
                  </a:lnTo>
                  <a:lnTo>
                    <a:pt x="102202" y="84257"/>
                  </a:lnTo>
                  <a:lnTo>
                    <a:pt x="101930" y="84946"/>
                  </a:lnTo>
                  <a:lnTo>
                    <a:pt x="101880" y="85221"/>
                  </a:lnTo>
                  <a:lnTo>
                    <a:pt x="101836" y="85464"/>
                  </a:lnTo>
                  <a:lnTo>
                    <a:pt x="101557" y="87017"/>
                  </a:lnTo>
                  <a:lnTo>
                    <a:pt x="101285" y="88531"/>
                  </a:lnTo>
                  <a:lnTo>
                    <a:pt x="101208" y="88960"/>
                  </a:lnTo>
                  <a:lnTo>
                    <a:pt x="100519" y="93044"/>
                  </a:lnTo>
                  <a:lnTo>
                    <a:pt x="101003" y="93265"/>
                  </a:lnTo>
                  <a:lnTo>
                    <a:pt x="101713" y="93590"/>
                  </a:lnTo>
                  <a:lnTo>
                    <a:pt x="100896" y="93670"/>
                  </a:lnTo>
                  <a:lnTo>
                    <a:pt x="100401" y="93719"/>
                  </a:lnTo>
                  <a:lnTo>
                    <a:pt x="82628" y="91148"/>
                  </a:lnTo>
                  <a:lnTo>
                    <a:pt x="47351" y="143150"/>
                  </a:lnTo>
                  <a:lnTo>
                    <a:pt x="29574" y="131042"/>
                  </a:lnTo>
                  <a:lnTo>
                    <a:pt x="14010" y="120186"/>
                  </a:lnTo>
                  <a:lnTo>
                    <a:pt x="13754" y="120555"/>
                  </a:lnTo>
                  <a:lnTo>
                    <a:pt x="0" y="110751"/>
                  </a:lnTo>
                  <a:lnTo>
                    <a:pt x="3050" y="104774"/>
                  </a:lnTo>
                  <a:lnTo>
                    <a:pt x="6370" y="99723"/>
                  </a:lnTo>
                  <a:lnTo>
                    <a:pt x="6830" y="99077"/>
                  </a:lnTo>
                  <a:lnTo>
                    <a:pt x="7034" y="98792"/>
                  </a:lnTo>
                  <a:lnTo>
                    <a:pt x="7755" y="97257"/>
                  </a:lnTo>
                  <a:lnTo>
                    <a:pt x="7937" y="96871"/>
                  </a:lnTo>
                  <a:lnTo>
                    <a:pt x="8661" y="93812"/>
                  </a:lnTo>
                  <a:lnTo>
                    <a:pt x="10276" y="86989"/>
                  </a:lnTo>
                  <a:lnTo>
                    <a:pt x="17243" y="84703"/>
                  </a:lnTo>
                  <a:lnTo>
                    <a:pt x="16954" y="83963"/>
                  </a:lnTo>
                  <a:lnTo>
                    <a:pt x="15202" y="79485"/>
                  </a:lnTo>
                  <a:lnTo>
                    <a:pt x="13815" y="75816"/>
                  </a:lnTo>
                  <a:lnTo>
                    <a:pt x="9436" y="67740"/>
                  </a:lnTo>
                  <a:lnTo>
                    <a:pt x="14246" y="69032"/>
                  </a:lnTo>
                  <a:lnTo>
                    <a:pt x="15767" y="63331"/>
                  </a:lnTo>
                  <a:lnTo>
                    <a:pt x="16806" y="59433"/>
                  </a:lnTo>
                  <a:lnTo>
                    <a:pt x="17185" y="58595"/>
                  </a:lnTo>
                  <a:lnTo>
                    <a:pt x="18096" y="56583"/>
                  </a:lnTo>
                  <a:lnTo>
                    <a:pt x="18514" y="55658"/>
                  </a:lnTo>
                  <a:lnTo>
                    <a:pt x="22624" y="44149"/>
                  </a:lnTo>
                  <a:lnTo>
                    <a:pt x="25367" y="38446"/>
                  </a:lnTo>
                  <a:lnTo>
                    <a:pt x="27388" y="32325"/>
                  </a:lnTo>
                  <a:lnTo>
                    <a:pt x="28473" y="30938"/>
                  </a:lnTo>
                  <a:lnTo>
                    <a:pt x="33792" y="24140"/>
                  </a:lnTo>
                  <a:lnTo>
                    <a:pt x="34857" y="22778"/>
                  </a:lnTo>
                  <a:lnTo>
                    <a:pt x="38638" y="18713"/>
                  </a:lnTo>
                  <a:lnTo>
                    <a:pt x="42156" y="14929"/>
                  </a:lnTo>
                  <a:lnTo>
                    <a:pt x="44199" y="12733"/>
                  </a:lnTo>
                  <a:lnTo>
                    <a:pt x="48381" y="8235"/>
                  </a:lnTo>
                  <a:lnTo>
                    <a:pt x="50028" y="5614"/>
                  </a:lnTo>
                  <a:lnTo>
                    <a:pt x="51888" y="2873"/>
                  </a:lnTo>
                  <a:lnTo>
                    <a:pt x="53837" y="0"/>
                  </a:lnTo>
                  <a:lnTo>
                    <a:pt x="60022" y="475"/>
                  </a:lnTo>
                  <a:lnTo>
                    <a:pt x="68680" y="1141"/>
                  </a:lnTo>
                  <a:lnTo>
                    <a:pt x="66178" y="10318"/>
                  </a:lnTo>
                  <a:lnTo>
                    <a:pt x="66123" y="10518"/>
                  </a:lnTo>
                  <a:lnTo>
                    <a:pt x="63988" y="18346"/>
                  </a:lnTo>
                  <a:lnTo>
                    <a:pt x="63944" y="1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1427" y="2980943"/>
              <a:ext cx="140528" cy="210525"/>
            </a:xfrm>
            <a:custGeom>
              <a:avLst/>
              <a:pathLst>
                <a:path w="140528" h="210525">
                  <a:moveTo>
                    <a:pt x="123474" y="51204"/>
                  </a:moveTo>
                  <a:lnTo>
                    <a:pt x="123757" y="53841"/>
                  </a:lnTo>
                  <a:lnTo>
                    <a:pt x="124137" y="54958"/>
                  </a:lnTo>
                  <a:lnTo>
                    <a:pt x="124064" y="57115"/>
                  </a:lnTo>
                  <a:lnTo>
                    <a:pt x="123852" y="63318"/>
                  </a:lnTo>
                  <a:lnTo>
                    <a:pt x="123772" y="63778"/>
                  </a:lnTo>
                  <a:lnTo>
                    <a:pt x="123721" y="64072"/>
                  </a:lnTo>
                  <a:lnTo>
                    <a:pt x="123309" y="66449"/>
                  </a:lnTo>
                  <a:lnTo>
                    <a:pt x="123140" y="67425"/>
                  </a:lnTo>
                  <a:lnTo>
                    <a:pt x="122110" y="70122"/>
                  </a:lnTo>
                  <a:lnTo>
                    <a:pt x="121859" y="70777"/>
                  </a:lnTo>
                  <a:lnTo>
                    <a:pt x="121259" y="72348"/>
                  </a:lnTo>
                  <a:lnTo>
                    <a:pt x="121327" y="76392"/>
                  </a:lnTo>
                  <a:lnTo>
                    <a:pt x="121343" y="77342"/>
                  </a:lnTo>
                  <a:lnTo>
                    <a:pt x="123453" y="83096"/>
                  </a:lnTo>
                  <a:lnTo>
                    <a:pt x="123793" y="84261"/>
                  </a:lnTo>
                  <a:lnTo>
                    <a:pt x="124360" y="86259"/>
                  </a:lnTo>
                  <a:lnTo>
                    <a:pt x="124213" y="87253"/>
                  </a:lnTo>
                  <a:lnTo>
                    <a:pt x="124037" y="88453"/>
                  </a:lnTo>
                  <a:lnTo>
                    <a:pt x="123404" y="90248"/>
                  </a:lnTo>
                  <a:lnTo>
                    <a:pt x="122470" y="91997"/>
                  </a:lnTo>
                  <a:lnTo>
                    <a:pt x="118433" y="96075"/>
                  </a:lnTo>
                  <a:lnTo>
                    <a:pt x="116770" y="97920"/>
                  </a:lnTo>
                  <a:lnTo>
                    <a:pt x="115915" y="99508"/>
                  </a:lnTo>
                  <a:lnTo>
                    <a:pt x="117099" y="100508"/>
                  </a:lnTo>
                  <a:lnTo>
                    <a:pt x="120149" y="102192"/>
                  </a:lnTo>
                  <a:lnTo>
                    <a:pt x="121234" y="102940"/>
                  </a:lnTo>
                  <a:lnTo>
                    <a:pt x="121959" y="103439"/>
                  </a:lnTo>
                  <a:lnTo>
                    <a:pt x="124181" y="107004"/>
                  </a:lnTo>
                  <a:lnTo>
                    <a:pt x="123746" y="109793"/>
                  </a:lnTo>
                  <a:lnTo>
                    <a:pt x="123567" y="110157"/>
                  </a:lnTo>
                  <a:lnTo>
                    <a:pt x="122994" y="111321"/>
                  </a:lnTo>
                  <a:lnTo>
                    <a:pt x="125103" y="112137"/>
                  </a:lnTo>
                  <a:lnTo>
                    <a:pt x="125593" y="112516"/>
                  </a:lnTo>
                  <a:lnTo>
                    <a:pt x="129825" y="115787"/>
                  </a:lnTo>
                  <a:lnTo>
                    <a:pt x="136503" y="113617"/>
                  </a:lnTo>
                  <a:lnTo>
                    <a:pt x="140115" y="113185"/>
                  </a:lnTo>
                  <a:lnTo>
                    <a:pt x="140528" y="113053"/>
                  </a:lnTo>
                  <a:lnTo>
                    <a:pt x="140480" y="114112"/>
                  </a:lnTo>
                  <a:lnTo>
                    <a:pt x="140379" y="116371"/>
                  </a:lnTo>
                  <a:lnTo>
                    <a:pt x="140336" y="118209"/>
                  </a:lnTo>
                  <a:lnTo>
                    <a:pt x="140170" y="125160"/>
                  </a:lnTo>
                  <a:lnTo>
                    <a:pt x="140109" y="127704"/>
                  </a:lnTo>
                  <a:lnTo>
                    <a:pt x="136091" y="125814"/>
                  </a:lnTo>
                  <a:lnTo>
                    <a:pt x="134791" y="133542"/>
                  </a:lnTo>
                  <a:lnTo>
                    <a:pt x="134595" y="134093"/>
                  </a:lnTo>
                  <a:lnTo>
                    <a:pt x="134401" y="134633"/>
                  </a:lnTo>
                  <a:lnTo>
                    <a:pt x="133480" y="137212"/>
                  </a:lnTo>
                  <a:lnTo>
                    <a:pt x="132624" y="138466"/>
                  </a:lnTo>
                  <a:lnTo>
                    <a:pt x="131043" y="140781"/>
                  </a:lnTo>
                  <a:lnTo>
                    <a:pt x="129854" y="142522"/>
                  </a:lnTo>
                  <a:lnTo>
                    <a:pt x="128418" y="144624"/>
                  </a:lnTo>
                  <a:lnTo>
                    <a:pt x="128009" y="145223"/>
                  </a:lnTo>
                  <a:lnTo>
                    <a:pt x="127161" y="147359"/>
                  </a:lnTo>
                  <a:lnTo>
                    <a:pt x="126840" y="148164"/>
                  </a:lnTo>
                  <a:lnTo>
                    <a:pt x="127148" y="149919"/>
                  </a:lnTo>
                  <a:lnTo>
                    <a:pt x="127667" y="152883"/>
                  </a:lnTo>
                  <a:lnTo>
                    <a:pt x="128221" y="153856"/>
                  </a:lnTo>
                  <a:lnTo>
                    <a:pt x="128341" y="154068"/>
                  </a:lnTo>
                  <a:lnTo>
                    <a:pt x="129758" y="161266"/>
                  </a:lnTo>
                  <a:lnTo>
                    <a:pt x="129615" y="163014"/>
                  </a:lnTo>
                  <a:lnTo>
                    <a:pt x="128855" y="165470"/>
                  </a:lnTo>
                  <a:lnTo>
                    <a:pt x="128578" y="166366"/>
                  </a:lnTo>
                  <a:lnTo>
                    <a:pt x="127067" y="167852"/>
                  </a:lnTo>
                  <a:lnTo>
                    <a:pt x="123688" y="169274"/>
                  </a:lnTo>
                  <a:lnTo>
                    <a:pt x="123335" y="168457"/>
                  </a:lnTo>
                  <a:lnTo>
                    <a:pt x="122446" y="168061"/>
                  </a:lnTo>
                  <a:lnTo>
                    <a:pt x="118953" y="167504"/>
                  </a:lnTo>
                  <a:lnTo>
                    <a:pt x="117133" y="166984"/>
                  </a:lnTo>
                  <a:lnTo>
                    <a:pt x="115765" y="165411"/>
                  </a:lnTo>
                  <a:lnTo>
                    <a:pt x="114569" y="164378"/>
                  </a:lnTo>
                  <a:lnTo>
                    <a:pt x="112574" y="164129"/>
                  </a:lnTo>
                  <a:lnTo>
                    <a:pt x="107401" y="164129"/>
                  </a:lnTo>
                  <a:lnTo>
                    <a:pt x="103671" y="163885"/>
                  </a:lnTo>
                  <a:lnTo>
                    <a:pt x="102265" y="164986"/>
                  </a:lnTo>
                  <a:lnTo>
                    <a:pt x="100821" y="167413"/>
                  </a:lnTo>
                  <a:lnTo>
                    <a:pt x="99985" y="168015"/>
                  </a:lnTo>
                  <a:lnTo>
                    <a:pt x="92975" y="168423"/>
                  </a:lnTo>
                  <a:lnTo>
                    <a:pt x="92468" y="168525"/>
                  </a:lnTo>
                  <a:lnTo>
                    <a:pt x="90277" y="168967"/>
                  </a:lnTo>
                  <a:lnTo>
                    <a:pt x="89458" y="170694"/>
                  </a:lnTo>
                  <a:lnTo>
                    <a:pt x="89080" y="171491"/>
                  </a:lnTo>
                  <a:lnTo>
                    <a:pt x="87902" y="174909"/>
                  </a:lnTo>
                  <a:lnTo>
                    <a:pt x="86876" y="176754"/>
                  </a:lnTo>
                  <a:lnTo>
                    <a:pt x="85869" y="177511"/>
                  </a:lnTo>
                  <a:lnTo>
                    <a:pt x="80170" y="177161"/>
                  </a:lnTo>
                  <a:lnTo>
                    <a:pt x="76674" y="177589"/>
                  </a:lnTo>
                  <a:lnTo>
                    <a:pt x="76322" y="179199"/>
                  </a:lnTo>
                  <a:lnTo>
                    <a:pt x="76231" y="182808"/>
                  </a:lnTo>
                  <a:lnTo>
                    <a:pt x="75913" y="191289"/>
                  </a:lnTo>
                  <a:lnTo>
                    <a:pt x="76227" y="196795"/>
                  </a:lnTo>
                  <a:lnTo>
                    <a:pt x="76357" y="196999"/>
                  </a:lnTo>
                  <a:lnTo>
                    <a:pt x="76776" y="197651"/>
                  </a:lnTo>
                  <a:lnTo>
                    <a:pt x="77944" y="197796"/>
                  </a:lnTo>
                  <a:lnTo>
                    <a:pt x="79141" y="197330"/>
                  </a:lnTo>
                  <a:lnTo>
                    <a:pt x="80252" y="196573"/>
                  </a:lnTo>
                  <a:lnTo>
                    <a:pt x="81250" y="195612"/>
                  </a:lnTo>
                  <a:lnTo>
                    <a:pt x="82333" y="194185"/>
                  </a:lnTo>
                  <a:lnTo>
                    <a:pt x="83878" y="192590"/>
                  </a:lnTo>
                  <a:lnTo>
                    <a:pt x="93080" y="198945"/>
                  </a:lnTo>
                  <a:lnTo>
                    <a:pt x="90017" y="203515"/>
                  </a:lnTo>
                  <a:lnTo>
                    <a:pt x="85319" y="210525"/>
                  </a:lnTo>
                  <a:lnTo>
                    <a:pt x="81690" y="209152"/>
                  </a:lnTo>
                  <a:lnTo>
                    <a:pt x="78743" y="207833"/>
                  </a:lnTo>
                  <a:lnTo>
                    <a:pt x="74277" y="203515"/>
                  </a:lnTo>
                  <a:lnTo>
                    <a:pt x="72900" y="201618"/>
                  </a:lnTo>
                  <a:lnTo>
                    <a:pt x="71269" y="199372"/>
                  </a:lnTo>
                  <a:lnTo>
                    <a:pt x="67618" y="196485"/>
                  </a:lnTo>
                  <a:lnTo>
                    <a:pt x="60239" y="191537"/>
                  </a:lnTo>
                  <a:lnTo>
                    <a:pt x="49774" y="183998"/>
                  </a:lnTo>
                  <a:lnTo>
                    <a:pt x="46202" y="181457"/>
                  </a:lnTo>
                  <a:lnTo>
                    <a:pt x="30681" y="170420"/>
                  </a:lnTo>
                  <a:lnTo>
                    <a:pt x="29385" y="169498"/>
                  </a:lnTo>
                  <a:lnTo>
                    <a:pt x="28321" y="169537"/>
                  </a:lnTo>
                  <a:lnTo>
                    <a:pt x="27143" y="170003"/>
                  </a:lnTo>
                  <a:lnTo>
                    <a:pt x="26920" y="171017"/>
                  </a:lnTo>
                  <a:lnTo>
                    <a:pt x="26592" y="172935"/>
                  </a:lnTo>
                  <a:lnTo>
                    <a:pt x="25944" y="174463"/>
                  </a:lnTo>
                  <a:lnTo>
                    <a:pt x="20399" y="163995"/>
                  </a:lnTo>
                  <a:lnTo>
                    <a:pt x="19582" y="162453"/>
                  </a:lnTo>
                  <a:lnTo>
                    <a:pt x="19409" y="160540"/>
                  </a:lnTo>
                  <a:lnTo>
                    <a:pt x="19262" y="155003"/>
                  </a:lnTo>
                  <a:lnTo>
                    <a:pt x="17837" y="152993"/>
                  </a:lnTo>
                  <a:lnTo>
                    <a:pt x="16282" y="151861"/>
                  </a:lnTo>
                  <a:lnTo>
                    <a:pt x="15358" y="151187"/>
                  </a:lnTo>
                  <a:lnTo>
                    <a:pt x="15014" y="150927"/>
                  </a:lnTo>
                  <a:lnTo>
                    <a:pt x="2949" y="141783"/>
                  </a:lnTo>
                  <a:lnTo>
                    <a:pt x="1648" y="140597"/>
                  </a:lnTo>
                  <a:lnTo>
                    <a:pt x="0" y="139094"/>
                  </a:lnTo>
                  <a:lnTo>
                    <a:pt x="5404" y="131010"/>
                  </a:lnTo>
                  <a:lnTo>
                    <a:pt x="40563" y="78928"/>
                  </a:lnTo>
                  <a:lnTo>
                    <a:pt x="58336" y="81499"/>
                  </a:lnTo>
                  <a:lnTo>
                    <a:pt x="58938" y="81440"/>
                  </a:lnTo>
                  <a:lnTo>
                    <a:pt x="59648" y="81370"/>
                  </a:lnTo>
                  <a:lnTo>
                    <a:pt x="58938" y="81045"/>
                  </a:lnTo>
                  <a:lnTo>
                    <a:pt x="58412" y="80805"/>
                  </a:lnTo>
                  <a:lnTo>
                    <a:pt x="59143" y="76740"/>
                  </a:lnTo>
                  <a:lnTo>
                    <a:pt x="59220" y="76311"/>
                  </a:lnTo>
                  <a:lnTo>
                    <a:pt x="59492" y="74797"/>
                  </a:lnTo>
                  <a:lnTo>
                    <a:pt x="59771" y="73244"/>
                  </a:lnTo>
                  <a:lnTo>
                    <a:pt x="59815" y="73001"/>
                  </a:lnTo>
                  <a:lnTo>
                    <a:pt x="59864" y="72726"/>
                  </a:lnTo>
                  <a:lnTo>
                    <a:pt x="60137" y="72037"/>
                  </a:lnTo>
                  <a:lnTo>
                    <a:pt x="60514" y="71084"/>
                  </a:lnTo>
                  <a:lnTo>
                    <a:pt x="60767" y="70444"/>
                  </a:lnTo>
                  <a:lnTo>
                    <a:pt x="62216" y="68758"/>
                  </a:lnTo>
                  <a:lnTo>
                    <a:pt x="63640" y="67102"/>
                  </a:lnTo>
                  <a:lnTo>
                    <a:pt x="64083" y="66587"/>
                  </a:lnTo>
                  <a:lnTo>
                    <a:pt x="66551" y="63224"/>
                  </a:lnTo>
                  <a:lnTo>
                    <a:pt x="66763" y="62934"/>
                  </a:lnTo>
                  <a:lnTo>
                    <a:pt x="67304" y="62197"/>
                  </a:lnTo>
                  <a:lnTo>
                    <a:pt x="68088" y="61129"/>
                  </a:lnTo>
                  <a:lnTo>
                    <a:pt x="68818" y="60134"/>
                  </a:lnTo>
                  <a:lnTo>
                    <a:pt x="69014" y="59916"/>
                  </a:lnTo>
                  <a:lnTo>
                    <a:pt x="69933" y="58890"/>
                  </a:lnTo>
                  <a:lnTo>
                    <a:pt x="70086" y="58554"/>
                  </a:lnTo>
                  <a:lnTo>
                    <a:pt x="70179" y="58351"/>
                  </a:lnTo>
                  <a:lnTo>
                    <a:pt x="70435" y="56601"/>
                  </a:lnTo>
                  <a:lnTo>
                    <a:pt x="70571" y="55672"/>
                  </a:lnTo>
                  <a:lnTo>
                    <a:pt x="70645" y="52109"/>
                  </a:lnTo>
                  <a:lnTo>
                    <a:pt x="70723" y="48409"/>
                  </a:lnTo>
                  <a:lnTo>
                    <a:pt x="71331" y="44254"/>
                  </a:lnTo>
                  <a:lnTo>
                    <a:pt x="72468" y="41027"/>
                  </a:lnTo>
                  <a:lnTo>
                    <a:pt x="75586" y="32175"/>
                  </a:lnTo>
                  <a:lnTo>
                    <a:pt x="77790" y="28952"/>
                  </a:lnTo>
                  <a:lnTo>
                    <a:pt x="77871" y="28810"/>
                  </a:lnTo>
                  <a:lnTo>
                    <a:pt x="78880" y="27044"/>
                  </a:lnTo>
                  <a:lnTo>
                    <a:pt x="80298" y="24563"/>
                  </a:lnTo>
                  <a:lnTo>
                    <a:pt x="83679" y="22039"/>
                  </a:lnTo>
                  <a:lnTo>
                    <a:pt x="85477" y="21004"/>
                  </a:lnTo>
                  <a:lnTo>
                    <a:pt x="85970" y="20721"/>
                  </a:lnTo>
                  <a:lnTo>
                    <a:pt x="88809" y="19087"/>
                  </a:lnTo>
                  <a:lnTo>
                    <a:pt x="91209" y="18426"/>
                  </a:lnTo>
                  <a:lnTo>
                    <a:pt x="91773" y="18271"/>
                  </a:lnTo>
                  <a:lnTo>
                    <a:pt x="92395" y="17907"/>
                  </a:lnTo>
                  <a:lnTo>
                    <a:pt x="98080" y="14582"/>
                  </a:lnTo>
                  <a:lnTo>
                    <a:pt x="99714" y="12756"/>
                  </a:lnTo>
                  <a:lnTo>
                    <a:pt x="106515" y="7708"/>
                  </a:lnTo>
                  <a:lnTo>
                    <a:pt x="109355" y="7096"/>
                  </a:lnTo>
                  <a:lnTo>
                    <a:pt x="106981" y="2815"/>
                  </a:lnTo>
                  <a:lnTo>
                    <a:pt x="112206" y="534"/>
                  </a:lnTo>
                  <a:lnTo>
                    <a:pt x="119805" y="0"/>
                  </a:lnTo>
                  <a:lnTo>
                    <a:pt x="124174" y="1116"/>
                  </a:lnTo>
                  <a:lnTo>
                    <a:pt x="127261" y="3738"/>
                  </a:lnTo>
                  <a:lnTo>
                    <a:pt x="128544" y="7476"/>
                  </a:lnTo>
                  <a:lnTo>
                    <a:pt x="125647" y="12573"/>
                  </a:lnTo>
                  <a:lnTo>
                    <a:pt x="122417" y="19146"/>
                  </a:lnTo>
                  <a:lnTo>
                    <a:pt x="112899" y="26749"/>
                  </a:lnTo>
                  <a:lnTo>
                    <a:pt x="112899" y="32254"/>
                  </a:lnTo>
                  <a:lnTo>
                    <a:pt x="120000" y="41773"/>
                  </a:lnTo>
                  <a:lnTo>
                    <a:pt x="120083" y="42493"/>
                  </a:lnTo>
                  <a:lnTo>
                    <a:pt x="120246" y="43913"/>
                  </a:lnTo>
                  <a:lnTo>
                    <a:pt x="119560" y="48030"/>
                  </a:lnTo>
                  <a:lnTo>
                    <a:pt x="119828" y="48668"/>
                  </a:lnTo>
                  <a:lnTo>
                    <a:pt x="120229" y="49623"/>
                  </a:lnTo>
                  <a:lnTo>
                    <a:pt x="120940" y="49946"/>
                  </a:lnTo>
                  <a:lnTo>
                    <a:pt x="121904" y="50384"/>
                  </a:lnTo>
                  <a:lnTo>
                    <a:pt x="122227" y="50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100143" y="3669146"/>
              <a:ext cx="53535" cy="50517"/>
            </a:xfrm>
            <a:custGeom>
              <a:avLst/>
              <a:pathLst>
                <a:path w="53535" h="50517">
                  <a:moveTo>
                    <a:pt x="51695" y="24526"/>
                  </a:moveTo>
                  <a:lnTo>
                    <a:pt x="52075" y="28099"/>
                  </a:lnTo>
                  <a:lnTo>
                    <a:pt x="52494" y="29626"/>
                  </a:lnTo>
                  <a:lnTo>
                    <a:pt x="52778" y="30662"/>
                  </a:lnTo>
                  <a:lnTo>
                    <a:pt x="52726" y="32108"/>
                  </a:lnTo>
                  <a:lnTo>
                    <a:pt x="52759" y="34080"/>
                  </a:lnTo>
                  <a:lnTo>
                    <a:pt x="53435" y="36165"/>
                  </a:lnTo>
                  <a:lnTo>
                    <a:pt x="53535" y="36474"/>
                  </a:lnTo>
                  <a:lnTo>
                    <a:pt x="52338" y="37159"/>
                  </a:lnTo>
                  <a:lnTo>
                    <a:pt x="51284" y="37741"/>
                  </a:lnTo>
                  <a:lnTo>
                    <a:pt x="49944" y="38295"/>
                  </a:lnTo>
                  <a:lnTo>
                    <a:pt x="48502" y="38550"/>
                  </a:lnTo>
                  <a:lnTo>
                    <a:pt x="47906" y="38841"/>
                  </a:lnTo>
                  <a:lnTo>
                    <a:pt x="46980" y="38895"/>
                  </a:lnTo>
                  <a:lnTo>
                    <a:pt x="46424" y="38928"/>
                  </a:lnTo>
                  <a:lnTo>
                    <a:pt x="45975" y="38775"/>
                  </a:lnTo>
                  <a:lnTo>
                    <a:pt x="45421" y="38580"/>
                  </a:lnTo>
                  <a:lnTo>
                    <a:pt x="42914" y="37486"/>
                  </a:lnTo>
                  <a:lnTo>
                    <a:pt x="41779" y="36991"/>
                  </a:lnTo>
                  <a:lnTo>
                    <a:pt x="39001" y="45739"/>
                  </a:lnTo>
                  <a:lnTo>
                    <a:pt x="35496" y="46176"/>
                  </a:lnTo>
                  <a:lnTo>
                    <a:pt x="33444" y="47181"/>
                  </a:lnTo>
                  <a:lnTo>
                    <a:pt x="31832" y="47193"/>
                  </a:lnTo>
                  <a:lnTo>
                    <a:pt x="32873" y="42149"/>
                  </a:lnTo>
                  <a:lnTo>
                    <a:pt x="29218" y="42216"/>
                  </a:lnTo>
                  <a:lnTo>
                    <a:pt x="28410" y="47855"/>
                  </a:lnTo>
                  <a:lnTo>
                    <a:pt x="27950" y="50517"/>
                  </a:lnTo>
                  <a:lnTo>
                    <a:pt x="24765" y="44007"/>
                  </a:lnTo>
                  <a:lnTo>
                    <a:pt x="22809" y="42312"/>
                  </a:lnTo>
                  <a:lnTo>
                    <a:pt x="22123" y="41789"/>
                  </a:lnTo>
                  <a:lnTo>
                    <a:pt x="18914" y="39341"/>
                  </a:lnTo>
                  <a:lnTo>
                    <a:pt x="17309" y="38117"/>
                  </a:lnTo>
                  <a:lnTo>
                    <a:pt x="15343" y="36166"/>
                  </a:lnTo>
                  <a:lnTo>
                    <a:pt x="11569" y="33131"/>
                  </a:lnTo>
                  <a:lnTo>
                    <a:pt x="9329" y="31582"/>
                  </a:lnTo>
                  <a:lnTo>
                    <a:pt x="5215" y="37076"/>
                  </a:lnTo>
                  <a:lnTo>
                    <a:pt x="0" y="33527"/>
                  </a:lnTo>
                  <a:lnTo>
                    <a:pt x="325" y="32832"/>
                  </a:lnTo>
                  <a:lnTo>
                    <a:pt x="857" y="31595"/>
                  </a:lnTo>
                  <a:lnTo>
                    <a:pt x="1910" y="30632"/>
                  </a:lnTo>
                  <a:lnTo>
                    <a:pt x="2481" y="30109"/>
                  </a:lnTo>
                  <a:lnTo>
                    <a:pt x="3814" y="27987"/>
                  </a:lnTo>
                  <a:lnTo>
                    <a:pt x="4231" y="27323"/>
                  </a:lnTo>
                  <a:lnTo>
                    <a:pt x="4620" y="26843"/>
                  </a:lnTo>
                  <a:lnTo>
                    <a:pt x="4783" y="26642"/>
                  </a:lnTo>
                  <a:lnTo>
                    <a:pt x="8221" y="22396"/>
                  </a:lnTo>
                  <a:lnTo>
                    <a:pt x="8737" y="21759"/>
                  </a:lnTo>
                  <a:lnTo>
                    <a:pt x="8872" y="21872"/>
                  </a:lnTo>
                  <a:lnTo>
                    <a:pt x="9664" y="22525"/>
                  </a:lnTo>
                  <a:lnTo>
                    <a:pt x="10296" y="23048"/>
                  </a:lnTo>
                  <a:lnTo>
                    <a:pt x="10487" y="23206"/>
                  </a:lnTo>
                  <a:lnTo>
                    <a:pt x="10631" y="23324"/>
                  </a:lnTo>
                  <a:lnTo>
                    <a:pt x="13001" y="25282"/>
                  </a:lnTo>
                  <a:lnTo>
                    <a:pt x="13229" y="25470"/>
                  </a:lnTo>
                  <a:lnTo>
                    <a:pt x="13533" y="25721"/>
                  </a:lnTo>
                  <a:lnTo>
                    <a:pt x="15110" y="26326"/>
                  </a:lnTo>
                  <a:lnTo>
                    <a:pt x="15687" y="26548"/>
                  </a:lnTo>
                  <a:lnTo>
                    <a:pt x="17307" y="26953"/>
                  </a:lnTo>
                  <a:lnTo>
                    <a:pt x="17597" y="27025"/>
                  </a:lnTo>
                  <a:lnTo>
                    <a:pt x="19192" y="27424"/>
                  </a:lnTo>
                  <a:lnTo>
                    <a:pt x="19406" y="27497"/>
                  </a:lnTo>
                  <a:lnTo>
                    <a:pt x="19565" y="27552"/>
                  </a:lnTo>
                  <a:lnTo>
                    <a:pt x="19638" y="27393"/>
                  </a:lnTo>
                  <a:lnTo>
                    <a:pt x="21024" y="24360"/>
                  </a:lnTo>
                  <a:lnTo>
                    <a:pt x="20588" y="24173"/>
                  </a:lnTo>
                  <a:lnTo>
                    <a:pt x="19334" y="23637"/>
                  </a:lnTo>
                  <a:lnTo>
                    <a:pt x="18899" y="23451"/>
                  </a:lnTo>
                  <a:lnTo>
                    <a:pt x="17922" y="22877"/>
                  </a:lnTo>
                  <a:lnTo>
                    <a:pt x="17361" y="22548"/>
                  </a:lnTo>
                  <a:lnTo>
                    <a:pt x="16795" y="21879"/>
                  </a:lnTo>
                  <a:lnTo>
                    <a:pt x="15727" y="18504"/>
                  </a:lnTo>
                  <a:lnTo>
                    <a:pt x="14964" y="16091"/>
                  </a:lnTo>
                  <a:lnTo>
                    <a:pt x="14882" y="15834"/>
                  </a:lnTo>
                  <a:lnTo>
                    <a:pt x="13364" y="11051"/>
                  </a:lnTo>
                  <a:lnTo>
                    <a:pt x="13190" y="10502"/>
                  </a:lnTo>
                  <a:lnTo>
                    <a:pt x="14233" y="10205"/>
                  </a:lnTo>
                  <a:lnTo>
                    <a:pt x="21747" y="8071"/>
                  </a:lnTo>
                  <a:lnTo>
                    <a:pt x="23990" y="7434"/>
                  </a:lnTo>
                  <a:lnTo>
                    <a:pt x="27953" y="6307"/>
                  </a:lnTo>
                  <a:lnTo>
                    <a:pt x="28306" y="6190"/>
                  </a:lnTo>
                  <a:lnTo>
                    <a:pt x="31529" y="5112"/>
                  </a:lnTo>
                  <a:lnTo>
                    <a:pt x="37464" y="3127"/>
                  </a:lnTo>
                  <a:lnTo>
                    <a:pt x="38963" y="2769"/>
                  </a:lnTo>
                  <a:lnTo>
                    <a:pt x="39931" y="2538"/>
                  </a:lnTo>
                  <a:lnTo>
                    <a:pt x="41733" y="2108"/>
                  </a:lnTo>
                  <a:lnTo>
                    <a:pt x="42198" y="1996"/>
                  </a:lnTo>
                  <a:lnTo>
                    <a:pt x="43922" y="1444"/>
                  </a:lnTo>
                  <a:lnTo>
                    <a:pt x="47555" y="280"/>
                  </a:lnTo>
                  <a:lnTo>
                    <a:pt x="47884" y="174"/>
                  </a:lnTo>
                  <a:lnTo>
                    <a:pt x="48280" y="48"/>
                  </a:lnTo>
                  <a:lnTo>
                    <a:pt x="48430" y="0"/>
                  </a:lnTo>
                  <a:lnTo>
                    <a:pt x="48559" y="324"/>
                  </a:lnTo>
                  <a:lnTo>
                    <a:pt x="49920" y="3764"/>
                  </a:lnTo>
                  <a:lnTo>
                    <a:pt x="49674" y="6680"/>
                  </a:lnTo>
                  <a:lnTo>
                    <a:pt x="49637" y="7114"/>
                  </a:lnTo>
                  <a:lnTo>
                    <a:pt x="49295" y="9226"/>
                  </a:lnTo>
                  <a:lnTo>
                    <a:pt x="49236" y="9589"/>
                  </a:lnTo>
                  <a:lnTo>
                    <a:pt x="47868" y="12356"/>
                  </a:lnTo>
                  <a:lnTo>
                    <a:pt x="47725" y="12977"/>
                  </a:lnTo>
                  <a:lnTo>
                    <a:pt x="47212" y="15208"/>
                  </a:lnTo>
                  <a:lnTo>
                    <a:pt x="48579" y="17730"/>
                  </a:lnTo>
                  <a:lnTo>
                    <a:pt x="49256" y="19025"/>
                  </a:lnTo>
                  <a:lnTo>
                    <a:pt x="50536" y="21477"/>
                  </a:lnTo>
                  <a:lnTo>
                    <a:pt x="50997" y="22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93019" y="3663630"/>
              <a:ext cx="122910" cy="148803"/>
            </a:xfrm>
            <a:custGeom>
              <a:avLst/>
              <a:pathLst>
                <a:path w="122910" h="148803">
                  <a:moveTo>
                    <a:pt x="122910" y="81484"/>
                  </a:moveTo>
                  <a:lnTo>
                    <a:pt x="117642" y="85670"/>
                  </a:lnTo>
                  <a:lnTo>
                    <a:pt x="102698" y="98844"/>
                  </a:lnTo>
                  <a:lnTo>
                    <a:pt x="100121" y="98818"/>
                  </a:lnTo>
                  <a:lnTo>
                    <a:pt x="100127" y="99032"/>
                  </a:lnTo>
                  <a:lnTo>
                    <a:pt x="100196" y="101456"/>
                  </a:lnTo>
                  <a:lnTo>
                    <a:pt x="100120" y="103320"/>
                  </a:lnTo>
                  <a:lnTo>
                    <a:pt x="99968" y="105650"/>
                  </a:lnTo>
                  <a:lnTo>
                    <a:pt x="99816" y="108058"/>
                  </a:lnTo>
                  <a:lnTo>
                    <a:pt x="99512" y="110388"/>
                  </a:lnTo>
                  <a:lnTo>
                    <a:pt x="98448" y="113029"/>
                  </a:lnTo>
                  <a:lnTo>
                    <a:pt x="96473" y="115903"/>
                  </a:lnTo>
                  <a:lnTo>
                    <a:pt x="93889" y="119010"/>
                  </a:lnTo>
                  <a:lnTo>
                    <a:pt x="93053" y="122040"/>
                  </a:lnTo>
                  <a:lnTo>
                    <a:pt x="86671" y="123428"/>
                  </a:lnTo>
                  <a:lnTo>
                    <a:pt x="83859" y="128027"/>
                  </a:lnTo>
                  <a:lnTo>
                    <a:pt x="78549" y="139707"/>
                  </a:lnTo>
                  <a:lnTo>
                    <a:pt x="76807" y="143975"/>
                  </a:lnTo>
                  <a:lnTo>
                    <a:pt x="74838" y="148803"/>
                  </a:lnTo>
                  <a:lnTo>
                    <a:pt x="69375" y="145114"/>
                  </a:lnTo>
                  <a:lnTo>
                    <a:pt x="68970" y="144706"/>
                  </a:lnTo>
                  <a:lnTo>
                    <a:pt x="66538" y="142313"/>
                  </a:lnTo>
                  <a:lnTo>
                    <a:pt x="64699" y="141040"/>
                  </a:lnTo>
                  <a:lnTo>
                    <a:pt x="64530" y="140918"/>
                  </a:lnTo>
                  <a:lnTo>
                    <a:pt x="62912" y="139750"/>
                  </a:lnTo>
                  <a:lnTo>
                    <a:pt x="60915" y="139043"/>
                  </a:lnTo>
                  <a:lnTo>
                    <a:pt x="60442" y="138876"/>
                  </a:lnTo>
                  <a:lnTo>
                    <a:pt x="58064" y="138768"/>
                  </a:lnTo>
                  <a:lnTo>
                    <a:pt x="56720" y="138707"/>
                  </a:lnTo>
                  <a:lnTo>
                    <a:pt x="54152" y="138707"/>
                  </a:lnTo>
                  <a:lnTo>
                    <a:pt x="51097" y="138707"/>
                  </a:lnTo>
                  <a:lnTo>
                    <a:pt x="49727" y="138545"/>
                  </a:lnTo>
                  <a:lnTo>
                    <a:pt x="47419" y="138272"/>
                  </a:lnTo>
                  <a:lnTo>
                    <a:pt x="45931" y="137953"/>
                  </a:lnTo>
                  <a:lnTo>
                    <a:pt x="45534" y="137868"/>
                  </a:lnTo>
                  <a:lnTo>
                    <a:pt x="45000" y="137394"/>
                  </a:lnTo>
                  <a:lnTo>
                    <a:pt x="44512" y="136406"/>
                  </a:lnTo>
                  <a:lnTo>
                    <a:pt x="43586" y="135241"/>
                  </a:lnTo>
                  <a:lnTo>
                    <a:pt x="41934" y="133807"/>
                  </a:lnTo>
                  <a:lnTo>
                    <a:pt x="40083" y="132407"/>
                  </a:lnTo>
                  <a:lnTo>
                    <a:pt x="38348" y="131052"/>
                  </a:lnTo>
                  <a:lnTo>
                    <a:pt x="37008" y="129828"/>
                  </a:lnTo>
                  <a:lnTo>
                    <a:pt x="35855" y="128591"/>
                  </a:lnTo>
                  <a:lnTo>
                    <a:pt x="34648" y="127294"/>
                  </a:lnTo>
                  <a:lnTo>
                    <a:pt x="32090" y="124542"/>
                  </a:lnTo>
                  <a:lnTo>
                    <a:pt x="28562" y="120853"/>
                  </a:lnTo>
                  <a:lnTo>
                    <a:pt x="25147" y="117204"/>
                  </a:lnTo>
                  <a:lnTo>
                    <a:pt x="22410" y="114579"/>
                  </a:lnTo>
                  <a:lnTo>
                    <a:pt x="19743" y="112420"/>
                  </a:lnTo>
                  <a:lnTo>
                    <a:pt x="17553" y="110662"/>
                  </a:lnTo>
                  <a:lnTo>
                    <a:pt x="17268" y="110031"/>
                  </a:lnTo>
                  <a:lnTo>
                    <a:pt x="18750" y="104941"/>
                  </a:lnTo>
                  <a:lnTo>
                    <a:pt x="19247" y="102850"/>
                  </a:lnTo>
                  <a:lnTo>
                    <a:pt x="20141" y="99093"/>
                  </a:lnTo>
                  <a:lnTo>
                    <a:pt x="20407" y="98936"/>
                  </a:lnTo>
                  <a:lnTo>
                    <a:pt x="22448" y="97734"/>
                  </a:lnTo>
                  <a:lnTo>
                    <a:pt x="23991" y="96649"/>
                  </a:lnTo>
                  <a:lnTo>
                    <a:pt x="24915" y="95574"/>
                  </a:lnTo>
                  <a:lnTo>
                    <a:pt x="25254" y="94897"/>
                  </a:lnTo>
                  <a:lnTo>
                    <a:pt x="25377" y="94650"/>
                  </a:lnTo>
                  <a:lnTo>
                    <a:pt x="25825" y="93755"/>
                  </a:lnTo>
                  <a:lnTo>
                    <a:pt x="26476" y="92709"/>
                  </a:lnTo>
                  <a:lnTo>
                    <a:pt x="28215" y="91354"/>
                  </a:lnTo>
                  <a:lnTo>
                    <a:pt x="28363" y="91264"/>
                  </a:lnTo>
                  <a:lnTo>
                    <a:pt x="29003" y="90874"/>
                  </a:lnTo>
                  <a:lnTo>
                    <a:pt x="18089" y="81480"/>
                  </a:lnTo>
                  <a:lnTo>
                    <a:pt x="16774" y="80283"/>
                  </a:lnTo>
                  <a:lnTo>
                    <a:pt x="10235" y="74330"/>
                  </a:lnTo>
                  <a:lnTo>
                    <a:pt x="8177" y="72080"/>
                  </a:lnTo>
                  <a:lnTo>
                    <a:pt x="5468" y="69120"/>
                  </a:lnTo>
                  <a:lnTo>
                    <a:pt x="4627" y="68201"/>
                  </a:lnTo>
                  <a:lnTo>
                    <a:pt x="3131" y="66565"/>
                  </a:lnTo>
                  <a:lnTo>
                    <a:pt x="958" y="64190"/>
                  </a:lnTo>
                  <a:lnTo>
                    <a:pt x="468" y="63653"/>
                  </a:lnTo>
                  <a:lnTo>
                    <a:pt x="0" y="63344"/>
                  </a:lnTo>
                  <a:lnTo>
                    <a:pt x="939" y="61638"/>
                  </a:lnTo>
                  <a:lnTo>
                    <a:pt x="1509" y="60852"/>
                  </a:lnTo>
                  <a:lnTo>
                    <a:pt x="1822" y="60252"/>
                  </a:lnTo>
                  <a:lnTo>
                    <a:pt x="1965" y="59978"/>
                  </a:lnTo>
                  <a:lnTo>
                    <a:pt x="2231" y="59185"/>
                  </a:lnTo>
                  <a:lnTo>
                    <a:pt x="2162" y="58735"/>
                  </a:lnTo>
                  <a:lnTo>
                    <a:pt x="2136" y="58114"/>
                  </a:lnTo>
                  <a:lnTo>
                    <a:pt x="2085" y="57818"/>
                  </a:lnTo>
                  <a:lnTo>
                    <a:pt x="1965" y="57123"/>
                  </a:lnTo>
                  <a:lnTo>
                    <a:pt x="1698" y="55481"/>
                  </a:lnTo>
                  <a:lnTo>
                    <a:pt x="1510" y="54327"/>
                  </a:lnTo>
                  <a:lnTo>
                    <a:pt x="1099" y="51649"/>
                  </a:lnTo>
                  <a:lnTo>
                    <a:pt x="1396" y="49611"/>
                  </a:lnTo>
                  <a:lnTo>
                    <a:pt x="1572" y="48402"/>
                  </a:lnTo>
                  <a:lnTo>
                    <a:pt x="3235" y="45150"/>
                  </a:lnTo>
                  <a:lnTo>
                    <a:pt x="4182" y="44274"/>
                  </a:lnTo>
                  <a:lnTo>
                    <a:pt x="4414" y="43881"/>
                  </a:lnTo>
                  <a:lnTo>
                    <a:pt x="5099" y="42722"/>
                  </a:lnTo>
                  <a:lnTo>
                    <a:pt x="5694" y="41714"/>
                  </a:lnTo>
                  <a:lnTo>
                    <a:pt x="6542" y="40280"/>
                  </a:lnTo>
                  <a:lnTo>
                    <a:pt x="7102" y="39088"/>
                  </a:lnTo>
                  <a:lnTo>
                    <a:pt x="12339" y="42591"/>
                  </a:lnTo>
                  <a:lnTo>
                    <a:pt x="16454" y="37098"/>
                  </a:lnTo>
                  <a:lnTo>
                    <a:pt x="18694" y="38647"/>
                  </a:lnTo>
                  <a:lnTo>
                    <a:pt x="22536" y="41749"/>
                  </a:lnTo>
                  <a:lnTo>
                    <a:pt x="24434" y="43633"/>
                  </a:lnTo>
                  <a:lnTo>
                    <a:pt x="26038" y="44856"/>
                  </a:lnTo>
                  <a:lnTo>
                    <a:pt x="29248" y="47304"/>
                  </a:lnTo>
                  <a:lnTo>
                    <a:pt x="29934" y="47827"/>
                  </a:lnTo>
                  <a:lnTo>
                    <a:pt x="31889" y="49522"/>
                  </a:lnTo>
                  <a:lnTo>
                    <a:pt x="35074" y="56033"/>
                  </a:lnTo>
                  <a:lnTo>
                    <a:pt x="35534" y="53370"/>
                  </a:lnTo>
                  <a:lnTo>
                    <a:pt x="36343" y="47732"/>
                  </a:lnTo>
                  <a:lnTo>
                    <a:pt x="39997" y="47664"/>
                  </a:lnTo>
                  <a:lnTo>
                    <a:pt x="38957" y="52708"/>
                  </a:lnTo>
                  <a:lnTo>
                    <a:pt x="40568" y="52697"/>
                  </a:lnTo>
                  <a:lnTo>
                    <a:pt x="42620" y="51692"/>
                  </a:lnTo>
                  <a:lnTo>
                    <a:pt x="46125" y="51255"/>
                  </a:lnTo>
                  <a:lnTo>
                    <a:pt x="48903" y="42507"/>
                  </a:lnTo>
                  <a:lnTo>
                    <a:pt x="50038" y="43002"/>
                  </a:lnTo>
                  <a:lnTo>
                    <a:pt x="52613" y="44125"/>
                  </a:lnTo>
                  <a:lnTo>
                    <a:pt x="53099" y="44291"/>
                  </a:lnTo>
                  <a:lnTo>
                    <a:pt x="53548" y="44443"/>
                  </a:lnTo>
                  <a:lnTo>
                    <a:pt x="54104" y="44411"/>
                  </a:lnTo>
                  <a:lnTo>
                    <a:pt x="55030" y="44356"/>
                  </a:lnTo>
                  <a:lnTo>
                    <a:pt x="55626" y="44066"/>
                  </a:lnTo>
                  <a:lnTo>
                    <a:pt x="57069" y="43810"/>
                  </a:lnTo>
                  <a:lnTo>
                    <a:pt x="58408" y="43257"/>
                  </a:lnTo>
                  <a:lnTo>
                    <a:pt x="59462" y="42674"/>
                  </a:lnTo>
                  <a:lnTo>
                    <a:pt x="60659" y="41990"/>
                  </a:lnTo>
                  <a:lnTo>
                    <a:pt x="60559" y="41681"/>
                  </a:lnTo>
                  <a:lnTo>
                    <a:pt x="59884" y="39596"/>
                  </a:lnTo>
                  <a:lnTo>
                    <a:pt x="59851" y="37624"/>
                  </a:lnTo>
                  <a:lnTo>
                    <a:pt x="59903" y="36178"/>
                  </a:lnTo>
                  <a:lnTo>
                    <a:pt x="59618" y="35142"/>
                  </a:lnTo>
                  <a:lnTo>
                    <a:pt x="59200" y="33615"/>
                  </a:lnTo>
                  <a:lnTo>
                    <a:pt x="58820" y="30042"/>
                  </a:lnTo>
                  <a:lnTo>
                    <a:pt x="58121" y="28203"/>
                  </a:lnTo>
                  <a:lnTo>
                    <a:pt x="57661" y="26993"/>
                  </a:lnTo>
                  <a:lnTo>
                    <a:pt x="56380" y="24541"/>
                  </a:lnTo>
                  <a:lnTo>
                    <a:pt x="55704" y="23245"/>
                  </a:lnTo>
                  <a:lnTo>
                    <a:pt x="54336" y="20723"/>
                  </a:lnTo>
                  <a:lnTo>
                    <a:pt x="54850" y="18492"/>
                  </a:lnTo>
                  <a:lnTo>
                    <a:pt x="54992" y="17872"/>
                  </a:lnTo>
                  <a:lnTo>
                    <a:pt x="56360" y="15105"/>
                  </a:lnTo>
                  <a:lnTo>
                    <a:pt x="56419" y="14742"/>
                  </a:lnTo>
                  <a:lnTo>
                    <a:pt x="56762" y="12630"/>
                  </a:lnTo>
                  <a:lnTo>
                    <a:pt x="56798" y="12196"/>
                  </a:lnTo>
                  <a:lnTo>
                    <a:pt x="57044" y="9279"/>
                  </a:lnTo>
                  <a:lnTo>
                    <a:pt x="55683" y="5839"/>
                  </a:lnTo>
                  <a:lnTo>
                    <a:pt x="55555" y="5515"/>
                  </a:lnTo>
                  <a:lnTo>
                    <a:pt x="55404" y="5563"/>
                  </a:lnTo>
                  <a:lnTo>
                    <a:pt x="55359" y="5027"/>
                  </a:lnTo>
                  <a:lnTo>
                    <a:pt x="55237" y="3568"/>
                  </a:lnTo>
                  <a:lnTo>
                    <a:pt x="56228" y="3278"/>
                  </a:lnTo>
                  <a:lnTo>
                    <a:pt x="59620" y="2283"/>
                  </a:lnTo>
                  <a:lnTo>
                    <a:pt x="65060" y="1194"/>
                  </a:lnTo>
                  <a:lnTo>
                    <a:pt x="74713" y="0"/>
                  </a:lnTo>
                  <a:lnTo>
                    <a:pt x="76408" y="3418"/>
                  </a:lnTo>
                  <a:lnTo>
                    <a:pt x="79050" y="1954"/>
                  </a:lnTo>
                  <a:lnTo>
                    <a:pt x="80865" y="7287"/>
                  </a:lnTo>
                  <a:lnTo>
                    <a:pt x="81082" y="7926"/>
                  </a:lnTo>
                  <a:lnTo>
                    <a:pt x="80436" y="8257"/>
                  </a:lnTo>
                  <a:lnTo>
                    <a:pt x="79317" y="10791"/>
                  </a:lnTo>
                  <a:lnTo>
                    <a:pt x="79327" y="10998"/>
                  </a:lnTo>
                  <a:lnTo>
                    <a:pt x="79864" y="21517"/>
                  </a:lnTo>
                  <a:lnTo>
                    <a:pt x="83245" y="27775"/>
                  </a:lnTo>
                  <a:lnTo>
                    <a:pt x="86023" y="29620"/>
                  </a:lnTo>
                  <a:lnTo>
                    <a:pt x="94343" y="45867"/>
                  </a:lnTo>
                  <a:lnTo>
                    <a:pt x="94452" y="51230"/>
                  </a:lnTo>
                  <a:lnTo>
                    <a:pt x="94736" y="53858"/>
                  </a:lnTo>
                  <a:lnTo>
                    <a:pt x="104862" y="64249"/>
                  </a:lnTo>
                  <a:lnTo>
                    <a:pt x="118635" y="74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932641" y="4419147"/>
              <a:ext cx="214946" cy="207223"/>
            </a:xfrm>
            <a:custGeom>
              <a:avLst/>
              <a:pathLst>
                <a:path w="214946" h="207223">
                  <a:moveTo>
                    <a:pt x="60942" y="28961"/>
                  </a:moveTo>
                  <a:lnTo>
                    <a:pt x="66933" y="29992"/>
                  </a:lnTo>
                  <a:lnTo>
                    <a:pt x="71434" y="28960"/>
                  </a:lnTo>
                  <a:lnTo>
                    <a:pt x="87955" y="33530"/>
                  </a:lnTo>
                  <a:lnTo>
                    <a:pt x="95397" y="48253"/>
                  </a:lnTo>
                  <a:lnTo>
                    <a:pt x="96872" y="57683"/>
                  </a:lnTo>
                  <a:lnTo>
                    <a:pt x="96973" y="58330"/>
                  </a:lnTo>
                  <a:lnTo>
                    <a:pt x="98131" y="65734"/>
                  </a:lnTo>
                  <a:lnTo>
                    <a:pt x="117541" y="63820"/>
                  </a:lnTo>
                  <a:lnTo>
                    <a:pt x="126574" y="62929"/>
                  </a:lnTo>
                  <a:lnTo>
                    <a:pt x="131041" y="62488"/>
                  </a:lnTo>
                  <a:lnTo>
                    <a:pt x="145064" y="79101"/>
                  </a:lnTo>
                  <a:lnTo>
                    <a:pt x="161605" y="94190"/>
                  </a:lnTo>
                  <a:lnTo>
                    <a:pt x="160799" y="102988"/>
                  </a:lnTo>
                  <a:lnTo>
                    <a:pt x="159159" y="107294"/>
                  </a:lnTo>
                  <a:lnTo>
                    <a:pt x="150902" y="102666"/>
                  </a:lnTo>
                  <a:lnTo>
                    <a:pt x="138933" y="94121"/>
                  </a:lnTo>
                  <a:lnTo>
                    <a:pt x="126964" y="90626"/>
                  </a:lnTo>
                  <a:lnTo>
                    <a:pt x="118605" y="86354"/>
                  </a:lnTo>
                  <a:lnTo>
                    <a:pt x="113096" y="84218"/>
                  </a:lnTo>
                  <a:lnTo>
                    <a:pt x="112716" y="80140"/>
                  </a:lnTo>
                  <a:lnTo>
                    <a:pt x="111196" y="77227"/>
                  </a:lnTo>
                  <a:lnTo>
                    <a:pt x="108916" y="74314"/>
                  </a:lnTo>
                  <a:lnTo>
                    <a:pt x="102267" y="75674"/>
                  </a:lnTo>
                  <a:lnTo>
                    <a:pt x="96758" y="75091"/>
                  </a:lnTo>
                  <a:lnTo>
                    <a:pt x="95808" y="72372"/>
                  </a:lnTo>
                  <a:lnTo>
                    <a:pt x="91248" y="63634"/>
                  </a:lnTo>
                  <a:lnTo>
                    <a:pt x="82509" y="62275"/>
                  </a:lnTo>
                  <a:lnTo>
                    <a:pt x="81939" y="68294"/>
                  </a:lnTo>
                  <a:lnTo>
                    <a:pt x="75860" y="68294"/>
                  </a:lnTo>
                  <a:lnTo>
                    <a:pt x="75822" y="74392"/>
                  </a:lnTo>
                  <a:lnTo>
                    <a:pt x="62371" y="78470"/>
                  </a:lnTo>
                  <a:lnTo>
                    <a:pt x="67387" y="85810"/>
                  </a:lnTo>
                  <a:lnTo>
                    <a:pt x="68868" y="91403"/>
                  </a:lnTo>
                  <a:lnTo>
                    <a:pt x="68868" y="96063"/>
                  </a:lnTo>
                  <a:lnTo>
                    <a:pt x="72744" y="96995"/>
                  </a:lnTo>
                  <a:lnTo>
                    <a:pt x="75708" y="97578"/>
                  </a:lnTo>
                  <a:lnTo>
                    <a:pt x="78785" y="96879"/>
                  </a:lnTo>
                  <a:lnTo>
                    <a:pt x="84827" y="101772"/>
                  </a:lnTo>
                  <a:lnTo>
                    <a:pt x="77760" y="107132"/>
                  </a:lnTo>
                  <a:lnTo>
                    <a:pt x="75936" y="108530"/>
                  </a:lnTo>
                  <a:lnTo>
                    <a:pt x="76506" y="112492"/>
                  </a:lnTo>
                  <a:lnTo>
                    <a:pt x="68185" y="117618"/>
                  </a:lnTo>
                  <a:lnTo>
                    <a:pt x="75708" y="116919"/>
                  </a:lnTo>
                  <a:lnTo>
                    <a:pt x="87562" y="115754"/>
                  </a:lnTo>
                  <a:lnTo>
                    <a:pt x="98277" y="121347"/>
                  </a:lnTo>
                  <a:lnTo>
                    <a:pt x="108764" y="127988"/>
                  </a:lnTo>
                  <a:lnTo>
                    <a:pt x="112184" y="133347"/>
                  </a:lnTo>
                  <a:lnTo>
                    <a:pt x="115034" y="135794"/>
                  </a:lnTo>
                  <a:lnTo>
                    <a:pt x="129852" y="138940"/>
                  </a:lnTo>
                  <a:lnTo>
                    <a:pt x="145341" y="137594"/>
                  </a:lnTo>
                  <a:lnTo>
                    <a:pt x="152058" y="129813"/>
                  </a:lnTo>
                  <a:lnTo>
                    <a:pt x="161360" y="136675"/>
                  </a:lnTo>
                  <a:lnTo>
                    <a:pt x="162034" y="137172"/>
                  </a:lnTo>
                  <a:lnTo>
                    <a:pt x="159768" y="140690"/>
                  </a:lnTo>
                  <a:lnTo>
                    <a:pt x="166011" y="141323"/>
                  </a:lnTo>
                  <a:lnTo>
                    <a:pt x="173686" y="141478"/>
                  </a:lnTo>
                  <a:lnTo>
                    <a:pt x="181966" y="140643"/>
                  </a:lnTo>
                  <a:lnTo>
                    <a:pt x="185541" y="140158"/>
                  </a:lnTo>
                  <a:lnTo>
                    <a:pt x="189394" y="134016"/>
                  </a:lnTo>
                  <a:lnTo>
                    <a:pt x="200460" y="135158"/>
                  </a:lnTo>
                  <a:lnTo>
                    <a:pt x="212690" y="133580"/>
                  </a:lnTo>
                  <a:lnTo>
                    <a:pt x="214946" y="146930"/>
                  </a:lnTo>
                  <a:lnTo>
                    <a:pt x="196488" y="151727"/>
                  </a:lnTo>
                  <a:lnTo>
                    <a:pt x="200218" y="166469"/>
                  </a:lnTo>
                  <a:lnTo>
                    <a:pt x="199468" y="167181"/>
                  </a:lnTo>
                  <a:lnTo>
                    <a:pt x="179158" y="168509"/>
                  </a:lnTo>
                  <a:lnTo>
                    <a:pt x="179462" y="174024"/>
                  </a:lnTo>
                  <a:lnTo>
                    <a:pt x="189536" y="177879"/>
                  </a:lnTo>
                  <a:lnTo>
                    <a:pt x="187282" y="186348"/>
                  </a:lnTo>
                  <a:lnTo>
                    <a:pt x="186675" y="188630"/>
                  </a:lnTo>
                  <a:lnTo>
                    <a:pt x="185499" y="193050"/>
                  </a:lnTo>
                  <a:lnTo>
                    <a:pt x="180987" y="193293"/>
                  </a:lnTo>
                  <a:lnTo>
                    <a:pt x="174698" y="192181"/>
                  </a:lnTo>
                  <a:lnTo>
                    <a:pt x="152372" y="178459"/>
                  </a:lnTo>
                  <a:lnTo>
                    <a:pt x="147677" y="179561"/>
                  </a:lnTo>
                  <a:lnTo>
                    <a:pt x="137604" y="194438"/>
                  </a:lnTo>
                  <a:lnTo>
                    <a:pt x="141803" y="198633"/>
                  </a:lnTo>
                  <a:lnTo>
                    <a:pt x="144595" y="207136"/>
                  </a:lnTo>
                  <a:lnTo>
                    <a:pt x="140005" y="207223"/>
                  </a:lnTo>
                  <a:lnTo>
                    <a:pt x="137894" y="204084"/>
                  </a:lnTo>
                  <a:lnTo>
                    <a:pt x="132199" y="200740"/>
                  </a:lnTo>
                  <a:lnTo>
                    <a:pt x="130523" y="205308"/>
                  </a:lnTo>
                  <a:lnTo>
                    <a:pt x="129028" y="204658"/>
                  </a:lnTo>
                  <a:lnTo>
                    <a:pt x="123356" y="202193"/>
                  </a:lnTo>
                  <a:lnTo>
                    <a:pt x="125961" y="191050"/>
                  </a:lnTo>
                  <a:lnTo>
                    <a:pt x="126486" y="188802"/>
                  </a:lnTo>
                  <a:lnTo>
                    <a:pt x="126521" y="186266"/>
                  </a:lnTo>
                  <a:lnTo>
                    <a:pt x="126647" y="177131"/>
                  </a:lnTo>
                  <a:lnTo>
                    <a:pt x="104686" y="170684"/>
                  </a:lnTo>
                  <a:lnTo>
                    <a:pt x="93591" y="170917"/>
                  </a:lnTo>
                  <a:lnTo>
                    <a:pt x="93131" y="173101"/>
                  </a:lnTo>
                  <a:lnTo>
                    <a:pt x="95971" y="179335"/>
                  </a:lnTo>
                  <a:lnTo>
                    <a:pt x="96402" y="184122"/>
                  </a:lnTo>
                  <a:lnTo>
                    <a:pt x="95718" y="191501"/>
                  </a:lnTo>
                  <a:lnTo>
                    <a:pt x="93743" y="192433"/>
                  </a:lnTo>
                  <a:lnTo>
                    <a:pt x="90399" y="191501"/>
                  </a:lnTo>
                  <a:lnTo>
                    <a:pt x="87967" y="190413"/>
                  </a:lnTo>
                  <a:lnTo>
                    <a:pt x="85384" y="189015"/>
                  </a:lnTo>
                  <a:lnTo>
                    <a:pt x="84244" y="188705"/>
                  </a:lnTo>
                  <a:lnTo>
                    <a:pt x="82262" y="188427"/>
                  </a:lnTo>
                  <a:lnTo>
                    <a:pt x="80596" y="188005"/>
                  </a:lnTo>
                  <a:lnTo>
                    <a:pt x="79269" y="188181"/>
                  </a:lnTo>
                  <a:lnTo>
                    <a:pt x="76493" y="188549"/>
                  </a:lnTo>
                  <a:lnTo>
                    <a:pt x="73985" y="188549"/>
                  </a:lnTo>
                  <a:lnTo>
                    <a:pt x="72693" y="187539"/>
                  </a:lnTo>
                  <a:lnTo>
                    <a:pt x="71857" y="186297"/>
                  </a:lnTo>
                  <a:lnTo>
                    <a:pt x="71477" y="185287"/>
                  </a:lnTo>
                  <a:lnTo>
                    <a:pt x="70185" y="184277"/>
                  </a:lnTo>
                  <a:lnTo>
                    <a:pt x="67981" y="183733"/>
                  </a:lnTo>
                  <a:lnTo>
                    <a:pt x="65322" y="182724"/>
                  </a:lnTo>
                  <a:lnTo>
                    <a:pt x="62662" y="181481"/>
                  </a:lnTo>
                  <a:lnTo>
                    <a:pt x="63954" y="179228"/>
                  </a:lnTo>
                  <a:lnTo>
                    <a:pt x="64942" y="178762"/>
                  </a:lnTo>
                  <a:lnTo>
                    <a:pt x="67069" y="178762"/>
                  </a:lnTo>
                  <a:lnTo>
                    <a:pt x="65398" y="177519"/>
                  </a:lnTo>
                  <a:lnTo>
                    <a:pt x="62434" y="175500"/>
                  </a:lnTo>
                  <a:lnTo>
                    <a:pt x="60629" y="171674"/>
                  </a:lnTo>
                  <a:lnTo>
                    <a:pt x="60165" y="161252"/>
                  </a:lnTo>
                  <a:lnTo>
                    <a:pt x="55244" y="162320"/>
                  </a:lnTo>
                  <a:lnTo>
                    <a:pt x="52115" y="156750"/>
                  </a:lnTo>
                  <a:lnTo>
                    <a:pt x="57489" y="153646"/>
                  </a:lnTo>
                  <a:lnTo>
                    <a:pt x="55260" y="147311"/>
                  </a:lnTo>
                  <a:lnTo>
                    <a:pt x="46813" y="152513"/>
                  </a:lnTo>
                  <a:lnTo>
                    <a:pt x="38739" y="160766"/>
                  </a:lnTo>
                  <a:lnTo>
                    <a:pt x="32090" y="157489"/>
                  </a:lnTo>
                  <a:lnTo>
                    <a:pt x="27189" y="145918"/>
                  </a:lnTo>
                  <a:lnTo>
                    <a:pt x="23940" y="132691"/>
                  </a:lnTo>
                  <a:lnTo>
                    <a:pt x="22796" y="129940"/>
                  </a:lnTo>
                  <a:lnTo>
                    <a:pt x="22277" y="128547"/>
                  </a:lnTo>
                  <a:lnTo>
                    <a:pt x="21116" y="125431"/>
                  </a:lnTo>
                  <a:lnTo>
                    <a:pt x="19547" y="122653"/>
                  </a:lnTo>
                  <a:lnTo>
                    <a:pt x="19203" y="122045"/>
                  </a:lnTo>
                  <a:lnTo>
                    <a:pt x="18180" y="120434"/>
                  </a:lnTo>
                  <a:lnTo>
                    <a:pt x="17547" y="119398"/>
                  </a:lnTo>
                  <a:lnTo>
                    <a:pt x="16334" y="117414"/>
                  </a:lnTo>
                  <a:lnTo>
                    <a:pt x="14797" y="114900"/>
                  </a:lnTo>
                  <a:lnTo>
                    <a:pt x="12010" y="106645"/>
                  </a:lnTo>
                  <a:lnTo>
                    <a:pt x="7320" y="101426"/>
                  </a:lnTo>
                  <a:lnTo>
                    <a:pt x="6724" y="100390"/>
                  </a:lnTo>
                  <a:lnTo>
                    <a:pt x="7272" y="100021"/>
                  </a:lnTo>
                  <a:lnTo>
                    <a:pt x="13351" y="95855"/>
                  </a:lnTo>
                  <a:lnTo>
                    <a:pt x="15220" y="94612"/>
                  </a:lnTo>
                  <a:lnTo>
                    <a:pt x="21578" y="90380"/>
                  </a:lnTo>
                  <a:lnTo>
                    <a:pt x="23772" y="89127"/>
                  </a:lnTo>
                  <a:lnTo>
                    <a:pt x="26233" y="88278"/>
                  </a:lnTo>
                  <a:lnTo>
                    <a:pt x="25891" y="87594"/>
                  </a:lnTo>
                  <a:lnTo>
                    <a:pt x="25586" y="87012"/>
                  </a:lnTo>
                  <a:lnTo>
                    <a:pt x="24839" y="85587"/>
                  </a:lnTo>
                  <a:lnTo>
                    <a:pt x="23785" y="82994"/>
                  </a:lnTo>
                  <a:lnTo>
                    <a:pt x="23342" y="81904"/>
                  </a:lnTo>
                  <a:lnTo>
                    <a:pt x="21705" y="77908"/>
                  </a:lnTo>
                  <a:lnTo>
                    <a:pt x="19218" y="80405"/>
                  </a:lnTo>
                  <a:lnTo>
                    <a:pt x="19942" y="81513"/>
                  </a:lnTo>
                  <a:lnTo>
                    <a:pt x="19914" y="82241"/>
                  </a:lnTo>
                  <a:lnTo>
                    <a:pt x="20689" y="83445"/>
                  </a:lnTo>
                  <a:lnTo>
                    <a:pt x="15479" y="87292"/>
                  </a:lnTo>
                  <a:lnTo>
                    <a:pt x="14201" y="88192"/>
                  </a:lnTo>
                  <a:lnTo>
                    <a:pt x="13221" y="88883"/>
                  </a:lnTo>
                  <a:lnTo>
                    <a:pt x="10350" y="90904"/>
                  </a:lnTo>
                  <a:lnTo>
                    <a:pt x="9245" y="91787"/>
                  </a:lnTo>
                  <a:lnTo>
                    <a:pt x="7316" y="89817"/>
                  </a:lnTo>
                  <a:lnTo>
                    <a:pt x="5477" y="87542"/>
                  </a:lnTo>
                  <a:lnTo>
                    <a:pt x="11024" y="84265"/>
                  </a:lnTo>
                  <a:lnTo>
                    <a:pt x="10342" y="83214"/>
                  </a:lnTo>
                  <a:lnTo>
                    <a:pt x="12384" y="81773"/>
                  </a:lnTo>
                  <a:lnTo>
                    <a:pt x="13236" y="81171"/>
                  </a:lnTo>
                  <a:lnTo>
                    <a:pt x="14518" y="80266"/>
                  </a:lnTo>
                  <a:lnTo>
                    <a:pt x="15398" y="79645"/>
                  </a:lnTo>
                  <a:lnTo>
                    <a:pt x="16369" y="78959"/>
                  </a:lnTo>
                  <a:lnTo>
                    <a:pt x="17256" y="78332"/>
                  </a:lnTo>
                  <a:lnTo>
                    <a:pt x="16200" y="77027"/>
                  </a:lnTo>
                  <a:lnTo>
                    <a:pt x="15840" y="76589"/>
                  </a:lnTo>
                  <a:lnTo>
                    <a:pt x="15273" y="75935"/>
                  </a:lnTo>
                  <a:lnTo>
                    <a:pt x="14882" y="75484"/>
                  </a:lnTo>
                  <a:lnTo>
                    <a:pt x="14433" y="74965"/>
                  </a:lnTo>
                  <a:lnTo>
                    <a:pt x="14186" y="74681"/>
                  </a:lnTo>
                  <a:lnTo>
                    <a:pt x="13742" y="74167"/>
                  </a:lnTo>
                  <a:lnTo>
                    <a:pt x="18340" y="70918"/>
                  </a:lnTo>
                  <a:lnTo>
                    <a:pt x="18676" y="70682"/>
                  </a:lnTo>
                  <a:lnTo>
                    <a:pt x="25604" y="67019"/>
                  </a:lnTo>
                  <a:lnTo>
                    <a:pt x="17783" y="52598"/>
                  </a:lnTo>
                  <a:lnTo>
                    <a:pt x="15461" y="48154"/>
                  </a:lnTo>
                  <a:lnTo>
                    <a:pt x="15358" y="47956"/>
                  </a:lnTo>
                  <a:lnTo>
                    <a:pt x="14020" y="45396"/>
                  </a:lnTo>
                  <a:lnTo>
                    <a:pt x="13790" y="44955"/>
                  </a:lnTo>
                  <a:lnTo>
                    <a:pt x="13505" y="44436"/>
                  </a:lnTo>
                  <a:lnTo>
                    <a:pt x="12824" y="43427"/>
                  </a:lnTo>
                  <a:lnTo>
                    <a:pt x="11219" y="41050"/>
                  </a:lnTo>
                  <a:lnTo>
                    <a:pt x="10046" y="39312"/>
                  </a:lnTo>
                  <a:lnTo>
                    <a:pt x="7074" y="35087"/>
                  </a:lnTo>
                  <a:lnTo>
                    <a:pt x="6477" y="34239"/>
                  </a:lnTo>
                  <a:lnTo>
                    <a:pt x="4928" y="32038"/>
                  </a:lnTo>
                  <a:lnTo>
                    <a:pt x="4006" y="30744"/>
                  </a:lnTo>
                  <a:lnTo>
                    <a:pt x="2926" y="29230"/>
                  </a:lnTo>
                  <a:lnTo>
                    <a:pt x="2353" y="28428"/>
                  </a:lnTo>
                  <a:lnTo>
                    <a:pt x="2001" y="27933"/>
                  </a:lnTo>
                  <a:lnTo>
                    <a:pt x="1738" y="27564"/>
                  </a:lnTo>
                  <a:lnTo>
                    <a:pt x="1436" y="27141"/>
                  </a:lnTo>
                  <a:lnTo>
                    <a:pt x="448" y="25718"/>
                  </a:lnTo>
                  <a:lnTo>
                    <a:pt x="367" y="25582"/>
                  </a:lnTo>
                  <a:lnTo>
                    <a:pt x="281" y="25438"/>
                  </a:lnTo>
                  <a:lnTo>
                    <a:pt x="154" y="25226"/>
                  </a:lnTo>
                  <a:lnTo>
                    <a:pt x="0" y="24737"/>
                  </a:lnTo>
                  <a:lnTo>
                    <a:pt x="218" y="24563"/>
                  </a:lnTo>
                  <a:lnTo>
                    <a:pt x="6032" y="20844"/>
                  </a:lnTo>
                  <a:lnTo>
                    <a:pt x="6105" y="20595"/>
                  </a:lnTo>
                  <a:lnTo>
                    <a:pt x="6289" y="19966"/>
                  </a:lnTo>
                  <a:lnTo>
                    <a:pt x="6928" y="17780"/>
                  </a:lnTo>
                  <a:lnTo>
                    <a:pt x="8520" y="16597"/>
                  </a:lnTo>
                  <a:lnTo>
                    <a:pt x="8874" y="16333"/>
                  </a:lnTo>
                  <a:lnTo>
                    <a:pt x="9415" y="15931"/>
                  </a:lnTo>
                  <a:lnTo>
                    <a:pt x="11460" y="14409"/>
                  </a:lnTo>
                  <a:lnTo>
                    <a:pt x="12724" y="13469"/>
                  </a:lnTo>
                  <a:lnTo>
                    <a:pt x="14018" y="12507"/>
                  </a:lnTo>
                  <a:lnTo>
                    <a:pt x="15769" y="11205"/>
                  </a:lnTo>
                  <a:lnTo>
                    <a:pt x="17592" y="9849"/>
                  </a:lnTo>
                  <a:lnTo>
                    <a:pt x="18896" y="8879"/>
                  </a:lnTo>
                  <a:lnTo>
                    <a:pt x="19643" y="8324"/>
                  </a:lnTo>
                  <a:lnTo>
                    <a:pt x="19770" y="8229"/>
                  </a:lnTo>
                  <a:lnTo>
                    <a:pt x="20864" y="7461"/>
                  </a:lnTo>
                  <a:lnTo>
                    <a:pt x="21016" y="7355"/>
                  </a:lnTo>
                  <a:lnTo>
                    <a:pt x="22436" y="6358"/>
                  </a:lnTo>
                  <a:lnTo>
                    <a:pt x="22671" y="6192"/>
                  </a:lnTo>
                  <a:lnTo>
                    <a:pt x="23220" y="5807"/>
                  </a:lnTo>
                  <a:lnTo>
                    <a:pt x="23434" y="5656"/>
                  </a:lnTo>
                  <a:lnTo>
                    <a:pt x="23576" y="5557"/>
                  </a:lnTo>
                  <a:lnTo>
                    <a:pt x="24143" y="5028"/>
                  </a:lnTo>
                  <a:lnTo>
                    <a:pt x="24947" y="4279"/>
                  </a:lnTo>
                  <a:lnTo>
                    <a:pt x="27230" y="2152"/>
                  </a:lnTo>
                  <a:lnTo>
                    <a:pt x="28532" y="938"/>
                  </a:lnTo>
                  <a:lnTo>
                    <a:pt x="28763" y="724"/>
                  </a:lnTo>
                  <a:lnTo>
                    <a:pt x="29540" y="0"/>
                  </a:lnTo>
                  <a:lnTo>
                    <a:pt x="31596" y="1376"/>
                  </a:lnTo>
                  <a:lnTo>
                    <a:pt x="33215" y="2230"/>
                  </a:lnTo>
                  <a:lnTo>
                    <a:pt x="34975" y="3158"/>
                  </a:lnTo>
                  <a:lnTo>
                    <a:pt x="37429" y="4451"/>
                  </a:lnTo>
                  <a:lnTo>
                    <a:pt x="39718" y="5658"/>
                  </a:lnTo>
                  <a:lnTo>
                    <a:pt x="58122" y="9180"/>
                  </a:lnTo>
                  <a:lnTo>
                    <a:pt x="58052" y="13396"/>
                  </a:lnTo>
                  <a:lnTo>
                    <a:pt x="54276" y="14124"/>
                  </a:lnTo>
                  <a:lnTo>
                    <a:pt x="50144" y="17328"/>
                  </a:lnTo>
                  <a:lnTo>
                    <a:pt x="47010" y="20751"/>
                  </a:lnTo>
                  <a:lnTo>
                    <a:pt x="47570" y="21863"/>
                  </a:lnTo>
                  <a:lnTo>
                    <a:pt x="51701" y="24376"/>
                  </a:lnTo>
                  <a:lnTo>
                    <a:pt x="56932" y="28324"/>
                  </a:lnTo>
                  <a:lnTo>
                    <a:pt x="58163" y="28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805504" y="4432835"/>
              <a:ext cx="154326" cy="135872"/>
            </a:xfrm>
            <a:custGeom>
              <a:avLst/>
              <a:pathLst>
                <a:path w="154326" h="135872">
                  <a:moveTo>
                    <a:pt x="73677" y="52836"/>
                  </a:moveTo>
                  <a:lnTo>
                    <a:pt x="73335" y="52558"/>
                  </a:lnTo>
                  <a:lnTo>
                    <a:pt x="68431" y="57491"/>
                  </a:lnTo>
                  <a:lnTo>
                    <a:pt x="66081" y="59855"/>
                  </a:lnTo>
                  <a:lnTo>
                    <a:pt x="64486" y="53913"/>
                  </a:lnTo>
                  <a:lnTo>
                    <a:pt x="64416" y="53012"/>
                  </a:lnTo>
                  <a:lnTo>
                    <a:pt x="64372" y="52437"/>
                  </a:lnTo>
                  <a:lnTo>
                    <a:pt x="64378" y="52184"/>
                  </a:lnTo>
                  <a:lnTo>
                    <a:pt x="64396" y="51392"/>
                  </a:lnTo>
                  <a:lnTo>
                    <a:pt x="64420" y="50796"/>
                  </a:lnTo>
                  <a:lnTo>
                    <a:pt x="64576" y="48838"/>
                  </a:lnTo>
                  <a:lnTo>
                    <a:pt x="64782" y="46239"/>
                  </a:lnTo>
                  <a:lnTo>
                    <a:pt x="64502" y="46120"/>
                  </a:lnTo>
                  <a:lnTo>
                    <a:pt x="63426" y="45886"/>
                  </a:lnTo>
                  <a:lnTo>
                    <a:pt x="56658" y="45615"/>
                  </a:lnTo>
                  <a:lnTo>
                    <a:pt x="55649" y="47893"/>
                  </a:lnTo>
                  <a:lnTo>
                    <a:pt x="55258" y="48775"/>
                  </a:lnTo>
                  <a:lnTo>
                    <a:pt x="55137" y="49048"/>
                  </a:lnTo>
                  <a:lnTo>
                    <a:pt x="54282" y="51126"/>
                  </a:lnTo>
                  <a:lnTo>
                    <a:pt x="52678" y="53430"/>
                  </a:lnTo>
                  <a:lnTo>
                    <a:pt x="56623" y="57229"/>
                  </a:lnTo>
                  <a:lnTo>
                    <a:pt x="56644" y="57458"/>
                  </a:lnTo>
                  <a:lnTo>
                    <a:pt x="56738" y="58461"/>
                  </a:lnTo>
                  <a:lnTo>
                    <a:pt x="52170" y="63536"/>
                  </a:lnTo>
                  <a:lnTo>
                    <a:pt x="49348" y="61715"/>
                  </a:lnTo>
                  <a:lnTo>
                    <a:pt x="48541" y="62540"/>
                  </a:lnTo>
                  <a:lnTo>
                    <a:pt x="47448" y="61763"/>
                  </a:lnTo>
                  <a:lnTo>
                    <a:pt x="46657" y="62918"/>
                  </a:lnTo>
                  <a:lnTo>
                    <a:pt x="45121" y="65161"/>
                  </a:lnTo>
                  <a:lnTo>
                    <a:pt x="43687" y="64181"/>
                  </a:lnTo>
                  <a:lnTo>
                    <a:pt x="41593" y="62909"/>
                  </a:lnTo>
                  <a:lnTo>
                    <a:pt x="41171" y="62629"/>
                  </a:lnTo>
                  <a:lnTo>
                    <a:pt x="40139" y="61989"/>
                  </a:lnTo>
                  <a:lnTo>
                    <a:pt x="39124" y="63388"/>
                  </a:lnTo>
                  <a:lnTo>
                    <a:pt x="37822" y="64785"/>
                  </a:lnTo>
                  <a:lnTo>
                    <a:pt x="35540" y="66729"/>
                  </a:lnTo>
                  <a:lnTo>
                    <a:pt x="32492" y="69841"/>
                  </a:lnTo>
                  <a:lnTo>
                    <a:pt x="30856" y="71400"/>
                  </a:lnTo>
                  <a:lnTo>
                    <a:pt x="30607" y="71637"/>
                  </a:lnTo>
                  <a:lnTo>
                    <a:pt x="30149" y="71997"/>
                  </a:lnTo>
                  <a:lnTo>
                    <a:pt x="29818" y="72257"/>
                  </a:lnTo>
                  <a:lnTo>
                    <a:pt x="27358" y="75038"/>
                  </a:lnTo>
                  <a:lnTo>
                    <a:pt x="24774" y="77575"/>
                  </a:lnTo>
                  <a:lnTo>
                    <a:pt x="24269" y="77095"/>
                  </a:lnTo>
                  <a:lnTo>
                    <a:pt x="23401" y="76271"/>
                  </a:lnTo>
                  <a:lnTo>
                    <a:pt x="17904" y="71886"/>
                  </a:lnTo>
                  <a:lnTo>
                    <a:pt x="16913" y="71051"/>
                  </a:lnTo>
                  <a:lnTo>
                    <a:pt x="4296" y="59547"/>
                  </a:lnTo>
                  <a:lnTo>
                    <a:pt x="3453" y="59012"/>
                  </a:lnTo>
                  <a:lnTo>
                    <a:pt x="2448" y="58498"/>
                  </a:lnTo>
                  <a:lnTo>
                    <a:pt x="2108" y="58324"/>
                  </a:lnTo>
                  <a:lnTo>
                    <a:pt x="1766" y="58149"/>
                  </a:lnTo>
                  <a:lnTo>
                    <a:pt x="0" y="57436"/>
                  </a:lnTo>
                  <a:lnTo>
                    <a:pt x="503" y="56431"/>
                  </a:lnTo>
                  <a:lnTo>
                    <a:pt x="1407" y="55120"/>
                  </a:lnTo>
                  <a:lnTo>
                    <a:pt x="3685" y="51819"/>
                  </a:lnTo>
                  <a:lnTo>
                    <a:pt x="3847" y="51580"/>
                  </a:lnTo>
                  <a:lnTo>
                    <a:pt x="4872" y="50071"/>
                  </a:lnTo>
                  <a:lnTo>
                    <a:pt x="5068" y="49809"/>
                  </a:lnTo>
                  <a:lnTo>
                    <a:pt x="5941" y="48639"/>
                  </a:lnTo>
                  <a:lnTo>
                    <a:pt x="6643" y="46639"/>
                  </a:lnTo>
                  <a:lnTo>
                    <a:pt x="8184" y="43891"/>
                  </a:lnTo>
                  <a:lnTo>
                    <a:pt x="9912" y="40811"/>
                  </a:lnTo>
                  <a:lnTo>
                    <a:pt x="11223" y="39035"/>
                  </a:lnTo>
                  <a:lnTo>
                    <a:pt x="11334" y="38885"/>
                  </a:lnTo>
                  <a:lnTo>
                    <a:pt x="11410" y="38689"/>
                  </a:lnTo>
                  <a:lnTo>
                    <a:pt x="11324" y="38069"/>
                  </a:lnTo>
                  <a:lnTo>
                    <a:pt x="11197" y="36737"/>
                  </a:lnTo>
                  <a:lnTo>
                    <a:pt x="11170" y="36462"/>
                  </a:lnTo>
                  <a:lnTo>
                    <a:pt x="11068" y="35394"/>
                  </a:lnTo>
                  <a:lnTo>
                    <a:pt x="10938" y="34399"/>
                  </a:lnTo>
                  <a:lnTo>
                    <a:pt x="10197" y="33257"/>
                  </a:lnTo>
                  <a:lnTo>
                    <a:pt x="8622" y="31522"/>
                  </a:lnTo>
                  <a:lnTo>
                    <a:pt x="7471" y="30333"/>
                  </a:lnTo>
                  <a:lnTo>
                    <a:pt x="7131" y="29616"/>
                  </a:lnTo>
                  <a:lnTo>
                    <a:pt x="6739" y="28787"/>
                  </a:lnTo>
                  <a:lnTo>
                    <a:pt x="7240" y="27989"/>
                  </a:lnTo>
                  <a:lnTo>
                    <a:pt x="7427" y="27691"/>
                  </a:lnTo>
                  <a:lnTo>
                    <a:pt x="8827" y="25489"/>
                  </a:lnTo>
                  <a:lnTo>
                    <a:pt x="9176" y="24940"/>
                  </a:lnTo>
                  <a:lnTo>
                    <a:pt x="9588" y="24292"/>
                  </a:lnTo>
                  <a:lnTo>
                    <a:pt x="12192" y="19708"/>
                  </a:lnTo>
                  <a:lnTo>
                    <a:pt x="16287" y="22190"/>
                  </a:lnTo>
                  <a:lnTo>
                    <a:pt x="18105" y="23936"/>
                  </a:lnTo>
                  <a:lnTo>
                    <a:pt x="19186" y="25182"/>
                  </a:lnTo>
                  <a:lnTo>
                    <a:pt x="21396" y="27729"/>
                  </a:lnTo>
                  <a:lnTo>
                    <a:pt x="22910" y="22379"/>
                  </a:lnTo>
                  <a:lnTo>
                    <a:pt x="23346" y="20838"/>
                  </a:lnTo>
                  <a:lnTo>
                    <a:pt x="23417" y="20586"/>
                  </a:lnTo>
                  <a:lnTo>
                    <a:pt x="23644" y="19784"/>
                  </a:lnTo>
                  <a:lnTo>
                    <a:pt x="23686" y="19653"/>
                  </a:lnTo>
                  <a:lnTo>
                    <a:pt x="23758" y="19430"/>
                  </a:lnTo>
                  <a:lnTo>
                    <a:pt x="23950" y="18838"/>
                  </a:lnTo>
                  <a:lnTo>
                    <a:pt x="24164" y="18179"/>
                  </a:lnTo>
                  <a:lnTo>
                    <a:pt x="24472" y="17766"/>
                  </a:lnTo>
                  <a:lnTo>
                    <a:pt x="25282" y="16679"/>
                  </a:lnTo>
                  <a:lnTo>
                    <a:pt x="25390" y="16535"/>
                  </a:lnTo>
                  <a:lnTo>
                    <a:pt x="25423" y="16297"/>
                  </a:lnTo>
                  <a:lnTo>
                    <a:pt x="25589" y="15076"/>
                  </a:lnTo>
                  <a:lnTo>
                    <a:pt x="25749" y="13906"/>
                  </a:lnTo>
                  <a:lnTo>
                    <a:pt x="25964" y="12331"/>
                  </a:lnTo>
                  <a:lnTo>
                    <a:pt x="26050" y="11704"/>
                  </a:lnTo>
                  <a:lnTo>
                    <a:pt x="26132" y="10882"/>
                  </a:lnTo>
                  <a:lnTo>
                    <a:pt x="26226" y="9937"/>
                  </a:lnTo>
                  <a:lnTo>
                    <a:pt x="26240" y="9804"/>
                  </a:lnTo>
                  <a:lnTo>
                    <a:pt x="26260" y="9597"/>
                  </a:lnTo>
                  <a:lnTo>
                    <a:pt x="26343" y="8773"/>
                  </a:lnTo>
                  <a:lnTo>
                    <a:pt x="26366" y="8541"/>
                  </a:lnTo>
                  <a:lnTo>
                    <a:pt x="26495" y="0"/>
                  </a:lnTo>
                  <a:lnTo>
                    <a:pt x="26658" y="6"/>
                  </a:lnTo>
                  <a:lnTo>
                    <a:pt x="27214" y="27"/>
                  </a:lnTo>
                  <a:lnTo>
                    <a:pt x="27456" y="37"/>
                  </a:lnTo>
                  <a:lnTo>
                    <a:pt x="27816" y="51"/>
                  </a:lnTo>
                  <a:lnTo>
                    <a:pt x="28867" y="91"/>
                  </a:lnTo>
                  <a:lnTo>
                    <a:pt x="29699" y="124"/>
                  </a:lnTo>
                  <a:lnTo>
                    <a:pt x="30205" y="143"/>
                  </a:lnTo>
                  <a:lnTo>
                    <a:pt x="31125" y="179"/>
                  </a:lnTo>
                  <a:lnTo>
                    <a:pt x="31738" y="203"/>
                  </a:lnTo>
                  <a:lnTo>
                    <a:pt x="31954" y="211"/>
                  </a:lnTo>
                  <a:lnTo>
                    <a:pt x="32479" y="231"/>
                  </a:lnTo>
                  <a:lnTo>
                    <a:pt x="32641" y="238"/>
                  </a:lnTo>
                  <a:lnTo>
                    <a:pt x="35651" y="354"/>
                  </a:lnTo>
                  <a:lnTo>
                    <a:pt x="44929" y="714"/>
                  </a:lnTo>
                  <a:lnTo>
                    <a:pt x="45676" y="743"/>
                  </a:lnTo>
                  <a:lnTo>
                    <a:pt x="46671" y="781"/>
                  </a:lnTo>
                  <a:lnTo>
                    <a:pt x="53035" y="1117"/>
                  </a:lnTo>
                  <a:lnTo>
                    <a:pt x="57657" y="1360"/>
                  </a:lnTo>
                  <a:lnTo>
                    <a:pt x="58133" y="1385"/>
                  </a:lnTo>
                  <a:lnTo>
                    <a:pt x="60340" y="1502"/>
                  </a:lnTo>
                  <a:lnTo>
                    <a:pt x="60473" y="1509"/>
                  </a:lnTo>
                  <a:lnTo>
                    <a:pt x="61105" y="1542"/>
                  </a:lnTo>
                  <a:lnTo>
                    <a:pt x="61411" y="1558"/>
                  </a:lnTo>
                  <a:lnTo>
                    <a:pt x="62153" y="1563"/>
                  </a:lnTo>
                  <a:lnTo>
                    <a:pt x="62594" y="1565"/>
                  </a:lnTo>
                  <a:lnTo>
                    <a:pt x="63030" y="1568"/>
                  </a:lnTo>
                  <a:lnTo>
                    <a:pt x="63261" y="1569"/>
                  </a:lnTo>
                  <a:lnTo>
                    <a:pt x="63595" y="1571"/>
                  </a:lnTo>
                  <a:lnTo>
                    <a:pt x="63918" y="1573"/>
                  </a:lnTo>
                  <a:lnTo>
                    <a:pt x="64166" y="1574"/>
                  </a:lnTo>
                  <a:lnTo>
                    <a:pt x="64636" y="1577"/>
                  </a:lnTo>
                  <a:lnTo>
                    <a:pt x="64883" y="1579"/>
                  </a:lnTo>
                  <a:lnTo>
                    <a:pt x="65346" y="1637"/>
                  </a:lnTo>
                  <a:lnTo>
                    <a:pt x="66057" y="1727"/>
                  </a:lnTo>
                  <a:lnTo>
                    <a:pt x="67482" y="1908"/>
                  </a:lnTo>
                  <a:lnTo>
                    <a:pt x="71622" y="2232"/>
                  </a:lnTo>
                  <a:lnTo>
                    <a:pt x="81574" y="3766"/>
                  </a:lnTo>
                  <a:lnTo>
                    <a:pt x="82655" y="3925"/>
                  </a:lnTo>
                  <a:lnTo>
                    <a:pt x="82986" y="3973"/>
                  </a:lnTo>
                  <a:lnTo>
                    <a:pt x="83596" y="4063"/>
                  </a:lnTo>
                  <a:lnTo>
                    <a:pt x="94500" y="5664"/>
                  </a:lnTo>
                  <a:lnTo>
                    <a:pt x="96193" y="5924"/>
                  </a:lnTo>
                  <a:lnTo>
                    <a:pt x="100856" y="6642"/>
                  </a:lnTo>
                  <a:lnTo>
                    <a:pt x="101749" y="6780"/>
                  </a:lnTo>
                  <a:lnTo>
                    <a:pt x="102335" y="6870"/>
                  </a:lnTo>
                  <a:lnTo>
                    <a:pt x="102888" y="6955"/>
                  </a:lnTo>
                  <a:lnTo>
                    <a:pt x="120680" y="9504"/>
                  </a:lnTo>
                  <a:lnTo>
                    <a:pt x="121657" y="9660"/>
                  </a:lnTo>
                  <a:lnTo>
                    <a:pt x="124343" y="10089"/>
                  </a:lnTo>
                  <a:lnTo>
                    <a:pt x="125354" y="10402"/>
                  </a:lnTo>
                  <a:lnTo>
                    <a:pt x="126594" y="10787"/>
                  </a:lnTo>
                  <a:lnTo>
                    <a:pt x="127114" y="11242"/>
                  </a:lnTo>
                  <a:lnTo>
                    <a:pt x="127292" y="11538"/>
                  </a:lnTo>
                  <a:lnTo>
                    <a:pt x="127418" y="11750"/>
                  </a:lnTo>
                  <a:lnTo>
                    <a:pt x="127505" y="11895"/>
                  </a:lnTo>
                  <a:lnTo>
                    <a:pt x="127586" y="12030"/>
                  </a:lnTo>
                  <a:lnTo>
                    <a:pt x="128574" y="13454"/>
                  </a:lnTo>
                  <a:lnTo>
                    <a:pt x="128875" y="13877"/>
                  </a:lnTo>
                  <a:lnTo>
                    <a:pt x="129139" y="14246"/>
                  </a:lnTo>
                  <a:lnTo>
                    <a:pt x="129491" y="14740"/>
                  </a:lnTo>
                  <a:lnTo>
                    <a:pt x="130064" y="15543"/>
                  </a:lnTo>
                  <a:lnTo>
                    <a:pt x="131158" y="17077"/>
                  </a:lnTo>
                  <a:lnTo>
                    <a:pt x="132066" y="18350"/>
                  </a:lnTo>
                  <a:lnTo>
                    <a:pt x="133615" y="20551"/>
                  </a:lnTo>
                  <a:lnTo>
                    <a:pt x="134211" y="21399"/>
                  </a:lnTo>
                  <a:lnTo>
                    <a:pt x="137184" y="25624"/>
                  </a:lnTo>
                  <a:lnTo>
                    <a:pt x="138357" y="27362"/>
                  </a:lnTo>
                  <a:lnTo>
                    <a:pt x="139962" y="29740"/>
                  </a:lnTo>
                  <a:lnTo>
                    <a:pt x="140767" y="30960"/>
                  </a:lnTo>
                  <a:lnTo>
                    <a:pt x="140927" y="31268"/>
                  </a:lnTo>
                  <a:lnTo>
                    <a:pt x="141158" y="31708"/>
                  </a:lnTo>
                  <a:lnTo>
                    <a:pt x="142495" y="34268"/>
                  </a:lnTo>
                  <a:lnTo>
                    <a:pt x="142599" y="34467"/>
                  </a:lnTo>
                  <a:lnTo>
                    <a:pt x="144921" y="38910"/>
                  </a:lnTo>
                  <a:lnTo>
                    <a:pt x="152742" y="53331"/>
                  </a:lnTo>
                  <a:lnTo>
                    <a:pt x="145813" y="56994"/>
                  </a:lnTo>
                  <a:lnTo>
                    <a:pt x="145478" y="57231"/>
                  </a:lnTo>
                  <a:lnTo>
                    <a:pt x="140879" y="60480"/>
                  </a:lnTo>
                  <a:lnTo>
                    <a:pt x="141384" y="61062"/>
                  </a:lnTo>
                  <a:lnTo>
                    <a:pt x="141664" y="61385"/>
                  </a:lnTo>
                  <a:lnTo>
                    <a:pt x="142254" y="62067"/>
                  </a:lnTo>
                  <a:lnTo>
                    <a:pt x="142410" y="62247"/>
                  </a:lnTo>
                  <a:lnTo>
                    <a:pt x="143125" y="63077"/>
                  </a:lnTo>
                  <a:lnTo>
                    <a:pt x="143338" y="63340"/>
                  </a:lnTo>
                  <a:lnTo>
                    <a:pt x="144394" y="64645"/>
                  </a:lnTo>
                  <a:lnTo>
                    <a:pt x="143484" y="65288"/>
                  </a:lnTo>
                  <a:lnTo>
                    <a:pt x="142487" y="65991"/>
                  </a:lnTo>
                  <a:lnTo>
                    <a:pt x="141585" y="66628"/>
                  </a:lnTo>
                  <a:lnTo>
                    <a:pt x="140271" y="67556"/>
                  </a:lnTo>
                  <a:lnTo>
                    <a:pt x="139396" y="68173"/>
                  </a:lnTo>
                  <a:lnTo>
                    <a:pt x="137480" y="69527"/>
                  </a:lnTo>
                  <a:lnTo>
                    <a:pt x="138161" y="70578"/>
                  </a:lnTo>
                  <a:lnTo>
                    <a:pt x="132640" y="73885"/>
                  </a:lnTo>
                  <a:lnTo>
                    <a:pt x="134515" y="76192"/>
                  </a:lnTo>
                  <a:lnTo>
                    <a:pt x="136383" y="78099"/>
                  </a:lnTo>
                  <a:lnTo>
                    <a:pt x="137488" y="77217"/>
                  </a:lnTo>
                  <a:lnTo>
                    <a:pt x="140358" y="75195"/>
                  </a:lnTo>
                  <a:lnTo>
                    <a:pt x="141339" y="74505"/>
                  </a:lnTo>
                  <a:lnTo>
                    <a:pt x="142617" y="73605"/>
                  </a:lnTo>
                  <a:lnTo>
                    <a:pt x="147827" y="69757"/>
                  </a:lnTo>
                  <a:lnTo>
                    <a:pt x="147051" y="68554"/>
                  </a:lnTo>
                  <a:lnTo>
                    <a:pt x="147080" y="67826"/>
                  </a:lnTo>
                  <a:lnTo>
                    <a:pt x="146293" y="66647"/>
                  </a:lnTo>
                  <a:lnTo>
                    <a:pt x="148853" y="64216"/>
                  </a:lnTo>
                  <a:lnTo>
                    <a:pt x="150480" y="68217"/>
                  </a:lnTo>
                  <a:lnTo>
                    <a:pt x="150923" y="69307"/>
                  </a:lnTo>
                  <a:lnTo>
                    <a:pt x="151977" y="71900"/>
                  </a:lnTo>
                  <a:lnTo>
                    <a:pt x="152724" y="73324"/>
                  </a:lnTo>
                  <a:lnTo>
                    <a:pt x="153029" y="73906"/>
                  </a:lnTo>
                  <a:lnTo>
                    <a:pt x="153370" y="74591"/>
                  </a:lnTo>
                  <a:lnTo>
                    <a:pt x="150910" y="75440"/>
                  </a:lnTo>
                  <a:lnTo>
                    <a:pt x="148715" y="76692"/>
                  </a:lnTo>
                  <a:lnTo>
                    <a:pt x="142357" y="80924"/>
                  </a:lnTo>
                  <a:lnTo>
                    <a:pt x="140489" y="82168"/>
                  </a:lnTo>
                  <a:lnTo>
                    <a:pt x="134410" y="86334"/>
                  </a:lnTo>
                  <a:lnTo>
                    <a:pt x="133862" y="86702"/>
                  </a:lnTo>
                  <a:lnTo>
                    <a:pt x="134457" y="87739"/>
                  </a:lnTo>
                  <a:lnTo>
                    <a:pt x="139147" y="92957"/>
                  </a:lnTo>
                  <a:lnTo>
                    <a:pt x="141935" y="101212"/>
                  </a:lnTo>
                  <a:lnTo>
                    <a:pt x="143472" y="103727"/>
                  </a:lnTo>
                  <a:lnTo>
                    <a:pt x="144684" y="105710"/>
                  </a:lnTo>
                  <a:lnTo>
                    <a:pt x="145318" y="106747"/>
                  </a:lnTo>
                  <a:lnTo>
                    <a:pt x="146341" y="108357"/>
                  </a:lnTo>
                  <a:lnTo>
                    <a:pt x="146684" y="108965"/>
                  </a:lnTo>
                  <a:lnTo>
                    <a:pt x="148254" y="111744"/>
                  </a:lnTo>
                  <a:lnTo>
                    <a:pt x="149415" y="114860"/>
                  </a:lnTo>
                  <a:lnTo>
                    <a:pt x="149934" y="116253"/>
                  </a:lnTo>
                  <a:lnTo>
                    <a:pt x="151078" y="119003"/>
                  </a:lnTo>
                  <a:lnTo>
                    <a:pt x="154326" y="132231"/>
                  </a:lnTo>
                  <a:lnTo>
                    <a:pt x="144352" y="135872"/>
                  </a:lnTo>
                  <a:lnTo>
                    <a:pt x="135805" y="129396"/>
                  </a:lnTo>
                  <a:lnTo>
                    <a:pt x="132615" y="135266"/>
                  </a:lnTo>
                  <a:lnTo>
                    <a:pt x="128680" y="133765"/>
                  </a:lnTo>
                  <a:lnTo>
                    <a:pt x="127351" y="132018"/>
                  </a:lnTo>
                  <a:lnTo>
                    <a:pt x="119846" y="129979"/>
                  </a:lnTo>
                  <a:lnTo>
                    <a:pt x="115572" y="127066"/>
                  </a:lnTo>
                  <a:lnTo>
                    <a:pt x="112485" y="129372"/>
                  </a:lnTo>
                  <a:lnTo>
                    <a:pt x="103139" y="124542"/>
                  </a:lnTo>
                  <a:lnTo>
                    <a:pt x="100268" y="120361"/>
                  </a:lnTo>
                  <a:lnTo>
                    <a:pt x="107308" y="107938"/>
                  </a:lnTo>
                  <a:lnTo>
                    <a:pt x="111487" y="94637"/>
                  </a:lnTo>
                  <a:lnTo>
                    <a:pt x="109303" y="92501"/>
                  </a:lnTo>
                  <a:lnTo>
                    <a:pt x="99357" y="101680"/>
                  </a:lnTo>
                  <a:lnTo>
                    <a:pt x="94245" y="95335"/>
                  </a:lnTo>
                  <a:lnTo>
                    <a:pt x="101132" y="87325"/>
                  </a:lnTo>
                  <a:lnTo>
                    <a:pt x="104694" y="77858"/>
                  </a:lnTo>
                  <a:lnTo>
                    <a:pt x="98552" y="63904"/>
                  </a:lnTo>
                  <a:lnTo>
                    <a:pt x="95049" y="63641"/>
                  </a:lnTo>
                  <a:lnTo>
                    <a:pt x="94274" y="65285"/>
                  </a:lnTo>
                  <a:lnTo>
                    <a:pt x="87583" y="62630"/>
                  </a:lnTo>
                  <a:lnTo>
                    <a:pt x="88194" y="60974"/>
                  </a:lnTo>
                  <a:lnTo>
                    <a:pt x="85159" y="59632"/>
                  </a:lnTo>
                  <a:lnTo>
                    <a:pt x="83598" y="58919"/>
                  </a:lnTo>
                  <a:lnTo>
                    <a:pt x="84029" y="56832"/>
                  </a:lnTo>
                  <a:lnTo>
                    <a:pt x="83879" y="56780"/>
                  </a:lnTo>
                  <a:lnTo>
                    <a:pt x="81237" y="55870"/>
                  </a:lnTo>
                  <a:lnTo>
                    <a:pt x="80827" y="55729"/>
                  </a:lnTo>
                  <a:lnTo>
                    <a:pt x="78874" y="55056"/>
                  </a:lnTo>
                  <a:lnTo>
                    <a:pt x="77841" y="54699"/>
                  </a:lnTo>
                  <a:lnTo>
                    <a:pt x="74267" y="53165"/>
                  </a:lnTo>
                  <a:lnTo>
                    <a:pt x="74030" y="53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679095" y="4722541"/>
              <a:ext cx="260396" cy="180776"/>
            </a:xfrm>
            <a:custGeom>
              <a:avLst/>
              <a:pathLst>
                <a:path w="260396" h="180776">
                  <a:moveTo>
                    <a:pt x="112100" y="171420"/>
                  </a:moveTo>
                  <a:lnTo>
                    <a:pt x="112003" y="171096"/>
                  </a:lnTo>
                  <a:lnTo>
                    <a:pt x="111916" y="170804"/>
                  </a:lnTo>
                  <a:lnTo>
                    <a:pt x="111824" y="170493"/>
                  </a:lnTo>
                  <a:lnTo>
                    <a:pt x="111753" y="170192"/>
                  </a:lnTo>
                  <a:lnTo>
                    <a:pt x="111713" y="170018"/>
                  </a:lnTo>
                  <a:lnTo>
                    <a:pt x="113022" y="166495"/>
                  </a:lnTo>
                  <a:lnTo>
                    <a:pt x="113681" y="163162"/>
                  </a:lnTo>
                  <a:lnTo>
                    <a:pt x="113747" y="162861"/>
                  </a:lnTo>
                  <a:lnTo>
                    <a:pt x="113812" y="162561"/>
                  </a:lnTo>
                  <a:lnTo>
                    <a:pt x="113672" y="162410"/>
                  </a:lnTo>
                  <a:lnTo>
                    <a:pt x="113380" y="162098"/>
                  </a:lnTo>
                  <a:lnTo>
                    <a:pt x="113259" y="161968"/>
                  </a:lnTo>
                  <a:lnTo>
                    <a:pt x="112576" y="161235"/>
                  </a:lnTo>
                  <a:lnTo>
                    <a:pt x="112412" y="161060"/>
                  </a:lnTo>
                  <a:lnTo>
                    <a:pt x="111981" y="160598"/>
                  </a:lnTo>
                  <a:lnTo>
                    <a:pt x="111843" y="160451"/>
                  </a:lnTo>
                  <a:lnTo>
                    <a:pt x="111057" y="159669"/>
                  </a:lnTo>
                  <a:lnTo>
                    <a:pt x="109584" y="158204"/>
                  </a:lnTo>
                  <a:lnTo>
                    <a:pt x="108823" y="157448"/>
                  </a:lnTo>
                  <a:lnTo>
                    <a:pt x="108009" y="156639"/>
                  </a:lnTo>
                  <a:lnTo>
                    <a:pt x="107844" y="156492"/>
                  </a:lnTo>
                  <a:lnTo>
                    <a:pt x="103645" y="152762"/>
                  </a:lnTo>
                  <a:lnTo>
                    <a:pt x="103075" y="152229"/>
                  </a:lnTo>
                  <a:lnTo>
                    <a:pt x="102972" y="152101"/>
                  </a:lnTo>
                  <a:lnTo>
                    <a:pt x="102725" y="151792"/>
                  </a:lnTo>
                  <a:lnTo>
                    <a:pt x="102444" y="151441"/>
                  </a:lnTo>
                  <a:lnTo>
                    <a:pt x="101922" y="150772"/>
                  </a:lnTo>
                  <a:lnTo>
                    <a:pt x="101699" y="150298"/>
                  </a:lnTo>
                  <a:lnTo>
                    <a:pt x="101627" y="150145"/>
                  </a:lnTo>
                  <a:lnTo>
                    <a:pt x="101509" y="149894"/>
                  </a:lnTo>
                  <a:lnTo>
                    <a:pt x="101536" y="149101"/>
                  </a:lnTo>
                  <a:lnTo>
                    <a:pt x="101573" y="147969"/>
                  </a:lnTo>
                  <a:lnTo>
                    <a:pt x="101588" y="147514"/>
                  </a:lnTo>
                  <a:lnTo>
                    <a:pt x="101613" y="146770"/>
                  </a:lnTo>
                  <a:lnTo>
                    <a:pt x="101625" y="146413"/>
                  </a:lnTo>
                  <a:lnTo>
                    <a:pt x="101640" y="145946"/>
                  </a:lnTo>
                  <a:lnTo>
                    <a:pt x="102086" y="144894"/>
                  </a:lnTo>
                  <a:lnTo>
                    <a:pt x="102669" y="143514"/>
                  </a:lnTo>
                  <a:lnTo>
                    <a:pt x="102744" y="143324"/>
                  </a:lnTo>
                  <a:lnTo>
                    <a:pt x="102822" y="143126"/>
                  </a:lnTo>
                  <a:lnTo>
                    <a:pt x="102905" y="142917"/>
                  </a:lnTo>
                  <a:lnTo>
                    <a:pt x="102975" y="142740"/>
                  </a:lnTo>
                  <a:lnTo>
                    <a:pt x="104016" y="140104"/>
                  </a:lnTo>
                  <a:lnTo>
                    <a:pt x="104610" y="138603"/>
                  </a:lnTo>
                  <a:lnTo>
                    <a:pt x="104868" y="137949"/>
                  </a:lnTo>
                  <a:lnTo>
                    <a:pt x="104969" y="137694"/>
                  </a:lnTo>
                  <a:lnTo>
                    <a:pt x="105162" y="137116"/>
                  </a:lnTo>
                  <a:lnTo>
                    <a:pt x="105384" y="136449"/>
                  </a:lnTo>
                  <a:lnTo>
                    <a:pt x="105546" y="135966"/>
                  </a:lnTo>
                  <a:lnTo>
                    <a:pt x="105686" y="135546"/>
                  </a:lnTo>
                  <a:lnTo>
                    <a:pt x="106685" y="134148"/>
                  </a:lnTo>
                  <a:lnTo>
                    <a:pt x="107322" y="133257"/>
                  </a:lnTo>
                  <a:lnTo>
                    <a:pt x="107813" y="132880"/>
                  </a:lnTo>
                  <a:lnTo>
                    <a:pt x="108803" y="132118"/>
                  </a:lnTo>
                  <a:lnTo>
                    <a:pt x="109500" y="131583"/>
                  </a:lnTo>
                  <a:lnTo>
                    <a:pt x="108814" y="129462"/>
                  </a:lnTo>
                  <a:lnTo>
                    <a:pt x="107986" y="126905"/>
                  </a:lnTo>
                  <a:lnTo>
                    <a:pt x="107800" y="126331"/>
                  </a:lnTo>
                  <a:lnTo>
                    <a:pt x="107578" y="126199"/>
                  </a:lnTo>
                  <a:lnTo>
                    <a:pt x="107374" y="126077"/>
                  </a:lnTo>
                  <a:lnTo>
                    <a:pt x="107113" y="125922"/>
                  </a:lnTo>
                  <a:lnTo>
                    <a:pt x="106984" y="125845"/>
                  </a:lnTo>
                  <a:lnTo>
                    <a:pt x="106149" y="125348"/>
                  </a:lnTo>
                  <a:lnTo>
                    <a:pt x="105105" y="124727"/>
                  </a:lnTo>
                  <a:lnTo>
                    <a:pt x="103620" y="123843"/>
                  </a:lnTo>
                  <a:lnTo>
                    <a:pt x="103589" y="123545"/>
                  </a:lnTo>
                  <a:lnTo>
                    <a:pt x="103576" y="123412"/>
                  </a:lnTo>
                  <a:lnTo>
                    <a:pt x="103537" y="123028"/>
                  </a:lnTo>
                  <a:lnTo>
                    <a:pt x="103441" y="122093"/>
                  </a:lnTo>
                  <a:lnTo>
                    <a:pt x="103217" y="119899"/>
                  </a:lnTo>
                  <a:lnTo>
                    <a:pt x="103122" y="118968"/>
                  </a:lnTo>
                  <a:lnTo>
                    <a:pt x="101187" y="116432"/>
                  </a:lnTo>
                  <a:lnTo>
                    <a:pt x="101331" y="116351"/>
                  </a:lnTo>
                  <a:lnTo>
                    <a:pt x="103783" y="114971"/>
                  </a:lnTo>
                  <a:lnTo>
                    <a:pt x="106085" y="113674"/>
                  </a:lnTo>
                  <a:lnTo>
                    <a:pt x="108061" y="112562"/>
                  </a:lnTo>
                  <a:lnTo>
                    <a:pt x="109275" y="111878"/>
                  </a:lnTo>
                  <a:lnTo>
                    <a:pt x="108015" y="110722"/>
                  </a:lnTo>
                  <a:lnTo>
                    <a:pt x="105949" y="110968"/>
                  </a:lnTo>
                  <a:lnTo>
                    <a:pt x="104969" y="111085"/>
                  </a:lnTo>
                  <a:lnTo>
                    <a:pt x="103054" y="111313"/>
                  </a:lnTo>
                  <a:lnTo>
                    <a:pt x="101964" y="111442"/>
                  </a:lnTo>
                  <a:lnTo>
                    <a:pt x="100310" y="111607"/>
                  </a:lnTo>
                  <a:lnTo>
                    <a:pt x="99355" y="111702"/>
                  </a:lnTo>
                  <a:lnTo>
                    <a:pt x="97792" y="112087"/>
                  </a:lnTo>
                  <a:lnTo>
                    <a:pt x="96793" y="111385"/>
                  </a:lnTo>
                  <a:lnTo>
                    <a:pt x="96491" y="111172"/>
                  </a:lnTo>
                  <a:lnTo>
                    <a:pt x="96264" y="111012"/>
                  </a:lnTo>
                  <a:lnTo>
                    <a:pt x="95851" y="110722"/>
                  </a:lnTo>
                  <a:lnTo>
                    <a:pt x="93728" y="109228"/>
                  </a:lnTo>
                  <a:lnTo>
                    <a:pt x="93588" y="109130"/>
                  </a:lnTo>
                  <a:lnTo>
                    <a:pt x="92571" y="108414"/>
                  </a:lnTo>
                  <a:lnTo>
                    <a:pt x="91519" y="107675"/>
                  </a:lnTo>
                  <a:lnTo>
                    <a:pt x="89995" y="106745"/>
                  </a:lnTo>
                  <a:lnTo>
                    <a:pt x="84578" y="103445"/>
                  </a:lnTo>
                  <a:lnTo>
                    <a:pt x="83174" y="102697"/>
                  </a:lnTo>
                  <a:lnTo>
                    <a:pt x="81525" y="101820"/>
                  </a:lnTo>
                  <a:lnTo>
                    <a:pt x="79953" y="101337"/>
                  </a:lnTo>
                  <a:lnTo>
                    <a:pt x="79530" y="101208"/>
                  </a:lnTo>
                  <a:lnTo>
                    <a:pt x="78248" y="101092"/>
                  </a:lnTo>
                  <a:lnTo>
                    <a:pt x="77008" y="101106"/>
                  </a:lnTo>
                  <a:lnTo>
                    <a:pt x="76683" y="101250"/>
                  </a:lnTo>
                  <a:lnTo>
                    <a:pt x="76441" y="101357"/>
                  </a:lnTo>
                  <a:lnTo>
                    <a:pt x="76219" y="101455"/>
                  </a:lnTo>
                  <a:lnTo>
                    <a:pt x="75626" y="101718"/>
                  </a:lnTo>
                  <a:lnTo>
                    <a:pt x="74026" y="102864"/>
                  </a:lnTo>
                  <a:lnTo>
                    <a:pt x="72194" y="106595"/>
                  </a:lnTo>
                  <a:lnTo>
                    <a:pt x="72036" y="106917"/>
                  </a:lnTo>
                  <a:lnTo>
                    <a:pt x="71039" y="107641"/>
                  </a:lnTo>
                  <a:lnTo>
                    <a:pt x="70411" y="108097"/>
                  </a:lnTo>
                  <a:lnTo>
                    <a:pt x="69634" y="110246"/>
                  </a:lnTo>
                  <a:lnTo>
                    <a:pt x="69456" y="110738"/>
                  </a:lnTo>
                  <a:lnTo>
                    <a:pt x="69107" y="111704"/>
                  </a:lnTo>
                  <a:lnTo>
                    <a:pt x="68521" y="113324"/>
                  </a:lnTo>
                  <a:lnTo>
                    <a:pt x="68336" y="113836"/>
                  </a:lnTo>
                  <a:lnTo>
                    <a:pt x="66992" y="116029"/>
                  </a:lnTo>
                  <a:lnTo>
                    <a:pt x="66612" y="116650"/>
                  </a:lnTo>
                  <a:lnTo>
                    <a:pt x="65044" y="118349"/>
                  </a:lnTo>
                  <a:lnTo>
                    <a:pt x="63458" y="119932"/>
                  </a:lnTo>
                  <a:lnTo>
                    <a:pt x="62090" y="121476"/>
                  </a:lnTo>
                  <a:lnTo>
                    <a:pt x="60751" y="122728"/>
                  </a:lnTo>
                  <a:lnTo>
                    <a:pt x="59905" y="122444"/>
                  </a:lnTo>
                  <a:lnTo>
                    <a:pt x="59211" y="122210"/>
                  </a:lnTo>
                  <a:lnTo>
                    <a:pt x="57001" y="121468"/>
                  </a:lnTo>
                  <a:lnTo>
                    <a:pt x="56771" y="121391"/>
                  </a:lnTo>
                  <a:lnTo>
                    <a:pt x="56391" y="121263"/>
                  </a:lnTo>
                  <a:lnTo>
                    <a:pt x="56248" y="121215"/>
                  </a:lnTo>
                  <a:lnTo>
                    <a:pt x="55805" y="121057"/>
                  </a:lnTo>
                  <a:lnTo>
                    <a:pt x="54945" y="120750"/>
                  </a:lnTo>
                  <a:lnTo>
                    <a:pt x="50701" y="119235"/>
                  </a:lnTo>
                  <a:lnTo>
                    <a:pt x="50225" y="119065"/>
                  </a:lnTo>
                  <a:lnTo>
                    <a:pt x="49013" y="118632"/>
                  </a:lnTo>
                  <a:lnTo>
                    <a:pt x="48271" y="118367"/>
                  </a:lnTo>
                  <a:lnTo>
                    <a:pt x="48143" y="118326"/>
                  </a:lnTo>
                  <a:lnTo>
                    <a:pt x="46787" y="117884"/>
                  </a:lnTo>
                  <a:lnTo>
                    <a:pt x="45166" y="117356"/>
                  </a:lnTo>
                  <a:lnTo>
                    <a:pt x="41733" y="116237"/>
                  </a:lnTo>
                  <a:lnTo>
                    <a:pt x="40131" y="116560"/>
                  </a:lnTo>
                  <a:lnTo>
                    <a:pt x="39707" y="116645"/>
                  </a:lnTo>
                  <a:lnTo>
                    <a:pt x="38605" y="116867"/>
                  </a:lnTo>
                  <a:lnTo>
                    <a:pt x="38062" y="116976"/>
                  </a:lnTo>
                  <a:lnTo>
                    <a:pt x="37713" y="117046"/>
                  </a:lnTo>
                  <a:lnTo>
                    <a:pt x="36531" y="117284"/>
                  </a:lnTo>
                  <a:lnTo>
                    <a:pt x="36100" y="117694"/>
                  </a:lnTo>
                  <a:lnTo>
                    <a:pt x="35543" y="119036"/>
                  </a:lnTo>
                  <a:lnTo>
                    <a:pt x="26791" y="116329"/>
                  </a:lnTo>
                  <a:lnTo>
                    <a:pt x="22519" y="114786"/>
                  </a:lnTo>
                  <a:lnTo>
                    <a:pt x="21598" y="114309"/>
                  </a:lnTo>
                  <a:lnTo>
                    <a:pt x="20674" y="113813"/>
                  </a:lnTo>
                  <a:lnTo>
                    <a:pt x="16552" y="111601"/>
                  </a:lnTo>
                  <a:lnTo>
                    <a:pt x="13801" y="110125"/>
                  </a:lnTo>
                  <a:lnTo>
                    <a:pt x="9169" y="107783"/>
                  </a:lnTo>
                  <a:lnTo>
                    <a:pt x="8577" y="107484"/>
                  </a:lnTo>
                  <a:lnTo>
                    <a:pt x="7173" y="106774"/>
                  </a:lnTo>
                  <a:lnTo>
                    <a:pt x="1248" y="98707"/>
                  </a:lnTo>
                  <a:lnTo>
                    <a:pt x="0" y="97008"/>
                  </a:lnTo>
                  <a:lnTo>
                    <a:pt x="8553" y="73413"/>
                  </a:lnTo>
                  <a:lnTo>
                    <a:pt x="10364" y="68419"/>
                  </a:lnTo>
                  <a:lnTo>
                    <a:pt x="19741" y="61565"/>
                  </a:lnTo>
                  <a:lnTo>
                    <a:pt x="46462" y="73779"/>
                  </a:lnTo>
                  <a:lnTo>
                    <a:pt x="52975" y="69408"/>
                  </a:lnTo>
                  <a:lnTo>
                    <a:pt x="52666" y="67368"/>
                  </a:lnTo>
                  <a:lnTo>
                    <a:pt x="52104" y="63647"/>
                  </a:lnTo>
                  <a:lnTo>
                    <a:pt x="56234" y="62127"/>
                  </a:lnTo>
                  <a:lnTo>
                    <a:pt x="57559" y="61488"/>
                  </a:lnTo>
                  <a:lnTo>
                    <a:pt x="58513" y="55642"/>
                  </a:lnTo>
                  <a:lnTo>
                    <a:pt x="58779" y="54008"/>
                  </a:lnTo>
                  <a:lnTo>
                    <a:pt x="96894" y="55829"/>
                  </a:lnTo>
                  <a:lnTo>
                    <a:pt x="101922" y="58852"/>
                  </a:lnTo>
                  <a:lnTo>
                    <a:pt x="127516" y="53689"/>
                  </a:lnTo>
                  <a:lnTo>
                    <a:pt x="133233" y="39309"/>
                  </a:lnTo>
                  <a:lnTo>
                    <a:pt x="127410" y="21239"/>
                  </a:lnTo>
                  <a:lnTo>
                    <a:pt x="142430" y="15595"/>
                  </a:lnTo>
                  <a:lnTo>
                    <a:pt x="163506" y="23848"/>
                  </a:lnTo>
                  <a:lnTo>
                    <a:pt x="164100" y="30705"/>
                  </a:lnTo>
                  <a:lnTo>
                    <a:pt x="171461" y="30463"/>
                  </a:lnTo>
                  <a:lnTo>
                    <a:pt x="171877" y="19600"/>
                  </a:lnTo>
                  <a:lnTo>
                    <a:pt x="177398" y="5947"/>
                  </a:lnTo>
                  <a:lnTo>
                    <a:pt x="188619" y="1395"/>
                  </a:lnTo>
                  <a:lnTo>
                    <a:pt x="210526" y="4915"/>
                  </a:lnTo>
                  <a:lnTo>
                    <a:pt x="227980" y="0"/>
                  </a:lnTo>
                  <a:lnTo>
                    <a:pt x="240389" y="16870"/>
                  </a:lnTo>
                  <a:lnTo>
                    <a:pt x="260396" y="38534"/>
                  </a:lnTo>
                  <a:lnTo>
                    <a:pt x="257962" y="50003"/>
                  </a:lnTo>
                  <a:lnTo>
                    <a:pt x="253466" y="50003"/>
                  </a:lnTo>
                  <a:lnTo>
                    <a:pt x="246660" y="50003"/>
                  </a:lnTo>
                  <a:lnTo>
                    <a:pt x="243929" y="46730"/>
                  </a:lnTo>
                  <a:lnTo>
                    <a:pt x="241700" y="44238"/>
                  </a:lnTo>
                  <a:lnTo>
                    <a:pt x="219843" y="58038"/>
                  </a:lnTo>
                  <a:lnTo>
                    <a:pt x="217064" y="68945"/>
                  </a:lnTo>
                  <a:lnTo>
                    <a:pt x="217140" y="69206"/>
                  </a:lnTo>
                  <a:lnTo>
                    <a:pt x="219467" y="74692"/>
                  </a:lnTo>
                  <a:lnTo>
                    <a:pt x="222127" y="78090"/>
                  </a:lnTo>
                  <a:lnTo>
                    <a:pt x="222771" y="80871"/>
                  </a:lnTo>
                  <a:lnTo>
                    <a:pt x="214795" y="88509"/>
                  </a:lnTo>
                  <a:lnTo>
                    <a:pt x="212485" y="90722"/>
                  </a:lnTo>
                  <a:lnTo>
                    <a:pt x="204189" y="89352"/>
                  </a:lnTo>
                  <a:lnTo>
                    <a:pt x="191691" y="96493"/>
                  </a:lnTo>
                  <a:lnTo>
                    <a:pt x="189093" y="97977"/>
                  </a:lnTo>
                  <a:lnTo>
                    <a:pt x="189213" y="101038"/>
                  </a:lnTo>
                  <a:lnTo>
                    <a:pt x="200790" y="102312"/>
                  </a:lnTo>
                  <a:lnTo>
                    <a:pt x="203105" y="119122"/>
                  </a:lnTo>
                  <a:lnTo>
                    <a:pt x="197702" y="133504"/>
                  </a:lnTo>
                  <a:lnTo>
                    <a:pt x="180485" y="138783"/>
                  </a:lnTo>
                  <a:lnTo>
                    <a:pt x="179035" y="136800"/>
                  </a:lnTo>
                  <a:lnTo>
                    <a:pt x="162912" y="145398"/>
                  </a:lnTo>
                  <a:lnTo>
                    <a:pt x="154244" y="147825"/>
                  </a:lnTo>
                  <a:lnTo>
                    <a:pt x="149851" y="145034"/>
                  </a:lnTo>
                  <a:lnTo>
                    <a:pt x="146124" y="150640"/>
                  </a:lnTo>
                  <a:lnTo>
                    <a:pt x="149614" y="158020"/>
                  </a:lnTo>
                  <a:lnTo>
                    <a:pt x="145814" y="169368"/>
                  </a:lnTo>
                  <a:lnTo>
                    <a:pt x="140411" y="167304"/>
                  </a:lnTo>
                  <a:lnTo>
                    <a:pt x="133406" y="180776"/>
                  </a:lnTo>
                  <a:lnTo>
                    <a:pt x="131329" y="179503"/>
                  </a:lnTo>
                  <a:lnTo>
                    <a:pt x="130299" y="178711"/>
                  </a:lnTo>
                  <a:lnTo>
                    <a:pt x="129648" y="178210"/>
                  </a:lnTo>
                  <a:lnTo>
                    <a:pt x="128878" y="177619"/>
                  </a:lnTo>
                  <a:lnTo>
                    <a:pt x="122799" y="172997"/>
                  </a:lnTo>
                  <a:lnTo>
                    <a:pt x="115552" y="167203"/>
                  </a:lnTo>
                  <a:lnTo>
                    <a:pt x="112817" y="170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508212" y="4802335"/>
              <a:ext cx="183392" cy="121519"/>
            </a:xfrm>
            <a:custGeom>
              <a:avLst/>
              <a:pathLst>
                <a:path w="183392" h="121519">
                  <a:moveTo>
                    <a:pt x="70820" y="1532"/>
                  </a:moveTo>
                  <a:lnTo>
                    <a:pt x="71103" y="1870"/>
                  </a:lnTo>
                  <a:lnTo>
                    <a:pt x="71707" y="1622"/>
                  </a:lnTo>
                  <a:lnTo>
                    <a:pt x="71926" y="1533"/>
                  </a:lnTo>
                  <a:lnTo>
                    <a:pt x="72404" y="1336"/>
                  </a:lnTo>
                  <a:lnTo>
                    <a:pt x="72664" y="1270"/>
                  </a:lnTo>
                  <a:lnTo>
                    <a:pt x="73643" y="1033"/>
                  </a:lnTo>
                  <a:lnTo>
                    <a:pt x="73957" y="1015"/>
                  </a:lnTo>
                  <a:lnTo>
                    <a:pt x="74350" y="992"/>
                  </a:lnTo>
                  <a:lnTo>
                    <a:pt x="74591" y="978"/>
                  </a:lnTo>
                  <a:lnTo>
                    <a:pt x="74852" y="963"/>
                  </a:lnTo>
                  <a:lnTo>
                    <a:pt x="75127" y="948"/>
                  </a:lnTo>
                  <a:lnTo>
                    <a:pt x="75296" y="951"/>
                  </a:lnTo>
                  <a:lnTo>
                    <a:pt x="75514" y="956"/>
                  </a:lnTo>
                  <a:lnTo>
                    <a:pt x="76454" y="979"/>
                  </a:lnTo>
                  <a:lnTo>
                    <a:pt x="76918" y="1050"/>
                  </a:lnTo>
                  <a:lnTo>
                    <a:pt x="77556" y="1147"/>
                  </a:lnTo>
                  <a:lnTo>
                    <a:pt x="78078" y="1227"/>
                  </a:lnTo>
                  <a:lnTo>
                    <a:pt x="78939" y="1359"/>
                  </a:lnTo>
                  <a:lnTo>
                    <a:pt x="79184" y="1397"/>
                  </a:lnTo>
                  <a:lnTo>
                    <a:pt x="80324" y="1571"/>
                  </a:lnTo>
                  <a:lnTo>
                    <a:pt x="80553" y="1606"/>
                  </a:lnTo>
                  <a:lnTo>
                    <a:pt x="80811" y="1631"/>
                  </a:lnTo>
                  <a:lnTo>
                    <a:pt x="81851" y="1730"/>
                  </a:lnTo>
                  <a:lnTo>
                    <a:pt x="82484" y="1791"/>
                  </a:lnTo>
                  <a:lnTo>
                    <a:pt x="83059" y="1846"/>
                  </a:lnTo>
                  <a:lnTo>
                    <a:pt x="83282" y="1822"/>
                  </a:lnTo>
                  <a:lnTo>
                    <a:pt x="84287" y="1717"/>
                  </a:lnTo>
                  <a:lnTo>
                    <a:pt x="84642" y="1946"/>
                  </a:lnTo>
                  <a:lnTo>
                    <a:pt x="84884" y="2102"/>
                  </a:lnTo>
                  <a:lnTo>
                    <a:pt x="85973" y="2004"/>
                  </a:lnTo>
                  <a:lnTo>
                    <a:pt x="88189" y="2127"/>
                  </a:lnTo>
                  <a:lnTo>
                    <a:pt x="91133" y="2384"/>
                  </a:lnTo>
                  <a:lnTo>
                    <a:pt x="91269" y="2419"/>
                  </a:lnTo>
                  <a:lnTo>
                    <a:pt x="91455" y="2412"/>
                  </a:lnTo>
                  <a:lnTo>
                    <a:pt x="93677" y="2330"/>
                  </a:lnTo>
                  <a:lnTo>
                    <a:pt x="94875" y="2285"/>
                  </a:lnTo>
                  <a:lnTo>
                    <a:pt x="95896" y="2248"/>
                  </a:lnTo>
                  <a:lnTo>
                    <a:pt x="96391" y="2229"/>
                  </a:lnTo>
                  <a:lnTo>
                    <a:pt x="97823" y="2176"/>
                  </a:lnTo>
                  <a:lnTo>
                    <a:pt x="98172" y="2060"/>
                  </a:lnTo>
                  <a:lnTo>
                    <a:pt x="98314" y="2013"/>
                  </a:lnTo>
                  <a:lnTo>
                    <a:pt x="98664" y="1897"/>
                  </a:lnTo>
                  <a:lnTo>
                    <a:pt x="106905" y="4054"/>
                  </a:lnTo>
                  <a:lnTo>
                    <a:pt x="104829" y="12505"/>
                  </a:lnTo>
                  <a:lnTo>
                    <a:pt x="106374" y="16363"/>
                  </a:lnTo>
                  <a:lnTo>
                    <a:pt x="107636" y="16363"/>
                  </a:lnTo>
                  <a:lnTo>
                    <a:pt x="110751" y="24558"/>
                  </a:lnTo>
                  <a:lnTo>
                    <a:pt x="106686" y="25917"/>
                  </a:lnTo>
                  <a:lnTo>
                    <a:pt x="103988" y="25684"/>
                  </a:lnTo>
                  <a:lnTo>
                    <a:pt x="104634" y="34888"/>
                  </a:lnTo>
                  <a:lnTo>
                    <a:pt x="89531" y="35316"/>
                  </a:lnTo>
                  <a:lnTo>
                    <a:pt x="89170" y="39219"/>
                  </a:lnTo>
                  <a:lnTo>
                    <a:pt x="96142" y="42850"/>
                  </a:lnTo>
                  <a:lnTo>
                    <a:pt x="97738" y="42501"/>
                  </a:lnTo>
                  <a:lnTo>
                    <a:pt x="99201" y="43355"/>
                  </a:lnTo>
                  <a:lnTo>
                    <a:pt x="98384" y="45025"/>
                  </a:lnTo>
                  <a:lnTo>
                    <a:pt x="101309" y="46656"/>
                  </a:lnTo>
                  <a:lnTo>
                    <a:pt x="99258" y="51550"/>
                  </a:lnTo>
                  <a:lnTo>
                    <a:pt x="103285" y="53589"/>
                  </a:lnTo>
                  <a:lnTo>
                    <a:pt x="107104" y="57414"/>
                  </a:lnTo>
                  <a:lnTo>
                    <a:pt x="109172" y="55802"/>
                  </a:lnTo>
                  <a:lnTo>
                    <a:pt x="112734" y="60427"/>
                  </a:lnTo>
                  <a:lnTo>
                    <a:pt x="114183" y="59371"/>
                  </a:lnTo>
                  <a:lnTo>
                    <a:pt x="122504" y="50750"/>
                  </a:lnTo>
                  <a:lnTo>
                    <a:pt x="126190" y="53236"/>
                  </a:lnTo>
                  <a:lnTo>
                    <a:pt x="121977" y="57729"/>
                  </a:lnTo>
                  <a:lnTo>
                    <a:pt x="124531" y="59489"/>
                  </a:lnTo>
                  <a:lnTo>
                    <a:pt x="120476" y="62716"/>
                  </a:lnTo>
                  <a:lnTo>
                    <a:pt x="128361" y="73773"/>
                  </a:lnTo>
                  <a:lnTo>
                    <a:pt x="127495" y="77408"/>
                  </a:lnTo>
                  <a:lnTo>
                    <a:pt x="130071" y="81603"/>
                  </a:lnTo>
                  <a:lnTo>
                    <a:pt x="132191" y="80251"/>
                  </a:lnTo>
                  <a:lnTo>
                    <a:pt x="133696" y="82931"/>
                  </a:lnTo>
                  <a:lnTo>
                    <a:pt x="132122" y="83933"/>
                  </a:lnTo>
                  <a:lnTo>
                    <a:pt x="132576" y="84967"/>
                  </a:lnTo>
                  <a:lnTo>
                    <a:pt x="134950" y="84080"/>
                  </a:lnTo>
                  <a:lnTo>
                    <a:pt x="135567" y="83669"/>
                  </a:lnTo>
                  <a:lnTo>
                    <a:pt x="134880" y="81139"/>
                  </a:lnTo>
                  <a:lnTo>
                    <a:pt x="138470" y="79274"/>
                  </a:lnTo>
                  <a:lnTo>
                    <a:pt x="138926" y="79973"/>
                  </a:lnTo>
                  <a:lnTo>
                    <a:pt x="140807" y="78342"/>
                  </a:lnTo>
                  <a:lnTo>
                    <a:pt x="140408" y="67448"/>
                  </a:lnTo>
                  <a:lnTo>
                    <a:pt x="142175" y="57370"/>
                  </a:lnTo>
                  <a:lnTo>
                    <a:pt x="144562" y="52770"/>
                  </a:lnTo>
                  <a:lnTo>
                    <a:pt x="155405" y="58843"/>
                  </a:lnTo>
                  <a:lnTo>
                    <a:pt x="165550" y="65659"/>
                  </a:lnTo>
                  <a:lnTo>
                    <a:pt x="169198" y="67348"/>
                  </a:lnTo>
                  <a:lnTo>
                    <a:pt x="173472" y="65659"/>
                  </a:lnTo>
                  <a:lnTo>
                    <a:pt x="178219" y="69296"/>
                  </a:lnTo>
                  <a:lnTo>
                    <a:pt x="177837" y="69871"/>
                  </a:lnTo>
                  <a:lnTo>
                    <a:pt x="175037" y="73903"/>
                  </a:lnTo>
                  <a:lnTo>
                    <a:pt x="172437" y="77648"/>
                  </a:lnTo>
                  <a:lnTo>
                    <a:pt x="173756" y="79695"/>
                  </a:lnTo>
                  <a:lnTo>
                    <a:pt x="175935" y="83079"/>
                  </a:lnTo>
                  <a:lnTo>
                    <a:pt x="176910" y="84593"/>
                  </a:lnTo>
                  <a:lnTo>
                    <a:pt x="179684" y="82905"/>
                  </a:lnTo>
                  <a:lnTo>
                    <a:pt x="179949" y="82744"/>
                  </a:lnTo>
                  <a:lnTo>
                    <a:pt x="180241" y="82566"/>
                  </a:lnTo>
                  <a:lnTo>
                    <a:pt x="183392" y="81279"/>
                  </a:lnTo>
                  <a:lnTo>
                    <a:pt x="182662" y="82896"/>
                  </a:lnTo>
                  <a:lnTo>
                    <a:pt x="181384" y="89968"/>
                  </a:lnTo>
                  <a:lnTo>
                    <a:pt x="181466" y="93521"/>
                  </a:lnTo>
                  <a:lnTo>
                    <a:pt x="181790" y="97422"/>
                  </a:lnTo>
                  <a:lnTo>
                    <a:pt x="181048" y="98311"/>
                  </a:lnTo>
                  <a:lnTo>
                    <a:pt x="180775" y="98670"/>
                  </a:lnTo>
                  <a:lnTo>
                    <a:pt x="180613" y="98883"/>
                  </a:lnTo>
                  <a:lnTo>
                    <a:pt x="180324" y="99053"/>
                  </a:lnTo>
                  <a:lnTo>
                    <a:pt x="179897" y="99306"/>
                  </a:lnTo>
                  <a:lnTo>
                    <a:pt x="179668" y="99450"/>
                  </a:lnTo>
                  <a:lnTo>
                    <a:pt x="176330" y="101549"/>
                  </a:lnTo>
                  <a:lnTo>
                    <a:pt x="175065" y="102344"/>
                  </a:lnTo>
                  <a:lnTo>
                    <a:pt x="172829" y="103750"/>
                  </a:lnTo>
                  <a:lnTo>
                    <a:pt x="170487" y="105223"/>
                  </a:lnTo>
                  <a:lnTo>
                    <a:pt x="169795" y="105658"/>
                  </a:lnTo>
                  <a:lnTo>
                    <a:pt x="170375" y="106133"/>
                  </a:lnTo>
                  <a:lnTo>
                    <a:pt x="171548" y="107514"/>
                  </a:lnTo>
                  <a:lnTo>
                    <a:pt x="173273" y="109544"/>
                  </a:lnTo>
                  <a:lnTo>
                    <a:pt x="173665" y="110006"/>
                  </a:lnTo>
                  <a:lnTo>
                    <a:pt x="174359" y="110823"/>
                  </a:lnTo>
                  <a:lnTo>
                    <a:pt x="173827" y="111120"/>
                  </a:lnTo>
                  <a:lnTo>
                    <a:pt x="173618" y="110900"/>
                  </a:lnTo>
                  <a:lnTo>
                    <a:pt x="168600" y="110643"/>
                  </a:lnTo>
                  <a:lnTo>
                    <a:pt x="167739" y="110599"/>
                  </a:lnTo>
                  <a:lnTo>
                    <a:pt x="162798" y="110346"/>
                  </a:lnTo>
                  <a:lnTo>
                    <a:pt x="162294" y="110321"/>
                  </a:lnTo>
                  <a:lnTo>
                    <a:pt x="160935" y="110251"/>
                  </a:lnTo>
                  <a:lnTo>
                    <a:pt x="158338" y="110184"/>
                  </a:lnTo>
                  <a:lnTo>
                    <a:pt x="153811" y="110067"/>
                  </a:lnTo>
                  <a:lnTo>
                    <a:pt x="153201" y="110051"/>
                  </a:lnTo>
                  <a:lnTo>
                    <a:pt x="152810" y="110041"/>
                  </a:lnTo>
                  <a:lnTo>
                    <a:pt x="146553" y="109879"/>
                  </a:lnTo>
                  <a:lnTo>
                    <a:pt x="146083" y="109856"/>
                  </a:lnTo>
                  <a:lnTo>
                    <a:pt x="144631" y="109783"/>
                  </a:lnTo>
                  <a:lnTo>
                    <a:pt x="139543" y="109529"/>
                  </a:lnTo>
                  <a:lnTo>
                    <a:pt x="138855" y="109495"/>
                  </a:lnTo>
                  <a:lnTo>
                    <a:pt x="131948" y="109151"/>
                  </a:lnTo>
                  <a:lnTo>
                    <a:pt x="130984" y="109116"/>
                  </a:lnTo>
                  <a:lnTo>
                    <a:pt x="127533" y="109089"/>
                  </a:lnTo>
                  <a:lnTo>
                    <a:pt x="124721" y="109068"/>
                  </a:lnTo>
                  <a:lnTo>
                    <a:pt x="124202" y="109064"/>
                  </a:lnTo>
                  <a:lnTo>
                    <a:pt x="121346" y="109007"/>
                  </a:lnTo>
                  <a:lnTo>
                    <a:pt x="121001" y="109066"/>
                  </a:lnTo>
                  <a:lnTo>
                    <a:pt x="118727" y="109456"/>
                  </a:lnTo>
                  <a:lnTo>
                    <a:pt x="115246" y="110053"/>
                  </a:lnTo>
                  <a:lnTo>
                    <a:pt x="111370" y="110717"/>
                  </a:lnTo>
                  <a:lnTo>
                    <a:pt x="109799" y="110986"/>
                  </a:lnTo>
                  <a:lnTo>
                    <a:pt x="108570" y="111197"/>
                  </a:lnTo>
                  <a:lnTo>
                    <a:pt x="108647" y="111334"/>
                  </a:lnTo>
                  <a:lnTo>
                    <a:pt x="105960" y="111923"/>
                  </a:lnTo>
                  <a:lnTo>
                    <a:pt x="103328" y="112500"/>
                  </a:lnTo>
                  <a:lnTo>
                    <a:pt x="102913" y="112461"/>
                  </a:lnTo>
                  <a:lnTo>
                    <a:pt x="101907" y="112368"/>
                  </a:lnTo>
                  <a:lnTo>
                    <a:pt x="89017" y="109494"/>
                  </a:lnTo>
                  <a:lnTo>
                    <a:pt x="86472" y="108817"/>
                  </a:lnTo>
                  <a:lnTo>
                    <a:pt x="85764" y="108629"/>
                  </a:lnTo>
                  <a:lnTo>
                    <a:pt x="84399" y="108266"/>
                  </a:lnTo>
                  <a:lnTo>
                    <a:pt x="83424" y="108007"/>
                  </a:lnTo>
                  <a:lnTo>
                    <a:pt x="82479" y="107756"/>
                  </a:lnTo>
                  <a:lnTo>
                    <a:pt x="80791" y="107307"/>
                  </a:lnTo>
                  <a:lnTo>
                    <a:pt x="79993" y="107095"/>
                  </a:lnTo>
                  <a:lnTo>
                    <a:pt x="77915" y="107937"/>
                  </a:lnTo>
                  <a:lnTo>
                    <a:pt x="77084" y="108273"/>
                  </a:lnTo>
                  <a:lnTo>
                    <a:pt x="73393" y="109768"/>
                  </a:lnTo>
                  <a:lnTo>
                    <a:pt x="72655" y="110067"/>
                  </a:lnTo>
                  <a:lnTo>
                    <a:pt x="73392" y="111844"/>
                  </a:lnTo>
                  <a:lnTo>
                    <a:pt x="71132" y="112759"/>
                  </a:lnTo>
                  <a:lnTo>
                    <a:pt x="70749" y="112914"/>
                  </a:lnTo>
                  <a:lnTo>
                    <a:pt x="70304" y="113094"/>
                  </a:lnTo>
                  <a:lnTo>
                    <a:pt x="69826" y="113287"/>
                  </a:lnTo>
                  <a:lnTo>
                    <a:pt x="64996" y="115242"/>
                  </a:lnTo>
                  <a:lnTo>
                    <a:pt x="62253" y="116352"/>
                  </a:lnTo>
                  <a:lnTo>
                    <a:pt x="61820" y="116528"/>
                  </a:lnTo>
                  <a:lnTo>
                    <a:pt x="58562" y="117846"/>
                  </a:lnTo>
                  <a:lnTo>
                    <a:pt x="57612" y="118231"/>
                  </a:lnTo>
                  <a:lnTo>
                    <a:pt x="57468" y="118218"/>
                  </a:lnTo>
                  <a:lnTo>
                    <a:pt x="57189" y="118195"/>
                  </a:lnTo>
                  <a:lnTo>
                    <a:pt x="56616" y="117963"/>
                  </a:lnTo>
                  <a:lnTo>
                    <a:pt x="55944" y="117348"/>
                  </a:lnTo>
                  <a:lnTo>
                    <a:pt x="55298" y="116756"/>
                  </a:lnTo>
                  <a:lnTo>
                    <a:pt x="54582" y="116269"/>
                  </a:lnTo>
                  <a:lnTo>
                    <a:pt x="54183" y="115997"/>
                  </a:lnTo>
                  <a:lnTo>
                    <a:pt x="53899" y="115803"/>
                  </a:lnTo>
                  <a:lnTo>
                    <a:pt x="52951" y="115158"/>
                  </a:lnTo>
                  <a:lnTo>
                    <a:pt x="52732" y="115008"/>
                  </a:lnTo>
                  <a:lnTo>
                    <a:pt x="52437" y="114807"/>
                  </a:lnTo>
                  <a:lnTo>
                    <a:pt x="51294" y="113953"/>
                  </a:lnTo>
                  <a:lnTo>
                    <a:pt x="49998" y="112986"/>
                  </a:lnTo>
                  <a:lnTo>
                    <a:pt x="49658" y="112732"/>
                  </a:lnTo>
                  <a:lnTo>
                    <a:pt x="47944" y="111724"/>
                  </a:lnTo>
                  <a:lnTo>
                    <a:pt x="47284" y="111336"/>
                  </a:lnTo>
                  <a:lnTo>
                    <a:pt x="45917" y="110689"/>
                  </a:lnTo>
                  <a:lnTo>
                    <a:pt x="45584" y="110531"/>
                  </a:lnTo>
                  <a:lnTo>
                    <a:pt x="45215" y="110357"/>
                  </a:lnTo>
                  <a:lnTo>
                    <a:pt x="45080" y="110292"/>
                  </a:lnTo>
                  <a:lnTo>
                    <a:pt x="44541" y="110037"/>
                  </a:lnTo>
                  <a:lnTo>
                    <a:pt x="43318" y="109697"/>
                  </a:lnTo>
                  <a:lnTo>
                    <a:pt x="43077" y="109684"/>
                  </a:lnTo>
                  <a:lnTo>
                    <a:pt x="42819" y="109670"/>
                  </a:lnTo>
                  <a:lnTo>
                    <a:pt x="42214" y="109637"/>
                  </a:lnTo>
                  <a:lnTo>
                    <a:pt x="41204" y="109649"/>
                  </a:lnTo>
                  <a:lnTo>
                    <a:pt x="40067" y="109851"/>
                  </a:lnTo>
                  <a:lnTo>
                    <a:pt x="39129" y="110194"/>
                  </a:lnTo>
                  <a:lnTo>
                    <a:pt x="37582" y="110952"/>
                  </a:lnTo>
                  <a:lnTo>
                    <a:pt x="36947" y="111376"/>
                  </a:lnTo>
                  <a:lnTo>
                    <a:pt x="36624" y="111592"/>
                  </a:lnTo>
                  <a:lnTo>
                    <a:pt x="35488" y="113039"/>
                  </a:lnTo>
                  <a:lnTo>
                    <a:pt x="34297" y="114558"/>
                  </a:lnTo>
                  <a:lnTo>
                    <a:pt x="34151" y="114764"/>
                  </a:lnTo>
                  <a:lnTo>
                    <a:pt x="33665" y="115452"/>
                  </a:lnTo>
                  <a:lnTo>
                    <a:pt x="32503" y="116165"/>
                  </a:lnTo>
                  <a:lnTo>
                    <a:pt x="32305" y="115582"/>
                  </a:lnTo>
                  <a:lnTo>
                    <a:pt x="29139" y="116950"/>
                  </a:lnTo>
                  <a:lnTo>
                    <a:pt x="28930" y="117041"/>
                  </a:lnTo>
                  <a:lnTo>
                    <a:pt x="28678" y="117150"/>
                  </a:lnTo>
                  <a:lnTo>
                    <a:pt x="27776" y="117539"/>
                  </a:lnTo>
                  <a:lnTo>
                    <a:pt x="25563" y="118496"/>
                  </a:lnTo>
                  <a:lnTo>
                    <a:pt x="24327" y="119030"/>
                  </a:lnTo>
                  <a:lnTo>
                    <a:pt x="21451" y="120273"/>
                  </a:lnTo>
                  <a:lnTo>
                    <a:pt x="19195" y="121248"/>
                  </a:lnTo>
                  <a:lnTo>
                    <a:pt x="18810" y="121414"/>
                  </a:lnTo>
                  <a:lnTo>
                    <a:pt x="18568" y="121519"/>
                  </a:lnTo>
                  <a:lnTo>
                    <a:pt x="17415" y="118307"/>
                  </a:lnTo>
                  <a:lnTo>
                    <a:pt x="13689" y="107927"/>
                  </a:lnTo>
                  <a:lnTo>
                    <a:pt x="13503" y="107409"/>
                  </a:lnTo>
                  <a:lnTo>
                    <a:pt x="4290" y="81744"/>
                  </a:lnTo>
                  <a:lnTo>
                    <a:pt x="653" y="72382"/>
                  </a:lnTo>
                  <a:lnTo>
                    <a:pt x="0" y="70699"/>
                  </a:lnTo>
                  <a:lnTo>
                    <a:pt x="287" y="70591"/>
                  </a:lnTo>
                  <a:lnTo>
                    <a:pt x="3080" y="69533"/>
                  </a:lnTo>
                  <a:lnTo>
                    <a:pt x="8860" y="67343"/>
                  </a:lnTo>
                  <a:lnTo>
                    <a:pt x="11560" y="66321"/>
                  </a:lnTo>
                  <a:lnTo>
                    <a:pt x="11902" y="66191"/>
                  </a:lnTo>
                  <a:lnTo>
                    <a:pt x="12060" y="66131"/>
                  </a:lnTo>
                  <a:lnTo>
                    <a:pt x="19276" y="63398"/>
                  </a:lnTo>
                  <a:lnTo>
                    <a:pt x="19536" y="63300"/>
                  </a:lnTo>
                  <a:lnTo>
                    <a:pt x="20254" y="63028"/>
                  </a:lnTo>
                  <a:lnTo>
                    <a:pt x="21251" y="62650"/>
                  </a:lnTo>
                  <a:lnTo>
                    <a:pt x="21580" y="62525"/>
                  </a:lnTo>
                  <a:lnTo>
                    <a:pt x="22008" y="62363"/>
                  </a:lnTo>
                  <a:lnTo>
                    <a:pt x="22329" y="62244"/>
                  </a:lnTo>
                  <a:lnTo>
                    <a:pt x="22809" y="62066"/>
                  </a:lnTo>
                  <a:lnTo>
                    <a:pt x="27616" y="60280"/>
                  </a:lnTo>
                  <a:lnTo>
                    <a:pt x="28070" y="60111"/>
                  </a:lnTo>
                  <a:lnTo>
                    <a:pt x="29812" y="59464"/>
                  </a:lnTo>
                  <a:lnTo>
                    <a:pt x="30994" y="59025"/>
                  </a:lnTo>
                  <a:lnTo>
                    <a:pt x="31437" y="58860"/>
                  </a:lnTo>
                  <a:lnTo>
                    <a:pt x="31729" y="58752"/>
                  </a:lnTo>
                  <a:lnTo>
                    <a:pt x="38766" y="56137"/>
                  </a:lnTo>
                  <a:lnTo>
                    <a:pt x="39392" y="56011"/>
                  </a:lnTo>
                  <a:lnTo>
                    <a:pt x="41498" y="55584"/>
                  </a:lnTo>
                  <a:lnTo>
                    <a:pt x="41186" y="54751"/>
                  </a:lnTo>
                  <a:lnTo>
                    <a:pt x="40490" y="53112"/>
                  </a:lnTo>
                  <a:lnTo>
                    <a:pt x="44499" y="51484"/>
                  </a:lnTo>
                  <a:lnTo>
                    <a:pt x="45826" y="50945"/>
                  </a:lnTo>
                  <a:lnTo>
                    <a:pt x="47114" y="50423"/>
                  </a:lnTo>
                  <a:lnTo>
                    <a:pt x="47153" y="50280"/>
                  </a:lnTo>
                  <a:lnTo>
                    <a:pt x="47450" y="49209"/>
                  </a:lnTo>
                  <a:lnTo>
                    <a:pt x="47970" y="47331"/>
                  </a:lnTo>
                  <a:lnTo>
                    <a:pt x="48039" y="47082"/>
                  </a:lnTo>
                  <a:lnTo>
                    <a:pt x="48120" y="46787"/>
                  </a:lnTo>
                  <a:lnTo>
                    <a:pt x="48353" y="45947"/>
                  </a:lnTo>
                  <a:lnTo>
                    <a:pt x="47647" y="43635"/>
                  </a:lnTo>
                  <a:lnTo>
                    <a:pt x="47558" y="43398"/>
                  </a:lnTo>
                  <a:lnTo>
                    <a:pt x="47482" y="43021"/>
                  </a:lnTo>
                  <a:lnTo>
                    <a:pt x="48526" y="42567"/>
                  </a:lnTo>
                  <a:lnTo>
                    <a:pt x="50147" y="41861"/>
                  </a:lnTo>
                  <a:lnTo>
                    <a:pt x="50532" y="41682"/>
                  </a:lnTo>
                  <a:lnTo>
                    <a:pt x="51484" y="41240"/>
                  </a:lnTo>
                  <a:lnTo>
                    <a:pt x="51745" y="41118"/>
                  </a:lnTo>
                  <a:lnTo>
                    <a:pt x="56208" y="39043"/>
                  </a:lnTo>
                  <a:lnTo>
                    <a:pt x="56718" y="38806"/>
                  </a:lnTo>
                  <a:lnTo>
                    <a:pt x="57956" y="38082"/>
                  </a:lnTo>
                  <a:lnTo>
                    <a:pt x="58550" y="37829"/>
                  </a:lnTo>
                  <a:lnTo>
                    <a:pt x="59033" y="37624"/>
                  </a:lnTo>
                  <a:lnTo>
                    <a:pt x="60436" y="36117"/>
                  </a:lnTo>
                  <a:lnTo>
                    <a:pt x="60750" y="35780"/>
                  </a:lnTo>
                  <a:lnTo>
                    <a:pt x="64732" y="31507"/>
                  </a:lnTo>
                  <a:lnTo>
                    <a:pt x="65551" y="31020"/>
                  </a:lnTo>
                  <a:lnTo>
                    <a:pt x="68005" y="29561"/>
                  </a:lnTo>
                  <a:lnTo>
                    <a:pt x="68817" y="29079"/>
                  </a:lnTo>
                  <a:lnTo>
                    <a:pt x="70101" y="28760"/>
                  </a:lnTo>
                  <a:lnTo>
                    <a:pt x="74855" y="27580"/>
                  </a:lnTo>
                  <a:lnTo>
                    <a:pt x="73698" y="26242"/>
                  </a:lnTo>
                  <a:lnTo>
                    <a:pt x="72469" y="24819"/>
                  </a:lnTo>
                  <a:lnTo>
                    <a:pt x="72074" y="24361"/>
                  </a:lnTo>
                  <a:lnTo>
                    <a:pt x="71493" y="23689"/>
                  </a:lnTo>
                  <a:lnTo>
                    <a:pt x="70464" y="22498"/>
                  </a:lnTo>
                  <a:lnTo>
                    <a:pt x="69501" y="21383"/>
                  </a:lnTo>
                  <a:lnTo>
                    <a:pt x="69193" y="21027"/>
                  </a:lnTo>
                  <a:lnTo>
                    <a:pt x="68511" y="20237"/>
                  </a:lnTo>
                  <a:lnTo>
                    <a:pt x="67257" y="18786"/>
                  </a:lnTo>
                  <a:lnTo>
                    <a:pt x="67010" y="18500"/>
                  </a:lnTo>
                  <a:lnTo>
                    <a:pt x="66379" y="17770"/>
                  </a:lnTo>
                  <a:lnTo>
                    <a:pt x="66049" y="17339"/>
                  </a:lnTo>
                  <a:lnTo>
                    <a:pt x="65082" y="16081"/>
                  </a:lnTo>
                  <a:lnTo>
                    <a:pt x="65326" y="15866"/>
                  </a:lnTo>
                  <a:lnTo>
                    <a:pt x="65467" y="15742"/>
                  </a:lnTo>
                  <a:lnTo>
                    <a:pt x="68940" y="12682"/>
                  </a:lnTo>
                  <a:lnTo>
                    <a:pt x="69441" y="12242"/>
                  </a:lnTo>
                  <a:lnTo>
                    <a:pt x="68961" y="12331"/>
                  </a:lnTo>
                  <a:lnTo>
                    <a:pt x="68654" y="11945"/>
                  </a:lnTo>
                  <a:lnTo>
                    <a:pt x="68408" y="11634"/>
                  </a:lnTo>
                  <a:lnTo>
                    <a:pt x="68262" y="11449"/>
                  </a:lnTo>
                  <a:lnTo>
                    <a:pt x="67853" y="10933"/>
                  </a:lnTo>
                  <a:lnTo>
                    <a:pt x="67346" y="10292"/>
                  </a:lnTo>
                  <a:lnTo>
                    <a:pt x="67214" y="10079"/>
                  </a:lnTo>
                  <a:lnTo>
                    <a:pt x="66963" y="9671"/>
                  </a:lnTo>
                  <a:lnTo>
                    <a:pt x="66601" y="9084"/>
                  </a:lnTo>
                  <a:lnTo>
                    <a:pt x="66472" y="8875"/>
                  </a:lnTo>
                  <a:lnTo>
                    <a:pt x="65981" y="7842"/>
                  </a:lnTo>
                  <a:lnTo>
                    <a:pt x="65826" y="7516"/>
                  </a:lnTo>
                  <a:lnTo>
                    <a:pt x="65689" y="6635"/>
                  </a:lnTo>
                  <a:lnTo>
                    <a:pt x="65491" y="5365"/>
                  </a:lnTo>
                  <a:lnTo>
                    <a:pt x="64741" y="4235"/>
                  </a:lnTo>
                  <a:lnTo>
                    <a:pt x="65050" y="3969"/>
                  </a:lnTo>
                  <a:lnTo>
                    <a:pt x="65509" y="3576"/>
                  </a:lnTo>
                  <a:lnTo>
                    <a:pt x="65897" y="3243"/>
                  </a:lnTo>
                  <a:lnTo>
                    <a:pt x="66918" y="2367"/>
                  </a:lnTo>
                  <a:lnTo>
                    <a:pt x="67240" y="2091"/>
                  </a:lnTo>
                  <a:lnTo>
                    <a:pt x="67902" y="1523"/>
                  </a:lnTo>
                  <a:lnTo>
                    <a:pt x="68103" y="1350"/>
                  </a:lnTo>
                  <a:lnTo>
                    <a:pt x="68321" y="1163"/>
                  </a:lnTo>
                  <a:lnTo>
                    <a:pt x="68647" y="883"/>
                  </a:lnTo>
                  <a:lnTo>
                    <a:pt x="69537" y="0"/>
                  </a:lnTo>
                  <a:lnTo>
                    <a:pt x="70698" y="1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416684" y="3846271"/>
              <a:ext cx="105187" cy="91799"/>
            </a:xfrm>
            <a:custGeom>
              <a:avLst/>
              <a:pathLst>
                <a:path w="105187" h="91799">
                  <a:moveTo>
                    <a:pt x="82640" y="0"/>
                  </a:moveTo>
                  <a:lnTo>
                    <a:pt x="83009" y="11262"/>
                  </a:lnTo>
                  <a:lnTo>
                    <a:pt x="86001" y="11845"/>
                  </a:lnTo>
                  <a:lnTo>
                    <a:pt x="92822" y="19876"/>
                  </a:lnTo>
                  <a:lnTo>
                    <a:pt x="93506" y="20681"/>
                  </a:lnTo>
                  <a:lnTo>
                    <a:pt x="95291" y="25332"/>
                  </a:lnTo>
                  <a:lnTo>
                    <a:pt x="95481" y="25827"/>
                  </a:lnTo>
                  <a:lnTo>
                    <a:pt x="95291" y="27361"/>
                  </a:lnTo>
                  <a:lnTo>
                    <a:pt x="94790" y="28788"/>
                  </a:lnTo>
                  <a:lnTo>
                    <a:pt x="93826" y="30264"/>
                  </a:lnTo>
                  <a:lnTo>
                    <a:pt x="94224" y="32196"/>
                  </a:lnTo>
                  <a:lnTo>
                    <a:pt x="94010" y="32522"/>
                  </a:lnTo>
                  <a:lnTo>
                    <a:pt x="93691" y="33009"/>
                  </a:lnTo>
                  <a:lnTo>
                    <a:pt x="93509" y="33286"/>
                  </a:lnTo>
                  <a:lnTo>
                    <a:pt x="93756" y="34257"/>
                  </a:lnTo>
                  <a:lnTo>
                    <a:pt x="92063" y="37345"/>
                  </a:lnTo>
                  <a:lnTo>
                    <a:pt x="92293" y="39345"/>
                  </a:lnTo>
                  <a:lnTo>
                    <a:pt x="90754" y="40743"/>
                  </a:lnTo>
                  <a:lnTo>
                    <a:pt x="91961" y="43309"/>
                  </a:lnTo>
                  <a:lnTo>
                    <a:pt x="93474" y="47538"/>
                  </a:lnTo>
                  <a:lnTo>
                    <a:pt x="93898" y="48720"/>
                  </a:lnTo>
                  <a:lnTo>
                    <a:pt x="94741" y="51098"/>
                  </a:lnTo>
                  <a:lnTo>
                    <a:pt x="96047" y="53816"/>
                  </a:lnTo>
                  <a:lnTo>
                    <a:pt x="97739" y="56682"/>
                  </a:lnTo>
                  <a:lnTo>
                    <a:pt x="99330" y="58830"/>
                  </a:lnTo>
                  <a:lnTo>
                    <a:pt x="99770" y="59304"/>
                  </a:lnTo>
                  <a:lnTo>
                    <a:pt x="100233" y="60942"/>
                  </a:lnTo>
                  <a:lnTo>
                    <a:pt x="100254" y="61215"/>
                  </a:lnTo>
                  <a:lnTo>
                    <a:pt x="100503" y="64361"/>
                  </a:lnTo>
                  <a:lnTo>
                    <a:pt x="100714" y="67020"/>
                  </a:lnTo>
                  <a:lnTo>
                    <a:pt x="100810" y="67557"/>
                  </a:lnTo>
                  <a:lnTo>
                    <a:pt x="101864" y="73478"/>
                  </a:lnTo>
                  <a:lnTo>
                    <a:pt x="102127" y="75118"/>
                  </a:lnTo>
                  <a:lnTo>
                    <a:pt x="102473" y="77271"/>
                  </a:lnTo>
                  <a:lnTo>
                    <a:pt x="103954" y="77232"/>
                  </a:lnTo>
                  <a:lnTo>
                    <a:pt x="104762" y="83099"/>
                  </a:lnTo>
                  <a:lnTo>
                    <a:pt x="105074" y="85373"/>
                  </a:lnTo>
                  <a:lnTo>
                    <a:pt x="105116" y="85678"/>
                  </a:lnTo>
                  <a:lnTo>
                    <a:pt x="105187" y="86195"/>
                  </a:lnTo>
                  <a:lnTo>
                    <a:pt x="104943" y="86221"/>
                  </a:lnTo>
                  <a:lnTo>
                    <a:pt x="97487" y="87151"/>
                  </a:lnTo>
                  <a:lnTo>
                    <a:pt x="88235" y="88305"/>
                  </a:lnTo>
                  <a:lnTo>
                    <a:pt x="86025" y="88581"/>
                  </a:lnTo>
                  <a:lnTo>
                    <a:pt x="84411" y="88783"/>
                  </a:lnTo>
                  <a:lnTo>
                    <a:pt x="79585" y="89408"/>
                  </a:lnTo>
                  <a:lnTo>
                    <a:pt x="78849" y="89503"/>
                  </a:lnTo>
                  <a:lnTo>
                    <a:pt x="78301" y="89574"/>
                  </a:lnTo>
                  <a:lnTo>
                    <a:pt x="77675" y="89655"/>
                  </a:lnTo>
                  <a:lnTo>
                    <a:pt x="77117" y="89728"/>
                  </a:lnTo>
                  <a:lnTo>
                    <a:pt x="66476" y="91106"/>
                  </a:lnTo>
                  <a:lnTo>
                    <a:pt x="62896" y="91570"/>
                  </a:lnTo>
                  <a:lnTo>
                    <a:pt x="61128" y="91799"/>
                  </a:lnTo>
                  <a:lnTo>
                    <a:pt x="60892" y="91642"/>
                  </a:lnTo>
                  <a:lnTo>
                    <a:pt x="60066" y="91090"/>
                  </a:lnTo>
                  <a:lnTo>
                    <a:pt x="59892" y="91053"/>
                  </a:lnTo>
                  <a:lnTo>
                    <a:pt x="58907" y="90588"/>
                  </a:lnTo>
                  <a:lnTo>
                    <a:pt x="55806" y="89123"/>
                  </a:lnTo>
                  <a:lnTo>
                    <a:pt x="53955" y="88219"/>
                  </a:lnTo>
                  <a:lnTo>
                    <a:pt x="48086" y="85354"/>
                  </a:lnTo>
                  <a:lnTo>
                    <a:pt x="42313" y="82013"/>
                  </a:lnTo>
                  <a:lnTo>
                    <a:pt x="41738" y="81680"/>
                  </a:lnTo>
                  <a:lnTo>
                    <a:pt x="33919" y="77156"/>
                  </a:lnTo>
                  <a:lnTo>
                    <a:pt x="30973" y="75452"/>
                  </a:lnTo>
                  <a:lnTo>
                    <a:pt x="27802" y="73608"/>
                  </a:lnTo>
                  <a:lnTo>
                    <a:pt x="22492" y="70151"/>
                  </a:lnTo>
                  <a:lnTo>
                    <a:pt x="20049" y="68561"/>
                  </a:lnTo>
                  <a:lnTo>
                    <a:pt x="16191" y="66049"/>
                  </a:lnTo>
                  <a:lnTo>
                    <a:pt x="13867" y="64474"/>
                  </a:lnTo>
                  <a:lnTo>
                    <a:pt x="14212" y="63924"/>
                  </a:lnTo>
                  <a:lnTo>
                    <a:pt x="13931" y="63745"/>
                  </a:lnTo>
                  <a:lnTo>
                    <a:pt x="4414" y="57676"/>
                  </a:lnTo>
                  <a:lnTo>
                    <a:pt x="3245" y="56930"/>
                  </a:lnTo>
                  <a:lnTo>
                    <a:pt x="0" y="54861"/>
                  </a:lnTo>
                  <a:lnTo>
                    <a:pt x="4284" y="48129"/>
                  </a:lnTo>
                  <a:lnTo>
                    <a:pt x="7930" y="42575"/>
                  </a:lnTo>
                  <a:lnTo>
                    <a:pt x="14092" y="33190"/>
                  </a:lnTo>
                  <a:lnTo>
                    <a:pt x="14429" y="33402"/>
                  </a:lnTo>
                  <a:lnTo>
                    <a:pt x="16619" y="34783"/>
                  </a:lnTo>
                  <a:lnTo>
                    <a:pt x="21925" y="26094"/>
                  </a:lnTo>
                  <a:lnTo>
                    <a:pt x="25453" y="20316"/>
                  </a:lnTo>
                  <a:lnTo>
                    <a:pt x="27312" y="17386"/>
                  </a:lnTo>
                  <a:lnTo>
                    <a:pt x="27405" y="17232"/>
                  </a:lnTo>
                  <a:lnTo>
                    <a:pt x="32941" y="8115"/>
                  </a:lnTo>
                  <a:lnTo>
                    <a:pt x="34694" y="5227"/>
                  </a:lnTo>
                  <a:lnTo>
                    <a:pt x="34935" y="2531"/>
                  </a:lnTo>
                  <a:lnTo>
                    <a:pt x="45574" y="2873"/>
                  </a:lnTo>
                  <a:lnTo>
                    <a:pt x="47344" y="2930"/>
                  </a:lnTo>
                  <a:lnTo>
                    <a:pt x="51619" y="3037"/>
                  </a:lnTo>
                  <a:lnTo>
                    <a:pt x="57898" y="2979"/>
                  </a:lnTo>
                  <a:lnTo>
                    <a:pt x="58154" y="2862"/>
                  </a:lnTo>
                  <a:lnTo>
                    <a:pt x="59950" y="2628"/>
                  </a:lnTo>
                  <a:lnTo>
                    <a:pt x="60261" y="2588"/>
                  </a:lnTo>
                  <a:lnTo>
                    <a:pt x="61061" y="2483"/>
                  </a:lnTo>
                  <a:lnTo>
                    <a:pt x="62970" y="1920"/>
                  </a:lnTo>
                  <a:lnTo>
                    <a:pt x="66095" y="1305"/>
                  </a:lnTo>
                  <a:lnTo>
                    <a:pt x="70754" y="1487"/>
                  </a:lnTo>
                  <a:lnTo>
                    <a:pt x="73901" y="1029"/>
                  </a:lnTo>
                  <a:lnTo>
                    <a:pt x="74282" y="1043"/>
                  </a:lnTo>
                  <a:lnTo>
                    <a:pt x="75971" y="1106"/>
                  </a:lnTo>
                  <a:lnTo>
                    <a:pt x="76716" y="1179"/>
                  </a:lnTo>
                  <a:lnTo>
                    <a:pt x="77168" y="1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135496" y="3453865"/>
              <a:ext cx="346745" cy="209132"/>
            </a:xfrm>
            <a:custGeom>
              <a:avLst/>
              <a:pathLst>
                <a:path w="346745" h="209132">
                  <a:moveTo>
                    <a:pt x="180137" y="1126"/>
                  </a:moveTo>
                  <a:lnTo>
                    <a:pt x="180061" y="6524"/>
                  </a:lnTo>
                  <a:lnTo>
                    <a:pt x="173906" y="6485"/>
                  </a:lnTo>
                  <a:lnTo>
                    <a:pt x="172158" y="7262"/>
                  </a:lnTo>
                  <a:lnTo>
                    <a:pt x="171360" y="9476"/>
                  </a:lnTo>
                  <a:lnTo>
                    <a:pt x="166522" y="13817"/>
                  </a:lnTo>
                  <a:lnTo>
                    <a:pt x="170600" y="17632"/>
                  </a:lnTo>
                  <a:lnTo>
                    <a:pt x="168244" y="20855"/>
                  </a:lnTo>
                  <a:lnTo>
                    <a:pt x="170448" y="22953"/>
                  </a:lnTo>
                  <a:lnTo>
                    <a:pt x="170141" y="23704"/>
                  </a:lnTo>
                  <a:lnTo>
                    <a:pt x="169004" y="26487"/>
                  </a:lnTo>
                  <a:lnTo>
                    <a:pt x="167446" y="29982"/>
                  </a:lnTo>
                  <a:lnTo>
                    <a:pt x="159999" y="39458"/>
                  </a:lnTo>
                  <a:lnTo>
                    <a:pt x="158137" y="42565"/>
                  </a:lnTo>
                  <a:lnTo>
                    <a:pt x="162811" y="45789"/>
                  </a:lnTo>
                  <a:lnTo>
                    <a:pt x="164787" y="43032"/>
                  </a:lnTo>
                  <a:lnTo>
                    <a:pt x="169156" y="32002"/>
                  </a:lnTo>
                  <a:lnTo>
                    <a:pt x="169954" y="32040"/>
                  </a:lnTo>
                  <a:lnTo>
                    <a:pt x="171892" y="32002"/>
                  </a:lnTo>
                  <a:lnTo>
                    <a:pt x="172006" y="29244"/>
                  </a:lnTo>
                  <a:lnTo>
                    <a:pt x="173716" y="26914"/>
                  </a:lnTo>
                  <a:lnTo>
                    <a:pt x="173871" y="25818"/>
                  </a:lnTo>
                  <a:lnTo>
                    <a:pt x="175273" y="15923"/>
                  </a:lnTo>
                  <a:lnTo>
                    <a:pt x="187280" y="17787"/>
                  </a:lnTo>
                  <a:lnTo>
                    <a:pt x="186254" y="26098"/>
                  </a:lnTo>
                  <a:lnTo>
                    <a:pt x="198527" y="24700"/>
                  </a:lnTo>
                  <a:lnTo>
                    <a:pt x="202365" y="21127"/>
                  </a:lnTo>
                  <a:lnTo>
                    <a:pt x="208216" y="20079"/>
                  </a:lnTo>
                  <a:lnTo>
                    <a:pt x="213725" y="11495"/>
                  </a:lnTo>
                  <a:lnTo>
                    <a:pt x="217829" y="13903"/>
                  </a:lnTo>
                  <a:lnTo>
                    <a:pt x="221515" y="8427"/>
                  </a:lnTo>
                  <a:lnTo>
                    <a:pt x="232419" y="18952"/>
                  </a:lnTo>
                  <a:lnTo>
                    <a:pt x="231014" y="20972"/>
                  </a:lnTo>
                  <a:lnTo>
                    <a:pt x="230216" y="22253"/>
                  </a:lnTo>
                  <a:lnTo>
                    <a:pt x="230596" y="24428"/>
                  </a:lnTo>
                  <a:lnTo>
                    <a:pt x="240171" y="36701"/>
                  </a:lnTo>
                  <a:lnTo>
                    <a:pt x="230976" y="47886"/>
                  </a:lnTo>
                  <a:lnTo>
                    <a:pt x="225276" y="42410"/>
                  </a:lnTo>
                  <a:lnTo>
                    <a:pt x="223110" y="44507"/>
                  </a:lnTo>
                  <a:lnTo>
                    <a:pt x="217753" y="40585"/>
                  </a:lnTo>
                  <a:lnTo>
                    <a:pt x="215739" y="39886"/>
                  </a:lnTo>
                  <a:lnTo>
                    <a:pt x="214447" y="40235"/>
                  </a:lnTo>
                  <a:lnTo>
                    <a:pt x="212358" y="42332"/>
                  </a:lnTo>
                  <a:lnTo>
                    <a:pt x="211537" y="43992"/>
                  </a:lnTo>
                  <a:lnTo>
                    <a:pt x="210572" y="45944"/>
                  </a:lnTo>
                  <a:lnTo>
                    <a:pt x="212671" y="46014"/>
                  </a:lnTo>
                  <a:lnTo>
                    <a:pt x="214105" y="46061"/>
                  </a:lnTo>
                  <a:lnTo>
                    <a:pt x="213687" y="50993"/>
                  </a:lnTo>
                  <a:lnTo>
                    <a:pt x="208900" y="52353"/>
                  </a:lnTo>
                  <a:lnTo>
                    <a:pt x="207760" y="53595"/>
                  </a:lnTo>
                  <a:lnTo>
                    <a:pt x="205632" y="60042"/>
                  </a:lnTo>
                  <a:lnTo>
                    <a:pt x="207380" y="62955"/>
                  </a:lnTo>
                  <a:lnTo>
                    <a:pt x="203923" y="69712"/>
                  </a:lnTo>
                  <a:lnTo>
                    <a:pt x="202631" y="72237"/>
                  </a:lnTo>
                  <a:lnTo>
                    <a:pt x="200389" y="71461"/>
                  </a:lnTo>
                  <a:lnTo>
                    <a:pt x="199933" y="74762"/>
                  </a:lnTo>
                  <a:lnTo>
                    <a:pt x="203808" y="75111"/>
                  </a:lnTo>
                  <a:lnTo>
                    <a:pt x="204074" y="85481"/>
                  </a:lnTo>
                  <a:lnTo>
                    <a:pt x="206354" y="85831"/>
                  </a:lnTo>
                  <a:lnTo>
                    <a:pt x="206658" y="79267"/>
                  </a:lnTo>
                  <a:lnTo>
                    <a:pt x="210932" y="67880"/>
                  </a:lnTo>
                  <a:lnTo>
                    <a:pt x="213165" y="67540"/>
                  </a:lnTo>
                  <a:lnTo>
                    <a:pt x="211977" y="64919"/>
                  </a:lnTo>
                  <a:lnTo>
                    <a:pt x="216223" y="63026"/>
                  </a:lnTo>
                  <a:lnTo>
                    <a:pt x="216829" y="64584"/>
                  </a:lnTo>
                  <a:lnTo>
                    <a:pt x="217523" y="66150"/>
                  </a:lnTo>
                  <a:lnTo>
                    <a:pt x="217894" y="66988"/>
                  </a:lnTo>
                  <a:lnTo>
                    <a:pt x="218938" y="69347"/>
                  </a:lnTo>
                  <a:lnTo>
                    <a:pt x="221190" y="75190"/>
                  </a:lnTo>
                  <a:lnTo>
                    <a:pt x="222087" y="77518"/>
                  </a:lnTo>
                  <a:lnTo>
                    <a:pt x="223075" y="78688"/>
                  </a:lnTo>
                  <a:lnTo>
                    <a:pt x="224243" y="81323"/>
                  </a:lnTo>
                  <a:lnTo>
                    <a:pt x="225761" y="84751"/>
                  </a:lnTo>
                  <a:lnTo>
                    <a:pt x="225872" y="85004"/>
                  </a:lnTo>
                  <a:lnTo>
                    <a:pt x="231976" y="84341"/>
                  </a:lnTo>
                  <a:lnTo>
                    <a:pt x="232221" y="86184"/>
                  </a:lnTo>
                  <a:lnTo>
                    <a:pt x="232146" y="87508"/>
                  </a:lnTo>
                  <a:lnTo>
                    <a:pt x="231954" y="90916"/>
                  </a:lnTo>
                  <a:lnTo>
                    <a:pt x="231632" y="93127"/>
                  </a:lnTo>
                  <a:lnTo>
                    <a:pt x="230039" y="96812"/>
                  </a:lnTo>
                  <a:lnTo>
                    <a:pt x="229638" y="97739"/>
                  </a:lnTo>
                  <a:lnTo>
                    <a:pt x="229044" y="99114"/>
                  </a:lnTo>
                  <a:lnTo>
                    <a:pt x="228831" y="99606"/>
                  </a:lnTo>
                  <a:lnTo>
                    <a:pt x="228634" y="101322"/>
                  </a:lnTo>
                  <a:lnTo>
                    <a:pt x="228229" y="102445"/>
                  </a:lnTo>
                  <a:lnTo>
                    <a:pt x="227680" y="103695"/>
                  </a:lnTo>
                  <a:lnTo>
                    <a:pt x="227671" y="104438"/>
                  </a:lnTo>
                  <a:lnTo>
                    <a:pt x="227658" y="105515"/>
                  </a:lnTo>
                  <a:lnTo>
                    <a:pt x="229430" y="106489"/>
                  </a:lnTo>
                  <a:lnTo>
                    <a:pt x="235151" y="109633"/>
                  </a:lnTo>
                  <a:lnTo>
                    <a:pt x="237259" y="110792"/>
                  </a:lnTo>
                  <a:lnTo>
                    <a:pt x="237418" y="110879"/>
                  </a:lnTo>
                  <a:lnTo>
                    <a:pt x="240236" y="111462"/>
                  </a:lnTo>
                  <a:lnTo>
                    <a:pt x="241797" y="111785"/>
                  </a:lnTo>
                  <a:lnTo>
                    <a:pt x="244403" y="112324"/>
                  </a:lnTo>
                  <a:lnTo>
                    <a:pt x="247392" y="112942"/>
                  </a:lnTo>
                  <a:lnTo>
                    <a:pt x="252782" y="114277"/>
                  </a:lnTo>
                  <a:lnTo>
                    <a:pt x="256986" y="119156"/>
                  </a:lnTo>
                  <a:lnTo>
                    <a:pt x="257327" y="120050"/>
                  </a:lnTo>
                  <a:lnTo>
                    <a:pt x="257532" y="120588"/>
                  </a:lnTo>
                  <a:lnTo>
                    <a:pt x="257675" y="120746"/>
                  </a:lnTo>
                  <a:lnTo>
                    <a:pt x="260209" y="123540"/>
                  </a:lnTo>
                  <a:lnTo>
                    <a:pt x="262445" y="126006"/>
                  </a:lnTo>
                  <a:lnTo>
                    <a:pt x="265036" y="128429"/>
                  </a:lnTo>
                  <a:lnTo>
                    <a:pt x="265273" y="128550"/>
                  </a:lnTo>
                  <a:lnTo>
                    <a:pt x="268242" y="130079"/>
                  </a:lnTo>
                  <a:lnTo>
                    <a:pt x="269876" y="130043"/>
                  </a:lnTo>
                  <a:lnTo>
                    <a:pt x="272659" y="129982"/>
                  </a:lnTo>
                  <a:lnTo>
                    <a:pt x="273480" y="129986"/>
                  </a:lnTo>
                  <a:lnTo>
                    <a:pt x="274677" y="129993"/>
                  </a:lnTo>
                  <a:lnTo>
                    <a:pt x="282134" y="130031"/>
                  </a:lnTo>
                  <a:lnTo>
                    <a:pt x="285697" y="130273"/>
                  </a:lnTo>
                  <a:lnTo>
                    <a:pt x="286081" y="130345"/>
                  </a:lnTo>
                  <a:lnTo>
                    <a:pt x="289971" y="131074"/>
                  </a:lnTo>
                  <a:lnTo>
                    <a:pt x="291537" y="131267"/>
                  </a:lnTo>
                  <a:lnTo>
                    <a:pt x="297855" y="132045"/>
                  </a:lnTo>
                  <a:lnTo>
                    <a:pt x="298305" y="132108"/>
                  </a:lnTo>
                  <a:lnTo>
                    <a:pt x="300236" y="132376"/>
                  </a:lnTo>
                  <a:lnTo>
                    <a:pt x="302419" y="132679"/>
                  </a:lnTo>
                  <a:lnTo>
                    <a:pt x="305072" y="133047"/>
                  </a:lnTo>
                  <a:lnTo>
                    <a:pt x="305642" y="133112"/>
                  </a:lnTo>
                  <a:lnTo>
                    <a:pt x="306923" y="133260"/>
                  </a:lnTo>
                  <a:lnTo>
                    <a:pt x="312613" y="133917"/>
                  </a:lnTo>
                  <a:lnTo>
                    <a:pt x="313434" y="134012"/>
                  </a:lnTo>
                  <a:lnTo>
                    <a:pt x="317756" y="134376"/>
                  </a:lnTo>
                  <a:lnTo>
                    <a:pt x="321456" y="134973"/>
                  </a:lnTo>
                  <a:lnTo>
                    <a:pt x="327928" y="135396"/>
                  </a:lnTo>
                  <a:lnTo>
                    <a:pt x="329518" y="135501"/>
                  </a:lnTo>
                  <a:lnTo>
                    <a:pt x="337599" y="135803"/>
                  </a:lnTo>
                  <a:lnTo>
                    <a:pt x="346745" y="136291"/>
                  </a:lnTo>
                  <a:lnTo>
                    <a:pt x="346676" y="137207"/>
                  </a:lnTo>
                  <a:lnTo>
                    <a:pt x="346639" y="137699"/>
                  </a:lnTo>
                  <a:lnTo>
                    <a:pt x="346620" y="137942"/>
                  </a:lnTo>
                  <a:lnTo>
                    <a:pt x="346519" y="139280"/>
                  </a:lnTo>
                  <a:lnTo>
                    <a:pt x="346472" y="139900"/>
                  </a:lnTo>
                  <a:lnTo>
                    <a:pt x="346375" y="141192"/>
                  </a:lnTo>
                  <a:lnTo>
                    <a:pt x="346338" y="141677"/>
                  </a:lnTo>
                  <a:lnTo>
                    <a:pt x="346322" y="141887"/>
                  </a:lnTo>
                  <a:lnTo>
                    <a:pt x="346230" y="143111"/>
                  </a:lnTo>
                  <a:lnTo>
                    <a:pt x="346171" y="143884"/>
                  </a:lnTo>
                  <a:lnTo>
                    <a:pt x="346069" y="145234"/>
                  </a:lnTo>
                  <a:lnTo>
                    <a:pt x="346022" y="145855"/>
                  </a:lnTo>
                  <a:lnTo>
                    <a:pt x="345933" y="147030"/>
                  </a:lnTo>
                  <a:lnTo>
                    <a:pt x="345895" y="147544"/>
                  </a:lnTo>
                  <a:lnTo>
                    <a:pt x="345605" y="151372"/>
                  </a:lnTo>
                  <a:lnTo>
                    <a:pt x="345577" y="151750"/>
                  </a:lnTo>
                  <a:lnTo>
                    <a:pt x="345487" y="152933"/>
                  </a:lnTo>
                  <a:lnTo>
                    <a:pt x="345450" y="153421"/>
                  </a:lnTo>
                  <a:lnTo>
                    <a:pt x="345214" y="156551"/>
                  </a:lnTo>
                  <a:lnTo>
                    <a:pt x="345192" y="156837"/>
                  </a:lnTo>
                  <a:lnTo>
                    <a:pt x="344880" y="156827"/>
                  </a:lnTo>
                  <a:lnTo>
                    <a:pt x="344457" y="156813"/>
                  </a:lnTo>
                  <a:lnTo>
                    <a:pt x="340751" y="156691"/>
                  </a:lnTo>
                  <a:lnTo>
                    <a:pt x="338725" y="156233"/>
                  </a:lnTo>
                  <a:lnTo>
                    <a:pt x="337367" y="155927"/>
                  </a:lnTo>
                  <a:lnTo>
                    <a:pt x="334845" y="156075"/>
                  </a:lnTo>
                  <a:lnTo>
                    <a:pt x="334311" y="156388"/>
                  </a:lnTo>
                  <a:lnTo>
                    <a:pt x="333589" y="155511"/>
                  </a:lnTo>
                  <a:lnTo>
                    <a:pt x="332906" y="154670"/>
                  </a:lnTo>
                  <a:lnTo>
                    <a:pt x="332055" y="153385"/>
                  </a:lnTo>
                  <a:lnTo>
                    <a:pt x="331710" y="152864"/>
                  </a:lnTo>
                  <a:lnTo>
                    <a:pt x="331570" y="152653"/>
                  </a:lnTo>
                  <a:lnTo>
                    <a:pt x="330934" y="151693"/>
                  </a:lnTo>
                  <a:lnTo>
                    <a:pt x="330821" y="151523"/>
                  </a:lnTo>
                  <a:lnTo>
                    <a:pt x="330396" y="150881"/>
                  </a:lnTo>
                  <a:lnTo>
                    <a:pt x="330221" y="150618"/>
                  </a:lnTo>
                  <a:lnTo>
                    <a:pt x="329932" y="150181"/>
                  </a:lnTo>
                  <a:lnTo>
                    <a:pt x="329525" y="150385"/>
                  </a:lnTo>
                  <a:lnTo>
                    <a:pt x="329313" y="150491"/>
                  </a:lnTo>
                  <a:lnTo>
                    <a:pt x="326331" y="151984"/>
                  </a:lnTo>
                  <a:lnTo>
                    <a:pt x="324890" y="152706"/>
                  </a:lnTo>
                  <a:lnTo>
                    <a:pt x="324436" y="152933"/>
                  </a:lnTo>
                  <a:lnTo>
                    <a:pt x="324020" y="153142"/>
                  </a:lnTo>
                  <a:lnTo>
                    <a:pt x="323745" y="153279"/>
                  </a:lnTo>
                  <a:lnTo>
                    <a:pt x="323462" y="153421"/>
                  </a:lnTo>
                  <a:lnTo>
                    <a:pt x="323003" y="153511"/>
                  </a:lnTo>
                  <a:lnTo>
                    <a:pt x="321744" y="153757"/>
                  </a:lnTo>
                  <a:lnTo>
                    <a:pt x="320877" y="153927"/>
                  </a:lnTo>
                  <a:lnTo>
                    <a:pt x="320651" y="153963"/>
                  </a:lnTo>
                  <a:lnTo>
                    <a:pt x="320388" y="154004"/>
                  </a:lnTo>
                  <a:lnTo>
                    <a:pt x="318568" y="154291"/>
                  </a:lnTo>
                  <a:lnTo>
                    <a:pt x="317141" y="154543"/>
                  </a:lnTo>
                  <a:lnTo>
                    <a:pt x="315775" y="154784"/>
                  </a:lnTo>
                  <a:lnTo>
                    <a:pt x="315115" y="154901"/>
                  </a:lnTo>
                  <a:lnTo>
                    <a:pt x="314049" y="155089"/>
                  </a:lnTo>
                  <a:lnTo>
                    <a:pt x="313866" y="155121"/>
                  </a:lnTo>
                  <a:lnTo>
                    <a:pt x="312759" y="155183"/>
                  </a:lnTo>
                  <a:lnTo>
                    <a:pt x="311758" y="155238"/>
                  </a:lnTo>
                  <a:lnTo>
                    <a:pt x="311427" y="155555"/>
                  </a:lnTo>
                  <a:lnTo>
                    <a:pt x="311204" y="155707"/>
                  </a:lnTo>
                  <a:lnTo>
                    <a:pt x="310653" y="155823"/>
                  </a:lnTo>
                  <a:lnTo>
                    <a:pt x="307155" y="156563"/>
                  </a:lnTo>
                  <a:lnTo>
                    <a:pt x="306981" y="156589"/>
                  </a:lnTo>
                  <a:lnTo>
                    <a:pt x="306430" y="156671"/>
                  </a:lnTo>
                  <a:lnTo>
                    <a:pt x="306110" y="156718"/>
                  </a:lnTo>
                  <a:lnTo>
                    <a:pt x="305784" y="156766"/>
                  </a:lnTo>
                  <a:lnTo>
                    <a:pt x="305123" y="156864"/>
                  </a:lnTo>
                  <a:lnTo>
                    <a:pt x="302140" y="157306"/>
                  </a:lnTo>
                  <a:lnTo>
                    <a:pt x="301769" y="157376"/>
                  </a:lnTo>
                  <a:lnTo>
                    <a:pt x="301635" y="157401"/>
                  </a:lnTo>
                  <a:lnTo>
                    <a:pt x="301234" y="157477"/>
                  </a:lnTo>
                  <a:lnTo>
                    <a:pt x="300950" y="157531"/>
                  </a:lnTo>
                  <a:lnTo>
                    <a:pt x="300697" y="157579"/>
                  </a:lnTo>
                  <a:lnTo>
                    <a:pt x="300216" y="157670"/>
                  </a:lnTo>
                  <a:lnTo>
                    <a:pt x="300211" y="157411"/>
                  </a:lnTo>
                  <a:lnTo>
                    <a:pt x="300186" y="156250"/>
                  </a:lnTo>
                  <a:lnTo>
                    <a:pt x="300177" y="155842"/>
                  </a:lnTo>
                  <a:lnTo>
                    <a:pt x="300173" y="155654"/>
                  </a:lnTo>
                  <a:lnTo>
                    <a:pt x="298011" y="154982"/>
                  </a:lnTo>
                  <a:lnTo>
                    <a:pt x="297840" y="154929"/>
                  </a:lnTo>
                  <a:lnTo>
                    <a:pt x="297709" y="154885"/>
                  </a:lnTo>
                  <a:lnTo>
                    <a:pt x="293589" y="153517"/>
                  </a:lnTo>
                  <a:lnTo>
                    <a:pt x="292482" y="153029"/>
                  </a:lnTo>
                  <a:lnTo>
                    <a:pt x="291236" y="152108"/>
                  </a:lnTo>
                  <a:lnTo>
                    <a:pt x="290642" y="152436"/>
                  </a:lnTo>
                  <a:lnTo>
                    <a:pt x="290420" y="152861"/>
                  </a:lnTo>
                  <a:lnTo>
                    <a:pt x="289646" y="154342"/>
                  </a:lnTo>
                  <a:lnTo>
                    <a:pt x="289473" y="154673"/>
                  </a:lnTo>
                  <a:lnTo>
                    <a:pt x="289241" y="155118"/>
                  </a:lnTo>
                  <a:lnTo>
                    <a:pt x="288335" y="156318"/>
                  </a:lnTo>
                  <a:lnTo>
                    <a:pt x="284174" y="157021"/>
                  </a:lnTo>
                  <a:lnTo>
                    <a:pt x="286008" y="157757"/>
                  </a:lnTo>
                  <a:lnTo>
                    <a:pt x="285714" y="158590"/>
                  </a:lnTo>
                  <a:lnTo>
                    <a:pt x="284633" y="161647"/>
                  </a:lnTo>
                  <a:lnTo>
                    <a:pt x="283056" y="162244"/>
                  </a:lnTo>
                  <a:lnTo>
                    <a:pt x="282865" y="162317"/>
                  </a:lnTo>
                  <a:lnTo>
                    <a:pt x="281932" y="162670"/>
                  </a:lnTo>
                  <a:lnTo>
                    <a:pt x="281363" y="167348"/>
                  </a:lnTo>
                  <a:lnTo>
                    <a:pt x="281325" y="167655"/>
                  </a:lnTo>
                  <a:lnTo>
                    <a:pt x="281195" y="167478"/>
                  </a:lnTo>
                  <a:lnTo>
                    <a:pt x="281096" y="167344"/>
                  </a:lnTo>
                  <a:lnTo>
                    <a:pt x="280762" y="167420"/>
                  </a:lnTo>
                  <a:lnTo>
                    <a:pt x="280484" y="167483"/>
                  </a:lnTo>
                  <a:lnTo>
                    <a:pt x="280356" y="167512"/>
                  </a:lnTo>
                  <a:lnTo>
                    <a:pt x="280141" y="167561"/>
                  </a:lnTo>
                  <a:lnTo>
                    <a:pt x="279800" y="167638"/>
                  </a:lnTo>
                  <a:lnTo>
                    <a:pt x="279557" y="167693"/>
                  </a:lnTo>
                  <a:lnTo>
                    <a:pt x="279101" y="167478"/>
                  </a:lnTo>
                  <a:lnTo>
                    <a:pt x="278817" y="167344"/>
                  </a:lnTo>
                  <a:lnTo>
                    <a:pt x="278529" y="167529"/>
                  </a:lnTo>
                  <a:lnTo>
                    <a:pt x="277987" y="167877"/>
                  </a:lnTo>
                  <a:lnTo>
                    <a:pt x="277335" y="168296"/>
                  </a:lnTo>
                  <a:lnTo>
                    <a:pt x="276947" y="168546"/>
                  </a:lnTo>
                  <a:lnTo>
                    <a:pt x="275750" y="169315"/>
                  </a:lnTo>
                  <a:lnTo>
                    <a:pt x="275621" y="169399"/>
                  </a:lnTo>
                  <a:lnTo>
                    <a:pt x="273993" y="168065"/>
                  </a:lnTo>
                  <a:lnTo>
                    <a:pt x="273589" y="167733"/>
                  </a:lnTo>
                  <a:lnTo>
                    <a:pt x="272164" y="167964"/>
                  </a:lnTo>
                  <a:lnTo>
                    <a:pt x="271876" y="168122"/>
                  </a:lnTo>
                  <a:lnTo>
                    <a:pt x="271562" y="168389"/>
                  </a:lnTo>
                  <a:lnTo>
                    <a:pt x="269046" y="170530"/>
                  </a:lnTo>
                  <a:lnTo>
                    <a:pt x="270806" y="172575"/>
                  </a:lnTo>
                  <a:lnTo>
                    <a:pt x="270590" y="172718"/>
                  </a:lnTo>
                  <a:lnTo>
                    <a:pt x="269323" y="173556"/>
                  </a:lnTo>
                  <a:lnTo>
                    <a:pt x="268817" y="174187"/>
                  </a:lnTo>
                  <a:lnTo>
                    <a:pt x="267803" y="175450"/>
                  </a:lnTo>
                  <a:lnTo>
                    <a:pt x="266017" y="177676"/>
                  </a:lnTo>
                  <a:lnTo>
                    <a:pt x="265674" y="178103"/>
                  </a:lnTo>
                  <a:lnTo>
                    <a:pt x="265238" y="178646"/>
                  </a:lnTo>
                  <a:lnTo>
                    <a:pt x="264725" y="179285"/>
                  </a:lnTo>
                  <a:lnTo>
                    <a:pt x="264489" y="179540"/>
                  </a:lnTo>
                  <a:lnTo>
                    <a:pt x="264069" y="179995"/>
                  </a:lnTo>
                  <a:lnTo>
                    <a:pt x="263213" y="180920"/>
                  </a:lnTo>
                  <a:lnTo>
                    <a:pt x="260573" y="183886"/>
                  </a:lnTo>
                  <a:lnTo>
                    <a:pt x="267304" y="191081"/>
                  </a:lnTo>
                  <a:lnTo>
                    <a:pt x="267670" y="191471"/>
                  </a:lnTo>
                  <a:lnTo>
                    <a:pt x="267441" y="191601"/>
                  </a:lnTo>
                  <a:lnTo>
                    <a:pt x="264567" y="193243"/>
                  </a:lnTo>
                  <a:lnTo>
                    <a:pt x="261284" y="190093"/>
                  </a:lnTo>
                  <a:lnTo>
                    <a:pt x="258682" y="195111"/>
                  </a:lnTo>
                  <a:lnTo>
                    <a:pt x="258538" y="195389"/>
                  </a:lnTo>
                  <a:lnTo>
                    <a:pt x="258007" y="195485"/>
                  </a:lnTo>
                  <a:lnTo>
                    <a:pt x="257573" y="195118"/>
                  </a:lnTo>
                  <a:lnTo>
                    <a:pt x="254704" y="194653"/>
                  </a:lnTo>
                  <a:lnTo>
                    <a:pt x="248644" y="198854"/>
                  </a:lnTo>
                  <a:lnTo>
                    <a:pt x="249499" y="200408"/>
                  </a:lnTo>
                  <a:lnTo>
                    <a:pt x="247504" y="202835"/>
                  </a:lnTo>
                  <a:lnTo>
                    <a:pt x="243386" y="205491"/>
                  </a:lnTo>
                  <a:lnTo>
                    <a:pt x="242198" y="208646"/>
                  </a:lnTo>
                  <a:lnTo>
                    <a:pt x="238304" y="209132"/>
                  </a:lnTo>
                  <a:lnTo>
                    <a:pt x="234884" y="199519"/>
                  </a:lnTo>
                  <a:lnTo>
                    <a:pt x="224625" y="190781"/>
                  </a:lnTo>
                  <a:lnTo>
                    <a:pt x="223770" y="184664"/>
                  </a:lnTo>
                  <a:lnTo>
                    <a:pt x="218926" y="176508"/>
                  </a:lnTo>
                  <a:lnTo>
                    <a:pt x="211517" y="172430"/>
                  </a:lnTo>
                  <a:lnTo>
                    <a:pt x="206672" y="167187"/>
                  </a:lnTo>
                  <a:lnTo>
                    <a:pt x="199833" y="161944"/>
                  </a:lnTo>
                  <a:lnTo>
                    <a:pt x="190714" y="160488"/>
                  </a:lnTo>
                  <a:lnTo>
                    <a:pt x="183401" y="164418"/>
                  </a:lnTo>
                  <a:lnTo>
                    <a:pt x="185538" y="174030"/>
                  </a:lnTo>
                  <a:lnTo>
                    <a:pt x="180076" y="183157"/>
                  </a:lnTo>
                  <a:lnTo>
                    <a:pt x="179501" y="183729"/>
                  </a:lnTo>
                  <a:lnTo>
                    <a:pt x="176939" y="182616"/>
                  </a:lnTo>
                  <a:lnTo>
                    <a:pt x="176652" y="182282"/>
                  </a:lnTo>
                  <a:lnTo>
                    <a:pt x="173953" y="179348"/>
                  </a:lnTo>
                  <a:lnTo>
                    <a:pt x="173289" y="179103"/>
                  </a:lnTo>
                  <a:lnTo>
                    <a:pt x="169652" y="177758"/>
                  </a:lnTo>
                  <a:lnTo>
                    <a:pt x="169489" y="177698"/>
                  </a:lnTo>
                  <a:lnTo>
                    <a:pt x="164549" y="176383"/>
                  </a:lnTo>
                  <a:lnTo>
                    <a:pt x="159286" y="176806"/>
                  </a:lnTo>
                  <a:lnTo>
                    <a:pt x="157932" y="176915"/>
                  </a:lnTo>
                  <a:lnTo>
                    <a:pt x="157195" y="176974"/>
                  </a:lnTo>
                  <a:lnTo>
                    <a:pt x="156746" y="177038"/>
                  </a:lnTo>
                  <a:lnTo>
                    <a:pt x="151104" y="177850"/>
                  </a:lnTo>
                  <a:lnTo>
                    <a:pt x="149740" y="178046"/>
                  </a:lnTo>
                  <a:lnTo>
                    <a:pt x="145834" y="175431"/>
                  </a:lnTo>
                  <a:lnTo>
                    <a:pt x="142222" y="178907"/>
                  </a:lnTo>
                  <a:lnTo>
                    <a:pt x="141326" y="179869"/>
                  </a:lnTo>
                  <a:lnTo>
                    <a:pt x="139093" y="178801"/>
                  </a:lnTo>
                  <a:lnTo>
                    <a:pt x="137241" y="178462"/>
                  </a:lnTo>
                  <a:lnTo>
                    <a:pt x="135294" y="179433"/>
                  </a:lnTo>
                  <a:lnTo>
                    <a:pt x="133727" y="180840"/>
                  </a:lnTo>
                  <a:lnTo>
                    <a:pt x="130259" y="179433"/>
                  </a:lnTo>
                  <a:lnTo>
                    <a:pt x="129689" y="180840"/>
                  </a:lnTo>
                  <a:lnTo>
                    <a:pt x="122708" y="180695"/>
                  </a:lnTo>
                  <a:lnTo>
                    <a:pt x="122138" y="183802"/>
                  </a:lnTo>
                  <a:lnTo>
                    <a:pt x="112306" y="183802"/>
                  </a:lnTo>
                  <a:lnTo>
                    <a:pt x="108507" y="182345"/>
                  </a:lnTo>
                  <a:lnTo>
                    <a:pt x="106702" y="180064"/>
                  </a:lnTo>
                  <a:lnTo>
                    <a:pt x="104612" y="176568"/>
                  </a:lnTo>
                  <a:lnTo>
                    <a:pt x="103803" y="172959"/>
                  </a:lnTo>
                  <a:lnTo>
                    <a:pt x="102950" y="173316"/>
                  </a:lnTo>
                  <a:lnTo>
                    <a:pt x="99815" y="171034"/>
                  </a:lnTo>
                  <a:lnTo>
                    <a:pt x="95778" y="178801"/>
                  </a:lnTo>
                  <a:lnTo>
                    <a:pt x="83334" y="187394"/>
                  </a:lnTo>
                  <a:lnTo>
                    <a:pt x="71746" y="191084"/>
                  </a:lnTo>
                  <a:lnTo>
                    <a:pt x="69236" y="188167"/>
                  </a:lnTo>
                  <a:lnTo>
                    <a:pt x="61342" y="192665"/>
                  </a:lnTo>
                  <a:lnTo>
                    <a:pt x="59054" y="188115"/>
                  </a:lnTo>
                  <a:lnTo>
                    <a:pt x="58148" y="186312"/>
                  </a:lnTo>
                  <a:lnTo>
                    <a:pt x="59429" y="185593"/>
                  </a:lnTo>
                  <a:lnTo>
                    <a:pt x="68521" y="180487"/>
                  </a:lnTo>
                  <a:lnTo>
                    <a:pt x="70345" y="183516"/>
                  </a:lnTo>
                  <a:lnTo>
                    <a:pt x="82314" y="175710"/>
                  </a:lnTo>
                  <a:lnTo>
                    <a:pt x="71599" y="173612"/>
                  </a:lnTo>
                  <a:lnTo>
                    <a:pt x="71941" y="166622"/>
                  </a:lnTo>
                  <a:lnTo>
                    <a:pt x="79464" y="167437"/>
                  </a:lnTo>
                  <a:lnTo>
                    <a:pt x="83681" y="159864"/>
                  </a:lnTo>
                  <a:lnTo>
                    <a:pt x="76842" y="157417"/>
                  </a:lnTo>
                  <a:lnTo>
                    <a:pt x="74676" y="161961"/>
                  </a:lnTo>
                  <a:lnTo>
                    <a:pt x="70798" y="160545"/>
                  </a:lnTo>
                  <a:lnTo>
                    <a:pt x="66697" y="165806"/>
                  </a:lnTo>
                  <a:lnTo>
                    <a:pt x="60919" y="163315"/>
                  </a:lnTo>
                  <a:lnTo>
                    <a:pt x="54239" y="167742"/>
                  </a:lnTo>
                  <a:lnTo>
                    <a:pt x="50241" y="159569"/>
                  </a:lnTo>
                  <a:lnTo>
                    <a:pt x="49014" y="157062"/>
                  </a:lnTo>
                  <a:lnTo>
                    <a:pt x="45991" y="158166"/>
                  </a:lnTo>
                  <a:lnTo>
                    <a:pt x="43695" y="159004"/>
                  </a:lnTo>
                  <a:lnTo>
                    <a:pt x="38998" y="151824"/>
                  </a:lnTo>
                  <a:lnTo>
                    <a:pt x="34211" y="144950"/>
                  </a:lnTo>
                  <a:lnTo>
                    <a:pt x="30776" y="133080"/>
                  </a:lnTo>
                  <a:lnTo>
                    <a:pt x="27927" y="128128"/>
                  </a:lnTo>
                  <a:lnTo>
                    <a:pt x="22037" y="122108"/>
                  </a:lnTo>
                  <a:lnTo>
                    <a:pt x="19757" y="123953"/>
                  </a:lnTo>
                  <a:lnTo>
                    <a:pt x="11719" y="121188"/>
                  </a:lnTo>
                  <a:lnTo>
                    <a:pt x="8987" y="120248"/>
                  </a:lnTo>
                  <a:lnTo>
                    <a:pt x="0" y="117157"/>
                  </a:lnTo>
                  <a:lnTo>
                    <a:pt x="7330" y="106017"/>
                  </a:lnTo>
                  <a:lnTo>
                    <a:pt x="7988" y="105017"/>
                  </a:lnTo>
                  <a:lnTo>
                    <a:pt x="10677" y="106939"/>
                  </a:lnTo>
                  <a:lnTo>
                    <a:pt x="13509" y="108962"/>
                  </a:lnTo>
                  <a:lnTo>
                    <a:pt x="17665" y="109569"/>
                  </a:lnTo>
                  <a:lnTo>
                    <a:pt x="18210" y="109012"/>
                  </a:lnTo>
                  <a:lnTo>
                    <a:pt x="18410" y="108807"/>
                  </a:lnTo>
                  <a:lnTo>
                    <a:pt x="18971" y="108234"/>
                  </a:lnTo>
                  <a:lnTo>
                    <a:pt x="17190" y="103986"/>
                  </a:lnTo>
                  <a:lnTo>
                    <a:pt x="10163" y="97641"/>
                  </a:lnTo>
                  <a:lnTo>
                    <a:pt x="13700" y="93338"/>
                  </a:lnTo>
                  <a:lnTo>
                    <a:pt x="8997" y="84203"/>
                  </a:lnTo>
                  <a:lnTo>
                    <a:pt x="14756" y="80683"/>
                  </a:lnTo>
                  <a:lnTo>
                    <a:pt x="22830" y="80623"/>
                  </a:lnTo>
                  <a:lnTo>
                    <a:pt x="27461" y="78195"/>
                  </a:lnTo>
                  <a:lnTo>
                    <a:pt x="28208" y="77760"/>
                  </a:lnTo>
                  <a:lnTo>
                    <a:pt x="34581" y="74052"/>
                  </a:lnTo>
                  <a:lnTo>
                    <a:pt x="35179" y="73705"/>
                  </a:lnTo>
                  <a:lnTo>
                    <a:pt x="36606" y="78982"/>
                  </a:lnTo>
                  <a:lnTo>
                    <a:pt x="37197" y="81169"/>
                  </a:lnTo>
                  <a:lnTo>
                    <a:pt x="37441" y="81015"/>
                  </a:lnTo>
                  <a:lnTo>
                    <a:pt x="42956" y="77528"/>
                  </a:lnTo>
                  <a:lnTo>
                    <a:pt x="46221" y="75586"/>
                  </a:lnTo>
                  <a:lnTo>
                    <a:pt x="64982" y="73644"/>
                  </a:lnTo>
                  <a:lnTo>
                    <a:pt x="64829" y="75455"/>
                  </a:lnTo>
                  <a:lnTo>
                    <a:pt x="64784" y="76333"/>
                  </a:lnTo>
                  <a:lnTo>
                    <a:pt x="65503" y="85661"/>
                  </a:lnTo>
                  <a:lnTo>
                    <a:pt x="77586" y="84147"/>
                  </a:lnTo>
                  <a:lnTo>
                    <a:pt x="80921" y="85008"/>
                  </a:lnTo>
                  <a:lnTo>
                    <a:pt x="82762" y="85484"/>
                  </a:lnTo>
                  <a:lnTo>
                    <a:pt x="88187" y="86885"/>
                  </a:lnTo>
                  <a:lnTo>
                    <a:pt x="96835" y="89630"/>
                  </a:lnTo>
                  <a:lnTo>
                    <a:pt x="97400" y="89918"/>
                  </a:lnTo>
                  <a:lnTo>
                    <a:pt x="97770" y="90008"/>
                  </a:lnTo>
                  <a:lnTo>
                    <a:pt x="98214" y="91492"/>
                  </a:lnTo>
                  <a:lnTo>
                    <a:pt x="97124" y="93324"/>
                  </a:lnTo>
                  <a:lnTo>
                    <a:pt x="96947" y="93509"/>
                  </a:lnTo>
                  <a:lnTo>
                    <a:pt x="96729" y="93736"/>
                  </a:lnTo>
                  <a:lnTo>
                    <a:pt x="96294" y="94287"/>
                  </a:lnTo>
                  <a:lnTo>
                    <a:pt x="95766" y="94955"/>
                  </a:lnTo>
                  <a:lnTo>
                    <a:pt x="95316" y="95438"/>
                  </a:lnTo>
                  <a:lnTo>
                    <a:pt x="95052" y="95720"/>
                  </a:lnTo>
                  <a:lnTo>
                    <a:pt x="94686" y="96113"/>
                  </a:lnTo>
                  <a:lnTo>
                    <a:pt x="95435" y="96756"/>
                  </a:lnTo>
                  <a:lnTo>
                    <a:pt x="98366" y="99272"/>
                  </a:lnTo>
                  <a:lnTo>
                    <a:pt x="99311" y="100000"/>
                  </a:lnTo>
                  <a:lnTo>
                    <a:pt x="99784" y="100365"/>
                  </a:lnTo>
                  <a:lnTo>
                    <a:pt x="100923" y="101373"/>
                  </a:lnTo>
                  <a:lnTo>
                    <a:pt x="101745" y="102299"/>
                  </a:lnTo>
                  <a:lnTo>
                    <a:pt x="102373" y="103006"/>
                  </a:lnTo>
                  <a:lnTo>
                    <a:pt x="102659" y="103397"/>
                  </a:lnTo>
                  <a:lnTo>
                    <a:pt x="103702" y="104820"/>
                  </a:lnTo>
                  <a:lnTo>
                    <a:pt x="104409" y="105538"/>
                  </a:lnTo>
                  <a:lnTo>
                    <a:pt x="105728" y="106650"/>
                  </a:lnTo>
                  <a:lnTo>
                    <a:pt x="106195" y="107043"/>
                  </a:lnTo>
                  <a:lnTo>
                    <a:pt x="106819" y="107569"/>
                  </a:lnTo>
                  <a:lnTo>
                    <a:pt x="107323" y="107949"/>
                  </a:lnTo>
                  <a:lnTo>
                    <a:pt x="109708" y="109745"/>
                  </a:lnTo>
                  <a:lnTo>
                    <a:pt x="110939" y="110509"/>
                  </a:lnTo>
                  <a:lnTo>
                    <a:pt x="111229" y="110689"/>
                  </a:lnTo>
                  <a:lnTo>
                    <a:pt x="112994" y="111784"/>
                  </a:lnTo>
                  <a:lnTo>
                    <a:pt x="112232" y="113140"/>
                  </a:lnTo>
                  <a:lnTo>
                    <a:pt x="111988" y="113574"/>
                  </a:lnTo>
                  <a:lnTo>
                    <a:pt x="111345" y="113660"/>
                  </a:lnTo>
                  <a:lnTo>
                    <a:pt x="110538" y="115441"/>
                  </a:lnTo>
                  <a:lnTo>
                    <a:pt x="110344" y="116467"/>
                  </a:lnTo>
                  <a:lnTo>
                    <a:pt x="110596" y="116613"/>
                  </a:lnTo>
                  <a:lnTo>
                    <a:pt x="111181" y="116951"/>
                  </a:lnTo>
                  <a:lnTo>
                    <a:pt x="112641" y="117796"/>
                  </a:lnTo>
                  <a:lnTo>
                    <a:pt x="113358" y="118212"/>
                  </a:lnTo>
                  <a:lnTo>
                    <a:pt x="113622" y="118365"/>
                  </a:lnTo>
                  <a:lnTo>
                    <a:pt x="114297" y="118755"/>
                  </a:lnTo>
                  <a:lnTo>
                    <a:pt x="115809" y="119631"/>
                  </a:lnTo>
                  <a:lnTo>
                    <a:pt x="118757" y="121337"/>
                  </a:lnTo>
                  <a:lnTo>
                    <a:pt x="119030" y="121533"/>
                  </a:lnTo>
                  <a:lnTo>
                    <a:pt x="119954" y="122196"/>
                  </a:lnTo>
                  <a:lnTo>
                    <a:pt x="120648" y="122722"/>
                  </a:lnTo>
                  <a:lnTo>
                    <a:pt x="126263" y="126976"/>
                  </a:lnTo>
                  <a:lnTo>
                    <a:pt x="126507" y="126580"/>
                  </a:lnTo>
                  <a:lnTo>
                    <a:pt x="126592" y="126442"/>
                  </a:lnTo>
                  <a:lnTo>
                    <a:pt x="126698" y="126270"/>
                  </a:lnTo>
                  <a:lnTo>
                    <a:pt x="129036" y="123735"/>
                  </a:lnTo>
                  <a:lnTo>
                    <a:pt x="130393" y="122193"/>
                  </a:lnTo>
                  <a:lnTo>
                    <a:pt x="130546" y="121002"/>
                  </a:lnTo>
                  <a:lnTo>
                    <a:pt x="130571" y="120834"/>
                  </a:lnTo>
                  <a:lnTo>
                    <a:pt x="130744" y="119686"/>
                  </a:lnTo>
                  <a:lnTo>
                    <a:pt x="130979" y="118120"/>
                  </a:lnTo>
                  <a:lnTo>
                    <a:pt x="131448" y="115007"/>
                  </a:lnTo>
                  <a:lnTo>
                    <a:pt x="137631" y="117292"/>
                  </a:lnTo>
                  <a:lnTo>
                    <a:pt x="139854" y="118114"/>
                  </a:lnTo>
                  <a:lnTo>
                    <a:pt x="142066" y="114030"/>
                  </a:lnTo>
                  <a:lnTo>
                    <a:pt x="142802" y="112843"/>
                  </a:lnTo>
                  <a:lnTo>
                    <a:pt x="144651" y="109864"/>
                  </a:lnTo>
                  <a:lnTo>
                    <a:pt x="145875" y="107890"/>
                  </a:lnTo>
                  <a:lnTo>
                    <a:pt x="149926" y="109054"/>
                  </a:lnTo>
                  <a:lnTo>
                    <a:pt x="154373" y="108925"/>
                  </a:lnTo>
                  <a:lnTo>
                    <a:pt x="155175" y="108324"/>
                  </a:lnTo>
                  <a:lnTo>
                    <a:pt x="155706" y="107541"/>
                  </a:lnTo>
                  <a:lnTo>
                    <a:pt x="155074" y="106149"/>
                  </a:lnTo>
                  <a:lnTo>
                    <a:pt x="154614" y="104876"/>
                  </a:lnTo>
                  <a:lnTo>
                    <a:pt x="157109" y="103802"/>
                  </a:lnTo>
                  <a:lnTo>
                    <a:pt x="156233" y="102297"/>
                  </a:lnTo>
                  <a:lnTo>
                    <a:pt x="154646" y="100389"/>
                  </a:lnTo>
                  <a:lnTo>
                    <a:pt x="154272" y="100028"/>
                  </a:lnTo>
                  <a:lnTo>
                    <a:pt x="152880" y="98688"/>
                  </a:lnTo>
                  <a:lnTo>
                    <a:pt x="148368" y="95775"/>
                  </a:lnTo>
                  <a:lnTo>
                    <a:pt x="146112" y="91042"/>
                  </a:lnTo>
                  <a:lnTo>
                    <a:pt x="145603" y="89879"/>
                  </a:lnTo>
                  <a:lnTo>
                    <a:pt x="140523" y="85781"/>
                  </a:lnTo>
                  <a:lnTo>
                    <a:pt x="139285" y="85071"/>
                  </a:lnTo>
                  <a:lnTo>
                    <a:pt x="136007" y="83189"/>
                  </a:lnTo>
                  <a:lnTo>
                    <a:pt x="134761" y="82473"/>
                  </a:lnTo>
                  <a:lnTo>
                    <a:pt x="134525" y="82352"/>
                  </a:lnTo>
                  <a:lnTo>
                    <a:pt x="132060" y="80740"/>
                  </a:lnTo>
                  <a:lnTo>
                    <a:pt x="126525" y="77119"/>
                  </a:lnTo>
                  <a:lnTo>
                    <a:pt x="124291" y="74472"/>
                  </a:lnTo>
                  <a:lnTo>
                    <a:pt x="121890" y="73328"/>
                  </a:lnTo>
                  <a:lnTo>
                    <a:pt x="123780" y="70164"/>
                  </a:lnTo>
                  <a:lnTo>
                    <a:pt x="127170" y="65324"/>
                  </a:lnTo>
                  <a:lnTo>
                    <a:pt x="144801" y="72043"/>
                  </a:lnTo>
                  <a:lnTo>
                    <a:pt x="148372" y="66994"/>
                  </a:lnTo>
                  <a:lnTo>
                    <a:pt x="146206" y="64276"/>
                  </a:lnTo>
                  <a:lnTo>
                    <a:pt x="148372" y="61518"/>
                  </a:lnTo>
                  <a:lnTo>
                    <a:pt x="146548" y="59227"/>
                  </a:lnTo>
                  <a:lnTo>
                    <a:pt x="145713" y="55227"/>
                  </a:lnTo>
                  <a:lnTo>
                    <a:pt x="141609" y="51149"/>
                  </a:lnTo>
                  <a:lnTo>
                    <a:pt x="140773" y="49284"/>
                  </a:lnTo>
                  <a:lnTo>
                    <a:pt x="141381" y="38954"/>
                  </a:lnTo>
                  <a:lnTo>
                    <a:pt x="139291" y="37206"/>
                  </a:lnTo>
                  <a:lnTo>
                    <a:pt x="138037" y="35497"/>
                  </a:lnTo>
                  <a:lnTo>
                    <a:pt x="139253" y="33982"/>
                  </a:lnTo>
                  <a:lnTo>
                    <a:pt x="130628" y="28273"/>
                  </a:lnTo>
                  <a:lnTo>
                    <a:pt x="131692" y="27225"/>
                  </a:lnTo>
                  <a:lnTo>
                    <a:pt x="138151" y="21360"/>
                  </a:lnTo>
                  <a:lnTo>
                    <a:pt x="138797" y="20040"/>
                  </a:lnTo>
                  <a:lnTo>
                    <a:pt x="139405" y="18059"/>
                  </a:lnTo>
                  <a:lnTo>
                    <a:pt x="140127" y="17205"/>
                  </a:lnTo>
                  <a:lnTo>
                    <a:pt x="141343" y="16544"/>
                  </a:lnTo>
                  <a:lnTo>
                    <a:pt x="142407" y="16544"/>
                  </a:lnTo>
                  <a:lnTo>
                    <a:pt x="144269" y="16894"/>
                  </a:lnTo>
                  <a:lnTo>
                    <a:pt x="148106" y="16156"/>
                  </a:lnTo>
                  <a:lnTo>
                    <a:pt x="160911" y="4466"/>
                  </a:lnTo>
                  <a:lnTo>
                    <a:pt x="166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93021" y="4931522"/>
              <a:ext cx="140841" cy="119094"/>
            </a:xfrm>
            <a:custGeom>
              <a:avLst/>
              <a:pathLst>
                <a:path w="140841" h="119094">
                  <a:moveTo>
                    <a:pt x="133088" y="18163"/>
                  </a:moveTo>
                  <a:lnTo>
                    <a:pt x="128478" y="36628"/>
                  </a:lnTo>
                  <a:lnTo>
                    <a:pt x="132040" y="36483"/>
                  </a:lnTo>
                  <a:lnTo>
                    <a:pt x="134608" y="35818"/>
                  </a:lnTo>
                  <a:lnTo>
                    <a:pt x="134961" y="51144"/>
                  </a:lnTo>
                  <a:lnTo>
                    <a:pt x="140708" y="52891"/>
                  </a:lnTo>
                  <a:lnTo>
                    <a:pt x="140841" y="52968"/>
                  </a:lnTo>
                  <a:lnTo>
                    <a:pt x="140318" y="54176"/>
                  </a:lnTo>
                  <a:lnTo>
                    <a:pt x="139359" y="56015"/>
                  </a:lnTo>
                  <a:lnTo>
                    <a:pt x="138760" y="56677"/>
                  </a:lnTo>
                  <a:lnTo>
                    <a:pt x="138076" y="57317"/>
                  </a:lnTo>
                  <a:lnTo>
                    <a:pt x="137939" y="57517"/>
                  </a:lnTo>
                  <a:lnTo>
                    <a:pt x="137307" y="58434"/>
                  </a:lnTo>
                  <a:lnTo>
                    <a:pt x="136597" y="60536"/>
                  </a:lnTo>
                  <a:lnTo>
                    <a:pt x="136374" y="61173"/>
                  </a:lnTo>
                  <a:lnTo>
                    <a:pt x="134769" y="64511"/>
                  </a:lnTo>
                  <a:lnTo>
                    <a:pt x="134289" y="65382"/>
                  </a:lnTo>
                  <a:lnTo>
                    <a:pt x="131971" y="64489"/>
                  </a:lnTo>
                  <a:lnTo>
                    <a:pt x="130253" y="64097"/>
                  </a:lnTo>
                  <a:lnTo>
                    <a:pt x="128596" y="64128"/>
                  </a:lnTo>
                  <a:lnTo>
                    <a:pt x="121532" y="65114"/>
                  </a:lnTo>
                  <a:lnTo>
                    <a:pt x="121089" y="65176"/>
                  </a:lnTo>
                  <a:lnTo>
                    <a:pt x="120251" y="65744"/>
                  </a:lnTo>
                  <a:lnTo>
                    <a:pt x="121206" y="64746"/>
                  </a:lnTo>
                  <a:lnTo>
                    <a:pt x="122743" y="63141"/>
                  </a:lnTo>
                  <a:lnTo>
                    <a:pt x="120208" y="62421"/>
                  </a:lnTo>
                  <a:lnTo>
                    <a:pt x="120012" y="62365"/>
                  </a:lnTo>
                  <a:lnTo>
                    <a:pt x="117661" y="60919"/>
                  </a:lnTo>
                  <a:lnTo>
                    <a:pt x="115667" y="59692"/>
                  </a:lnTo>
                  <a:lnTo>
                    <a:pt x="115176" y="59397"/>
                  </a:lnTo>
                  <a:lnTo>
                    <a:pt x="111873" y="57412"/>
                  </a:lnTo>
                  <a:lnTo>
                    <a:pt x="111646" y="57276"/>
                  </a:lnTo>
                  <a:lnTo>
                    <a:pt x="110092" y="56346"/>
                  </a:lnTo>
                  <a:lnTo>
                    <a:pt x="108551" y="55038"/>
                  </a:lnTo>
                  <a:lnTo>
                    <a:pt x="109099" y="54008"/>
                  </a:lnTo>
                  <a:lnTo>
                    <a:pt x="109445" y="53358"/>
                  </a:lnTo>
                  <a:lnTo>
                    <a:pt x="109920" y="52465"/>
                  </a:lnTo>
                  <a:lnTo>
                    <a:pt x="110049" y="52223"/>
                  </a:lnTo>
                  <a:lnTo>
                    <a:pt x="110398" y="51740"/>
                  </a:lnTo>
                  <a:lnTo>
                    <a:pt x="110221" y="51666"/>
                  </a:lnTo>
                  <a:lnTo>
                    <a:pt x="107007" y="49773"/>
                  </a:lnTo>
                  <a:lnTo>
                    <a:pt x="104846" y="48739"/>
                  </a:lnTo>
                  <a:lnTo>
                    <a:pt x="103315" y="48076"/>
                  </a:lnTo>
                  <a:lnTo>
                    <a:pt x="103165" y="48011"/>
                  </a:lnTo>
                  <a:lnTo>
                    <a:pt x="101903" y="47809"/>
                  </a:lnTo>
                  <a:lnTo>
                    <a:pt x="101478" y="47742"/>
                  </a:lnTo>
                  <a:lnTo>
                    <a:pt x="100382" y="47613"/>
                  </a:lnTo>
                  <a:lnTo>
                    <a:pt x="99384" y="47574"/>
                  </a:lnTo>
                  <a:lnTo>
                    <a:pt x="98664" y="47680"/>
                  </a:lnTo>
                  <a:lnTo>
                    <a:pt x="95349" y="48167"/>
                  </a:lnTo>
                  <a:lnTo>
                    <a:pt x="95214" y="48195"/>
                  </a:lnTo>
                  <a:lnTo>
                    <a:pt x="95175" y="48036"/>
                  </a:lnTo>
                  <a:lnTo>
                    <a:pt x="94920" y="48032"/>
                  </a:lnTo>
                  <a:lnTo>
                    <a:pt x="94234" y="48022"/>
                  </a:lnTo>
                  <a:lnTo>
                    <a:pt x="93703" y="48015"/>
                  </a:lnTo>
                  <a:lnTo>
                    <a:pt x="92821" y="47844"/>
                  </a:lnTo>
                  <a:lnTo>
                    <a:pt x="92169" y="47518"/>
                  </a:lnTo>
                  <a:lnTo>
                    <a:pt x="91434" y="47151"/>
                  </a:lnTo>
                  <a:lnTo>
                    <a:pt x="90759" y="46071"/>
                  </a:lnTo>
                  <a:lnTo>
                    <a:pt x="90227" y="45433"/>
                  </a:lnTo>
                  <a:lnTo>
                    <a:pt x="90098" y="45304"/>
                  </a:lnTo>
                  <a:lnTo>
                    <a:pt x="89203" y="44674"/>
                  </a:lnTo>
                  <a:lnTo>
                    <a:pt x="89058" y="44571"/>
                  </a:lnTo>
                  <a:lnTo>
                    <a:pt x="88238" y="44195"/>
                  </a:lnTo>
                  <a:lnTo>
                    <a:pt x="87623" y="44032"/>
                  </a:lnTo>
                  <a:lnTo>
                    <a:pt x="87437" y="43983"/>
                  </a:lnTo>
                  <a:lnTo>
                    <a:pt x="86701" y="44031"/>
                  </a:lnTo>
                  <a:lnTo>
                    <a:pt x="85822" y="44365"/>
                  </a:lnTo>
                  <a:lnTo>
                    <a:pt x="84021" y="45299"/>
                  </a:lnTo>
                  <a:lnTo>
                    <a:pt x="83731" y="45449"/>
                  </a:lnTo>
                  <a:lnTo>
                    <a:pt x="82401" y="46049"/>
                  </a:lnTo>
                  <a:lnTo>
                    <a:pt x="81857" y="46382"/>
                  </a:lnTo>
                  <a:lnTo>
                    <a:pt x="80851" y="46834"/>
                  </a:lnTo>
                  <a:lnTo>
                    <a:pt x="78708" y="48385"/>
                  </a:lnTo>
                  <a:lnTo>
                    <a:pt x="78239" y="48725"/>
                  </a:lnTo>
                  <a:lnTo>
                    <a:pt x="80281" y="50668"/>
                  </a:lnTo>
                  <a:lnTo>
                    <a:pt x="81468" y="51797"/>
                  </a:lnTo>
                  <a:lnTo>
                    <a:pt x="83616" y="54054"/>
                  </a:lnTo>
                  <a:lnTo>
                    <a:pt x="83871" y="54321"/>
                  </a:lnTo>
                  <a:lnTo>
                    <a:pt x="86121" y="56684"/>
                  </a:lnTo>
                  <a:lnTo>
                    <a:pt x="86569" y="57138"/>
                  </a:lnTo>
                  <a:lnTo>
                    <a:pt x="88826" y="59423"/>
                  </a:lnTo>
                  <a:lnTo>
                    <a:pt x="89853" y="60463"/>
                  </a:lnTo>
                  <a:lnTo>
                    <a:pt x="89731" y="60633"/>
                  </a:lnTo>
                  <a:lnTo>
                    <a:pt x="86104" y="65688"/>
                  </a:lnTo>
                  <a:lnTo>
                    <a:pt x="82924" y="64279"/>
                  </a:lnTo>
                  <a:lnTo>
                    <a:pt x="80825" y="63349"/>
                  </a:lnTo>
                  <a:lnTo>
                    <a:pt x="79259" y="62528"/>
                  </a:lnTo>
                  <a:lnTo>
                    <a:pt x="75972" y="61130"/>
                  </a:lnTo>
                  <a:lnTo>
                    <a:pt x="75742" y="60806"/>
                  </a:lnTo>
                  <a:lnTo>
                    <a:pt x="74148" y="58567"/>
                  </a:lnTo>
                  <a:lnTo>
                    <a:pt x="73435" y="57718"/>
                  </a:lnTo>
                  <a:lnTo>
                    <a:pt x="69362" y="56213"/>
                  </a:lnTo>
                  <a:lnTo>
                    <a:pt x="68768" y="56223"/>
                  </a:lnTo>
                  <a:lnTo>
                    <a:pt x="63184" y="56316"/>
                  </a:lnTo>
                  <a:lnTo>
                    <a:pt x="62921" y="56321"/>
                  </a:lnTo>
                  <a:lnTo>
                    <a:pt x="62885" y="57419"/>
                  </a:lnTo>
                  <a:lnTo>
                    <a:pt x="62878" y="57651"/>
                  </a:lnTo>
                  <a:lnTo>
                    <a:pt x="62824" y="59294"/>
                  </a:lnTo>
                  <a:lnTo>
                    <a:pt x="62796" y="60162"/>
                  </a:lnTo>
                  <a:lnTo>
                    <a:pt x="62852" y="62339"/>
                  </a:lnTo>
                  <a:lnTo>
                    <a:pt x="60729" y="63207"/>
                  </a:lnTo>
                  <a:lnTo>
                    <a:pt x="58636" y="64052"/>
                  </a:lnTo>
                  <a:lnTo>
                    <a:pt x="57461" y="64527"/>
                  </a:lnTo>
                  <a:lnTo>
                    <a:pt x="54838" y="65586"/>
                  </a:lnTo>
                  <a:lnTo>
                    <a:pt x="52887" y="66374"/>
                  </a:lnTo>
                  <a:lnTo>
                    <a:pt x="52451" y="66550"/>
                  </a:lnTo>
                  <a:lnTo>
                    <a:pt x="52189" y="66656"/>
                  </a:lnTo>
                  <a:lnTo>
                    <a:pt x="50672" y="65625"/>
                  </a:lnTo>
                  <a:lnTo>
                    <a:pt x="50454" y="65600"/>
                  </a:lnTo>
                  <a:lnTo>
                    <a:pt x="45184" y="68370"/>
                  </a:lnTo>
                  <a:lnTo>
                    <a:pt x="44076" y="68952"/>
                  </a:lnTo>
                  <a:lnTo>
                    <a:pt x="43413" y="70271"/>
                  </a:lnTo>
                  <a:lnTo>
                    <a:pt x="42769" y="71551"/>
                  </a:lnTo>
                  <a:lnTo>
                    <a:pt x="42066" y="71371"/>
                  </a:lnTo>
                  <a:lnTo>
                    <a:pt x="39435" y="70698"/>
                  </a:lnTo>
                  <a:lnTo>
                    <a:pt x="39410" y="71445"/>
                  </a:lnTo>
                  <a:lnTo>
                    <a:pt x="39375" y="72531"/>
                  </a:lnTo>
                  <a:lnTo>
                    <a:pt x="39285" y="75299"/>
                  </a:lnTo>
                  <a:lnTo>
                    <a:pt x="39456" y="76736"/>
                  </a:lnTo>
                  <a:lnTo>
                    <a:pt x="39559" y="76919"/>
                  </a:lnTo>
                  <a:lnTo>
                    <a:pt x="40102" y="77882"/>
                  </a:lnTo>
                  <a:lnTo>
                    <a:pt x="40644" y="79112"/>
                  </a:lnTo>
                  <a:lnTo>
                    <a:pt x="40937" y="79776"/>
                  </a:lnTo>
                  <a:lnTo>
                    <a:pt x="41052" y="80037"/>
                  </a:lnTo>
                  <a:lnTo>
                    <a:pt x="41171" y="80313"/>
                  </a:lnTo>
                  <a:lnTo>
                    <a:pt x="41831" y="81843"/>
                  </a:lnTo>
                  <a:lnTo>
                    <a:pt x="41953" y="82436"/>
                  </a:lnTo>
                  <a:lnTo>
                    <a:pt x="42124" y="83261"/>
                  </a:lnTo>
                  <a:lnTo>
                    <a:pt x="42382" y="84387"/>
                  </a:lnTo>
                  <a:lnTo>
                    <a:pt x="42788" y="85827"/>
                  </a:lnTo>
                  <a:lnTo>
                    <a:pt x="44642" y="88011"/>
                  </a:lnTo>
                  <a:lnTo>
                    <a:pt x="46495" y="89900"/>
                  </a:lnTo>
                  <a:lnTo>
                    <a:pt x="46653" y="90061"/>
                  </a:lnTo>
                  <a:lnTo>
                    <a:pt x="46861" y="90273"/>
                  </a:lnTo>
                  <a:lnTo>
                    <a:pt x="47179" y="90592"/>
                  </a:lnTo>
                  <a:lnTo>
                    <a:pt x="49122" y="92540"/>
                  </a:lnTo>
                  <a:lnTo>
                    <a:pt x="49691" y="93749"/>
                  </a:lnTo>
                  <a:lnTo>
                    <a:pt x="50663" y="96112"/>
                  </a:lnTo>
                  <a:lnTo>
                    <a:pt x="50859" y="96522"/>
                  </a:lnTo>
                  <a:lnTo>
                    <a:pt x="50988" y="96793"/>
                  </a:lnTo>
                  <a:lnTo>
                    <a:pt x="51515" y="97856"/>
                  </a:lnTo>
                  <a:lnTo>
                    <a:pt x="52783" y="99385"/>
                  </a:lnTo>
                  <a:lnTo>
                    <a:pt x="53879" y="100554"/>
                  </a:lnTo>
                  <a:lnTo>
                    <a:pt x="54532" y="101514"/>
                  </a:lnTo>
                  <a:lnTo>
                    <a:pt x="54670" y="101716"/>
                  </a:lnTo>
                  <a:lnTo>
                    <a:pt x="55006" y="102211"/>
                  </a:lnTo>
                  <a:lnTo>
                    <a:pt x="56346" y="103405"/>
                  </a:lnTo>
                  <a:lnTo>
                    <a:pt x="58112" y="104148"/>
                  </a:lnTo>
                  <a:lnTo>
                    <a:pt x="59722" y="104759"/>
                  </a:lnTo>
                  <a:lnTo>
                    <a:pt x="60658" y="105984"/>
                  </a:lnTo>
                  <a:lnTo>
                    <a:pt x="60677" y="107493"/>
                  </a:lnTo>
                  <a:lnTo>
                    <a:pt x="60464" y="108561"/>
                  </a:lnTo>
                  <a:lnTo>
                    <a:pt x="60155" y="109484"/>
                  </a:lnTo>
                  <a:lnTo>
                    <a:pt x="60013" y="110382"/>
                  </a:lnTo>
                  <a:lnTo>
                    <a:pt x="59965" y="111256"/>
                  </a:lnTo>
                  <a:lnTo>
                    <a:pt x="60108" y="112057"/>
                  </a:lnTo>
                  <a:lnTo>
                    <a:pt x="60392" y="113222"/>
                  </a:lnTo>
                  <a:lnTo>
                    <a:pt x="57795" y="114174"/>
                  </a:lnTo>
                  <a:lnTo>
                    <a:pt x="56142" y="114923"/>
                  </a:lnTo>
                  <a:lnTo>
                    <a:pt x="55030" y="115427"/>
                  </a:lnTo>
                  <a:lnTo>
                    <a:pt x="52757" y="116588"/>
                  </a:lnTo>
                  <a:lnTo>
                    <a:pt x="52213" y="116834"/>
                  </a:lnTo>
                  <a:lnTo>
                    <a:pt x="47433" y="119000"/>
                  </a:lnTo>
                  <a:lnTo>
                    <a:pt x="47214" y="119094"/>
                  </a:lnTo>
                  <a:lnTo>
                    <a:pt x="46347" y="118146"/>
                  </a:lnTo>
                  <a:lnTo>
                    <a:pt x="43331" y="114851"/>
                  </a:lnTo>
                  <a:lnTo>
                    <a:pt x="42170" y="113582"/>
                  </a:lnTo>
                  <a:lnTo>
                    <a:pt x="41777" y="113153"/>
                  </a:lnTo>
                  <a:lnTo>
                    <a:pt x="37029" y="107224"/>
                  </a:lnTo>
                  <a:lnTo>
                    <a:pt x="30477" y="100601"/>
                  </a:lnTo>
                  <a:lnTo>
                    <a:pt x="23889" y="88573"/>
                  </a:lnTo>
                  <a:lnTo>
                    <a:pt x="26293" y="87061"/>
                  </a:lnTo>
                  <a:lnTo>
                    <a:pt x="24875" y="85816"/>
                  </a:lnTo>
                  <a:lnTo>
                    <a:pt x="23799" y="84871"/>
                  </a:lnTo>
                  <a:lnTo>
                    <a:pt x="21885" y="84148"/>
                  </a:lnTo>
                  <a:lnTo>
                    <a:pt x="18960" y="83565"/>
                  </a:lnTo>
                  <a:lnTo>
                    <a:pt x="12633" y="77685"/>
                  </a:lnTo>
                  <a:lnTo>
                    <a:pt x="17820" y="72031"/>
                  </a:lnTo>
                  <a:lnTo>
                    <a:pt x="13298" y="67215"/>
                  </a:lnTo>
                  <a:lnTo>
                    <a:pt x="7733" y="72135"/>
                  </a:lnTo>
                  <a:lnTo>
                    <a:pt x="3096" y="66177"/>
                  </a:lnTo>
                  <a:lnTo>
                    <a:pt x="4749" y="65079"/>
                  </a:lnTo>
                  <a:lnTo>
                    <a:pt x="2280" y="61646"/>
                  </a:lnTo>
                  <a:lnTo>
                    <a:pt x="0" y="58476"/>
                  </a:lnTo>
                  <a:lnTo>
                    <a:pt x="1464" y="57121"/>
                  </a:lnTo>
                  <a:lnTo>
                    <a:pt x="10470" y="48792"/>
                  </a:lnTo>
                  <a:lnTo>
                    <a:pt x="11783" y="47697"/>
                  </a:lnTo>
                  <a:lnTo>
                    <a:pt x="14775" y="50464"/>
                  </a:lnTo>
                  <a:lnTo>
                    <a:pt x="26459" y="40342"/>
                  </a:lnTo>
                  <a:lnTo>
                    <a:pt x="24955" y="37342"/>
                  </a:lnTo>
                  <a:lnTo>
                    <a:pt x="42702" y="22792"/>
                  </a:lnTo>
                  <a:lnTo>
                    <a:pt x="45585" y="20126"/>
                  </a:lnTo>
                  <a:lnTo>
                    <a:pt x="46037" y="20083"/>
                  </a:lnTo>
                  <a:lnTo>
                    <a:pt x="51964" y="25195"/>
                  </a:lnTo>
                  <a:lnTo>
                    <a:pt x="58967" y="29312"/>
                  </a:lnTo>
                  <a:lnTo>
                    <a:pt x="62365" y="38376"/>
                  </a:lnTo>
                  <a:lnTo>
                    <a:pt x="65999" y="38813"/>
                  </a:lnTo>
                  <a:lnTo>
                    <a:pt x="68445" y="29704"/>
                  </a:lnTo>
                  <a:lnTo>
                    <a:pt x="86730" y="27671"/>
                  </a:lnTo>
                  <a:lnTo>
                    <a:pt x="87375" y="23435"/>
                  </a:lnTo>
                  <a:lnTo>
                    <a:pt x="87906" y="19945"/>
                  </a:lnTo>
                  <a:lnTo>
                    <a:pt x="88955" y="13054"/>
                  </a:lnTo>
                  <a:lnTo>
                    <a:pt x="98628" y="5024"/>
                  </a:lnTo>
                  <a:lnTo>
                    <a:pt x="107034" y="291"/>
                  </a:lnTo>
                  <a:lnTo>
                    <a:pt x="113019" y="0"/>
                  </a:lnTo>
                  <a:lnTo>
                    <a:pt x="118433" y="2621"/>
                  </a:lnTo>
                  <a:lnTo>
                    <a:pt x="124275" y="76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32307" y="4953309"/>
              <a:ext cx="215102" cy="262843"/>
            </a:xfrm>
            <a:custGeom>
              <a:avLst/>
              <a:pathLst>
                <a:path w="215102" h="262843">
                  <a:moveTo>
                    <a:pt x="150828" y="2575"/>
                  </a:moveTo>
                  <a:lnTo>
                    <a:pt x="146245" y="12959"/>
                  </a:lnTo>
                  <a:lnTo>
                    <a:pt x="151831" y="15522"/>
                  </a:lnTo>
                  <a:lnTo>
                    <a:pt x="154331" y="9249"/>
                  </a:lnTo>
                  <a:lnTo>
                    <a:pt x="159026" y="11370"/>
                  </a:lnTo>
                  <a:lnTo>
                    <a:pt x="153273" y="27453"/>
                  </a:lnTo>
                  <a:lnTo>
                    <a:pt x="152412" y="30242"/>
                  </a:lnTo>
                  <a:lnTo>
                    <a:pt x="159162" y="31942"/>
                  </a:lnTo>
                  <a:lnTo>
                    <a:pt x="162899" y="32883"/>
                  </a:lnTo>
                  <a:lnTo>
                    <a:pt x="161300" y="40268"/>
                  </a:lnTo>
                  <a:lnTo>
                    <a:pt x="160847" y="42360"/>
                  </a:lnTo>
                  <a:lnTo>
                    <a:pt x="162624" y="42008"/>
                  </a:lnTo>
                  <a:lnTo>
                    <a:pt x="173006" y="39952"/>
                  </a:lnTo>
                  <a:lnTo>
                    <a:pt x="179769" y="47642"/>
                  </a:lnTo>
                  <a:lnTo>
                    <a:pt x="187824" y="53856"/>
                  </a:lnTo>
                  <a:lnTo>
                    <a:pt x="189572" y="55642"/>
                  </a:lnTo>
                  <a:lnTo>
                    <a:pt x="185459" y="63575"/>
                  </a:lnTo>
                  <a:lnTo>
                    <a:pt x="190104" y="63254"/>
                  </a:lnTo>
                  <a:lnTo>
                    <a:pt x="193980" y="64342"/>
                  </a:lnTo>
                  <a:lnTo>
                    <a:pt x="198691" y="67527"/>
                  </a:lnTo>
                  <a:lnTo>
                    <a:pt x="204466" y="72808"/>
                  </a:lnTo>
                  <a:lnTo>
                    <a:pt x="211914" y="78013"/>
                  </a:lnTo>
                  <a:lnTo>
                    <a:pt x="215102" y="82902"/>
                  </a:lnTo>
                  <a:lnTo>
                    <a:pt x="214542" y="92265"/>
                  </a:lnTo>
                  <a:lnTo>
                    <a:pt x="206373" y="108189"/>
                  </a:lnTo>
                  <a:lnTo>
                    <a:pt x="203865" y="109354"/>
                  </a:lnTo>
                  <a:lnTo>
                    <a:pt x="190833" y="105897"/>
                  </a:lnTo>
                  <a:lnTo>
                    <a:pt x="189199" y="106713"/>
                  </a:lnTo>
                  <a:lnTo>
                    <a:pt x="187641" y="111412"/>
                  </a:lnTo>
                  <a:lnTo>
                    <a:pt x="188933" y="114985"/>
                  </a:lnTo>
                  <a:lnTo>
                    <a:pt x="190225" y="117005"/>
                  </a:lnTo>
                  <a:lnTo>
                    <a:pt x="193351" y="121568"/>
                  </a:lnTo>
                  <a:lnTo>
                    <a:pt x="192294" y="127198"/>
                  </a:lnTo>
                  <a:lnTo>
                    <a:pt x="192195" y="127724"/>
                  </a:lnTo>
                  <a:lnTo>
                    <a:pt x="185432" y="127336"/>
                  </a:lnTo>
                  <a:lnTo>
                    <a:pt x="184031" y="126598"/>
                  </a:lnTo>
                  <a:lnTo>
                    <a:pt x="183074" y="127865"/>
                  </a:lnTo>
                  <a:lnTo>
                    <a:pt x="184150" y="129526"/>
                  </a:lnTo>
                  <a:lnTo>
                    <a:pt x="185983" y="132356"/>
                  </a:lnTo>
                  <a:lnTo>
                    <a:pt x="185851" y="134343"/>
                  </a:lnTo>
                  <a:lnTo>
                    <a:pt x="185746" y="135936"/>
                  </a:lnTo>
                  <a:lnTo>
                    <a:pt x="183905" y="137271"/>
                  </a:lnTo>
                  <a:lnTo>
                    <a:pt x="180996" y="137817"/>
                  </a:lnTo>
                  <a:lnTo>
                    <a:pt x="176425" y="142672"/>
                  </a:lnTo>
                  <a:lnTo>
                    <a:pt x="175712" y="144796"/>
                  </a:lnTo>
                  <a:lnTo>
                    <a:pt x="172566" y="147223"/>
                  </a:lnTo>
                  <a:lnTo>
                    <a:pt x="168111" y="155687"/>
                  </a:lnTo>
                  <a:lnTo>
                    <a:pt x="170733" y="159221"/>
                  </a:lnTo>
                  <a:lnTo>
                    <a:pt x="170695" y="163688"/>
                  </a:lnTo>
                  <a:lnTo>
                    <a:pt x="161820" y="166763"/>
                  </a:lnTo>
                  <a:lnTo>
                    <a:pt x="168469" y="181085"/>
                  </a:lnTo>
                  <a:lnTo>
                    <a:pt x="168469" y="184058"/>
                  </a:lnTo>
                  <a:lnTo>
                    <a:pt x="165738" y="189034"/>
                  </a:lnTo>
                  <a:lnTo>
                    <a:pt x="164373" y="196256"/>
                  </a:lnTo>
                  <a:lnTo>
                    <a:pt x="168232" y="200139"/>
                  </a:lnTo>
                  <a:lnTo>
                    <a:pt x="170666" y="203113"/>
                  </a:lnTo>
                  <a:lnTo>
                    <a:pt x="173337" y="202385"/>
                  </a:lnTo>
                  <a:lnTo>
                    <a:pt x="173931" y="198622"/>
                  </a:lnTo>
                  <a:lnTo>
                    <a:pt x="176959" y="190066"/>
                  </a:lnTo>
                  <a:lnTo>
                    <a:pt x="178628" y="188116"/>
                  </a:lnTo>
                  <a:lnTo>
                    <a:pt x="180284" y="186182"/>
                  </a:lnTo>
                  <a:lnTo>
                    <a:pt x="182457" y="165358"/>
                  </a:lnTo>
                  <a:lnTo>
                    <a:pt x="184287" y="165358"/>
                  </a:lnTo>
                  <a:lnTo>
                    <a:pt x="186412" y="165358"/>
                  </a:lnTo>
                  <a:lnTo>
                    <a:pt x="189410" y="165358"/>
                  </a:lnTo>
                  <a:lnTo>
                    <a:pt x="189380" y="165667"/>
                  </a:lnTo>
                  <a:lnTo>
                    <a:pt x="188897" y="170688"/>
                  </a:lnTo>
                  <a:lnTo>
                    <a:pt x="190026" y="170819"/>
                  </a:lnTo>
                  <a:lnTo>
                    <a:pt x="192943" y="171155"/>
                  </a:lnTo>
                  <a:lnTo>
                    <a:pt x="193334" y="171531"/>
                  </a:lnTo>
                  <a:lnTo>
                    <a:pt x="203791" y="181611"/>
                  </a:lnTo>
                  <a:lnTo>
                    <a:pt x="204040" y="183246"/>
                  </a:lnTo>
                  <a:lnTo>
                    <a:pt x="203561" y="185713"/>
                  </a:lnTo>
                  <a:lnTo>
                    <a:pt x="192715" y="185591"/>
                  </a:lnTo>
                  <a:lnTo>
                    <a:pt x="192769" y="187588"/>
                  </a:lnTo>
                  <a:lnTo>
                    <a:pt x="192737" y="188794"/>
                  </a:lnTo>
                  <a:lnTo>
                    <a:pt x="192621" y="193227"/>
                  </a:lnTo>
                  <a:lnTo>
                    <a:pt x="192534" y="196553"/>
                  </a:lnTo>
                  <a:lnTo>
                    <a:pt x="192694" y="196580"/>
                  </a:lnTo>
                  <a:lnTo>
                    <a:pt x="194353" y="196849"/>
                  </a:lnTo>
                  <a:lnTo>
                    <a:pt x="199005" y="194389"/>
                  </a:lnTo>
                  <a:lnTo>
                    <a:pt x="202723" y="200401"/>
                  </a:lnTo>
                  <a:lnTo>
                    <a:pt x="202019" y="200792"/>
                  </a:lnTo>
                  <a:lnTo>
                    <a:pt x="201677" y="200981"/>
                  </a:lnTo>
                  <a:lnTo>
                    <a:pt x="198115" y="202956"/>
                  </a:lnTo>
                  <a:lnTo>
                    <a:pt x="197198" y="203683"/>
                  </a:lnTo>
                  <a:lnTo>
                    <a:pt x="196164" y="204503"/>
                  </a:lnTo>
                  <a:lnTo>
                    <a:pt x="195867" y="204739"/>
                  </a:lnTo>
                  <a:lnTo>
                    <a:pt x="194706" y="205785"/>
                  </a:lnTo>
                  <a:lnTo>
                    <a:pt x="194044" y="206381"/>
                  </a:lnTo>
                  <a:lnTo>
                    <a:pt x="193718" y="206675"/>
                  </a:lnTo>
                  <a:lnTo>
                    <a:pt x="192051" y="208176"/>
                  </a:lnTo>
                  <a:lnTo>
                    <a:pt x="191508" y="208665"/>
                  </a:lnTo>
                  <a:lnTo>
                    <a:pt x="191284" y="208867"/>
                  </a:lnTo>
                  <a:lnTo>
                    <a:pt x="189922" y="210094"/>
                  </a:lnTo>
                  <a:lnTo>
                    <a:pt x="189654" y="210335"/>
                  </a:lnTo>
                  <a:lnTo>
                    <a:pt x="189259" y="210691"/>
                  </a:lnTo>
                  <a:lnTo>
                    <a:pt x="188908" y="211005"/>
                  </a:lnTo>
                  <a:lnTo>
                    <a:pt x="188663" y="211189"/>
                  </a:lnTo>
                  <a:lnTo>
                    <a:pt x="188248" y="211502"/>
                  </a:lnTo>
                  <a:lnTo>
                    <a:pt x="188014" y="211678"/>
                  </a:lnTo>
                  <a:lnTo>
                    <a:pt x="187571" y="212012"/>
                  </a:lnTo>
                  <a:lnTo>
                    <a:pt x="187272" y="212099"/>
                  </a:lnTo>
                  <a:lnTo>
                    <a:pt x="186973" y="212186"/>
                  </a:lnTo>
                  <a:lnTo>
                    <a:pt x="186493" y="212183"/>
                  </a:lnTo>
                  <a:lnTo>
                    <a:pt x="185431" y="212176"/>
                  </a:lnTo>
                  <a:lnTo>
                    <a:pt x="185114" y="212183"/>
                  </a:lnTo>
                  <a:lnTo>
                    <a:pt x="181170" y="212266"/>
                  </a:lnTo>
                  <a:lnTo>
                    <a:pt x="180881" y="212268"/>
                  </a:lnTo>
                  <a:lnTo>
                    <a:pt x="180663" y="212270"/>
                  </a:lnTo>
                  <a:lnTo>
                    <a:pt x="180423" y="212271"/>
                  </a:lnTo>
                  <a:lnTo>
                    <a:pt x="179202" y="223889"/>
                  </a:lnTo>
                  <a:lnTo>
                    <a:pt x="184463" y="224302"/>
                  </a:lnTo>
                  <a:lnTo>
                    <a:pt x="183571" y="230807"/>
                  </a:lnTo>
                  <a:lnTo>
                    <a:pt x="183246" y="233178"/>
                  </a:lnTo>
                  <a:lnTo>
                    <a:pt x="184453" y="233687"/>
                  </a:lnTo>
                  <a:lnTo>
                    <a:pt x="181250" y="241433"/>
                  </a:lnTo>
                  <a:lnTo>
                    <a:pt x="179739" y="245086"/>
                  </a:lnTo>
                  <a:lnTo>
                    <a:pt x="179355" y="246015"/>
                  </a:lnTo>
                  <a:lnTo>
                    <a:pt x="175542" y="244121"/>
                  </a:lnTo>
                  <a:lnTo>
                    <a:pt x="168866" y="245599"/>
                  </a:lnTo>
                  <a:lnTo>
                    <a:pt x="167940" y="245804"/>
                  </a:lnTo>
                  <a:lnTo>
                    <a:pt x="167051" y="246001"/>
                  </a:lnTo>
                  <a:lnTo>
                    <a:pt x="166884" y="246067"/>
                  </a:lnTo>
                  <a:lnTo>
                    <a:pt x="166755" y="246118"/>
                  </a:lnTo>
                  <a:lnTo>
                    <a:pt x="159390" y="249110"/>
                  </a:lnTo>
                  <a:lnTo>
                    <a:pt x="153495" y="251505"/>
                  </a:lnTo>
                  <a:lnTo>
                    <a:pt x="150401" y="252762"/>
                  </a:lnTo>
                  <a:lnTo>
                    <a:pt x="141201" y="256499"/>
                  </a:lnTo>
                  <a:lnTo>
                    <a:pt x="134122" y="259562"/>
                  </a:lnTo>
                  <a:lnTo>
                    <a:pt x="125586" y="262843"/>
                  </a:lnTo>
                  <a:lnTo>
                    <a:pt x="121707" y="253690"/>
                  </a:lnTo>
                  <a:lnTo>
                    <a:pt x="112088" y="230356"/>
                  </a:lnTo>
                  <a:lnTo>
                    <a:pt x="108622" y="222012"/>
                  </a:lnTo>
                  <a:lnTo>
                    <a:pt x="106180" y="216135"/>
                  </a:lnTo>
                  <a:lnTo>
                    <a:pt x="102749" y="207875"/>
                  </a:lnTo>
                  <a:lnTo>
                    <a:pt x="102485" y="207240"/>
                  </a:lnTo>
                  <a:lnTo>
                    <a:pt x="100148" y="201613"/>
                  </a:lnTo>
                  <a:lnTo>
                    <a:pt x="98253" y="197051"/>
                  </a:lnTo>
                  <a:lnTo>
                    <a:pt x="94150" y="187175"/>
                  </a:lnTo>
                  <a:lnTo>
                    <a:pt x="93872" y="186505"/>
                  </a:lnTo>
                  <a:lnTo>
                    <a:pt x="100084" y="171522"/>
                  </a:lnTo>
                  <a:lnTo>
                    <a:pt x="92393" y="169381"/>
                  </a:lnTo>
                  <a:lnTo>
                    <a:pt x="79143" y="165694"/>
                  </a:lnTo>
                  <a:lnTo>
                    <a:pt x="58913" y="160134"/>
                  </a:lnTo>
                  <a:lnTo>
                    <a:pt x="58571" y="160044"/>
                  </a:lnTo>
                  <a:lnTo>
                    <a:pt x="54128" y="158876"/>
                  </a:lnTo>
                  <a:lnTo>
                    <a:pt x="44541" y="156354"/>
                  </a:lnTo>
                  <a:lnTo>
                    <a:pt x="26406" y="151456"/>
                  </a:lnTo>
                  <a:lnTo>
                    <a:pt x="22154" y="150307"/>
                  </a:lnTo>
                  <a:lnTo>
                    <a:pt x="32738" y="143064"/>
                  </a:lnTo>
                  <a:lnTo>
                    <a:pt x="36920" y="140201"/>
                  </a:lnTo>
                  <a:lnTo>
                    <a:pt x="40814" y="136804"/>
                  </a:lnTo>
                  <a:lnTo>
                    <a:pt x="43128" y="133709"/>
                  </a:lnTo>
                  <a:lnTo>
                    <a:pt x="41658" y="132428"/>
                  </a:lnTo>
                  <a:lnTo>
                    <a:pt x="39205" y="130291"/>
                  </a:lnTo>
                  <a:lnTo>
                    <a:pt x="37395" y="128428"/>
                  </a:lnTo>
                  <a:lnTo>
                    <a:pt x="37224" y="128292"/>
                  </a:lnTo>
                  <a:lnTo>
                    <a:pt x="36200" y="127475"/>
                  </a:lnTo>
                  <a:lnTo>
                    <a:pt x="35585" y="126986"/>
                  </a:lnTo>
                  <a:lnTo>
                    <a:pt x="34474" y="125427"/>
                  </a:lnTo>
                  <a:lnTo>
                    <a:pt x="33605" y="124743"/>
                  </a:lnTo>
                  <a:lnTo>
                    <a:pt x="32550" y="124262"/>
                  </a:lnTo>
                  <a:lnTo>
                    <a:pt x="32244" y="124040"/>
                  </a:lnTo>
                  <a:lnTo>
                    <a:pt x="31445" y="123459"/>
                  </a:lnTo>
                  <a:lnTo>
                    <a:pt x="30885" y="122776"/>
                  </a:lnTo>
                  <a:lnTo>
                    <a:pt x="29657" y="120706"/>
                  </a:lnTo>
                  <a:lnTo>
                    <a:pt x="29354" y="120195"/>
                  </a:lnTo>
                  <a:lnTo>
                    <a:pt x="27920" y="118586"/>
                  </a:lnTo>
                  <a:lnTo>
                    <a:pt x="26675" y="117836"/>
                  </a:lnTo>
                  <a:lnTo>
                    <a:pt x="26207" y="117692"/>
                  </a:lnTo>
                  <a:lnTo>
                    <a:pt x="24651" y="115779"/>
                  </a:lnTo>
                  <a:lnTo>
                    <a:pt x="24073" y="115069"/>
                  </a:lnTo>
                  <a:lnTo>
                    <a:pt x="23559" y="114436"/>
                  </a:lnTo>
                  <a:lnTo>
                    <a:pt x="23016" y="113227"/>
                  </a:lnTo>
                  <a:lnTo>
                    <a:pt x="22923" y="111951"/>
                  </a:lnTo>
                  <a:lnTo>
                    <a:pt x="22629" y="110618"/>
                  </a:lnTo>
                  <a:lnTo>
                    <a:pt x="22543" y="110227"/>
                  </a:lnTo>
                  <a:lnTo>
                    <a:pt x="22446" y="109512"/>
                  </a:lnTo>
                  <a:lnTo>
                    <a:pt x="22238" y="109141"/>
                  </a:lnTo>
                  <a:lnTo>
                    <a:pt x="21751" y="108801"/>
                  </a:lnTo>
                  <a:lnTo>
                    <a:pt x="21115" y="108552"/>
                  </a:lnTo>
                  <a:lnTo>
                    <a:pt x="20494" y="108309"/>
                  </a:lnTo>
                  <a:lnTo>
                    <a:pt x="19865" y="108062"/>
                  </a:lnTo>
                  <a:lnTo>
                    <a:pt x="18815" y="107651"/>
                  </a:lnTo>
                  <a:lnTo>
                    <a:pt x="13401" y="105530"/>
                  </a:lnTo>
                  <a:lnTo>
                    <a:pt x="12774" y="105285"/>
                  </a:lnTo>
                  <a:lnTo>
                    <a:pt x="12415" y="105168"/>
                  </a:lnTo>
                  <a:lnTo>
                    <a:pt x="10873" y="104669"/>
                  </a:lnTo>
                  <a:lnTo>
                    <a:pt x="11652" y="104536"/>
                  </a:lnTo>
                  <a:lnTo>
                    <a:pt x="14469" y="104057"/>
                  </a:lnTo>
                  <a:lnTo>
                    <a:pt x="15215" y="103930"/>
                  </a:lnTo>
                  <a:lnTo>
                    <a:pt x="15864" y="103504"/>
                  </a:lnTo>
                  <a:lnTo>
                    <a:pt x="16187" y="103127"/>
                  </a:lnTo>
                  <a:lnTo>
                    <a:pt x="16817" y="102393"/>
                  </a:lnTo>
                  <a:lnTo>
                    <a:pt x="18386" y="100566"/>
                  </a:lnTo>
                  <a:lnTo>
                    <a:pt x="15611" y="97238"/>
                  </a:lnTo>
                  <a:lnTo>
                    <a:pt x="14431" y="95822"/>
                  </a:lnTo>
                  <a:lnTo>
                    <a:pt x="14030" y="95341"/>
                  </a:lnTo>
                  <a:lnTo>
                    <a:pt x="13571" y="94751"/>
                  </a:lnTo>
                  <a:lnTo>
                    <a:pt x="15745" y="93640"/>
                  </a:lnTo>
                  <a:lnTo>
                    <a:pt x="16856" y="93136"/>
                  </a:lnTo>
                  <a:lnTo>
                    <a:pt x="18509" y="92387"/>
                  </a:lnTo>
                  <a:lnTo>
                    <a:pt x="21107" y="91435"/>
                  </a:lnTo>
                  <a:lnTo>
                    <a:pt x="20822" y="90270"/>
                  </a:lnTo>
                  <a:lnTo>
                    <a:pt x="20679" y="89469"/>
                  </a:lnTo>
                  <a:lnTo>
                    <a:pt x="20727" y="88595"/>
                  </a:lnTo>
                  <a:lnTo>
                    <a:pt x="20869" y="87697"/>
                  </a:lnTo>
                  <a:lnTo>
                    <a:pt x="21178" y="86775"/>
                  </a:lnTo>
                  <a:lnTo>
                    <a:pt x="21392" y="85707"/>
                  </a:lnTo>
                  <a:lnTo>
                    <a:pt x="21294" y="84094"/>
                  </a:lnTo>
                  <a:lnTo>
                    <a:pt x="20437" y="82973"/>
                  </a:lnTo>
                  <a:lnTo>
                    <a:pt x="18827" y="82361"/>
                  </a:lnTo>
                  <a:lnTo>
                    <a:pt x="17060" y="81618"/>
                  </a:lnTo>
                  <a:lnTo>
                    <a:pt x="15721" y="80424"/>
                  </a:lnTo>
                  <a:lnTo>
                    <a:pt x="15384" y="79929"/>
                  </a:lnTo>
                  <a:lnTo>
                    <a:pt x="15247" y="79727"/>
                  </a:lnTo>
                  <a:lnTo>
                    <a:pt x="14581" y="78749"/>
                  </a:lnTo>
                  <a:lnTo>
                    <a:pt x="13498" y="77599"/>
                  </a:lnTo>
                  <a:lnTo>
                    <a:pt x="12230" y="76069"/>
                  </a:lnTo>
                  <a:lnTo>
                    <a:pt x="11703" y="75006"/>
                  </a:lnTo>
                  <a:lnTo>
                    <a:pt x="11559" y="74704"/>
                  </a:lnTo>
                  <a:lnTo>
                    <a:pt x="11378" y="74325"/>
                  </a:lnTo>
                  <a:lnTo>
                    <a:pt x="10406" y="71962"/>
                  </a:lnTo>
                  <a:lnTo>
                    <a:pt x="9836" y="70753"/>
                  </a:lnTo>
                  <a:lnTo>
                    <a:pt x="7894" y="68806"/>
                  </a:lnTo>
                  <a:lnTo>
                    <a:pt x="7575" y="68486"/>
                  </a:lnTo>
                  <a:lnTo>
                    <a:pt x="7368" y="68275"/>
                  </a:lnTo>
                  <a:lnTo>
                    <a:pt x="7210" y="68113"/>
                  </a:lnTo>
                  <a:lnTo>
                    <a:pt x="5356" y="66225"/>
                  </a:lnTo>
                  <a:lnTo>
                    <a:pt x="3448" y="63962"/>
                  </a:lnTo>
                  <a:lnTo>
                    <a:pt x="3096" y="62600"/>
                  </a:lnTo>
                  <a:lnTo>
                    <a:pt x="2838" y="61474"/>
                  </a:lnTo>
                  <a:lnTo>
                    <a:pt x="2668" y="60650"/>
                  </a:lnTo>
                  <a:lnTo>
                    <a:pt x="2545" y="60057"/>
                  </a:lnTo>
                  <a:lnTo>
                    <a:pt x="1885" y="58527"/>
                  </a:lnTo>
                  <a:lnTo>
                    <a:pt x="1766" y="58251"/>
                  </a:lnTo>
                  <a:lnTo>
                    <a:pt x="1645" y="57976"/>
                  </a:lnTo>
                  <a:lnTo>
                    <a:pt x="1358" y="57325"/>
                  </a:lnTo>
                  <a:lnTo>
                    <a:pt x="816" y="56095"/>
                  </a:lnTo>
                  <a:lnTo>
                    <a:pt x="274" y="55133"/>
                  </a:lnTo>
                  <a:lnTo>
                    <a:pt x="171" y="54949"/>
                  </a:lnTo>
                  <a:lnTo>
                    <a:pt x="0" y="53512"/>
                  </a:lnTo>
                  <a:lnTo>
                    <a:pt x="89" y="50745"/>
                  </a:lnTo>
                  <a:lnTo>
                    <a:pt x="125" y="49659"/>
                  </a:lnTo>
                  <a:lnTo>
                    <a:pt x="149" y="48911"/>
                  </a:lnTo>
                  <a:lnTo>
                    <a:pt x="2779" y="49565"/>
                  </a:lnTo>
                  <a:lnTo>
                    <a:pt x="3491" y="49748"/>
                  </a:lnTo>
                  <a:lnTo>
                    <a:pt x="4127" y="48484"/>
                  </a:lnTo>
                  <a:lnTo>
                    <a:pt x="4791" y="47165"/>
                  </a:lnTo>
                  <a:lnTo>
                    <a:pt x="5898" y="46583"/>
                  </a:lnTo>
                  <a:lnTo>
                    <a:pt x="11221" y="43819"/>
                  </a:lnTo>
                  <a:lnTo>
                    <a:pt x="11386" y="43839"/>
                  </a:lnTo>
                  <a:lnTo>
                    <a:pt x="12944" y="44853"/>
                  </a:lnTo>
                  <a:lnTo>
                    <a:pt x="13166" y="44763"/>
                  </a:lnTo>
                  <a:lnTo>
                    <a:pt x="13602" y="44587"/>
                  </a:lnTo>
                  <a:lnTo>
                    <a:pt x="15553" y="43799"/>
                  </a:lnTo>
                  <a:lnTo>
                    <a:pt x="18175" y="42740"/>
                  </a:lnTo>
                  <a:lnTo>
                    <a:pt x="19350" y="42265"/>
                  </a:lnTo>
                  <a:lnTo>
                    <a:pt x="21444" y="41420"/>
                  </a:lnTo>
                  <a:lnTo>
                    <a:pt x="23566" y="40553"/>
                  </a:lnTo>
                  <a:lnTo>
                    <a:pt x="23511" y="38375"/>
                  </a:lnTo>
                  <a:lnTo>
                    <a:pt x="23539" y="37508"/>
                  </a:lnTo>
                  <a:lnTo>
                    <a:pt x="23592" y="35865"/>
                  </a:lnTo>
                  <a:lnTo>
                    <a:pt x="23600" y="35633"/>
                  </a:lnTo>
                  <a:lnTo>
                    <a:pt x="23635" y="34534"/>
                  </a:lnTo>
                  <a:lnTo>
                    <a:pt x="23899" y="34530"/>
                  </a:lnTo>
                  <a:lnTo>
                    <a:pt x="29482" y="34436"/>
                  </a:lnTo>
                  <a:lnTo>
                    <a:pt x="30077" y="34427"/>
                  </a:lnTo>
                  <a:lnTo>
                    <a:pt x="34272" y="36077"/>
                  </a:lnTo>
                  <a:lnTo>
                    <a:pt x="34863" y="36780"/>
                  </a:lnTo>
                  <a:lnTo>
                    <a:pt x="36456" y="39020"/>
                  </a:lnTo>
                  <a:lnTo>
                    <a:pt x="36687" y="39343"/>
                  </a:lnTo>
                  <a:lnTo>
                    <a:pt x="39973" y="40742"/>
                  </a:lnTo>
                  <a:lnTo>
                    <a:pt x="41540" y="41562"/>
                  </a:lnTo>
                  <a:lnTo>
                    <a:pt x="43638" y="42492"/>
                  </a:lnTo>
                  <a:lnTo>
                    <a:pt x="46834" y="43880"/>
                  </a:lnTo>
                  <a:lnTo>
                    <a:pt x="50446" y="38847"/>
                  </a:lnTo>
                  <a:lnTo>
                    <a:pt x="50568" y="38677"/>
                  </a:lnTo>
                  <a:lnTo>
                    <a:pt x="49540" y="37636"/>
                  </a:lnTo>
                  <a:lnTo>
                    <a:pt x="47284" y="35352"/>
                  </a:lnTo>
                  <a:lnTo>
                    <a:pt x="46835" y="34898"/>
                  </a:lnTo>
                  <a:lnTo>
                    <a:pt x="44585" y="32534"/>
                  </a:lnTo>
                  <a:lnTo>
                    <a:pt x="44331" y="32267"/>
                  </a:lnTo>
                  <a:lnTo>
                    <a:pt x="42182" y="30011"/>
                  </a:lnTo>
                  <a:lnTo>
                    <a:pt x="40996" y="28881"/>
                  </a:lnTo>
                  <a:lnTo>
                    <a:pt x="38954" y="26939"/>
                  </a:lnTo>
                  <a:lnTo>
                    <a:pt x="39423" y="26599"/>
                  </a:lnTo>
                  <a:lnTo>
                    <a:pt x="41565" y="25047"/>
                  </a:lnTo>
                  <a:lnTo>
                    <a:pt x="42571" y="24595"/>
                  </a:lnTo>
                  <a:lnTo>
                    <a:pt x="43115" y="24262"/>
                  </a:lnTo>
                  <a:lnTo>
                    <a:pt x="44445" y="23663"/>
                  </a:lnTo>
                  <a:lnTo>
                    <a:pt x="44736" y="23512"/>
                  </a:lnTo>
                  <a:lnTo>
                    <a:pt x="46537" y="22578"/>
                  </a:lnTo>
                  <a:lnTo>
                    <a:pt x="47415" y="22245"/>
                  </a:lnTo>
                  <a:lnTo>
                    <a:pt x="48151" y="22196"/>
                  </a:lnTo>
                  <a:lnTo>
                    <a:pt x="48337" y="22245"/>
                  </a:lnTo>
                  <a:lnTo>
                    <a:pt x="48953" y="22409"/>
                  </a:lnTo>
                  <a:lnTo>
                    <a:pt x="49772" y="22785"/>
                  </a:lnTo>
                  <a:lnTo>
                    <a:pt x="49918" y="22887"/>
                  </a:lnTo>
                  <a:lnTo>
                    <a:pt x="50812" y="23518"/>
                  </a:lnTo>
                  <a:lnTo>
                    <a:pt x="50942" y="23647"/>
                  </a:lnTo>
                  <a:lnTo>
                    <a:pt x="51473" y="24284"/>
                  </a:lnTo>
                  <a:lnTo>
                    <a:pt x="52149" y="25364"/>
                  </a:lnTo>
                  <a:lnTo>
                    <a:pt x="52883" y="25731"/>
                  </a:lnTo>
                  <a:lnTo>
                    <a:pt x="53536" y="26057"/>
                  </a:lnTo>
                  <a:lnTo>
                    <a:pt x="54417" y="26228"/>
                  </a:lnTo>
                  <a:lnTo>
                    <a:pt x="54948" y="26236"/>
                  </a:lnTo>
                  <a:lnTo>
                    <a:pt x="55634" y="26245"/>
                  </a:lnTo>
                  <a:lnTo>
                    <a:pt x="55889" y="26249"/>
                  </a:lnTo>
                  <a:lnTo>
                    <a:pt x="55929" y="26409"/>
                  </a:lnTo>
                  <a:lnTo>
                    <a:pt x="56064" y="26381"/>
                  </a:lnTo>
                  <a:lnTo>
                    <a:pt x="59481" y="25878"/>
                  </a:lnTo>
                  <a:lnTo>
                    <a:pt x="60099" y="25787"/>
                  </a:lnTo>
                  <a:lnTo>
                    <a:pt x="61096" y="25826"/>
                  </a:lnTo>
                  <a:lnTo>
                    <a:pt x="62193" y="25955"/>
                  </a:lnTo>
                  <a:lnTo>
                    <a:pt x="62618" y="26023"/>
                  </a:lnTo>
                  <a:lnTo>
                    <a:pt x="63879" y="26224"/>
                  </a:lnTo>
                  <a:lnTo>
                    <a:pt x="64029" y="26289"/>
                  </a:lnTo>
                  <a:lnTo>
                    <a:pt x="65561" y="26953"/>
                  </a:lnTo>
                  <a:lnTo>
                    <a:pt x="67783" y="28016"/>
                  </a:lnTo>
                  <a:lnTo>
                    <a:pt x="70935" y="29879"/>
                  </a:lnTo>
                  <a:lnTo>
                    <a:pt x="71113" y="29954"/>
                  </a:lnTo>
                  <a:lnTo>
                    <a:pt x="70763" y="30436"/>
                  </a:lnTo>
                  <a:lnTo>
                    <a:pt x="70634" y="30678"/>
                  </a:lnTo>
                  <a:lnTo>
                    <a:pt x="70159" y="31571"/>
                  </a:lnTo>
                  <a:lnTo>
                    <a:pt x="69814" y="32221"/>
                  </a:lnTo>
                  <a:lnTo>
                    <a:pt x="69243" y="33294"/>
                  </a:lnTo>
                  <a:lnTo>
                    <a:pt x="70806" y="34560"/>
                  </a:lnTo>
                  <a:lnTo>
                    <a:pt x="72360" y="35489"/>
                  </a:lnTo>
                  <a:lnTo>
                    <a:pt x="72588" y="35626"/>
                  </a:lnTo>
                  <a:lnTo>
                    <a:pt x="75891" y="37610"/>
                  </a:lnTo>
                  <a:lnTo>
                    <a:pt x="76381" y="37905"/>
                  </a:lnTo>
                  <a:lnTo>
                    <a:pt x="78376" y="39132"/>
                  </a:lnTo>
                  <a:lnTo>
                    <a:pt x="80726" y="40579"/>
                  </a:lnTo>
                  <a:lnTo>
                    <a:pt x="80923" y="40635"/>
                  </a:lnTo>
                  <a:lnTo>
                    <a:pt x="83457" y="41355"/>
                  </a:lnTo>
                  <a:lnTo>
                    <a:pt x="81920" y="42960"/>
                  </a:lnTo>
                  <a:lnTo>
                    <a:pt x="80965" y="43957"/>
                  </a:lnTo>
                  <a:lnTo>
                    <a:pt x="81803" y="43390"/>
                  </a:lnTo>
                  <a:lnTo>
                    <a:pt x="82246" y="43328"/>
                  </a:lnTo>
                  <a:lnTo>
                    <a:pt x="89311" y="42341"/>
                  </a:lnTo>
                  <a:lnTo>
                    <a:pt x="90967" y="42310"/>
                  </a:lnTo>
                  <a:lnTo>
                    <a:pt x="92686" y="42702"/>
                  </a:lnTo>
                  <a:lnTo>
                    <a:pt x="95004" y="43596"/>
                  </a:lnTo>
                  <a:lnTo>
                    <a:pt x="95484" y="42724"/>
                  </a:lnTo>
                  <a:lnTo>
                    <a:pt x="97117" y="39326"/>
                  </a:lnTo>
                  <a:lnTo>
                    <a:pt x="97312" y="38749"/>
                  </a:lnTo>
                  <a:lnTo>
                    <a:pt x="98021" y="36647"/>
                  </a:lnTo>
                  <a:lnTo>
                    <a:pt x="98653" y="35730"/>
                  </a:lnTo>
                  <a:lnTo>
                    <a:pt x="98791" y="35531"/>
                  </a:lnTo>
                  <a:lnTo>
                    <a:pt x="99475" y="34890"/>
                  </a:lnTo>
                  <a:lnTo>
                    <a:pt x="100076" y="34225"/>
                  </a:lnTo>
                  <a:lnTo>
                    <a:pt x="101032" y="32390"/>
                  </a:lnTo>
                  <a:lnTo>
                    <a:pt x="101555" y="31182"/>
                  </a:lnTo>
                  <a:lnTo>
                    <a:pt x="101592" y="29518"/>
                  </a:lnTo>
                  <a:lnTo>
                    <a:pt x="104609" y="24005"/>
                  </a:lnTo>
                  <a:lnTo>
                    <a:pt x="101044" y="21810"/>
                  </a:lnTo>
                  <a:lnTo>
                    <a:pt x="107100" y="15236"/>
                  </a:lnTo>
                  <a:lnTo>
                    <a:pt x="98259" y="7149"/>
                  </a:lnTo>
                  <a:lnTo>
                    <a:pt x="99535" y="5674"/>
                  </a:lnTo>
                  <a:lnTo>
                    <a:pt x="100851" y="4155"/>
                  </a:lnTo>
                  <a:lnTo>
                    <a:pt x="101336" y="3595"/>
                  </a:lnTo>
                  <a:lnTo>
                    <a:pt x="104642" y="3216"/>
                  </a:lnTo>
                  <a:lnTo>
                    <a:pt x="109201" y="2605"/>
                  </a:lnTo>
                  <a:lnTo>
                    <a:pt x="114616" y="3362"/>
                  </a:lnTo>
                  <a:lnTo>
                    <a:pt x="116725" y="3741"/>
                  </a:lnTo>
                  <a:lnTo>
                    <a:pt x="118947" y="4381"/>
                  </a:lnTo>
                  <a:lnTo>
                    <a:pt x="120743" y="4760"/>
                  </a:lnTo>
                  <a:lnTo>
                    <a:pt x="121958" y="4749"/>
                  </a:lnTo>
                  <a:lnTo>
                    <a:pt x="129141" y="3909"/>
                  </a:lnTo>
                  <a:lnTo>
                    <a:pt x="133377" y="8956"/>
                  </a:lnTo>
                  <a:lnTo>
                    <a:pt x="134325" y="7984"/>
                  </a:lnTo>
                  <a:lnTo>
                    <a:pt x="137781" y="4443"/>
                  </a:lnTo>
                  <a:lnTo>
                    <a:pt x="139244" y="2944"/>
                  </a:lnTo>
                  <a:lnTo>
                    <a:pt x="142117" y="0"/>
                  </a:lnTo>
                  <a:lnTo>
                    <a:pt x="149232" y="1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841349" y="4262746"/>
              <a:ext cx="399874" cy="211363"/>
            </a:xfrm>
            <a:custGeom>
              <a:avLst/>
              <a:pathLst>
                <a:path w="399874" h="211363">
                  <a:moveTo>
                    <a:pt x="76305" y="3691"/>
                  </a:moveTo>
                  <a:lnTo>
                    <a:pt x="76941" y="8350"/>
                  </a:lnTo>
                  <a:lnTo>
                    <a:pt x="109524" y="3843"/>
                  </a:lnTo>
                  <a:lnTo>
                    <a:pt x="122487" y="7016"/>
                  </a:lnTo>
                  <a:lnTo>
                    <a:pt x="128791" y="17485"/>
                  </a:lnTo>
                  <a:lnTo>
                    <a:pt x="97410" y="21774"/>
                  </a:lnTo>
                  <a:lnTo>
                    <a:pt x="90381" y="26823"/>
                  </a:lnTo>
                  <a:lnTo>
                    <a:pt x="88861" y="30124"/>
                  </a:lnTo>
                  <a:lnTo>
                    <a:pt x="93800" y="38086"/>
                  </a:lnTo>
                  <a:lnTo>
                    <a:pt x="93230" y="42941"/>
                  </a:lnTo>
                  <a:lnTo>
                    <a:pt x="88671" y="43717"/>
                  </a:lnTo>
                  <a:lnTo>
                    <a:pt x="83541" y="40416"/>
                  </a:lnTo>
                  <a:lnTo>
                    <a:pt x="77652" y="42552"/>
                  </a:lnTo>
                  <a:lnTo>
                    <a:pt x="73662" y="50320"/>
                  </a:lnTo>
                  <a:lnTo>
                    <a:pt x="82021" y="60806"/>
                  </a:lnTo>
                  <a:lnTo>
                    <a:pt x="91520" y="54203"/>
                  </a:lnTo>
                  <a:lnTo>
                    <a:pt x="99500" y="56340"/>
                  </a:lnTo>
                  <a:lnTo>
                    <a:pt x="110139" y="47601"/>
                  </a:lnTo>
                  <a:lnTo>
                    <a:pt x="115838" y="48572"/>
                  </a:lnTo>
                  <a:lnTo>
                    <a:pt x="123057" y="56728"/>
                  </a:lnTo>
                  <a:lnTo>
                    <a:pt x="126097" y="61777"/>
                  </a:lnTo>
                  <a:lnTo>
                    <a:pt x="132366" y="59447"/>
                  </a:lnTo>
                  <a:lnTo>
                    <a:pt x="147185" y="61000"/>
                  </a:lnTo>
                  <a:lnTo>
                    <a:pt x="150794" y="59252"/>
                  </a:lnTo>
                  <a:lnTo>
                    <a:pt x="147945" y="54980"/>
                  </a:lnTo>
                  <a:lnTo>
                    <a:pt x="157302" y="50746"/>
                  </a:lnTo>
                  <a:lnTo>
                    <a:pt x="165506" y="60317"/>
                  </a:lnTo>
                  <a:lnTo>
                    <a:pt x="166888" y="63160"/>
                  </a:lnTo>
                  <a:lnTo>
                    <a:pt x="167264" y="63933"/>
                  </a:lnTo>
                  <a:lnTo>
                    <a:pt x="167774" y="64981"/>
                  </a:lnTo>
                  <a:lnTo>
                    <a:pt x="169788" y="67229"/>
                  </a:lnTo>
                  <a:lnTo>
                    <a:pt x="171930" y="69617"/>
                  </a:lnTo>
                  <a:lnTo>
                    <a:pt x="173633" y="71471"/>
                  </a:lnTo>
                  <a:lnTo>
                    <a:pt x="173889" y="71749"/>
                  </a:lnTo>
                  <a:lnTo>
                    <a:pt x="174429" y="72337"/>
                  </a:lnTo>
                  <a:lnTo>
                    <a:pt x="174874" y="72821"/>
                  </a:lnTo>
                  <a:lnTo>
                    <a:pt x="177088" y="75040"/>
                  </a:lnTo>
                  <a:lnTo>
                    <a:pt x="177296" y="75249"/>
                  </a:lnTo>
                  <a:lnTo>
                    <a:pt x="177651" y="75954"/>
                  </a:lnTo>
                  <a:lnTo>
                    <a:pt x="177897" y="76442"/>
                  </a:lnTo>
                  <a:lnTo>
                    <a:pt x="178478" y="77596"/>
                  </a:lnTo>
                  <a:lnTo>
                    <a:pt x="179600" y="79824"/>
                  </a:lnTo>
                  <a:lnTo>
                    <a:pt x="180090" y="80798"/>
                  </a:lnTo>
                  <a:lnTo>
                    <a:pt x="180446" y="80693"/>
                  </a:lnTo>
                  <a:lnTo>
                    <a:pt x="184900" y="79384"/>
                  </a:lnTo>
                  <a:lnTo>
                    <a:pt x="194837" y="76464"/>
                  </a:lnTo>
                  <a:lnTo>
                    <a:pt x="196966" y="75965"/>
                  </a:lnTo>
                  <a:lnTo>
                    <a:pt x="198570" y="75589"/>
                  </a:lnTo>
                  <a:lnTo>
                    <a:pt x="201681" y="74859"/>
                  </a:lnTo>
                  <a:lnTo>
                    <a:pt x="202266" y="74627"/>
                  </a:lnTo>
                  <a:lnTo>
                    <a:pt x="203019" y="74328"/>
                  </a:lnTo>
                  <a:lnTo>
                    <a:pt x="203744" y="74068"/>
                  </a:lnTo>
                  <a:lnTo>
                    <a:pt x="207323" y="72786"/>
                  </a:lnTo>
                  <a:lnTo>
                    <a:pt x="210131" y="80628"/>
                  </a:lnTo>
                  <a:lnTo>
                    <a:pt x="210180" y="80765"/>
                  </a:lnTo>
                  <a:lnTo>
                    <a:pt x="210334" y="81195"/>
                  </a:lnTo>
                  <a:lnTo>
                    <a:pt x="221662" y="76983"/>
                  </a:lnTo>
                  <a:lnTo>
                    <a:pt x="224707" y="75851"/>
                  </a:lnTo>
                  <a:lnTo>
                    <a:pt x="227047" y="77305"/>
                  </a:lnTo>
                  <a:lnTo>
                    <a:pt x="234879" y="82168"/>
                  </a:lnTo>
                  <a:lnTo>
                    <a:pt x="239571" y="85081"/>
                  </a:lnTo>
                  <a:lnTo>
                    <a:pt x="242920" y="87161"/>
                  </a:lnTo>
                  <a:lnTo>
                    <a:pt x="243109" y="87275"/>
                  </a:lnTo>
                  <a:lnTo>
                    <a:pt x="243875" y="87735"/>
                  </a:lnTo>
                  <a:lnTo>
                    <a:pt x="249562" y="91159"/>
                  </a:lnTo>
                  <a:lnTo>
                    <a:pt x="250999" y="92024"/>
                  </a:lnTo>
                  <a:lnTo>
                    <a:pt x="251792" y="92501"/>
                  </a:lnTo>
                  <a:lnTo>
                    <a:pt x="252986" y="93242"/>
                  </a:lnTo>
                  <a:lnTo>
                    <a:pt x="255192" y="94610"/>
                  </a:lnTo>
                  <a:lnTo>
                    <a:pt x="255395" y="94736"/>
                  </a:lnTo>
                  <a:lnTo>
                    <a:pt x="258652" y="96756"/>
                  </a:lnTo>
                  <a:lnTo>
                    <a:pt x="259203" y="97098"/>
                  </a:lnTo>
                  <a:lnTo>
                    <a:pt x="261159" y="98311"/>
                  </a:lnTo>
                  <a:lnTo>
                    <a:pt x="262556" y="99178"/>
                  </a:lnTo>
                  <a:lnTo>
                    <a:pt x="267117" y="102007"/>
                  </a:lnTo>
                  <a:lnTo>
                    <a:pt x="267257" y="102094"/>
                  </a:lnTo>
                  <a:lnTo>
                    <a:pt x="270675" y="104410"/>
                  </a:lnTo>
                  <a:lnTo>
                    <a:pt x="271646" y="105069"/>
                  </a:lnTo>
                  <a:lnTo>
                    <a:pt x="274801" y="107207"/>
                  </a:lnTo>
                  <a:lnTo>
                    <a:pt x="286483" y="115124"/>
                  </a:lnTo>
                  <a:lnTo>
                    <a:pt x="288894" y="111321"/>
                  </a:lnTo>
                  <a:lnTo>
                    <a:pt x="296572" y="99208"/>
                  </a:lnTo>
                  <a:lnTo>
                    <a:pt x="300273" y="101548"/>
                  </a:lnTo>
                  <a:lnTo>
                    <a:pt x="300431" y="101648"/>
                  </a:lnTo>
                  <a:lnTo>
                    <a:pt x="307426" y="106071"/>
                  </a:lnTo>
                  <a:lnTo>
                    <a:pt x="319054" y="113424"/>
                  </a:lnTo>
                  <a:lnTo>
                    <a:pt x="319266" y="113558"/>
                  </a:lnTo>
                  <a:lnTo>
                    <a:pt x="321510" y="114978"/>
                  </a:lnTo>
                  <a:lnTo>
                    <a:pt x="329137" y="119800"/>
                  </a:lnTo>
                  <a:lnTo>
                    <a:pt x="329554" y="120064"/>
                  </a:lnTo>
                  <a:lnTo>
                    <a:pt x="330301" y="120536"/>
                  </a:lnTo>
                  <a:lnTo>
                    <a:pt x="330445" y="120622"/>
                  </a:lnTo>
                  <a:lnTo>
                    <a:pt x="334685" y="123140"/>
                  </a:lnTo>
                  <a:lnTo>
                    <a:pt x="335777" y="123788"/>
                  </a:lnTo>
                  <a:lnTo>
                    <a:pt x="342879" y="128006"/>
                  </a:lnTo>
                  <a:lnTo>
                    <a:pt x="343789" y="128547"/>
                  </a:lnTo>
                  <a:lnTo>
                    <a:pt x="344093" y="128742"/>
                  </a:lnTo>
                  <a:lnTo>
                    <a:pt x="347641" y="131021"/>
                  </a:lnTo>
                  <a:lnTo>
                    <a:pt x="348714" y="131710"/>
                  </a:lnTo>
                  <a:lnTo>
                    <a:pt x="349199" y="132021"/>
                  </a:lnTo>
                  <a:lnTo>
                    <a:pt x="353485" y="134774"/>
                  </a:lnTo>
                  <a:lnTo>
                    <a:pt x="354363" y="135327"/>
                  </a:lnTo>
                  <a:lnTo>
                    <a:pt x="354828" y="135619"/>
                  </a:lnTo>
                  <a:lnTo>
                    <a:pt x="357509" y="137306"/>
                  </a:lnTo>
                  <a:lnTo>
                    <a:pt x="360451" y="139157"/>
                  </a:lnTo>
                  <a:lnTo>
                    <a:pt x="363021" y="140774"/>
                  </a:lnTo>
                  <a:lnTo>
                    <a:pt x="364420" y="141654"/>
                  </a:lnTo>
                  <a:lnTo>
                    <a:pt x="365115" y="142091"/>
                  </a:lnTo>
                  <a:lnTo>
                    <a:pt x="366321" y="142870"/>
                  </a:lnTo>
                  <a:lnTo>
                    <a:pt x="372583" y="146913"/>
                  </a:lnTo>
                  <a:lnTo>
                    <a:pt x="381911" y="152936"/>
                  </a:lnTo>
                  <a:lnTo>
                    <a:pt x="399275" y="164146"/>
                  </a:lnTo>
                  <a:lnTo>
                    <a:pt x="399874" y="164533"/>
                  </a:lnTo>
                  <a:lnTo>
                    <a:pt x="399457" y="165217"/>
                  </a:lnTo>
                  <a:lnTo>
                    <a:pt x="394085" y="174029"/>
                  </a:lnTo>
                  <a:lnTo>
                    <a:pt x="390225" y="180575"/>
                  </a:lnTo>
                  <a:lnTo>
                    <a:pt x="388108" y="184164"/>
                  </a:lnTo>
                  <a:lnTo>
                    <a:pt x="385108" y="189252"/>
                  </a:lnTo>
                  <a:lnTo>
                    <a:pt x="384852" y="189686"/>
                  </a:lnTo>
                  <a:lnTo>
                    <a:pt x="385257" y="194478"/>
                  </a:lnTo>
                  <a:lnTo>
                    <a:pt x="384747" y="195308"/>
                  </a:lnTo>
                  <a:lnTo>
                    <a:pt x="379916" y="203161"/>
                  </a:lnTo>
                  <a:lnTo>
                    <a:pt x="375138" y="210928"/>
                  </a:lnTo>
                  <a:lnTo>
                    <a:pt x="374844" y="211363"/>
                  </a:lnTo>
                  <a:lnTo>
                    <a:pt x="373809" y="210942"/>
                  </a:lnTo>
                  <a:lnTo>
                    <a:pt x="371807" y="210128"/>
                  </a:lnTo>
                  <a:lnTo>
                    <a:pt x="360588" y="205565"/>
                  </a:lnTo>
                  <a:lnTo>
                    <a:pt x="354551" y="203111"/>
                  </a:lnTo>
                  <a:lnTo>
                    <a:pt x="354084" y="202921"/>
                  </a:lnTo>
                  <a:lnTo>
                    <a:pt x="350082" y="201293"/>
                  </a:lnTo>
                  <a:lnTo>
                    <a:pt x="347125" y="200091"/>
                  </a:lnTo>
                  <a:lnTo>
                    <a:pt x="339260" y="196892"/>
                  </a:lnTo>
                  <a:lnTo>
                    <a:pt x="338450" y="196563"/>
                  </a:lnTo>
                  <a:lnTo>
                    <a:pt x="338102" y="196420"/>
                  </a:lnTo>
                  <a:lnTo>
                    <a:pt x="328785" y="192576"/>
                  </a:lnTo>
                  <a:lnTo>
                    <a:pt x="313971" y="186465"/>
                  </a:lnTo>
                  <a:lnTo>
                    <a:pt x="309494" y="182990"/>
                  </a:lnTo>
                  <a:lnTo>
                    <a:pt x="306670" y="180797"/>
                  </a:lnTo>
                  <a:lnTo>
                    <a:pt x="304740" y="179299"/>
                  </a:lnTo>
                  <a:lnTo>
                    <a:pt x="295743" y="172313"/>
                  </a:lnTo>
                  <a:lnTo>
                    <a:pt x="294365" y="171243"/>
                  </a:lnTo>
                  <a:lnTo>
                    <a:pt x="293662" y="170697"/>
                  </a:lnTo>
                  <a:lnTo>
                    <a:pt x="293506" y="170568"/>
                  </a:lnTo>
                  <a:lnTo>
                    <a:pt x="287029" y="165229"/>
                  </a:lnTo>
                  <a:lnTo>
                    <a:pt x="285224" y="163740"/>
                  </a:lnTo>
                  <a:lnTo>
                    <a:pt x="279812" y="159279"/>
                  </a:lnTo>
                  <a:lnTo>
                    <a:pt x="279566" y="159090"/>
                  </a:lnTo>
                  <a:lnTo>
                    <a:pt x="279771" y="158821"/>
                  </a:lnTo>
                  <a:lnTo>
                    <a:pt x="282399" y="155381"/>
                  </a:lnTo>
                  <a:lnTo>
                    <a:pt x="285253" y="151645"/>
                  </a:lnTo>
                  <a:lnTo>
                    <a:pt x="285588" y="151208"/>
                  </a:lnTo>
                  <a:lnTo>
                    <a:pt x="285969" y="150659"/>
                  </a:lnTo>
                  <a:lnTo>
                    <a:pt x="281164" y="146766"/>
                  </a:lnTo>
                  <a:lnTo>
                    <a:pt x="280338" y="143224"/>
                  </a:lnTo>
                  <a:lnTo>
                    <a:pt x="279377" y="138889"/>
                  </a:lnTo>
                  <a:lnTo>
                    <a:pt x="279272" y="139041"/>
                  </a:lnTo>
                  <a:lnTo>
                    <a:pt x="278483" y="139272"/>
                  </a:lnTo>
                  <a:lnTo>
                    <a:pt x="277685" y="139301"/>
                  </a:lnTo>
                  <a:lnTo>
                    <a:pt x="277134" y="139045"/>
                  </a:lnTo>
                  <a:lnTo>
                    <a:pt x="276773" y="138878"/>
                  </a:lnTo>
                  <a:lnTo>
                    <a:pt x="276018" y="138398"/>
                  </a:lnTo>
                  <a:lnTo>
                    <a:pt x="274793" y="137378"/>
                  </a:lnTo>
                  <a:lnTo>
                    <a:pt x="273525" y="135864"/>
                  </a:lnTo>
                  <a:lnTo>
                    <a:pt x="271505" y="133031"/>
                  </a:lnTo>
                  <a:lnTo>
                    <a:pt x="271257" y="133947"/>
                  </a:lnTo>
                  <a:lnTo>
                    <a:pt x="271113" y="134478"/>
                  </a:lnTo>
                  <a:lnTo>
                    <a:pt x="267619" y="134711"/>
                  </a:lnTo>
                  <a:lnTo>
                    <a:pt x="267118" y="134744"/>
                  </a:lnTo>
                  <a:lnTo>
                    <a:pt x="265510" y="134606"/>
                  </a:lnTo>
                  <a:lnTo>
                    <a:pt x="264515" y="134521"/>
                  </a:lnTo>
                  <a:lnTo>
                    <a:pt x="262232" y="133523"/>
                  </a:lnTo>
                  <a:lnTo>
                    <a:pt x="261628" y="133259"/>
                  </a:lnTo>
                  <a:lnTo>
                    <a:pt x="261371" y="131288"/>
                  </a:lnTo>
                  <a:lnTo>
                    <a:pt x="260397" y="130906"/>
                  </a:lnTo>
                  <a:lnTo>
                    <a:pt x="260155" y="130811"/>
                  </a:lnTo>
                  <a:lnTo>
                    <a:pt x="260128" y="129656"/>
                  </a:lnTo>
                  <a:lnTo>
                    <a:pt x="257492" y="129518"/>
                  </a:lnTo>
                  <a:lnTo>
                    <a:pt x="257387" y="129854"/>
                  </a:lnTo>
                  <a:lnTo>
                    <a:pt x="257178" y="130524"/>
                  </a:lnTo>
                  <a:lnTo>
                    <a:pt x="256989" y="131132"/>
                  </a:lnTo>
                  <a:lnTo>
                    <a:pt x="253524" y="131462"/>
                  </a:lnTo>
                  <a:lnTo>
                    <a:pt x="253597" y="132922"/>
                  </a:lnTo>
                  <a:lnTo>
                    <a:pt x="250601" y="133303"/>
                  </a:lnTo>
                  <a:lnTo>
                    <a:pt x="250104" y="133303"/>
                  </a:lnTo>
                  <a:lnTo>
                    <a:pt x="249227" y="133274"/>
                  </a:lnTo>
                  <a:lnTo>
                    <a:pt x="248378" y="133070"/>
                  </a:lnTo>
                  <a:lnTo>
                    <a:pt x="247328" y="131968"/>
                  </a:lnTo>
                  <a:lnTo>
                    <a:pt x="246781" y="131813"/>
                  </a:lnTo>
                  <a:lnTo>
                    <a:pt x="245889" y="131560"/>
                  </a:lnTo>
                  <a:lnTo>
                    <a:pt x="244635" y="130580"/>
                  </a:lnTo>
                  <a:lnTo>
                    <a:pt x="243467" y="129667"/>
                  </a:lnTo>
                  <a:lnTo>
                    <a:pt x="242164" y="128786"/>
                  </a:lnTo>
                  <a:lnTo>
                    <a:pt x="241805" y="128543"/>
                  </a:lnTo>
                  <a:lnTo>
                    <a:pt x="240145" y="128133"/>
                  </a:lnTo>
                  <a:lnTo>
                    <a:pt x="239748" y="127976"/>
                  </a:lnTo>
                  <a:lnTo>
                    <a:pt x="239097" y="127719"/>
                  </a:lnTo>
                  <a:lnTo>
                    <a:pt x="238184" y="127359"/>
                  </a:lnTo>
                  <a:lnTo>
                    <a:pt x="235562" y="126323"/>
                  </a:lnTo>
                  <a:lnTo>
                    <a:pt x="235349" y="126239"/>
                  </a:lnTo>
                  <a:lnTo>
                    <a:pt x="235303" y="125943"/>
                  </a:lnTo>
                  <a:lnTo>
                    <a:pt x="235039" y="124237"/>
                  </a:lnTo>
                  <a:lnTo>
                    <a:pt x="235389" y="123519"/>
                  </a:lnTo>
                  <a:lnTo>
                    <a:pt x="236286" y="121676"/>
                  </a:lnTo>
                  <a:lnTo>
                    <a:pt x="236584" y="121203"/>
                  </a:lnTo>
                  <a:lnTo>
                    <a:pt x="234078" y="122524"/>
                  </a:lnTo>
                  <a:lnTo>
                    <a:pt x="232370" y="123424"/>
                  </a:lnTo>
                  <a:lnTo>
                    <a:pt x="231219" y="124031"/>
                  </a:lnTo>
                  <a:lnTo>
                    <a:pt x="230643" y="124334"/>
                  </a:lnTo>
                  <a:lnTo>
                    <a:pt x="229468" y="124613"/>
                  </a:lnTo>
                  <a:lnTo>
                    <a:pt x="227393" y="124689"/>
                  </a:lnTo>
                  <a:lnTo>
                    <a:pt x="226530" y="124720"/>
                  </a:lnTo>
                  <a:lnTo>
                    <a:pt x="225201" y="124487"/>
                  </a:lnTo>
                  <a:lnTo>
                    <a:pt x="221578" y="121176"/>
                  </a:lnTo>
                  <a:lnTo>
                    <a:pt x="221373" y="120988"/>
                  </a:lnTo>
                  <a:lnTo>
                    <a:pt x="220985" y="120361"/>
                  </a:lnTo>
                  <a:lnTo>
                    <a:pt x="218302" y="121027"/>
                  </a:lnTo>
                  <a:lnTo>
                    <a:pt x="218098" y="120321"/>
                  </a:lnTo>
                  <a:lnTo>
                    <a:pt x="217943" y="119788"/>
                  </a:lnTo>
                  <a:lnTo>
                    <a:pt x="217001" y="119411"/>
                  </a:lnTo>
                  <a:lnTo>
                    <a:pt x="214729" y="118504"/>
                  </a:lnTo>
                  <a:lnTo>
                    <a:pt x="210693" y="116892"/>
                  </a:lnTo>
                  <a:lnTo>
                    <a:pt x="210553" y="116836"/>
                  </a:lnTo>
                  <a:lnTo>
                    <a:pt x="210154" y="116021"/>
                  </a:lnTo>
                  <a:lnTo>
                    <a:pt x="210100" y="115115"/>
                  </a:lnTo>
                  <a:lnTo>
                    <a:pt x="209975" y="114639"/>
                  </a:lnTo>
                  <a:lnTo>
                    <a:pt x="209235" y="114346"/>
                  </a:lnTo>
                  <a:lnTo>
                    <a:pt x="207502" y="113658"/>
                  </a:lnTo>
                  <a:lnTo>
                    <a:pt x="206745" y="113357"/>
                  </a:lnTo>
                  <a:lnTo>
                    <a:pt x="206471" y="114002"/>
                  </a:lnTo>
                  <a:lnTo>
                    <a:pt x="206344" y="114242"/>
                  </a:lnTo>
                  <a:lnTo>
                    <a:pt x="205935" y="114078"/>
                  </a:lnTo>
                  <a:lnTo>
                    <a:pt x="202578" y="112734"/>
                  </a:lnTo>
                  <a:lnTo>
                    <a:pt x="201088" y="112138"/>
                  </a:lnTo>
                  <a:lnTo>
                    <a:pt x="196006" y="110111"/>
                  </a:lnTo>
                  <a:lnTo>
                    <a:pt x="195692" y="109977"/>
                  </a:lnTo>
                  <a:lnTo>
                    <a:pt x="195044" y="109659"/>
                  </a:lnTo>
                  <a:lnTo>
                    <a:pt x="191213" y="107778"/>
                  </a:lnTo>
                  <a:lnTo>
                    <a:pt x="189474" y="106924"/>
                  </a:lnTo>
                  <a:lnTo>
                    <a:pt x="185991" y="107626"/>
                  </a:lnTo>
                  <a:lnTo>
                    <a:pt x="183409" y="108147"/>
                  </a:lnTo>
                  <a:lnTo>
                    <a:pt x="182814" y="108173"/>
                  </a:lnTo>
                  <a:lnTo>
                    <a:pt x="181415" y="108234"/>
                  </a:lnTo>
                  <a:lnTo>
                    <a:pt x="180807" y="108101"/>
                  </a:lnTo>
                  <a:lnTo>
                    <a:pt x="180218" y="107972"/>
                  </a:lnTo>
                  <a:lnTo>
                    <a:pt x="178650" y="107156"/>
                  </a:lnTo>
                  <a:lnTo>
                    <a:pt x="178129" y="106835"/>
                  </a:lnTo>
                  <a:lnTo>
                    <a:pt x="178001" y="106755"/>
                  </a:lnTo>
                  <a:lnTo>
                    <a:pt x="177573" y="106491"/>
                  </a:lnTo>
                  <a:lnTo>
                    <a:pt x="177371" y="106245"/>
                  </a:lnTo>
                  <a:lnTo>
                    <a:pt x="176606" y="105315"/>
                  </a:lnTo>
                  <a:lnTo>
                    <a:pt x="176228" y="104855"/>
                  </a:lnTo>
                  <a:lnTo>
                    <a:pt x="169611" y="107488"/>
                  </a:lnTo>
                  <a:lnTo>
                    <a:pt x="169275" y="107622"/>
                  </a:lnTo>
                  <a:lnTo>
                    <a:pt x="166205" y="108703"/>
                  </a:lnTo>
                  <a:lnTo>
                    <a:pt x="162910" y="109862"/>
                  </a:lnTo>
                  <a:lnTo>
                    <a:pt x="162481" y="110013"/>
                  </a:lnTo>
                  <a:lnTo>
                    <a:pt x="162306" y="109952"/>
                  </a:lnTo>
                  <a:lnTo>
                    <a:pt x="158660" y="108665"/>
                  </a:lnTo>
                  <a:lnTo>
                    <a:pt x="158437" y="108586"/>
                  </a:lnTo>
                  <a:lnTo>
                    <a:pt x="158230" y="108513"/>
                  </a:lnTo>
                  <a:lnTo>
                    <a:pt x="157694" y="108324"/>
                  </a:lnTo>
                  <a:lnTo>
                    <a:pt x="157052" y="108098"/>
                  </a:lnTo>
                  <a:lnTo>
                    <a:pt x="156684" y="107968"/>
                  </a:lnTo>
                  <a:lnTo>
                    <a:pt x="156020" y="107734"/>
                  </a:lnTo>
                  <a:lnTo>
                    <a:pt x="155751" y="107650"/>
                  </a:lnTo>
                  <a:lnTo>
                    <a:pt x="154884" y="107487"/>
                  </a:lnTo>
                  <a:lnTo>
                    <a:pt x="154220" y="107363"/>
                  </a:lnTo>
                  <a:lnTo>
                    <a:pt x="154054" y="107332"/>
                  </a:lnTo>
                  <a:lnTo>
                    <a:pt x="153735" y="107272"/>
                  </a:lnTo>
                  <a:lnTo>
                    <a:pt x="153544" y="107236"/>
                  </a:lnTo>
                  <a:lnTo>
                    <a:pt x="153138" y="107174"/>
                  </a:lnTo>
                  <a:lnTo>
                    <a:pt x="152746" y="107184"/>
                  </a:lnTo>
                  <a:lnTo>
                    <a:pt x="152652" y="107435"/>
                  </a:lnTo>
                  <a:lnTo>
                    <a:pt x="152427" y="107725"/>
                  </a:lnTo>
                  <a:lnTo>
                    <a:pt x="151398" y="109051"/>
                  </a:lnTo>
                  <a:lnTo>
                    <a:pt x="151802" y="109532"/>
                  </a:lnTo>
                  <a:lnTo>
                    <a:pt x="153108" y="111090"/>
                  </a:lnTo>
                  <a:lnTo>
                    <a:pt x="152481" y="112196"/>
                  </a:lnTo>
                  <a:lnTo>
                    <a:pt x="150655" y="113012"/>
                  </a:lnTo>
                  <a:lnTo>
                    <a:pt x="150084" y="112970"/>
                  </a:lnTo>
                  <a:lnTo>
                    <a:pt x="148052" y="112821"/>
                  </a:lnTo>
                  <a:lnTo>
                    <a:pt x="146068" y="112891"/>
                  </a:lnTo>
                  <a:lnTo>
                    <a:pt x="145374" y="113256"/>
                  </a:lnTo>
                  <a:lnTo>
                    <a:pt x="144637" y="115982"/>
                  </a:lnTo>
                  <a:lnTo>
                    <a:pt x="143681" y="116118"/>
                  </a:lnTo>
                  <a:lnTo>
                    <a:pt x="143523" y="116140"/>
                  </a:lnTo>
                  <a:lnTo>
                    <a:pt x="142980" y="116217"/>
                  </a:lnTo>
                  <a:lnTo>
                    <a:pt x="140320" y="117149"/>
                  </a:lnTo>
                  <a:lnTo>
                    <a:pt x="135115" y="116567"/>
                  </a:lnTo>
                  <a:lnTo>
                    <a:pt x="134104" y="116254"/>
                  </a:lnTo>
                  <a:lnTo>
                    <a:pt x="133469" y="116059"/>
                  </a:lnTo>
                  <a:lnTo>
                    <a:pt x="133096" y="115944"/>
                  </a:lnTo>
                  <a:lnTo>
                    <a:pt x="130730" y="111283"/>
                  </a:lnTo>
                  <a:lnTo>
                    <a:pt x="130656" y="111138"/>
                  </a:lnTo>
                  <a:lnTo>
                    <a:pt x="130251" y="110424"/>
                  </a:lnTo>
                  <a:lnTo>
                    <a:pt x="128873" y="109497"/>
                  </a:lnTo>
                  <a:lnTo>
                    <a:pt x="126365" y="111450"/>
                  </a:lnTo>
                  <a:lnTo>
                    <a:pt x="125884" y="111825"/>
                  </a:lnTo>
                  <a:lnTo>
                    <a:pt x="124289" y="112519"/>
                  </a:lnTo>
                  <a:lnTo>
                    <a:pt x="123652" y="112796"/>
                  </a:lnTo>
                  <a:lnTo>
                    <a:pt x="121482" y="111637"/>
                  </a:lnTo>
                  <a:lnTo>
                    <a:pt x="118355" y="109968"/>
                  </a:lnTo>
                  <a:lnTo>
                    <a:pt x="103853" y="102224"/>
                  </a:lnTo>
                  <a:lnTo>
                    <a:pt x="83376" y="91290"/>
                  </a:lnTo>
                  <a:lnTo>
                    <a:pt x="76039" y="100386"/>
                  </a:lnTo>
                  <a:lnTo>
                    <a:pt x="74939" y="101750"/>
                  </a:lnTo>
                  <a:lnTo>
                    <a:pt x="68174" y="110138"/>
                  </a:lnTo>
                  <a:lnTo>
                    <a:pt x="62693" y="105055"/>
                  </a:lnTo>
                  <a:lnTo>
                    <a:pt x="65543" y="91656"/>
                  </a:lnTo>
                  <a:lnTo>
                    <a:pt x="51674" y="81364"/>
                  </a:lnTo>
                  <a:lnTo>
                    <a:pt x="53194" y="73791"/>
                  </a:lnTo>
                  <a:lnTo>
                    <a:pt x="47115" y="73014"/>
                  </a:lnTo>
                  <a:lnTo>
                    <a:pt x="15633" y="56480"/>
                  </a:lnTo>
                  <a:lnTo>
                    <a:pt x="12728" y="54955"/>
                  </a:lnTo>
                  <a:lnTo>
                    <a:pt x="0" y="27186"/>
                  </a:lnTo>
                  <a:lnTo>
                    <a:pt x="2996" y="21979"/>
                  </a:lnTo>
                  <a:lnTo>
                    <a:pt x="5699" y="17282"/>
                  </a:lnTo>
                  <a:lnTo>
                    <a:pt x="29066" y="14564"/>
                  </a:lnTo>
                  <a:lnTo>
                    <a:pt x="30966" y="26409"/>
                  </a:lnTo>
                  <a:lnTo>
                    <a:pt x="49774" y="35342"/>
                  </a:lnTo>
                  <a:lnTo>
                    <a:pt x="58133" y="31264"/>
                  </a:lnTo>
                  <a:lnTo>
                    <a:pt x="59083" y="11651"/>
                  </a:lnTo>
                  <a:lnTo>
                    <a:pt x="68712" y="4940"/>
                  </a:lnTo>
                  <a:lnTo>
                    <a:pt x="758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917388" y="4354036"/>
              <a:ext cx="298805" cy="154088"/>
            </a:xfrm>
            <a:custGeom>
              <a:avLst/>
              <a:pathLst>
                <a:path w="298805" h="154088">
                  <a:moveTo>
                    <a:pt x="45443" y="20347"/>
                  </a:moveTo>
                  <a:lnTo>
                    <a:pt x="47612" y="21506"/>
                  </a:lnTo>
                  <a:lnTo>
                    <a:pt x="48250" y="21228"/>
                  </a:lnTo>
                  <a:lnTo>
                    <a:pt x="49845" y="20535"/>
                  </a:lnTo>
                  <a:lnTo>
                    <a:pt x="50422" y="20085"/>
                  </a:lnTo>
                  <a:lnTo>
                    <a:pt x="52833" y="18207"/>
                  </a:lnTo>
                  <a:lnTo>
                    <a:pt x="54276" y="19177"/>
                  </a:lnTo>
                  <a:lnTo>
                    <a:pt x="54617" y="19848"/>
                  </a:lnTo>
                  <a:lnTo>
                    <a:pt x="54690" y="19993"/>
                  </a:lnTo>
                  <a:lnTo>
                    <a:pt x="57057" y="24653"/>
                  </a:lnTo>
                  <a:lnTo>
                    <a:pt x="57430" y="24768"/>
                  </a:lnTo>
                  <a:lnTo>
                    <a:pt x="58064" y="24964"/>
                  </a:lnTo>
                  <a:lnTo>
                    <a:pt x="59076" y="25276"/>
                  </a:lnTo>
                  <a:lnTo>
                    <a:pt x="64281" y="25859"/>
                  </a:lnTo>
                  <a:lnTo>
                    <a:pt x="66941" y="24927"/>
                  </a:lnTo>
                  <a:lnTo>
                    <a:pt x="67484" y="24850"/>
                  </a:lnTo>
                  <a:lnTo>
                    <a:pt x="67642" y="24828"/>
                  </a:lnTo>
                  <a:lnTo>
                    <a:pt x="68598" y="24692"/>
                  </a:lnTo>
                  <a:lnTo>
                    <a:pt x="69335" y="21965"/>
                  </a:lnTo>
                  <a:lnTo>
                    <a:pt x="70029" y="21601"/>
                  </a:lnTo>
                  <a:lnTo>
                    <a:pt x="72012" y="21531"/>
                  </a:lnTo>
                  <a:lnTo>
                    <a:pt x="74045" y="21680"/>
                  </a:lnTo>
                  <a:lnTo>
                    <a:pt x="74616" y="21722"/>
                  </a:lnTo>
                  <a:lnTo>
                    <a:pt x="76442" y="20906"/>
                  </a:lnTo>
                  <a:lnTo>
                    <a:pt x="77069" y="19799"/>
                  </a:lnTo>
                  <a:lnTo>
                    <a:pt x="75763" y="18242"/>
                  </a:lnTo>
                  <a:lnTo>
                    <a:pt x="75359" y="17761"/>
                  </a:lnTo>
                  <a:lnTo>
                    <a:pt x="76388" y="16435"/>
                  </a:lnTo>
                  <a:lnTo>
                    <a:pt x="76670" y="16071"/>
                  </a:lnTo>
                  <a:lnTo>
                    <a:pt x="76946" y="15888"/>
                  </a:lnTo>
                  <a:lnTo>
                    <a:pt x="77164" y="15882"/>
                  </a:lnTo>
                  <a:lnTo>
                    <a:pt x="77505" y="15946"/>
                  </a:lnTo>
                  <a:lnTo>
                    <a:pt x="77696" y="15982"/>
                  </a:lnTo>
                  <a:lnTo>
                    <a:pt x="78015" y="16042"/>
                  </a:lnTo>
                  <a:lnTo>
                    <a:pt x="78181" y="16073"/>
                  </a:lnTo>
                  <a:lnTo>
                    <a:pt x="78845" y="16197"/>
                  </a:lnTo>
                  <a:lnTo>
                    <a:pt x="79783" y="16374"/>
                  </a:lnTo>
                  <a:lnTo>
                    <a:pt x="79981" y="16443"/>
                  </a:lnTo>
                  <a:lnTo>
                    <a:pt x="80645" y="16678"/>
                  </a:lnTo>
                  <a:lnTo>
                    <a:pt x="81012" y="16807"/>
                  </a:lnTo>
                  <a:lnTo>
                    <a:pt x="81655" y="17034"/>
                  </a:lnTo>
                  <a:lnTo>
                    <a:pt x="82191" y="17223"/>
                  </a:lnTo>
                  <a:lnTo>
                    <a:pt x="82398" y="17296"/>
                  </a:lnTo>
                  <a:lnTo>
                    <a:pt x="82621" y="17375"/>
                  </a:lnTo>
                  <a:lnTo>
                    <a:pt x="86267" y="18662"/>
                  </a:lnTo>
                  <a:lnTo>
                    <a:pt x="86442" y="18723"/>
                  </a:lnTo>
                  <a:lnTo>
                    <a:pt x="86871" y="18572"/>
                  </a:lnTo>
                  <a:lnTo>
                    <a:pt x="90166" y="17413"/>
                  </a:lnTo>
                  <a:lnTo>
                    <a:pt x="93236" y="16332"/>
                  </a:lnTo>
                  <a:lnTo>
                    <a:pt x="93572" y="16198"/>
                  </a:lnTo>
                  <a:lnTo>
                    <a:pt x="100189" y="13565"/>
                  </a:lnTo>
                  <a:lnTo>
                    <a:pt x="100567" y="14025"/>
                  </a:lnTo>
                  <a:lnTo>
                    <a:pt x="101332" y="14955"/>
                  </a:lnTo>
                  <a:lnTo>
                    <a:pt x="101534" y="15201"/>
                  </a:lnTo>
                  <a:lnTo>
                    <a:pt x="101962" y="15465"/>
                  </a:lnTo>
                  <a:lnTo>
                    <a:pt x="102090" y="15544"/>
                  </a:lnTo>
                  <a:lnTo>
                    <a:pt x="102611" y="15866"/>
                  </a:lnTo>
                  <a:lnTo>
                    <a:pt x="104179" y="16682"/>
                  </a:lnTo>
                  <a:lnTo>
                    <a:pt x="104777" y="16813"/>
                  </a:lnTo>
                  <a:lnTo>
                    <a:pt x="105375" y="16944"/>
                  </a:lnTo>
                  <a:lnTo>
                    <a:pt x="106775" y="16883"/>
                  </a:lnTo>
                  <a:lnTo>
                    <a:pt x="107370" y="16857"/>
                  </a:lnTo>
                  <a:lnTo>
                    <a:pt x="109952" y="16336"/>
                  </a:lnTo>
                  <a:lnTo>
                    <a:pt x="113435" y="15634"/>
                  </a:lnTo>
                  <a:lnTo>
                    <a:pt x="115174" y="16488"/>
                  </a:lnTo>
                  <a:lnTo>
                    <a:pt x="119005" y="18369"/>
                  </a:lnTo>
                  <a:lnTo>
                    <a:pt x="119652" y="18687"/>
                  </a:lnTo>
                  <a:lnTo>
                    <a:pt x="119968" y="18813"/>
                  </a:lnTo>
                  <a:lnTo>
                    <a:pt x="125049" y="20847"/>
                  </a:lnTo>
                  <a:lnTo>
                    <a:pt x="126582" y="21461"/>
                  </a:lnTo>
                  <a:lnTo>
                    <a:pt x="129896" y="22788"/>
                  </a:lnTo>
                  <a:lnTo>
                    <a:pt x="130326" y="22961"/>
                  </a:lnTo>
                  <a:lnTo>
                    <a:pt x="130432" y="22712"/>
                  </a:lnTo>
                  <a:lnTo>
                    <a:pt x="130706" y="22067"/>
                  </a:lnTo>
                  <a:lnTo>
                    <a:pt x="131462" y="22367"/>
                  </a:lnTo>
                  <a:lnTo>
                    <a:pt x="133196" y="23055"/>
                  </a:lnTo>
                  <a:lnTo>
                    <a:pt x="133936" y="23349"/>
                  </a:lnTo>
                  <a:lnTo>
                    <a:pt x="134061" y="23825"/>
                  </a:lnTo>
                  <a:lnTo>
                    <a:pt x="134115" y="24731"/>
                  </a:lnTo>
                  <a:lnTo>
                    <a:pt x="134514" y="25546"/>
                  </a:lnTo>
                  <a:lnTo>
                    <a:pt x="134654" y="25602"/>
                  </a:lnTo>
                  <a:lnTo>
                    <a:pt x="138690" y="27214"/>
                  </a:lnTo>
                  <a:lnTo>
                    <a:pt x="140962" y="28121"/>
                  </a:lnTo>
                  <a:lnTo>
                    <a:pt x="141904" y="28497"/>
                  </a:lnTo>
                  <a:lnTo>
                    <a:pt x="142059" y="29031"/>
                  </a:lnTo>
                  <a:lnTo>
                    <a:pt x="142263" y="29737"/>
                  </a:lnTo>
                  <a:lnTo>
                    <a:pt x="144946" y="29071"/>
                  </a:lnTo>
                  <a:lnTo>
                    <a:pt x="145334" y="29698"/>
                  </a:lnTo>
                  <a:lnTo>
                    <a:pt x="145539" y="29886"/>
                  </a:lnTo>
                  <a:lnTo>
                    <a:pt x="149161" y="33197"/>
                  </a:lnTo>
                  <a:lnTo>
                    <a:pt x="150491" y="33430"/>
                  </a:lnTo>
                  <a:lnTo>
                    <a:pt x="151353" y="33398"/>
                  </a:lnTo>
                  <a:lnTo>
                    <a:pt x="153429" y="33323"/>
                  </a:lnTo>
                  <a:lnTo>
                    <a:pt x="154604" y="33044"/>
                  </a:lnTo>
                  <a:lnTo>
                    <a:pt x="155180" y="32740"/>
                  </a:lnTo>
                  <a:lnTo>
                    <a:pt x="156331" y="32134"/>
                  </a:lnTo>
                  <a:lnTo>
                    <a:pt x="158039" y="31234"/>
                  </a:lnTo>
                  <a:lnTo>
                    <a:pt x="160544" y="29913"/>
                  </a:lnTo>
                  <a:lnTo>
                    <a:pt x="160247" y="30386"/>
                  </a:lnTo>
                  <a:lnTo>
                    <a:pt x="159349" y="32229"/>
                  </a:lnTo>
                  <a:lnTo>
                    <a:pt x="159000" y="32947"/>
                  </a:lnTo>
                  <a:lnTo>
                    <a:pt x="159264" y="34653"/>
                  </a:lnTo>
                  <a:lnTo>
                    <a:pt x="159310" y="34949"/>
                  </a:lnTo>
                  <a:lnTo>
                    <a:pt x="159523" y="35033"/>
                  </a:lnTo>
                  <a:lnTo>
                    <a:pt x="162145" y="36068"/>
                  </a:lnTo>
                  <a:lnTo>
                    <a:pt x="163163" y="36470"/>
                  </a:lnTo>
                  <a:lnTo>
                    <a:pt x="163709" y="36686"/>
                  </a:lnTo>
                  <a:lnTo>
                    <a:pt x="164106" y="36843"/>
                  </a:lnTo>
                  <a:lnTo>
                    <a:pt x="165766" y="37253"/>
                  </a:lnTo>
                  <a:lnTo>
                    <a:pt x="166125" y="37495"/>
                  </a:lnTo>
                  <a:lnTo>
                    <a:pt x="167428" y="38377"/>
                  </a:lnTo>
                  <a:lnTo>
                    <a:pt x="168596" y="39290"/>
                  </a:lnTo>
                  <a:lnTo>
                    <a:pt x="169850" y="40270"/>
                  </a:lnTo>
                  <a:lnTo>
                    <a:pt x="170742" y="40523"/>
                  </a:lnTo>
                  <a:lnTo>
                    <a:pt x="171289" y="40678"/>
                  </a:lnTo>
                  <a:lnTo>
                    <a:pt x="172339" y="41780"/>
                  </a:lnTo>
                  <a:lnTo>
                    <a:pt x="173308" y="42013"/>
                  </a:lnTo>
                  <a:lnTo>
                    <a:pt x="174065" y="42013"/>
                  </a:lnTo>
                  <a:lnTo>
                    <a:pt x="174562" y="42013"/>
                  </a:lnTo>
                  <a:lnTo>
                    <a:pt x="177558" y="41632"/>
                  </a:lnTo>
                  <a:lnTo>
                    <a:pt x="177485" y="40172"/>
                  </a:lnTo>
                  <a:lnTo>
                    <a:pt x="180949" y="39842"/>
                  </a:lnTo>
                  <a:lnTo>
                    <a:pt x="181139" y="39234"/>
                  </a:lnTo>
                  <a:lnTo>
                    <a:pt x="181383" y="38452"/>
                  </a:lnTo>
                  <a:lnTo>
                    <a:pt x="181453" y="38228"/>
                  </a:lnTo>
                  <a:lnTo>
                    <a:pt x="184089" y="38366"/>
                  </a:lnTo>
                  <a:lnTo>
                    <a:pt x="184129" y="39526"/>
                  </a:lnTo>
                  <a:lnTo>
                    <a:pt x="184358" y="39616"/>
                  </a:lnTo>
                  <a:lnTo>
                    <a:pt x="185332" y="39998"/>
                  </a:lnTo>
                  <a:lnTo>
                    <a:pt x="185588" y="41969"/>
                  </a:lnTo>
                  <a:lnTo>
                    <a:pt x="186193" y="42233"/>
                  </a:lnTo>
                  <a:lnTo>
                    <a:pt x="188476" y="43231"/>
                  </a:lnTo>
                  <a:lnTo>
                    <a:pt x="189471" y="43316"/>
                  </a:lnTo>
                  <a:lnTo>
                    <a:pt x="191079" y="43454"/>
                  </a:lnTo>
                  <a:lnTo>
                    <a:pt x="191580" y="43421"/>
                  </a:lnTo>
                  <a:lnTo>
                    <a:pt x="195074" y="43188"/>
                  </a:lnTo>
                  <a:lnTo>
                    <a:pt x="195218" y="42657"/>
                  </a:lnTo>
                  <a:lnTo>
                    <a:pt x="195466" y="41741"/>
                  </a:lnTo>
                  <a:lnTo>
                    <a:pt x="197486" y="44574"/>
                  </a:lnTo>
                  <a:lnTo>
                    <a:pt x="198754" y="46088"/>
                  </a:lnTo>
                  <a:lnTo>
                    <a:pt x="199979" y="47108"/>
                  </a:lnTo>
                  <a:lnTo>
                    <a:pt x="200734" y="47588"/>
                  </a:lnTo>
                  <a:lnTo>
                    <a:pt x="201095" y="47755"/>
                  </a:lnTo>
                  <a:lnTo>
                    <a:pt x="201646" y="48011"/>
                  </a:lnTo>
                  <a:lnTo>
                    <a:pt x="202444" y="47982"/>
                  </a:lnTo>
                  <a:lnTo>
                    <a:pt x="203233" y="47751"/>
                  </a:lnTo>
                  <a:lnTo>
                    <a:pt x="203338" y="47599"/>
                  </a:lnTo>
                  <a:lnTo>
                    <a:pt x="204299" y="51934"/>
                  </a:lnTo>
                  <a:lnTo>
                    <a:pt x="205125" y="55476"/>
                  </a:lnTo>
                  <a:lnTo>
                    <a:pt x="209930" y="59369"/>
                  </a:lnTo>
                  <a:lnTo>
                    <a:pt x="209548" y="59917"/>
                  </a:lnTo>
                  <a:lnTo>
                    <a:pt x="209214" y="60355"/>
                  </a:lnTo>
                  <a:lnTo>
                    <a:pt x="206360" y="64090"/>
                  </a:lnTo>
                  <a:lnTo>
                    <a:pt x="203732" y="67531"/>
                  </a:lnTo>
                  <a:lnTo>
                    <a:pt x="203526" y="67800"/>
                  </a:lnTo>
                  <a:lnTo>
                    <a:pt x="203773" y="67989"/>
                  </a:lnTo>
                  <a:lnTo>
                    <a:pt x="209185" y="72450"/>
                  </a:lnTo>
                  <a:lnTo>
                    <a:pt x="211092" y="74023"/>
                  </a:lnTo>
                  <a:lnTo>
                    <a:pt x="217466" y="79278"/>
                  </a:lnTo>
                  <a:lnTo>
                    <a:pt x="217623" y="79407"/>
                  </a:lnTo>
                  <a:lnTo>
                    <a:pt x="218326" y="79953"/>
                  </a:lnTo>
                  <a:lnTo>
                    <a:pt x="219704" y="81023"/>
                  </a:lnTo>
                  <a:lnTo>
                    <a:pt x="228701" y="88008"/>
                  </a:lnTo>
                  <a:lnTo>
                    <a:pt x="230631" y="89506"/>
                  </a:lnTo>
                  <a:lnTo>
                    <a:pt x="233455" y="91700"/>
                  </a:lnTo>
                  <a:lnTo>
                    <a:pt x="237932" y="95175"/>
                  </a:lnTo>
                  <a:lnTo>
                    <a:pt x="252745" y="101286"/>
                  </a:lnTo>
                  <a:lnTo>
                    <a:pt x="262063" y="105129"/>
                  </a:lnTo>
                  <a:lnTo>
                    <a:pt x="262411" y="105273"/>
                  </a:lnTo>
                  <a:lnTo>
                    <a:pt x="263221" y="105602"/>
                  </a:lnTo>
                  <a:lnTo>
                    <a:pt x="271086" y="108801"/>
                  </a:lnTo>
                  <a:lnTo>
                    <a:pt x="274043" y="110003"/>
                  </a:lnTo>
                  <a:lnTo>
                    <a:pt x="278044" y="111630"/>
                  </a:lnTo>
                  <a:lnTo>
                    <a:pt x="278512" y="111820"/>
                  </a:lnTo>
                  <a:lnTo>
                    <a:pt x="284549" y="114275"/>
                  </a:lnTo>
                  <a:lnTo>
                    <a:pt x="295768" y="118838"/>
                  </a:lnTo>
                  <a:lnTo>
                    <a:pt x="297770" y="119652"/>
                  </a:lnTo>
                  <a:lnTo>
                    <a:pt x="298805" y="120073"/>
                  </a:lnTo>
                  <a:lnTo>
                    <a:pt x="298669" y="120274"/>
                  </a:lnTo>
                  <a:lnTo>
                    <a:pt x="298338" y="120763"/>
                  </a:lnTo>
                  <a:lnTo>
                    <a:pt x="296188" y="123939"/>
                  </a:lnTo>
                  <a:lnTo>
                    <a:pt x="295061" y="125605"/>
                  </a:lnTo>
                  <a:lnTo>
                    <a:pt x="294376" y="126617"/>
                  </a:lnTo>
                  <a:lnTo>
                    <a:pt x="293661" y="127674"/>
                  </a:lnTo>
                  <a:lnTo>
                    <a:pt x="293030" y="128606"/>
                  </a:lnTo>
                  <a:lnTo>
                    <a:pt x="292801" y="128945"/>
                  </a:lnTo>
                  <a:lnTo>
                    <a:pt x="292679" y="129125"/>
                  </a:lnTo>
                  <a:lnTo>
                    <a:pt x="287632" y="136583"/>
                  </a:lnTo>
                  <a:lnTo>
                    <a:pt x="287350" y="136999"/>
                  </a:lnTo>
                  <a:lnTo>
                    <a:pt x="286803" y="137807"/>
                  </a:lnTo>
                  <a:lnTo>
                    <a:pt x="286592" y="138119"/>
                  </a:lnTo>
                  <a:lnTo>
                    <a:pt x="285975" y="138790"/>
                  </a:lnTo>
                  <a:lnTo>
                    <a:pt x="285236" y="139594"/>
                  </a:lnTo>
                  <a:lnTo>
                    <a:pt x="283647" y="141323"/>
                  </a:lnTo>
                  <a:lnTo>
                    <a:pt x="281234" y="143183"/>
                  </a:lnTo>
                  <a:lnTo>
                    <a:pt x="278458" y="145321"/>
                  </a:lnTo>
                  <a:lnTo>
                    <a:pt x="277473" y="146080"/>
                  </a:lnTo>
                  <a:lnTo>
                    <a:pt x="277012" y="146392"/>
                  </a:lnTo>
                  <a:lnTo>
                    <a:pt x="275934" y="147122"/>
                  </a:lnTo>
                  <a:lnTo>
                    <a:pt x="275401" y="147483"/>
                  </a:lnTo>
                  <a:lnTo>
                    <a:pt x="271115" y="150383"/>
                  </a:lnTo>
                  <a:lnTo>
                    <a:pt x="268042" y="152463"/>
                  </a:lnTo>
                  <a:lnTo>
                    <a:pt x="267068" y="153640"/>
                  </a:lnTo>
                  <a:lnTo>
                    <a:pt x="266697" y="154088"/>
                  </a:lnTo>
                  <a:lnTo>
                    <a:pt x="264638" y="152392"/>
                  </a:lnTo>
                  <a:lnTo>
                    <a:pt x="262913" y="150970"/>
                  </a:lnTo>
                  <a:lnTo>
                    <a:pt x="262339" y="150497"/>
                  </a:lnTo>
                  <a:lnTo>
                    <a:pt x="262105" y="150304"/>
                  </a:lnTo>
                  <a:lnTo>
                    <a:pt x="259984" y="149351"/>
                  </a:lnTo>
                  <a:lnTo>
                    <a:pt x="258087" y="148498"/>
                  </a:lnTo>
                  <a:lnTo>
                    <a:pt x="255566" y="147410"/>
                  </a:lnTo>
                  <a:lnTo>
                    <a:pt x="254058" y="146851"/>
                  </a:lnTo>
                  <a:lnTo>
                    <a:pt x="248346" y="144733"/>
                  </a:lnTo>
                  <a:lnTo>
                    <a:pt x="247269" y="144271"/>
                  </a:lnTo>
                  <a:lnTo>
                    <a:pt x="245467" y="143497"/>
                  </a:lnTo>
                  <a:lnTo>
                    <a:pt x="245265" y="143417"/>
                  </a:lnTo>
                  <a:lnTo>
                    <a:pt x="244267" y="143018"/>
                  </a:lnTo>
                  <a:lnTo>
                    <a:pt x="243003" y="142515"/>
                  </a:lnTo>
                  <a:lnTo>
                    <a:pt x="242426" y="142285"/>
                  </a:lnTo>
                  <a:lnTo>
                    <a:pt x="240349" y="141456"/>
                  </a:lnTo>
                  <a:lnTo>
                    <a:pt x="239683" y="141191"/>
                  </a:lnTo>
                  <a:lnTo>
                    <a:pt x="238310" y="140643"/>
                  </a:lnTo>
                  <a:lnTo>
                    <a:pt x="237972" y="140508"/>
                  </a:lnTo>
                  <a:lnTo>
                    <a:pt x="236972" y="140109"/>
                  </a:lnTo>
                  <a:lnTo>
                    <a:pt x="236147" y="139780"/>
                  </a:lnTo>
                  <a:lnTo>
                    <a:pt x="235792" y="139639"/>
                  </a:lnTo>
                  <a:lnTo>
                    <a:pt x="234142" y="138981"/>
                  </a:lnTo>
                  <a:lnTo>
                    <a:pt x="233876" y="138875"/>
                  </a:lnTo>
                  <a:lnTo>
                    <a:pt x="232297" y="138245"/>
                  </a:lnTo>
                  <a:lnTo>
                    <a:pt x="230440" y="137505"/>
                  </a:lnTo>
                  <a:lnTo>
                    <a:pt x="229836" y="137303"/>
                  </a:lnTo>
                  <a:lnTo>
                    <a:pt x="229258" y="137109"/>
                  </a:lnTo>
                  <a:lnTo>
                    <a:pt x="228107" y="136798"/>
                  </a:lnTo>
                  <a:lnTo>
                    <a:pt x="227538" y="136643"/>
                  </a:lnTo>
                  <a:lnTo>
                    <a:pt x="225999" y="136585"/>
                  </a:lnTo>
                  <a:lnTo>
                    <a:pt x="222832" y="137388"/>
                  </a:lnTo>
                  <a:lnTo>
                    <a:pt x="222181" y="137553"/>
                  </a:lnTo>
                  <a:lnTo>
                    <a:pt x="220271" y="138037"/>
                  </a:lnTo>
                  <a:lnTo>
                    <a:pt x="219817" y="138152"/>
                  </a:lnTo>
                  <a:lnTo>
                    <a:pt x="216278" y="139049"/>
                  </a:lnTo>
                  <a:lnTo>
                    <a:pt x="215313" y="139294"/>
                  </a:lnTo>
                  <a:lnTo>
                    <a:pt x="215071" y="139416"/>
                  </a:lnTo>
                  <a:lnTo>
                    <a:pt x="213078" y="140481"/>
                  </a:lnTo>
                  <a:lnTo>
                    <a:pt x="210813" y="143433"/>
                  </a:lnTo>
                  <a:lnTo>
                    <a:pt x="208240" y="146787"/>
                  </a:lnTo>
                  <a:lnTo>
                    <a:pt x="207379" y="147909"/>
                  </a:lnTo>
                  <a:lnTo>
                    <a:pt x="205836" y="149824"/>
                  </a:lnTo>
                  <a:lnTo>
                    <a:pt x="205266" y="149982"/>
                  </a:lnTo>
                  <a:lnTo>
                    <a:pt x="203166" y="150565"/>
                  </a:lnTo>
                  <a:lnTo>
                    <a:pt x="200234" y="151378"/>
                  </a:lnTo>
                  <a:lnTo>
                    <a:pt x="195639" y="151354"/>
                  </a:lnTo>
                  <a:lnTo>
                    <a:pt x="195113" y="151471"/>
                  </a:lnTo>
                  <a:lnTo>
                    <a:pt x="194863" y="150565"/>
                  </a:lnTo>
                  <a:lnTo>
                    <a:pt x="194281" y="148457"/>
                  </a:lnTo>
                  <a:lnTo>
                    <a:pt x="195740" y="148014"/>
                  </a:lnTo>
                  <a:lnTo>
                    <a:pt x="196466" y="147793"/>
                  </a:lnTo>
                  <a:lnTo>
                    <a:pt x="198318" y="146590"/>
                  </a:lnTo>
                  <a:lnTo>
                    <a:pt x="200325" y="145285"/>
                  </a:lnTo>
                  <a:lnTo>
                    <a:pt x="200523" y="144936"/>
                  </a:lnTo>
                  <a:lnTo>
                    <a:pt x="200810" y="144431"/>
                  </a:lnTo>
                  <a:lnTo>
                    <a:pt x="201859" y="142579"/>
                  </a:lnTo>
                  <a:lnTo>
                    <a:pt x="202130" y="142100"/>
                  </a:lnTo>
                  <a:lnTo>
                    <a:pt x="203821" y="140916"/>
                  </a:lnTo>
                  <a:lnTo>
                    <a:pt x="204395" y="140598"/>
                  </a:lnTo>
                  <a:lnTo>
                    <a:pt x="205337" y="140076"/>
                  </a:lnTo>
                  <a:lnTo>
                    <a:pt x="206101" y="139653"/>
                  </a:lnTo>
                  <a:lnTo>
                    <a:pt x="207173" y="138526"/>
                  </a:lnTo>
                  <a:lnTo>
                    <a:pt x="207575" y="138103"/>
                  </a:lnTo>
                  <a:lnTo>
                    <a:pt x="207608" y="137840"/>
                  </a:lnTo>
                  <a:lnTo>
                    <a:pt x="207654" y="137467"/>
                  </a:lnTo>
                  <a:lnTo>
                    <a:pt x="207715" y="136588"/>
                  </a:lnTo>
                  <a:lnTo>
                    <a:pt x="203228" y="133622"/>
                  </a:lnTo>
                  <a:lnTo>
                    <a:pt x="201577" y="132529"/>
                  </a:lnTo>
                  <a:lnTo>
                    <a:pt x="199625" y="131239"/>
                  </a:lnTo>
                  <a:lnTo>
                    <a:pt x="198235" y="130319"/>
                  </a:lnTo>
                  <a:lnTo>
                    <a:pt x="197985" y="129953"/>
                  </a:lnTo>
                  <a:lnTo>
                    <a:pt x="197665" y="129484"/>
                  </a:lnTo>
                  <a:lnTo>
                    <a:pt x="196620" y="128980"/>
                  </a:lnTo>
                  <a:lnTo>
                    <a:pt x="196464" y="128949"/>
                  </a:lnTo>
                  <a:lnTo>
                    <a:pt x="195508" y="128765"/>
                  </a:lnTo>
                  <a:lnTo>
                    <a:pt x="193504" y="128378"/>
                  </a:lnTo>
                  <a:lnTo>
                    <a:pt x="191911" y="128235"/>
                  </a:lnTo>
                  <a:lnTo>
                    <a:pt x="191488" y="128197"/>
                  </a:lnTo>
                  <a:lnTo>
                    <a:pt x="190019" y="131477"/>
                  </a:lnTo>
                  <a:lnTo>
                    <a:pt x="187334" y="129641"/>
                  </a:lnTo>
                  <a:lnTo>
                    <a:pt x="187035" y="129437"/>
                  </a:lnTo>
                  <a:lnTo>
                    <a:pt x="186802" y="129277"/>
                  </a:lnTo>
                  <a:lnTo>
                    <a:pt x="186217" y="128877"/>
                  </a:lnTo>
                  <a:lnTo>
                    <a:pt x="185671" y="128532"/>
                  </a:lnTo>
                  <a:lnTo>
                    <a:pt x="183376" y="127080"/>
                  </a:lnTo>
                  <a:lnTo>
                    <a:pt x="182113" y="127274"/>
                  </a:lnTo>
                  <a:lnTo>
                    <a:pt x="180487" y="126828"/>
                  </a:lnTo>
                  <a:lnTo>
                    <a:pt x="180012" y="126698"/>
                  </a:lnTo>
                  <a:lnTo>
                    <a:pt x="179814" y="126643"/>
                  </a:lnTo>
                  <a:lnTo>
                    <a:pt x="177945" y="126258"/>
                  </a:lnTo>
                  <a:lnTo>
                    <a:pt x="177072" y="126078"/>
                  </a:lnTo>
                  <a:lnTo>
                    <a:pt x="175788" y="125814"/>
                  </a:lnTo>
                  <a:lnTo>
                    <a:pt x="174960" y="125643"/>
                  </a:lnTo>
                  <a:lnTo>
                    <a:pt x="173526" y="125335"/>
                  </a:lnTo>
                  <a:lnTo>
                    <a:pt x="173038" y="125230"/>
                  </a:lnTo>
                  <a:lnTo>
                    <a:pt x="172700" y="125158"/>
                  </a:lnTo>
                  <a:lnTo>
                    <a:pt x="169669" y="124867"/>
                  </a:lnTo>
                  <a:lnTo>
                    <a:pt x="168977" y="124886"/>
                  </a:lnTo>
                  <a:lnTo>
                    <a:pt x="168522" y="124899"/>
                  </a:lnTo>
                  <a:lnTo>
                    <a:pt x="164380" y="125018"/>
                  </a:lnTo>
                  <a:lnTo>
                    <a:pt x="162993" y="128185"/>
                  </a:lnTo>
                  <a:lnTo>
                    <a:pt x="162479" y="128168"/>
                  </a:lnTo>
                  <a:lnTo>
                    <a:pt x="161413" y="128134"/>
                  </a:lnTo>
                  <a:lnTo>
                    <a:pt x="160758" y="128112"/>
                  </a:lnTo>
                  <a:lnTo>
                    <a:pt x="142633" y="127525"/>
                  </a:lnTo>
                  <a:lnTo>
                    <a:pt x="142240" y="120164"/>
                  </a:lnTo>
                  <a:lnTo>
                    <a:pt x="155235" y="111154"/>
                  </a:lnTo>
                  <a:lnTo>
                    <a:pt x="154399" y="109135"/>
                  </a:lnTo>
                  <a:lnTo>
                    <a:pt x="143684" y="108202"/>
                  </a:lnTo>
                  <a:lnTo>
                    <a:pt x="130157" y="114727"/>
                  </a:lnTo>
                  <a:lnTo>
                    <a:pt x="128029" y="109678"/>
                  </a:lnTo>
                  <a:lnTo>
                    <a:pt x="116859" y="105095"/>
                  </a:lnTo>
                  <a:lnTo>
                    <a:pt x="106904" y="109678"/>
                  </a:lnTo>
                  <a:lnTo>
                    <a:pt x="103028" y="114805"/>
                  </a:lnTo>
                  <a:lnTo>
                    <a:pt x="97177" y="111309"/>
                  </a:lnTo>
                  <a:lnTo>
                    <a:pt x="96645" y="107581"/>
                  </a:lnTo>
                  <a:lnTo>
                    <a:pt x="89273" y="108125"/>
                  </a:lnTo>
                  <a:lnTo>
                    <a:pt x="88438" y="104629"/>
                  </a:lnTo>
                  <a:lnTo>
                    <a:pt x="65412" y="109523"/>
                  </a:lnTo>
                  <a:lnTo>
                    <a:pt x="64196" y="105872"/>
                  </a:lnTo>
                  <a:lnTo>
                    <a:pt x="63534" y="104154"/>
                  </a:lnTo>
                  <a:lnTo>
                    <a:pt x="85992" y="92666"/>
                  </a:lnTo>
                  <a:lnTo>
                    <a:pt x="87298" y="86919"/>
                  </a:lnTo>
                  <a:lnTo>
                    <a:pt x="89045" y="85055"/>
                  </a:lnTo>
                  <a:lnTo>
                    <a:pt x="83650" y="77288"/>
                  </a:lnTo>
                  <a:lnTo>
                    <a:pt x="85778" y="75424"/>
                  </a:lnTo>
                  <a:lnTo>
                    <a:pt x="76127" y="72938"/>
                  </a:lnTo>
                  <a:lnTo>
                    <a:pt x="71111" y="68821"/>
                  </a:lnTo>
                  <a:lnTo>
                    <a:pt x="67616" y="69365"/>
                  </a:lnTo>
                  <a:lnTo>
                    <a:pt x="52797" y="65714"/>
                  </a:lnTo>
                  <a:lnTo>
                    <a:pt x="46262" y="67423"/>
                  </a:lnTo>
                  <a:lnTo>
                    <a:pt x="39119" y="77288"/>
                  </a:lnTo>
                  <a:lnTo>
                    <a:pt x="19337" y="72540"/>
                  </a:lnTo>
                  <a:lnTo>
                    <a:pt x="15838" y="69257"/>
                  </a:lnTo>
                  <a:lnTo>
                    <a:pt x="14991" y="68462"/>
                  </a:lnTo>
                  <a:lnTo>
                    <a:pt x="18515" y="65019"/>
                  </a:lnTo>
                  <a:lnTo>
                    <a:pt x="14693" y="57040"/>
                  </a:lnTo>
                  <a:lnTo>
                    <a:pt x="10189" y="47637"/>
                  </a:lnTo>
                  <a:lnTo>
                    <a:pt x="19028" y="45020"/>
                  </a:lnTo>
                  <a:lnTo>
                    <a:pt x="21029" y="44412"/>
                  </a:lnTo>
                  <a:lnTo>
                    <a:pt x="23267" y="48524"/>
                  </a:lnTo>
                  <a:lnTo>
                    <a:pt x="25260" y="47505"/>
                  </a:lnTo>
                  <a:lnTo>
                    <a:pt x="28451" y="42690"/>
                  </a:lnTo>
                  <a:lnTo>
                    <a:pt x="30579" y="43311"/>
                  </a:lnTo>
                  <a:lnTo>
                    <a:pt x="33163" y="38340"/>
                  </a:lnTo>
                  <a:lnTo>
                    <a:pt x="23004" y="37163"/>
                  </a:lnTo>
                  <a:lnTo>
                    <a:pt x="16207" y="36376"/>
                  </a:lnTo>
                  <a:lnTo>
                    <a:pt x="16133" y="35432"/>
                  </a:lnTo>
                  <a:lnTo>
                    <a:pt x="17830" y="28679"/>
                  </a:lnTo>
                  <a:lnTo>
                    <a:pt x="6541" y="16281"/>
                  </a:lnTo>
                  <a:lnTo>
                    <a:pt x="0" y="9096"/>
                  </a:lnTo>
                  <a:lnTo>
                    <a:pt x="7337" y="0"/>
                  </a:lnTo>
                  <a:lnTo>
                    <a:pt x="27814" y="10934"/>
                  </a:lnTo>
                  <a:lnTo>
                    <a:pt x="42316" y="1867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76055" y="4172981"/>
              <a:ext cx="61992" cy="62123"/>
            </a:xfrm>
            <a:custGeom>
              <a:avLst/>
              <a:pathLst>
                <a:path w="61992" h="62123">
                  <a:moveTo>
                    <a:pt x="41671" y="2767"/>
                  </a:moveTo>
                  <a:lnTo>
                    <a:pt x="43933" y="4448"/>
                  </a:lnTo>
                  <a:lnTo>
                    <a:pt x="44811" y="3629"/>
                  </a:lnTo>
                  <a:lnTo>
                    <a:pt x="45267" y="3447"/>
                  </a:lnTo>
                  <a:lnTo>
                    <a:pt x="46958" y="4464"/>
                  </a:lnTo>
                  <a:lnTo>
                    <a:pt x="48108" y="5155"/>
                  </a:lnTo>
                  <a:lnTo>
                    <a:pt x="48907" y="5669"/>
                  </a:lnTo>
                  <a:lnTo>
                    <a:pt x="49984" y="6796"/>
                  </a:lnTo>
                  <a:lnTo>
                    <a:pt x="50912" y="7767"/>
                  </a:lnTo>
                  <a:lnTo>
                    <a:pt x="52764" y="10097"/>
                  </a:lnTo>
                  <a:lnTo>
                    <a:pt x="53157" y="10592"/>
                  </a:lnTo>
                  <a:lnTo>
                    <a:pt x="53825" y="10881"/>
                  </a:lnTo>
                  <a:lnTo>
                    <a:pt x="54900" y="11585"/>
                  </a:lnTo>
                  <a:lnTo>
                    <a:pt x="55554" y="11908"/>
                  </a:lnTo>
                  <a:lnTo>
                    <a:pt x="58320" y="12910"/>
                  </a:lnTo>
                  <a:lnTo>
                    <a:pt x="59417" y="13187"/>
                  </a:lnTo>
                  <a:lnTo>
                    <a:pt x="59272" y="14065"/>
                  </a:lnTo>
                  <a:lnTo>
                    <a:pt x="58850" y="16628"/>
                  </a:lnTo>
                  <a:lnTo>
                    <a:pt x="58973" y="17929"/>
                  </a:lnTo>
                  <a:lnTo>
                    <a:pt x="59008" y="19130"/>
                  </a:lnTo>
                  <a:lnTo>
                    <a:pt x="59099" y="19890"/>
                  </a:lnTo>
                  <a:lnTo>
                    <a:pt x="59282" y="21418"/>
                  </a:lnTo>
                  <a:lnTo>
                    <a:pt x="59418" y="22549"/>
                  </a:lnTo>
                  <a:lnTo>
                    <a:pt x="59410" y="22871"/>
                  </a:lnTo>
                  <a:lnTo>
                    <a:pt x="59403" y="23116"/>
                  </a:lnTo>
                  <a:lnTo>
                    <a:pt x="59399" y="23287"/>
                  </a:lnTo>
                  <a:lnTo>
                    <a:pt x="59494" y="23802"/>
                  </a:lnTo>
                  <a:lnTo>
                    <a:pt x="59589" y="24316"/>
                  </a:lnTo>
                  <a:lnTo>
                    <a:pt x="59608" y="25948"/>
                  </a:lnTo>
                  <a:lnTo>
                    <a:pt x="59488" y="27176"/>
                  </a:lnTo>
                  <a:lnTo>
                    <a:pt x="59456" y="27501"/>
                  </a:lnTo>
                  <a:lnTo>
                    <a:pt x="59220" y="28107"/>
                  </a:lnTo>
                  <a:lnTo>
                    <a:pt x="59055" y="28532"/>
                  </a:lnTo>
                  <a:lnTo>
                    <a:pt x="58709" y="29472"/>
                  </a:lnTo>
                  <a:lnTo>
                    <a:pt x="58573" y="29839"/>
                  </a:lnTo>
                  <a:lnTo>
                    <a:pt x="58421" y="30441"/>
                  </a:lnTo>
                  <a:lnTo>
                    <a:pt x="58060" y="33315"/>
                  </a:lnTo>
                  <a:lnTo>
                    <a:pt x="57969" y="34571"/>
                  </a:lnTo>
                  <a:lnTo>
                    <a:pt x="57739" y="35238"/>
                  </a:lnTo>
                  <a:lnTo>
                    <a:pt x="57697" y="35454"/>
                  </a:lnTo>
                  <a:lnTo>
                    <a:pt x="57539" y="36270"/>
                  </a:lnTo>
                  <a:lnTo>
                    <a:pt x="57440" y="36777"/>
                  </a:lnTo>
                  <a:lnTo>
                    <a:pt x="57368" y="38098"/>
                  </a:lnTo>
                  <a:lnTo>
                    <a:pt x="57236" y="40534"/>
                  </a:lnTo>
                  <a:lnTo>
                    <a:pt x="57219" y="42310"/>
                  </a:lnTo>
                  <a:lnTo>
                    <a:pt x="57203" y="43973"/>
                  </a:lnTo>
                  <a:lnTo>
                    <a:pt x="57188" y="45525"/>
                  </a:lnTo>
                  <a:lnTo>
                    <a:pt x="57131" y="46379"/>
                  </a:lnTo>
                  <a:lnTo>
                    <a:pt x="56865" y="47020"/>
                  </a:lnTo>
                  <a:lnTo>
                    <a:pt x="55374" y="48709"/>
                  </a:lnTo>
                  <a:lnTo>
                    <a:pt x="57654" y="51447"/>
                  </a:lnTo>
                  <a:lnTo>
                    <a:pt x="59466" y="54712"/>
                  </a:lnTo>
                  <a:lnTo>
                    <a:pt x="61037" y="57543"/>
                  </a:lnTo>
                  <a:lnTo>
                    <a:pt x="61689" y="58717"/>
                  </a:lnTo>
                  <a:lnTo>
                    <a:pt x="61992" y="59263"/>
                  </a:lnTo>
                  <a:lnTo>
                    <a:pt x="60490" y="59605"/>
                  </a:lnTo>
                  <a:lnTo>
                    <a:pt x="60126" y="59881"/>
                  </a:lnTo>
                  <a:lnTo>
                    <a:pt x="58669" y="60880"/>
                  </a:lnTo>
                  <a:lnTo>
                    <a:pt x="57682" y="61308"/>
                  </a:lnTo>
                  <a:lnTo>
                    <a:pt x="56732" y="61851"/>
                  </a:lnTo>
                  <a:lnTo>
                    <a:pt x="54946" y="62123"/>
                  </a:lnTo>
                  <a:lnTo>
                    <a:pt x="53654" y="62084"/>
                  </a:lnTo>
                  <a:lnTo>
                    <a:pt x="52438" y="61036"/>
                  </a:lnTo>
                  <a:lnTo>
                    <a:pt x="51982" y="60414"/>
                  </a:lnTo>
                  <a:lnTo>
                    <a:pt x="51184" y="60026"/>
                  </a:lnTo>
                  <a:lnTo>
                    <a:pt x="48297" y="59016"/>
                  </a:lnTo>
                  <a:lnTo>
                    <a:pt x="47271" y="58977"/>
                  </a:lnTo>
                  <a:lnTo>
                    <a:pt x="46476" y="60482"/>
                  </a:lnTo>
                  <a:lnTo>
                    <a:pt x="43266" y="59416"/>
                  </a:lnTo>
                  <a:lnTo>
                    <a:pt x="41457" y="59012"/>
                  </a:lnTo>
                  <a:lnTo>
                    <a:pt x="39961" y="58678"/>
                  </a:lnTo>
                  <a:lnTo>
                    <a:pt x="38346" y="58284"/>
                  </a:lnTo>
                  <a:lnTo>
                    <a:pt x="35667" y="57629"/>
                  </a:lnTo>
                  <a:lnTo>
                    <a:pt x="35324" y="57571"/>
                  </a:lnTo>
                  <a:lnTo>
                    <a:pt x="33208" y="57210"/>
                  </a:lnTo>
                  <a:lnTo>
                    <a:pt x="31946" y="55359"/>
                  </a:lnTo>
                  <a:lnTo>
                    <a:pt x="30831" y="53725"/>
                  </a:lnTo>
                  <a:lnTo>
                    <a:pt x="28665" y="53638"/>
                  </a:lnTo>
                  <a:lnTo>
                    <a:pt x="28094" y="52806"/>
                  </a:lnTo>
                  <a:lnTo>
                    <a:pt x="27625" y="52090"/>
                  </a:lnTo>
                  <a:lnTo>
                    <a:pt x="27301" y="51594"/>
                  </a:lnTo>
                  <a:lnTo>
                    <a:pt x="26967" y="51136"/>
                  </a:lnTo>
                  <a:lnTo>
                    <a:pt x="26325" y="50256"/>
                  </a:lnTo>
                  <a:lnTo>
                    <a:pt x="25180" y="49011"/>
                  </a:lnTo>
                  <a:lnTo>
                    <a:pt x="24657" y="48442"/>
                  </a:lnTo>
                  <a:lnTo>
                    <a:pt x="24358" y="48117"/>
                  </a:lnTo>
                  <a:lnTo>
                    <a:pt x="24180" y="47924"/>
                  </a:lnTo>
                  <a:lnTo>
                    <a:pt x="22799" y="46094"/>
                  </a:lnTo>
                  <a:lnTo>
                    <a:pt x="22586" y="45811"/>
                  </a:lnTo>
                  <a:lnTo>
                    <a:pt x="22461" y="45646"/>
                  </a:lnTo>
                  <a:lnTo>
                    <a:pt x="21220" y="44360"/>
                  </a:lnTo>
                  <a:lnTo>
                    <a:pt x="20797" y="43921"/>
                  </a:lnTo>
                  <a:lnTo>
                    <a:pt x="20244" y="43349"/>
                  </a:lnTo>
                  <a:lnTo>
                    <a:pt x="18795" y="41848"/>
                  </a:lnTo>
                  <a:lnTo>
                    <a:pt x="18591" y="41637"/>
                  </a:lnTo>
                  <a:lnTo>
                    <a:pt x="17712" y="40726"/>
                  </a:lnTo>
                  <a:lnTo>
                    <a:pt x="16512" y="39483"/>
                  </a:lnTo>
                  <a:lnTo>
                    <a:pt x="22754" y="34564"/>
                  </a:lnTo>
                  <a:lnTo>
                    <a:pt x="22265" y="32366"/>
                  </a:lnTo>
                  <a:lnTo>
                    <a:pt x="26977" y="30172"/>
                  </a:lnTo>
                  <a:lnTo>
                    <a:pt x="27788" y="30283"/>
                  </a:lnTo>
                  <a:lnTo>
                    <a:pt x="28059" y="28898"/>
                  </a:lnTo>
                  <a:lnTo>
                    <a:pt x="26462" y="25928"/>
                  </a:lnTo>
                  <a:lnTo>
                    <a:pt x="25884" y="26207"/>
                  </a:lnTo>
                  <a:lnTo>
                    <a:pt x="22197" y="27983"/>
                  </a:lnTo>
                  <a:lnTo>
                    <a:pt x="21627" y="28042"/>
                  </a:lnTo>
                  <a:lnTo>
                    <a:pt x="20701" y="27925"/>
                  </a:lnTo>
                  <a:lnTo>
                    <a:pt x="19533" y="27692"/>
                  </a:lnTo>
                  <a:lnTo>
                    <a:pt x="18977" y="27415"/>
                  </a:lnTo>
                  <a:lnTo>
                    <a:pt x="18179" y="26906"/>
                  </a:lnTo>
                  <a:lnTo>
                    <a:pt x="17609" y="26658"/>
                  </a:lnTo>
                  <a:lnTo>
                    <a:pt x="16897" y="26556"/>
                  </a:lnTo>
                  <a:lnTo>
                    <a:pt x="16400" y="26514"/>
                  </a:lnTo>
                  <a:lnTo>
                    <a:pt x="14660" y="26367"/>
                  </a:lnTo>
                  <a:lnTo>
                    <a:pt x="13904" y="26367"/>
                  </a:lnTo>
                  <a:lnTo>
                    <a:pt x="13505" y="26411"/>
                  </a:lnTo>
                  <a:lnTo>
                    <a:pt x="11667" y="26818"/>
                  </a:lnTo>
                  <a:lnTo>
                    <a:pt x="10641" y="27051"/>
                  </a:lnTo>
                  <a:lnTo>
                    <a:pt x="26" y="24359"/>
                  </a:lnTo>
                  <a:lnTo>
                    <a:pt x="0" y="23682"/>
                  </a:lnTo>
                  <a:lnTo>
                    <a:pt x="1605" y="20390"/>
                  </a:lnTo>
                  <a:lnTo>
                    <a:pt x="1614" y="19151"/>
                  </a:lnTo>
                  <a:lnTo>
                    <a:pt x="1595" y="18859"/>
                  </a:lnTo>
                  <a:lnTo>
                    <a:pt x="1524" y="17795"/>
                  </a:lnTo>
                  <a:lnTo>
                    <a:pt x="5239" y="19188"/>
                  </a:lnTo>
                  <a:lnTo>
                    <a:pt x="9177" y="20539"/>
                  </a:lnTo>
                  <a:lnTo>
                    <a:pt x="9363" y="19936"/>
                  </a:lnTo>
                  <a:lnTo>
                    <a:pt x="9984" y="17928"/>
                  </a:lnTo>
                  <a:lnTo>
                    <a:pt x="7461" y="16643"/>
                  </a:lnTo>
                  <a:lnTo>
                    <a:pt x="7251" y="16536"/>
                  </a:lnTo>
                  <a:lnTo>
                    <a:pt x="5636" y="15492"/>
                  </a:lnTo>
                  <a:lnTo>
                    <a:pt x="5043" y="14946"/>
                  </a:lnTo>
                  <a:lnTo>
                    <a:pt x="4948" y="14473"/>
                  </a:lnTo>
                  <a:lnTo>
                    <a:pt x="5160" y="10744"/>
                  </a:lnTo>
                  <a:lnTo>
                    <a:pt x="5280" y="7871"/>
                  </a:lnTo>
                  <a:lnTo>
                    <a:pt x="5302" y="7322"/>
                  </a:lnTo>
                  <a:lnTo>
                    <a:pt x="4964" y="5533"/>
                  </a:lnTo>
                  <a:lnTo>
                    <a:pt x="4838" y="4870"/>
                  </a:lnTo>
                  <a:lnTo>
                    <a:pt x="5045" y="4878"/>
                  </a:lnTo>
                  <a:lnTo>
                    <a:pt x="5695" y="4905"/>
                  </a:lnTo>
                  <a:lnTo>
                    <a:pt x="6799" y="5034"/>
                  </a:lnTo>
                  <a:lnTo>
                    <a:pt x="8451" y="5227"/>
                  </a:lnTo>
                  <a:lnTo>
                    <a:pt x="10789" y="5501"/>
                  </a:lnTo>
                  <a:lnTo>
                    <a:pt x="11089" y="5569"/>
                  </a:lnTo>
                  <a:lnTo>
                    <a:pt x="11490" y="5659"/>
                  </a:lnTo>
                  <a:lnTo>
                    <a:pt x="13936" y="6059"/>
                  </a:lnTo>
                  <a:lnTo>
                    <a:pt x="15432" y="6041"/>
                  </a:lnTo>
                  <a:lnTo>
                    <a:pt x="15567" y="6039"/>
                  </a:lnTo>
                  <a:lnTo>
                    <a:pt x="15769" y="6037"/>
                  </a:lnTo>
                  <a:lnTo>
                    <a:pt x="15917" y="6035"/>
                  </a:lnTo>
                  <a:lnTo>
                    <a:pt x="21342" y="5885"/>
                  </a:lnTo>
                  <a:lnTo>
                    <a:pt x="23887" y="4882"/>
                  </a:lnTo>
                  <a:lnTo>
                    <a:pt x="27343" y="3291"/>
                  </a:lnTo>
                  <a:lnTo>
                    <a:pt x="27536" y="2844"/>
                  </a:lnTo>
                  <a:lnTo>
                    <a:pt x="28863" y="2203"/>
                  </a:lnTo>
                  <a:lnTo>
                    <a:pt x="29716" y="2689"/>
                  </a:lnTo>
                  <a:lnTo>
                    <a:pt x="32407" y="4221"/>
                  </a:lnTo>
                  <a:lnTo>
                    <a:pt x="32814" y="4776"/>
                  </a:lnTo>
                  <a:lnTo>
                    <a:pt x="32879" y="4576"/>
                  </a:lnTo>
                  <a:lnTo>
                    <a:pt x="33437" y="3314"/>
                  </a:lnTo>
                  <a:lnTo>
                    <a:pt x="35388" y="1597"/>
                  </a:lnTo>
                  <a:lnTo>
                    <a:pt x="35816" y="1219"/>
                  </a:lnTo>
                  <a:lnTo>
                    <a:pt x="38418" y="422"/>
                  </a:lnTo>
                  <a:lnTo>
                    <a:pt x="39426" y="113"/>
                  </a:lnTo>
                  <a:lnTo>
                    <a:pt x="39781" y="47"/>
                  </a:lnTo>
                  <a:lnTo>
                    <a:pt x="40042" y="0"/>
                  </a:lnTo>
                  <a:lnTo>
                    <a:pt x="40577" y="750"/>
                  </a:lnTo>
                  <a:lnTo>
                    <a:pt x="41380" y="2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200280" y="3518000"/>
              <a:ext cx="92325" cy="62841"/>
            </a:xfrm>
            <a:custGeom>
              <a:avLst/>
              <a:pathLst>
                <a:path w="92325" h="62841">
                  <a:moveTo>
                    <a:pt x="33815" y="0"/>
                  </a:moveTo>
                  <a:lnTo>
                    <a:pt x="52386" y="6942"/>
                  </a:lnTo>
                  <a:lnTo>
                    <a:pt x="57106" y="9194"/>
                  </a:lnTo>
                  <a:lnTo>
                    <a:pt x="59507" y="10337"/>
                  </a:lnTo>
                  <a:lnTo>
                    <a:pt x="61741" y="12985"/>
                  </a:lnTo>
                  <a:lnTo>
                    <a:pt x="67276" y="16606"/>
                  </a:lnTo>
                  <a:lnTo>
                    <a:pt x="69740" y="18218"/>
                  </a:lnTo>
                  <a:lnTo>
                    <a:pt x="69976" y="18339"/>
                  </a:lnTo>
                  <a:lnTo>
                    <a:pt x="71223" y="19054"/>
                  </a:lnTo>
                  <a:lnTo>
                    <a:pt x="74501" y="20936"/>
                  </a:lnTo>
                  <a:lnTo>
                    <a:pt x="75739" y="21647"/>
                  </a:lnTo>
                  <a:lnTo>
                    <a:pt x="80819" y="25745"/>
                  </a:lnTo>
                  <a:lnTo>
                    <a:pt x="81328" y="26907"/>
                  </a:lnTo>
                  <a:lnTo>
                    <a:pt x="83584" y="31641"/>
                  </a:lnTo>
                  <a:lnTo>
                    <a:pt x="88096" y="34553"/>
                  </a:lnTo>
                  <a:lnTo>
                    <a:pt x="89488" y="35894"/>
                  </a:lnTo>
                  <a:lnTo>
                    <a:pt x="89860" y="36324"/>
                  </a:lnTo>
                  <a:lnTo>
                    <a:pt x="91449" y="38163"/>
                  </a:lnTo>
                  <a:lnTo>
                    <a:pt x="92325" y="39668"/>
                  </a:lnTo>
                  <a:lnTo>
                    <a:pt x="89731" y="40784"/>
                  </a:lnTo>
                  <a:lnTo>
                    <a:pt x="90290" y="42015"/>
                  </a:lnTo>
                  <a:lnTo>
                    <a:pt x="90922" y="43407"/>
                  </a:lnTo>
                  <a:lnTo>
                    <a:pt x="90391" y="44190"/>
                  </a:lnTo>
                  <a:lnTo>
                    <a:pt x="89588" y="44791"/>
                  </a:lnTo>
                  <a:lnTo>
                    <a:pt x="85142" y="44919"/>
                  </a:lnTo>
                  <a:lnTo>
                    <a:pt x="81091" y="43756"/>
                  </a:lnTo>
                  <a:lnTo>
                    <a:pt x="79866" y="45729"/>
                  </a:lnTo>
                  <a:lnTo>
                    <a:pt x="78018" y="48709"/>
                  </a:lnTo>
                  <a:lnTo>
                    <a:pt x="77282" y="49895"/>
                  </a:lnTo>
                  <a:lnTo>
                    <a:pt x="75070" y="53980"/>
                  </a:lnTo>
                  <a:lnTo>
                    <a:pt x="72847" y="53158"/>
                  </a:lnTo>
                  <a:lnTo>
                    <a:pt x="66664" y="50873"/>
                  </a:lnTo>
                  <a:lnTo>
                    <a:pt x="66195" y="53986"/>
                  </a:lnTo>
                  <a:lnTo>
                    <a:pt x="65959" y="55552"/>
                  </a:lnTo>
                  <a:lnTo>
                    <a:pt x="65787" y="56700"/>
                  </a:lnTo>
                  <a:lnTo>
                    <a:pt x="65761" y="56868"/>
                  </a:lnTo>
                  <a:lnTo>
                    <a:pt x="65531" y="58146"/>
                  </a:lnTo>
                  <a:lnTo>
                    <a:pt x="64252" y="59601"/>
                  </a:lnTo>
                  <a:lnTo>
                    <a:pt x="61914" y="62135"/>
                  </a:lnTo>
                  <a:lnTo>
                    <a:pt x="61808" y="62308"/>
                  </a:lnTo>
                  <a:lnTo>
                    <a:pt x="61723" y="62446"/>
                  </a:lnTo>
                  <a:lnTo>
                    <a:pt x="61479" y="62841"/>
                  </a:lnTo>
                  <a:lnTo>
                    <a:pt x="55863" y="58587"/>
                  </a:lnTo>
                  <a:lnTo>
                    <a:pt x="55170" y="58062"/>
                  </a:lnTo>
                  <a:lnTo>
                    <a:pt x="54246" y="57399"/>
                  </a:lnTo>
                  <a:lnTo>
                    <a:pt x="53973" y="57203"/>
                  </a:lnTo>
                  <a:lnTo>
                    <a:pt x="50964" y="55461"/>
                  </a:lnTo>
                  <a:lnTo>
                    <a:pt x="49513" y="54621"/>
                  </a:lnTo>
                  <a:lnTo>
                    <a:pt x="48838" y="54230"/>
                  </a:lnTo>
                  <a:lnTo>
                    <a:pt x="48574" y="54077"/>
                  </a:lnTo>
                  <a:lnTo>
                    <a:pt x="47856" y="53662"/>
                  </a:lnTo>
                  <a:lnTo>
                    <a:pt x="46397" y="52817"/>
                  </a:lnTo>
                  <a:lnTo>
                    <a:pt x="45710" y="52419"/>
                  </a:lnTo>
                  <a:lnTo>
                    <a:pt x="45560" y="52332"/>
                  </a:lnTo>
                  <a:lnTo>
                    <a:pt x="45754" y="51307"/>
                  </a:lnTo>
                  <a:lnTo>
                    <a:pt x="46561" y="49525"/>
                  </a:lnTo>
                  <a:lnTo>
                    <a:pt x="47204" y="49440"/>
                  </a:lnTo>
                  <a:lnTo>
                    <a:pt x="47448" y="49005"/>
                  </a:lnTo>
                  <a:lnTo>
                    <a:pt x="48210" y="47649"/>
                  </a:lnTo>
                  <a:lnTo>
                    <a:pt x="46445" y="46554"/>
                  </a:lnTo>
                  <a:lnTo>
                    <a:pt x="46155" y="46374"/>
                  </a:lnTo>
                  <a:lnTo>
                    <a:pt x="44924" y="45611"/>
                  </a:lnTo>
                  <a:lnTo>
                    <a:pt x="42539" y="43815"/>
                  </a:lnTo>
                  <a:lnTo>
                    <a:pt x="42035" y="43435"/>
                  </a:lnTo>
                  <a:lnTo>
                    <a:pt x="41411" y="42909"/>
                  </a:lnTo>
                  <a:lnTo>
                    <a:pt x="40944" y="42515"/>
                  </a:lnTo>
                  <a:lnTo>
                    <a:pt x="39625" y="41404"/>
                  </a:lnTo>
                  <a:lnTo>
                    <a:pt x="38918" y="40686"/>
                  </a:lnTo>
                  <a:lnTo>
                    <a:pt x="37875" y="39263"/>
                  </a:lnTo>
                  <a:lnTo>
                    <a:pt x="37575" y="38857"/>
                  </a:lnTo>
                  <a:lnTo>
                    <a:pt x="36961" y="38165"/>
                  </a:lnTo>
                  <a:lnTo>
                    <a:pt x="36139" y="37239"/>
                  </a:lnTo>
                  <a:lnTo>
                    <a:pt x="35000" y="36231"/>
                  </a:lnTo>
                  <a:lnTo>
                    <a:pt x="34526" y="35866"/>
                  </a:lnTo>
                  <a:lnTo>
                    <a:pt x="33582" y="35138"/>
                  </a:lnTo>
                  <a:lnTo>
                    <a:pt x="30650" y="32622"/>
                  </a:lnTo>
                  <a:lnTo>
                    <a:pt x="29902" y="31979"/>
                  </a:lnTo>
                  <a:lnTo>
                    <a:pt x="30268" y="31586"/>
                  </a:lnTo>
                  <a:lnTo>
                    <a:pt x="30613" y="31217"/>
                  </a:lnTo>
                  <a:lnTo>
                    <a:pt x="30982" y="30821"/>
                  </a:lnTo>
                  <a:lnTo>
                    <a:pt x="31510" y="30152"/>
                  </a:lnTo>
                  <a:lnTo>
                    <a:pt x="31945" y="29602"/>
                  </a:lnTo>
                  <a:lnTo>
                    <a:pt x="32162" y="29375"/>
                  </a:lnTo>
                  <a:lnTo>
                    <a:pt x="32340" y="29190"/>
                  </a:lnTo>
                  <a:lnTo>
                    <a:pt x="33430" y="27358"/>
                  </a:lnTo>
                  <a:lnTo>
                    <a:pt x="32985" y="25874"/>
                  </a:lnTo>
                  <a:lnTo>
                    <a:pt x="32579" y="25663"/>
                  </a:lnTo>
                  <a:lnTo>
                    <a:pt x="32051" y="25496"/>
                  </a:lnTo>
                  <a:lnTo>
                    <a:pt x="23403" y="22750"/>
                  </a:lnTo>
                  <a:lnTo>
                    <a:pt x="17978" y="21349"/>
                  </a:lnTo>
                  <a:lnTo>
                    <a:pt x="16136" y="20874"/>
                  </a:lnTo>
                  <a:lnTo>
                    <a:pt x="12802" y="20012"/>
                  </a:lnTo>
                  <a:lnTo>
                    <a:pt x="719" y="21527"/>
                  </a:lnTo>
                  <a:lnTo>
                    <a:pt x="0" y="12199"/>
                  </a:lnTo>
                  <a:lnTo>
                    <a:pt x="4311" y="12182"/>
                  </a:lnTo>
                  <a:lnTo>
                    <a:pt x="4368" y="7437"/>
                  </a:lnTo>
                  <a:lnTo>
                    <a:pt x="4425" y="6825"/>
                  </a:lnTo>
                  <a:lnTo>
                    <a:pt x="14857" y="6697"/>
                  </a:lnTo>
                  <a:lnTo>
                    <a:pt x="17933" y="6709"/>
                  </a:lnTo>
                  <a:lnTo>
                    <a:pt x="19215" y="3388"/>
                  </a:lnTo>
                  <a:lnTo>
                    <a:pt x="30964" y="6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558658" y="3214735"/>
              <a:ext cx="211528" cy="197718"/>
            </a:xfrm>
            <a:custGeom>
              <a:avLst/>
              <a:pathLst>
                <a:path w="211528" h="197718">
                  <a:moveTo>
                    <a:pt x="137013" y="155403"/>
                  </a:moveTo>
                  <a:lnTo>
                    <a:pt x="137620" y="154900"/>
                  </a:lnTo>
                  <a:lnTo>
                    <a:pt x="138015" y="154320"/>
                  </a:lnTo>
                  <a:lnTo>
                    <a:pt x="138596" y="153468"/>
                  </a:lnTo>
                  <a:lnTo>
                    <a:pt x="139837" y="151647"/>
                  </a:lnTo>
                  <a:lnTo>
                    <a:pt x="139958" y="151470"/>
                  </a:lnTo>
                  <a:lnTo>
                    <a:pt x="145666" y="140020"/>
                  </a:lnTo>
                  <a:lnTo>
                    <a:pt x="148492" y="138236"/>
                  </a:lnTo>
                  <a:lnTo>
                    <a:pt x="152886" y="135463"/>
                  </a:lnTo>
                  <a:lnTo>
                    <a:pt x="157255" y="132706"/>
                  </a:lnTo>
                  <a:lnTo>
                    <a:pt x="162586" y="129290"/>
                  </a:lnTo>
                  <a:lnTo>
                    <a:pt x="165241" y="132690"/>
                  </a:lnTo>
                  <a:lnTo>
                    <a:pt x="166405" y="134181"/>
                  </a:lnTo>
                  <a:lnTo>
                    <a:pt x="169909" y="131918"/>
                  </a:lnTo>
                  <a:lnTo>
                    <a:pt x="170531" y="131336"/>
                  </a:lnTo>
                  <a:lnTo>
                    <a:pt x="171212" y="132199"/>
                  </a:lnTo>
                  <a:lnTo>
                    <a:pt x="172531" y="133871"/>
                  </a:lnTo>
                  <a:lnTo>
                    <a:pt x="172703" y="134089"/>
                  </a:lnTo>
                  <a:lnTo>
                    <a:pt x="172831" y="134251"/>
                  </a:lnTo>
                  <a:lnTo>
                    <a:pt x="173100" y="133992"/>
                  </a:lnTo>
                  <a:lnTo>
                    <a:pt x="173430" y="133676"/>
                  </a:lnTo>
                  <a:lnTo>
                    <a:pt x="175287" y="131892"/>
                  </a:lnTo>
                  <a:lnTo>
                    <a:pt x="177839" y="133660"/>
                  </a:lnTo>
                  <a:lnTo>
                    <a:pt x="179255" y="134368"/>
                  </a:lnTo>
                  <a:lnTo>
                    <a:pt x="179702" y="134592"/>
                  </a:lnTo>
                  <a:lnTo>
                    <a:pt x="179460" y="135430"/>
                  </a:lnTo>
                  <a:lnTo>
                    <a:pt x="179421" y="135693"/>
                  </a:lnTo>
                  <a:lnTo>
                    <a:pt x="182988" y="137448"/>
                  </a:lnTo>
                  <a:lnTo>
                    <a:pt x="183920" y="137906"/>
                  </a:lnTo>
                  <a:lnTo>
                    <a:pt x="186152" y="138594"/>
                  </a:lnTo>
                  <a:lnTo>
                    <a:pt x="187998" y="138627"/>
                  </a:lnTo>
                  <a:lnTo>
                    <a:pt x="189186" y="138649"/>
                  </a:lnTo>
                  <a:lnTo>
                    <a:pt x="190374" y="138646"/>
                  </a:lnTo>
                  <a:lnTo>
                    <a:pt x="193049" y="138364"/>
                  </a:lnTo>
                  <a:lnTo>
                    <a:pt x="193898" y="138274"/>
                  </a:lnTo>
                  <a:lnTo>
                    <a:pt x="194050" y="138258"/>
                  </a:lnTo>
                  <a:lnTo>
                    <a:pt x="196476" y="134343"/>
                  </a:lnTo>
                  <a:lnTo>
                    <a:pt x="198874" y="135143"/>
                  </a:lnTo>
                  <a:lnTo>
                    <a:pt x="201524" y="132094"/>
                  </a:lnTo>
                  <a:lnTo>
                    <a:pt x="207611" y="134261"/>
                  </a:lnTo>
                  <a:lnTo>
                    <a:pt x="211528" y="138130"/>
                  </a:lnTo>
                  <a:lnTo>
                    <a:pt x="210859" y="143567"/>
                  </a:lnTo>
                  <a:lnTo>
                    <a:pt x="210321" y="148034"/>
                  </a:lnTo>
                  <a:lnTo>
                    <a:pt x="209081" y="147852"/>
                  </a:lnTo>
                  <a:lnTo>
                    <a:pt x="206915" y="147852"/>
                  </a:lnTo>
                  <a:lnTo>
                    <a:pt x="205892" y="148084"/>
                  </a:lnTo>
                  <a:lnTo>
                    <a:pt x="204180" y="148473"/>
                  </a:lnTo>
                  <a:lnTo>
                    <a:pt x="200304" y="149988"/>
                  </a:lnTo>
                  <a:lnTo>
                    <a:pt x="198670" y="150959"/>
                  </a:lnTo>
                  <a:lnTo>
                    <a:pt x="198132" y="151465"/>
                  </a:lnTo>
                  <a:lnTo>
                    <a:pt x="197226" y="152318"/>
                  </a:lnTo>
                  <a:lnTo>
                    <a:pt x="195843" y="155015"/>
                  </a:lnTo>
                  <a:lnTo>
                    <a:pt x="195639" y="155411"/>
                  </a:lnTo>
                  <a:lnTo>
                    <a:pt x="195442" y="155795"/>
                  </a:lnTo>
                  <a:lnTo>
                    <a:pt x="194478" y="157841"/>
                  </a:lnTo>
                  <a:lnTo>
                    <a:pt x="194281" y="158259"/>
                  </a:lnTo>
                  <a:lnTo>
                    <a:pt x="194221" y="158386"/>
                  </a:lnTo>
                  <a:lnTo>
                    <a:pt x="192692" y="161630"/>
                  </a:lnTo>
                  <a:lnTo>
                    <a:pt x="191481" y="164200"/>
                  </a:lnTo>
                  <a:lnTo>
                    <a:pt x="185966" y="162983"/>
                  </a:lnTo>
                  <a:lnTo>
                    <a:pt x="182699" y="162262"/>
                  </a:lnTo>
                  <a:lnTo>
                    <a:pt x="179328" y="162075"/>
                  </a:lnTo>
                  <a:lnTo>
                    <a:pt x="177412" y="164537"/>
                  </a:lnTo>
                  <a:lnTo>
                    <a:pt x="177295" y="164688"/>
                  </a:lnTo>
                  <a:lnTo>
                    <a:pt x="176266" y="165238"/>
                  </a:lnTo>
                  <a:lnTo>
                    <a:pt x="173139" y="166908"/>
                  </a:lnTo>
                  <a:lnTo>
                    <a:pt x="171325" y="167876"/>
                  </a:lnTo>
                  <a:lnTo>
                    <a:pt x="170377" y="168372"/>
                  </a:lnTo>
                  <a:lnTo>
                    <a:pt x="165876" y="171669"/>
                  </a:lnTo>
                  <a:lnTo>
                    <a:pt x="161937" y="166571"/>
                  </a:lnTo>
                  <a:lnTo>
                    <a:pt x="161447" y="165968"/>
                  </a:lnTo>
                  <a:lnTo>
                    <a:pt x="157678" y="169032"/>
                  </a:lnTo>
                  <a:lnTo>
                    <a:pt x="152870" y="172940"/>
                  </a:lnTo>
                  <a:lnTo>
                    <a:pt x="152499" y="173253"/>
                  </a:lnTo>
                  <a:lnTo>
                    <a:pt x="149577" y="175720"/>
                  </a:lnTo>
                  <a:lnTo>
                    <a:pt x="149170" y="176064"/>
                  </a:lnTo>
                  <a:lnTo>
                    <a:pt x="148960" y="176240"/>
                  </a:lnTo>
                  <a:lnTo>
                    <a:pt x="149288" y="180114"/>
                  </a:lnTo>
                  <a:lnTo>
                    <a:pt x="148638" y="180683"/>
                  </a:lnTo>
                  <a:lnTo>
                    <a:pt x="148154" y="181106"/>
                  </a:lnTo>
                  <a:lnTo>
                    <a:pt x="146219" y="182893"/>
                  </a:lnTo>
                  <a:lnTo>
                    <a:pt x="140951" y="187855"/>
                  </a:lnTo>
                  <a:lnTo>
                    <a:pt x="139979" y="188770"/>
                  </a:lnTo>
                  <a:lnTo>
                    <a:pt x="138700" y="189975"/>
                  </a:lnTo>
                  <a:lnTo>
                    <a:pt x="138497" y="190147"/>
                  </a:lnTo>
                  <a:lnTo>
                    <a:pt x="136822" y="189033"/>
                  </a:lnTo>
                  <a:lnTo>
                    <a:pt x="136200" y="188619"/>
                  </a:lnTo>
                  <a:lnTo>
                    <a:pt x="136468" y="183059"/>
                  </a:lnTo>
                  <a:lnTo>
                    <a:pt x="134477" y="182971"/>
                  </a:lnTo>
                  <a:lnTo>
                    <a:pt x="133007" y="182905"/>
                  </a:lnTo>
                  <a:lnTo>
                    <a:pt x="132814" y="182897"/>
                  </a:lnTo>
                  <a:lnTo>
                    <a:pt x="132238" y="190078"/>
                  </a:lnTo>
                  <a:lnTo>
                    <a:pt x="132201" y="190535"/>
                  </a:lnTo>
                  <a:lnTo>
                    <a:pt x="132055" y="192348"/>
                  </a:lnTo>
                  <a:lnTo>
                    <a:pt x="132037" y="192582"/>
                  </a:lnTo>
                  <a:lnTo>
                    <a:pt x="132021" y="192776"/>
                  </a:lnTo>
                  <a:lnTo>
                    <a:pt x="130388" y="192716"/>
                  </a:lnTo>
                  <a:lnTo>
                    <a:pt x="127478" y="192607"/>
                  </a:lnTo>
                  <a:lnTo>
                    <a:pt x="126718" y="193878"/>
                  </a:lnTo>
                  <a:lnTo>
                    <a:pt x="126303" y="194571"/>
                  </a:lnTo>
                  <a:lnTo>
                    <a:pt x="124419" y="197718"/>
                  </a:lnTo>
                  <a:lnTo>
                    <a:pt x="120175" y="192996"/>
                  </a:lnTo>
                  <a:lnTo>
                    <a:pt x="111617" y="183415"/>
                  </a:lnTo>
                  <a:lnTo>
                    <a:pt x="106588" y="177784"/>
                  </a:lnTo>
                  <a:lnTo>
                    <a:pt x="106385" y="177557"/>
                  </a:lnTo>
                  <a:lnTo>
                    <a:pt x="106037" y="177168"/>
                  </a:lnTo>
                  <a:lnTo>
                    <a:pt x="105127" y="177953"/>
                  </a:lnTo>
                  <a:lnTo>
                    <a:pt x="100192" y="182635"/>
                  </a:lnTo>
                  <a:lnTo>
                    <a:pt x="95156" y="187414"/>
                  </a:lnTo>
                  <a:lnTo>
                    <a:pt x="90132" y="192181"/>
                  </a:lnTo>
                  <a:lnTo>
                    <a:pt x="89805" y="192473"/>
                  </a:lnTo>
                  <a:lnTo>
                    <a:pt x="89459" y="192050"/>
                  </a:lnTo>
                  <a:lnTo>
                    <a:pt x="86597" y="188547"/>
                  </a:lnTo>
                  <a:lnTo>
                    <a:pt x="85737" y="185040"/>
                  </a:lnTo>
                  <a:lnTo>
                    <a:pt x="85739" y="183247"/>
                  </a:lnTo>
                  <a:lnTo>
                    <a:pt x="85772" y="178339"/>
                  </a:lnTo>
                  <a:lnTo>
                    <a:pt x="85781" y="174234"/>
                  </a:lnTo>
                  <a:lnTo>
                    <a:pt x="83229" y="172411"/>
                  </a:lnTo>
                  <a:lnTo>
                    <a:pt x="80517" y="170474"/>
                  </a:lnTo>
                  <a:lnTo>
                    <a:pt x="80026" y="170923"/>
                  </a:lnTo>
                  <a:lnTo>
                    <a:pt x="79148" y="171726"/>
                  </a:lnTo>
                  <a:lnTo>
                    <a:pt x="79022" y="171872"/>
                  </a:lnTo>
                  <a:lnTo>
                    <a:pt x="78611" y="172348"/>
                  </a:lnTo>
                  <a:lnTo>
                    <a:pt x="78396" y="172598"/>
                  </a:lnTo>
                  <a:lnTo>
                    <a:pt x="77273" y="171997"/>
                  </a:lnTo>
                  <a:lnTo>
                    <a:pt x="70087" y="168154"/>
                  </a:lnTo>
                  <a:lnTo>
                    <a:pt x="66538" y="166256"/>
                  </a:lnTo>
                  <a:lnTo>
                    <a:pt x="64735" y="165684"/>
                  </a:lnTo>
                  <a:lnTo>
                    <a:pt x="63414" y="163081"/>
                  </a:lnTo>
                  <a:lnTo>
                    <a:pt x="62131" y="160554"/>
                  </a:lnTo>
                  <a:lnTo>
                    <a:pt x="61993" y="160281"/>
                  </a:lnTo>
                  <a:lnTo>
                    <a:pt x="61927" y="160152"/>
                  </a:lnTo>
                  <a:lnTo>
                    <a:pt x="61773" y="159848"/>
                  </a:lnTo>
                  <a:lnTo>
                    <a:pt x="56855" y="161590"/>
                  </a:lnTo>
                  <a:lnTo>
                    <a:pt x="52734" y="160661"/>
                  </a:lnTo>
                  <a:lnTo>
                    <a:pt x="43709" y="158627"/>
                  </a:lnTo>
                  <a:lnTo>
                    <a:pt x="40748" y="157310"/>
                  </a:lnTo>
                  <a:lnTo>
                    <a:pt x="40476" y="157189"/>
                  </a:lnTo>
                  <a:lnTo>
                    <a:pt x="36479" y="155412"/>
                  </a:lnTo>
                  <a:lnTo>
                    <a:pt x="36899" y="151046"/>
                  </a:lnTo>
                  <a:lnTo>
                    <a:pt x="42646" y="149104"/>
                  </a:lnTo>
                  <a:lnTo>
                    <a:pt x="42969" y="144199"/>
                  </a:lnTo>
                  <a:lnTo>
                    <a:pt x="40224" y="143618"/>
                  </a:lnTo>
                  <a:lnTo>
                    <a:pt x="38920" y="138055"/>
                  </a:lnTo>
                  <a:lnTo>
                    <a:pt x="36641" y="136424"/>
                  </a:lnTo>
                  <a:lnTo>
                    <a:pt x="34840" y="132704"/>
                  </a:lnTo>
                  <a:lnTo>
                    <a:pt x="37477" y="126248"/>
                  </a:lnTo>
                  <a:lnTo>
                    <a:pt x="37644" y="121963"/>
                  </a:lnTo>
                  <a:lnTo>
                    <a:pt x="37780" y="118481"/>
                  </a:lnTo>
                  <a:lnTo>
                    <a:pt x="39141" y="117581"/>
                  </a:lnTo>
                  <a:lnTo>
                    <a:pt x="40364" y="116772"/>
                  </a:lnTo>
                  <a:lnTo>
                    <a:pt x="40896" y="114209"/>
                  </a:lnTo>
                  <a:lnTo>
                    <a:pt x="40367" y="113991"/>
                  </a:lnTo>
                  <a:lnTo>
                    <a:pt x="39371" y="113582"/>
                  </a:lnTo>
                  <a:lnTo>
                    <a:pt x="34681" y="111654"/>
                  </a:lnTo>
                  <a:lnTo>
                    <a:pt x="38464" y="104499"/>
                  </a:lnTo>
                  <a:lnTo>
                    <a:pt x="37705" y="101858"/>
                  </a:lnTo>
                  <a:lnTo>
                    <a:pt x="34632" y="102636"/>
                  </a:lnTo>
                  <a:lnTo>
                    <a:pt x="34255" y="101790"/>
                  </a:lnTo>
                  <a:lnTo>
                    <a:pt x="28600" y="89125"/>
                  </a:lnTo>
                  <a:lnTo>
                    <a:pt x="17069" y="93871"/>
                  </a:lnTo>
                  <a:lnTo>
                    <a:pt x="14416" y="88350"/>
                  </a:lnTo>
                  <a:lnTo>
                    <a:pt x="14330" y="88170"/>
                  </a:lnTo>
                  <a:lnTo>
                    <a:pt x="14170" y="87837"/>
                  </a:lnTo>
                  <a:lnTo>
                    <a:pt x="13640" y="88121"/>
                  </a:lnTo>
                  <a:lnTo>
                    <a:pt x="6742" y="91813"/>
                  </a:lnTo>
                  <a:lnTo>
                    <a:pt x="244" y="80802"/>
                  </a:lnTo>
                  <a:lnTo>
                    <a:pt x="5112" y="76821"/>
                  </a:lnTo>
                  <a:lnTo>
                    <a:pt x="0" y="69481"/>
                  </a:lnTo>
                  <a:lnTo>
                    <a:pt x="794" y="67897"/>
                  </a:lnTo>
                  <a:lnTo>
                    <a:pt x="1142" y="67202"/>
                  </a:lnTo>
                  <a:lnTo>
                    <a:pt x="1661" y="66166"/>
                  </a:lnTo>
                  <a:lnTo>
                    <a:pt x="3913" y="61675"/>
                  </a:lnTo>
                  <a:lnTo>
                    <a:pt x="7827" y="60510"/>
                  </a:lnTo>
                  <a:lnTo>
                    <a:pt x="8365" y="60329"/>
                  </a:lnTo>
                  <a:lnTo>
                    <a:pt x="13995" y="58438"/>
                  </a:lnTo>
                  <a:lnTo>
                    <a:pt x="15976" y="55950"/>
                  </a:lnTo>
                  <a:lnTo>
                    <a:pt x="16655" y="55098"/>
                  </a:lnTo>
                  <a:lnTo>
                    <a:pt x="25090" y="59914"/>
                  </a:lnTo>
                  <a:lnTo>
                    <a:pt x="26306" y="47719"/>
                  </a:lnTo>
                  <a:lnTo>
                    <a:pt x="26500" y="46339"/>
                  </a:lnTo>
                  <a:lnTo>
                    <a:pt x="26397" y="42698"/>
                  </a:lnTo>
                  <a:lnTo>
                    <a:pt x="26265" y="38334"/>
                  </a:lnTo>
                  <a:lnTo>
                    <a:pt x="26217" y="36763"/>
                  </a:lnTo>
                  <a:lnTo>
                    <a:pt x="19855" y="24529"/>
                  </a:lnTo>
                  <a:lnTo>
                    <a:pt x="19387" y="24339"/>
                  </a:lnTo>
                  <a:lnTo>
                    <a:pt x="9027" y="20128"/>
                  </a:lnTo>
                  <a:lnTo>
                    <a:pt x="8442" y="19893"/>
                  </a:lnTo>
                  <a:lnTo>
                    <a:pt x="7694" y="8382"/>
                  </a:lnTo>
                  <a:lnTo>
                    <a:pt x="17118" y="4252"/>
                  </a:lnTo>
                  <a:lnTo>
                    <a:pt x="22248" y="0"/>
                  </a:lnTo>
                  <a:lnTo>
                    <a:pt x="25838" y="1456"/>
                  </a:lnTo>
                  <a:lnTo>
                    <a:pt x="23683" y="16873"/>
                  </a:lnTo>
                  <a:lnTo>
                    <a:pt x="21831" y="21563"/>
                  </a:lnTo>
                  <a:lnTo>
                    <a:pt x="23195" y="23382"/>
                  </a:lnTo>
                  <a:lnTo>
                    <a:pt x="26042" y="26510"/>
                  </a:lnTo>
                  <a:lnTo>
                    <a:pt x="27944" y="29717"/>
                  </a:lnTo>
                  <a:lnTo>
                    <a:pt x="30350" y="33725"/>
                  </a:lnTo>
                  <a:lnTo>
                    <a:pt x="36997" y="28591"/>
                  </a:lnTo>
                  <a:lnTo>
                    <a:pt x="42471" y="23081"/>
                  </a:lnTo>
                  <a:lnTo>
                    <a:pt x="43193" y="22324"/>
                  </a:lnTo>
                  <a:lnTo>
                    <a:pt x="47408" y="25503"/>
                  </a:lnTo>
                  <a:lnTo>
                    <a:pt x="50500" y="27835"/>
                  </a:lnTo>
                  <a:lnTo>
                    <a:pt x="65800" y="51726"/>
                  </a:lnTo>
                  <a:lnTo>
                    <a:pt x="71553" y="48794"/>
                  </a:lnTo>
                  <a:lnTo>
                    <a:pt x="76966" y="57845"/>
                  </a:lnTo>
                  <a:lnTo>
                    <a:pt x="78799" y="71718"/>
                  </a:lnTo>
                  <a:lnTo>
                    <a:pt x="66375" y="79602"/>
                  </a:lnTo>
                  <a:lnTo>
                    <a:pt x="67974" y="82013"/>
                  </a:lnTo>
                  <a:lnTo>
                    <a:pt x="64723" y="84129"/>
                  </a:lnTo>
                  <a:lnTo>
                    <a:pt x="61328" y="86338"/>
                  </a:lnTo>
                  <a:lnTo>
                    <a:pt x="60524" y="86861"/>
                  </a:lnTo>
                  <a:lnTo>
                    <a:pt x="58912" y="87910"/>
                  </a:lnTo>
                  <a:lnTo>
                    <a:pt x="58844" y="89761"/>
                  </a:lnTo>
                  <a:lnTo>
                    <a:pt x="58859" y="90003"/>
                  </a:lnTo>
                  <a:lnTo>
                    <a:pt x="58215" y="93143"/>
                  </a:lnTo>
                  <a:lnTo>
                    <a:pt x="61599" y="93224"/>
                  </a:lnTo>
                  <a:lnTo>
                    <a:pt x="61428" y="95429"/>
                  </a:lnTo>
                  <a:lnTo>
                    <a:pt x="61285" y="97273"/>
                  </a:lnTo>
                  <a:lnTo>
                    <a:pt x="61277" y="100025"/>
                  </a:lnTo>
                  <a:lnTo>
                    <a:pt x="67207" y="104223"/>
                  </a:lnTo>
                  <a:lnTo>
                    <a:pt x="72682" y="100855"/>
                  </a:lnTo>
                  <a:lnTo>
                    <a:pt x="75368" y="103895"/>
                  </a:lnTo>
                  <a:lnTo>
                    <a:pt x="73464" y="105634"/>
                  </a:lnTo>
                  <a:lnTo>
                    <a:pt x="72879" y="106095"/>
                  </a:lnTo>
                  <a:lnTo>
                    <a:pt x="77430" y="112399"/>
                  </a:lnTo>
                  <a:lnTo>
                    <a:pt x="81607" y="104423"/>
                  </a:lnTo>
                  <a:lnTo>
                    <a:pt x="82081" y="103809"/>
                  </a:lnTo>
                  <a:lnTo>
                    <a:pt x="94033" y="105005"/>
                  </a:lnTo>
                  <a:lnTo>
                    <a:pt x="94659" y="105066"/>
                  </a:lnTo>
                  <a:lnTo>
                    <a:pt x="94762" y="108168"/>
                  </a:lnTo>
                  <a:lnTo>
                    <a:pt x="94810" y="109611"/>
                  </a:lnTo>
                  <a:lnTo>
                    <a:pt x="97193" y="110505"/>
                  </a:lnTo>
                  <a:lnTo>
                    <a:pt x="97444" y="110599"/>
                  </a:lnTo>
                  <a:lnTo>
                    <a:pt x="97755" y="111397"/>
                  </a:lnTo>
                  <a:lnTo>
                    <a:pt x="98896" y="114322"/>
                  </a:lnTo>
                  <a:lnTo>
                    <a:pt x="99437" y="115708"/>
                  </a:lnTo>
                  <a:lnTo>
                    <a:pt x="99934" y="116731"/>
                  </a:lnTo>
                  <a:lnTo>
                    <a:pt x="100255" y="117207"/>
                  </a:lnTo>
                  <a:lnTo>
                    <a:pt x="102887" y="121119"/>
                  </a:lnTo>
                  <a:lnTo>
                    <a:pt x="103050" y="121361"/>
                  </a:lnTo>
                  <a:lnTo>
                    <a:pt x="103706" y="122464"/>
                  </a:lnTo>
                  <a:lnTo>
                    <a:pt x="105261" y="125079"/>
                  </a:lnTo>
                  <a:lnTo>
                    <a:pt x="106294" y="126818"/>
                  </a:lnTo>
                  <a:lnTo>
                    <a:pt x="106513" y="127187"/>
                  </a:lnTo>
                  <a:lnTo>
                    <a:pt x="106664" y="127795"/>
                  </a:lnTo>
                  <a:lnTo>
                    <a:pt x="106874" y="127804"/>
                  </a:lnTo>
                  <a:lnTo>
                    <a:pt x="107582" y="127834"/>
                  </a:lnTo>
                  <a:lnTo>
                    <a:pt x="109479" y="127916"/>
                  </a:lnTo>
                  <a:lnTo>
                    <a:pt x="110187" y="128937"/>
                  </a:lnTo>
                  <a:lnTo>
                    <a:pt x="111041" y="129203"/>
                  </a:lnTo>
                  <a:lnTo>
                    <a:pt x="116616" y="130939"/>
                  </a:lnTo>
                  <a:lnTo>
                    <a:pt x="118289" y="131110"/>
                  </a:lnTo>
                  <a:lnTo>
                    <a:pt x="119671" y="130610"/>
                  </a:lnTo>
                  <a:lnTo>
                    <a:pt x="121546" y="129933"/>
                  </a:lnTo>
                  <a:lnTo>
                    <a:pt x="121247" y="129381"/>
                  </a:lnTo>
                  <a:lnTo>
                    <a:pt x="120567" y="128186"/>
                  </a:lnTo>
                  <a:lnTo>
                    <a:pt x="118956" y="126217"/>
                  </a:lnTo>
                  <a:lnTo>
                    <a:pt x="117946" y="124878"/>
                  </a:lnTo>
                  <a:lnTo>
                    <a:pt x="117831" y="124745"/>
                  </a:lnTo>
                  <a:lnTo>
                    <a:pt x="116291" y="122952"/>
                  </a:lnTo>
                  <a:lnTo>
                    <a:pt x="113034" y="119229"/>
                  </a:lnTo>
                  <a:lnTo>
                    <a:pt x="109257" y="114576"/>
                  </a:lnTo>
                  <a:lnTo>
                    <a:pt x="108331" y="112158"/>
                  </a:lnTo>
                  <a:lnTo>
                    <a:pt x="111372" y="110273"/>
                  </a:lnTo>
                  <a:lnTo>
                    <a:pt x="113719" y="113415"/>
                  </a:lnTo>
                  <a:lnTo>
                    <a:pt x="117558" y="118313"/>
                  </a:lnTo>
                  <a:lnTo>
                    <a:pt x="123696" y="125386"/>
                  </a:lnTo>
                  <a:lnTo>
                    <a:pt x="126116" y="128410"/>
                  </a:lnTo>
                  <a:lnTo>
                    <a:pt x="128894" y="131880"/>
                  </a:lnTo>
                  <a:lnTo>
                    <a:pt x="131607" y="134745"/>
                  </a:lnTo>
                  <a:lnTo>
                    <a:pt x="134509" y="135920"/>
                  </a:lnTo>
                  <a:lnTo>
                    <a:pt x="138915" y="137705"/>
                  </a:lnTo>
                  <a:lnTo>
                    <a:pt x="133635" y="151659"/>
                  </a:lnTo>
                  <a:lnTo>
                    <a:pt x="132285" y="155225"/>
                  </a:lnTo>
                  <a:lnTo>
                    <a:pt x="132047" y="155854"/>
                  </a:lnTo>
                  <a:lnTo>
                    <a:pt x="131210" y="158066"/>
                  </a:lnTo>
                  <a:lnTo>
                    <a:pt x="129390" y="163332"/>
                  </a:lnTo>
                  <a:lnTo>
                    <a:pt x="133037" y="163471"/>
                  </a:lnTo>
                  <a:lnTo>
                    <a:pt x="134202" y="163515"/>
                  </a:lnTo>
                  <a:lnTo>
                    <a:pt x="134384" y="159728"/>
                  </a:lnTo>
                  <a:lnTo>
                    <a:pt x="134564" y="158675"/>
                  </a:lnTo>
                  <a:lnTo>
                    <a:pt x="134947" y="157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624941" y="3127041"/>
              <a:ext cx="184458" cy="251210"/>
            </a:xfrm>
            <a:custGeom>
              <a:avLst/>
              <a:pathLst>
                <a:path w="184458" h="251210">
                  <a:moveTo>
                    <a:pt x="54824" y="3611"/>
                  </a:moveTo>
                  <a:lnTo>
                    <a:pt x="44353" y="22481"/>
                  </a:lnTo>
                  <a:lnTo>
                    <a:pt x="35558" y="30262"/>
                  </a:lnTo>
                  <a:lnTo>
                    <a:pt x="35688" y="33210"/>
                  </a:lnTo>
                  <a:lnTo>
                    <a:pt x="42399" y="32332"/>
                  </a:lnTo>
                  <a:lnTo>
                    <a:pt x="46154" y="41745"/>
                  </a:lnTo>
                  <a:lnTo>
                    <a:pt x="66238" y="31894"/>
                  </a:lnTo>
                  <a:lnTo>
                    <a:pt x="70170" y="33794"/>
                  </a:lnTo>
                  <a:lnTo>
                    <a:pt x="70515" y="44059"/>
                  </a:lnTo>
                  <a:lnTo>
                    <a:pt x="71107" y="45059"/>
                  </a:lnTo>
                  <a:lnTo>
                    <a:pt x="75170" y="51924"/>
                  </a:lnTo>
                  <a:lnTo>
                    <a:pt x="80204" y="52409"/>
                  </a:lnTo>
                  <a:lnTo>
                    <a:pt x="83244" y="55710"/>
                  </a:lnTo>
                  <a:lnTo>
                    <a:pt x="80204" y="68138"/>
                  </a:lnTo>
                  <a:lnTo>
                    <a:pt x="79919" y="74061"/>
                  </a:lnTo>
                  <a:lnTo>
                    <a:pt x="75930" y="80760"/>
                  </a:lnTo>
                  <a:lnTo>
                    <a:pt x="75645" y="86295"/>
                  </a:lnTo>
                  <a:lnTo>
                    <a:pt x="70895" y="90179"/>
                  </a:lnTo>
                  <a:lnTo>
                    <a:pt x="67665" y="87363"/>
                  </a:lnTo>
                  <a:lnTo>
                    <a:pt x="60541" y="98529"/>
                  </a:lnTo>
                  <a:lnTo>
                    <a:pt x="59229" y="97847"/>
                  </a:lnTo>
                  <a:lnTo>
                    <a:pt x="57433" y="96914"/>
                  </a:lnTo>
                  <a:lnTo>
                    <a:pt x="52940" y="104534"/>
                  </a:lnTo>
                  <a:lnTo>
                    <a:pt x="43728" y="101150"/>
                  </a:lnTo>
                  <a:lnTo>
                    <a:pt x="45022" y="106784"/>
                  </a:lnTo>
                  <a:lnTo>
                    <a:pt x="46244" y="112104"/>
                  </a:lnTo>
                  <a:lnTo>
                    <a:pt x="46618" y="113041"/>
                  </a:lnTo>
                  <a:lnTo>
                    <a:pt x="53919" y="131329"/>
                  </a:lnTo>
                  <a:lnTo>
                    <a:pt x="46377" y="134581"/>
                  </a:lnTo>
                  <a:lnTo>
                    <a:pt x="50832" y="149070"/>
                  </a:lnTo>
                  <a:lnTo>
                    <a:pt x="51420" y="148860"/>
                  </a:lnTo>
                  <a:lnTo>
                    <a:pt x="57786" y="146590"/>
                  </a:lnTo>
                  <a:lnTo>
                    <a:pt x="61454" y="152815"/>
                  </a:lnTo>
                  <a:lnTo>
                    <a:pt x="63106" y="155620"/>
                  </a:lnTo>
                  <a:lnTo>
                    <a:pt x="69185" y="156397"/>
                  </a:lnTo>
                  <a:lnTo>
                    <a:pt x="70610" y="147852"/>
                  </a:lnTo>
                  <a:lnTo>
                    <a:pt x="78684" y="142318"/>
                  </a:lnTo>
                  <a:lnTo>
                    <a:pt x="80032" y="140872"/>
                  </a:lnTo>
                  <a:lnTo>
                    <a:pt x="83501" y="137150"/>
                  </a:lnTo>
                  <a:lnTo>
                    <a:pt x="90108" y="131525"/>
                  </a:lnTo>
                  <a:lnTo>
                    <a:pt x="96404" y="129350"/>
                  </a:lnTo>
                  <a:lnTo>
                    <a:pt x="99133" y="129057"/>
                  </a:lnTo>
                  <a:lnTo>
                    <a:pt x="104996" y="128919"/>
                  </a:lnTo>
                  <a:lnTo>
                    <a:pt x="106791" y="129219"/>
                  </a:lnTo>
                  <a:lnTo>
                    <a:pt x="109540" y="132106"/>
                  </a:lnTo>
                  <a:lnTo>
                    <a:pt x="118761" y="129326"/>
                  </a:lnTo>
                  <a:lnTo>
                    <a:pt x="121827" y="128402"/>
                  </a:lnTo>
                  <a:lnTo>
                    <a:pt x="122617" y="129760"/>
                  </a:lnTo>
                  <a:lnTo>
                    <a:pt x="123711" y="132754"/>
                  </a:lnTo>
                  <a:lnTo>
                    <a:pt x="123949" y="133406"/>
                  </a:lnTo>
                  <a:lnTo>
                    <a:pt x="124265" y="134262"/>
                  </a:lnTo>
                  <a:lnTo>
                    <a:pt x="124476" y="134831"/>
                  </a:lnTo>
                  <a:lnTo>
                    <a:pt x="125943" y="137542"/>
                  </a:lnTo>
                  <a:lnTo>
                    <a:pt x="127686" y="140702"/>
                  </a:lnTo>
                  <a:lnTo>
                    <a:pt x="129385" y="143111"/>
                  </a:lnTo>
                  <a:lnTo>
                    <a:pt x="131522" y="144021"/>
                  </a:lnTo>
                  <a:lnTo>
                    <a:pt x="133303" y="144142"/>
                  </a:lnTo>
                  <a:lnTo>
                    <a:pt x="135875" y="144069"/>
                  </a:lnTo>
                  <a:lnTo>
                    <a:pt x="137575" y="144021"/>
                  </a:lnTo>
                  <a:lnTo>
                    <a:pt x="141674" y="144021"/>
                  </a:lnTo>
                  <a:lnTo>
                    <a:pt x="147196" y="145053"/>
                  </a:lnTo>
                  <a:lnTo>
                    <a:pt x="150887" y="146101"/>
                  </a:lnTo>
                  <a:lnTo>
                    <a:pt x="153349" y="146801"/>
                  </a:lnTo>
                  <a:lnTo>
                    <a:pt x="153921" y="146963"/>
                  </a:lnTo>
                  <a:lnTo>
                    <a:pt x="161326" y="148572"/>
                  </a:lnTo>
                  <a:lnTo>
                    <a:pt x="164878" y="150287"/>
                  </a:lnTo>
                  <a:lnTo>
                    <a:pt x="165600" y="150636"/>
                  </a:lnTo>
                  <a:lnTo>
                    <a:pt x="168434" y="152682"/>
                  </a:lnTo>
                  <a:lnTo>
                    <a:pt x="171062" y="154580"/>
                  </a:lnTo>
                  <a:lnTo>
                    <a:pt x="173852" y="158403"/>
                  </a:lnTo>
                  <a:lnTo>
                    <a:pt x="174802" y="159313"/>
                  </a:lnTo>
                  <a:lnTo>
                    <a:pt x="176821" y="160284"/>
                  </a:lnTo>
                  <a:lnTo>
                    <a:pt x="178097" y="161254"/>
                  </a:lnTo>
                  <a:lnTo>
                    <a:pt x="179611" y="164289"/>
                  </a:lnTo>
                  <a:lnTo>
                    <a:pt x="180374" y="166658"/>
                  </a:lnTo>
                  <a:lnTo>
                    <a:pt x="180959" y="168474"/>
                  </a:lnTo>
                  <a:lnTo>
                    <a:pt x="181452" y="170600"/>
                  </a:lnTo>
                  <a:lnTo>
                    <a:pt x="181393" y="176825"/>
                  </a:lnTo>
                  <a:lnTo>
                    <a:pt x="180680" y="181888"/>
                  </a:lnTo>
                  <a:lnTo>
                    <a:pt x="180237" y="183610"/>
                  </a:lnTo>
                  <a:lnTo>
                    <a:pt x="182202" y="190852"/>
                  </a:lnTo>
                  <a:lnTo>
                    <a:pt x="183271" y="195221"/>
                  </a:lnTo>
                  <a:lnTo>
                    <a:pt x="184458" y="198741"/>
                  </a:lnTo>
                  <a:lnTo>
                    <a:pt x="177738" y="200367"/>
                  </a:lnTo>
                  <a:lnTo>
                    <a:pt x="170519" y="202892"/>
                  </a:lnTo>
                  <a:lnTo>
                    <a:pt x="164439" y="206581"/>
                  </a:lnTo>
                  <a:lnTo>
                    <a:pt x="155130" y="211047"/>
                  </a:lnTo>
                  <a:lnTo>
                    <a:pt x="151141" y="214931"/>
                  </a:lnTo>
                  <a:lnTo>
                    <a:pt x="141328" y="221956"/>
                  </a:lnTo>
                  <a:lnTo>
                    <a:pt x="135241" y="219788"/>
                  </a:lnTo>
                  <a:lnTo>
                    <a:pt x="132591" y="222838"/>
                  </a:lnTo>
                  <a:lnTo>
                    <a:pt x="130194" y="222038"/>
                  </a:lnTo>
                  <a:lnTo>
                    <a:pt x="127767" y="225952"/>
                  </a:lnTo>
                  <a:lnTo>
                    <a:pt x="127580" y="225972"/>
                  </a:lnTo>
                  <a:lnTo>
                    <a:pt x="126766" y="226058"/>
                  </a:lnTo>
                  <a:lnTo>
                    <a:pt x="124070" y="226340"/>
                  </a:lnTo>
                  <a:lnTo>
                    <a:pt x="122904" y="226344"/>
                  </a:lnTo>
                  <a:lnTo>
                    <a:pt x="121715" y="226322"/>
                  </a:lnTo>
                  <a:lnTo>
                    <a:pt x="119870" y="226289"/>
                  </a:lnTo>
                  <a:lnTo>
                    <a:pt x="117638" y="225601"/>
                  </a:lnTo>
                  <a:lnTo>
                    <a:pt x="116706" y="225142"/>
                  </a:lnTo>
                  <a:lnTo>
                    <a:pt x="113139" y="223388"/>
                  </a:lnTo>
                  <a:lnTo>
                    <a:pt x="113177" y="223125"/>
                  </a:lnTo>
                  <a:lnTo>
                    <a:pt x="113308" y="222231"/>
                  </a:lnTo>
                  <a:lnTo>
                    <a:pt x="112972" y="222063"/>
                  </a:lnTo>
                  <a:lnTo>
                    <a:pt x="111556" y="221355"/>
                  </a:lnTo>
                  <a:lnTo>
                    <a:pt x="109005" y="219587"/>
                  </a:lnTo>
                  <a:lnTo>
                    <a:pt x="107147" y="221370"/>
                  </a:lnTo>
                  <a:lnTo>
                    <a:pt x="106817" y="221687"/>
                  </a:lnTo>
                  <a:lnTo>
                    <a:pt x="106548" y="221945"/>
                  </a:lnTo>
                  <a:lnTo>
                    <a:pt x="106390" y="221744"/>
                  </a:lnTo>
                  <a:lnTo>
                    <a:pt x="106248" y="221565"/>
                  </a:lnTo>
                  <a:lnTo>
                    <a:pt x="104930" y="219894"/>
                  </a:lnTo>
                  <a:lnTo>
                    <a:pt x="104157" y="219092"/>
                  </a:lnTo>
                  <a:lnTo>
                    <a:pt x="103627" y="219612"/>
                  </a:lnTo>
                  <a:lnTo>
                    <a:pt x="100123" y="221876"/>
                  </a:lnTo>
                  <a:lnTo>
                    <a:pt x="98958" y="220385"/>
                  </a:lnTo>
                  <a:lnTo>
                    <a:pt x="96303" y="216985"/>
                  </a:lnTo>
                  <a:lnTo>
                    <a:pt x="90972" y="220401"/>
                  </a:lnTo>
                  <a:lnTo>
                    <a:pt x="86604" y="223158"/>
                  </a:lnTo>
                  <a:lnTo>
                    <a:pt x="82210" y="225931"/>
                  </a:lnTo>
                  <a:lnTo>
                    <a:pt x="79383" y="227714"/>
                  </a:lnTo>
                  <a:lnTo>
                    <a:pt x="73676" y="239165"/>
                  </a:lnTo>
                  <a:lnTo>
                    <a:pt x="73555" y="239342"/>
                  </a:lnTo>
                  <a:lnTo>
                    <a:pt x="72314" y="241163"/>
                  </a:lnTo>
                  <a:lnTo>
                    <a:pt x="71732" y="242015"/>
                  </a:lnTo>
                  <a:lnTo>
                    <a:pt x="71337" y="242595"/>
                  </a:lnTo>
                  <a:lnTo>
                    <a:pt x="70730" y="243098"/>
                  </a:lnTo>
                  <a:lnTo>
                    <a:pt x="68665" y="244810"/>
                  </a:lnTo>
                  <a:lnTo>
                    <a:pt x="68282" y="246370"/>
                  </a:lnTo>
                  <a:lnTo>
                    <a:pt x="68102" y="247422"/>
                  </a:lnTo>
                  <a:lnTo>
                    <a:pt x="67919" y="251210"/>
                  </a:lnTo>
                  <a:lnTo>
                    <a:pt x="66754" y="251165"/>
                  </a:lnTo>
                  <a:lnTo>
                    <a:pt x="63108" y="251027"/>
                  </a:lnTo>
                  <a:lnTo>
                    <a:pt x="64928" y="245761"/>
                  </a:lnTo>
                  <a:lnTo>
                    <a:pt x="65765" y="243549"/>
                  </a:lnTo>
                  <a:lnTo>
                    <a:pt x="66003" y="242920"/>
                  </a:lnTo>
                  <a:lnTo>
                    <a:pt x="67352" y="239354"/>
                  </a:lnTo>
                  <a:lnTo>
                    <a:pt x="72633" y="225399"/>
                  </a:lnTo>
                  <a:lnTo>
                    <a:pt x="68227" y="223615"/>
                  </a:lnTo>
                  <a:lnTo>
                    <a:pt x="65324" y="222440"/>
                  </a:lnTo>
                  <a:lnTo>
                    <a:pt x="62611" y="219575"/>
                  </a:lnTo>
                  <a:lnTo>
                    <a:pt x="59834" y="216104"/>
                  </a:lnTo>
                  <a:lnTo>
                    <a:pt x="57414" y="213080"/>
                  </a:lnTo>
                  <a:lnTo>
                    <a:pt x="51275" y="206007"/>
                  </a:lnTo>
                  <a:lnTo>
                    <a:pt x="47437" y="201109"/>
                  </a:lnTo>
                  <a:lnTo>
                    <a:pt x="44995" y="198027"/>
                  </a:lnTo>
                  <a:lnTo>
                    <a:pt x="42049" y="199852"/>
                  </a:lnTo>
                  <a:lnTo>
                    <a:pt x="42974" y="202271"/>
                  </a:lnTo>
                  <a:lnTo>
                    <a:pt x="46751" y="206923"/>
                  </a:lnTo>
                  <a:lnTo>
                    <a:pt x="50009" y="210647"/>
                  </a:lnTo>
                  <a:lnTo>
                    <a:pt x="51549" y="212439"/>
                  </a:lnTo>
                  <a:lnTo>
                    <a:pt x="51664" y="212572"/>
                  </a:lnTo>
                  <a:lnTo>
                    <a:pt x="52674" y="213912"/>
                  </a:lnTo>
                  <a:lnTo>
                    <a:pt x="54380" y="215997"/>
                  </a:lnTo>
                  <a:lnTo>
                    <a:pt x="54964" y="217076"/>
                  </a:lnTo>
                  <a:lnTo>
                    <a:pt x="55263" y="217628"/>
                  </a:lnTo>
                  <a:lnTo>
                    <a:pt x="53387" y="218304"/>
                  </a:lnTo>
                  <a:lnTo>
                    <a:pt x="52007" y="218804"/>
                  </a:lnTo>
                  <a:lnTo>
                    <a:pt x="50333" y="218634"/>
                  </a:lnTo>
                  <a:lnTo>
                    <a:pt x="44759" y="216897"/>
                  </a:lnTo>
                  <a:lnTo>
                    <a:pt x="43905" y="216631"/>
                  </a:lnTo>
                  <a:lnTo>
                    <a:pt x="43196" y="215610"/>
                  </a:lnTo>
                  <a:lnTo>
                    <a:pt x="41300" y="215529"/>
                  </a:lnTo>
                  <a:lnTo>
                    <a:pt x="40591" y="215498"/>
                  </a:lnTo>
                  <a:lnTo>
                    <a:pt x="40381" y="215489"/>
                  </a:lnTo>
                  <a:lnTo>
                    <a:pt x="40230" y="214881"/>
                  </a:lnTo>
                  <a:lnTo>
                    <a:pt x="40012" y="214513"/>
                  </a:lnTo>
                  <a:lnTo>
                    <a:pt x="38978" y="212774"/>
                  </a:lnTo>
                  <a:lnTo>
                    <a:pt x="37424" y="210159"/>
                  </a:lnTo>
                  <a:lnTo>
                    <a:pt x="36768" y="209055"/>
                  </a:lnTo>
                  <a:lnTo>
                    <a:pt x="36605" y="208813"/>
                  </a:lnTo>
                  <a:lnTo>
                    <a:pt x="33897" y="204790"/>
                  </a:lnTo>
                  <a:lnTo>
                    <a:pt x="33539" y="204226"/>
                  </a:lnTo>
                  <a:lnTo>
                    <a:pt x="33154" y="203403"/>
                  </a:lnTo>
                  <a:lnTo>
                    <a:pt x="32614" y="202017"/>
                  </a:lnTo>
                  <a:lnTo>
                    <a:pt x="31473" y="199092"/>
                  </a:lnTo>
                  <a:lnTo>
                    <a:pt x="31161" y="198293"/>
                  </a:lnTo>
                  <a:lnTo>
                    <a:pt x="30910" y="198199"/>
                  </a:lnTo>
                  <a:lnTo>
                    <a:pt x="28527" y="197305"/>
                  </a:lnTo>
                  <a:lnTo>
                    <a:pt x="28479" y="195862"/>
                  </a:lnTo>
                  <a:lnTo>
                    <a:pt x="28376" y="192760"/>
                  </a:lnTo>
                  <a:lnTo>
                    <a:pt x="35339" y="190528"/>
                  </a:lnTo>
                  <a:lnTo>
                    <a:pt x="32334" y="186243"/>
                  </a:lnTo>
                  <a:lnTo>
                    <a:pt x="32235" y="185917"/>
                  </a:lnTo>
                  <a:lnTo>
                    <a:pt x="30352" y="179700"/>
                  </a:lnTo>
                  <a:lnTo>
                    <a:pt x="30016" y="178592"/>
                  </a:lnTo>
                  <a:lnTo>
                    <a:pt x="29944" y="175480"/>
                  </a:lnTo>
                  <a:lnTo>
                    <a:pt x="29906" y="174704"/>
                  </a:lnTo>
                  <a:lnTo>
                    <a:pt x="34669" y="174425"/>
                  </a:lnTo>
                  <a:lnTo>
                    <a:pt x="29180" y="152209"/>
                  </a:lnTo>
                  <a:lnTo>
                    <a:pt x="22910" y="153267"/>
                  </a:lnTo>
                  <a:lnTo>
                    <a:pt x="17907" y="127864"/>
                  </a:lnTo>
                  <a:lnTo>
                    <a:pt x="0" y="128790"/>
                  </a:lnTo>
                  <a:lnTo>
                    <a:pt x="6946" y="108043"/>
                  </a:lnTo>
                  <a:lnTo>
                    <a:pt x="14194" y="90386"/>
                  </a:lnTo>
                  <a:lnTo>
                    <a:pt x="21318" y="80070"/>
                  </a:lnTo>
                  <a:lnTo>
                    <a:pt x="18330" y="78570"/>
                  </a:lnTo>
                  <a:lnTo>
                    <a:pt x="18378" y="77549"/>
                  </a:lnTo>
                  <a:lnTo>
                    <a:pt x="18777" y="69121"/>
                  </a:lnTo>
                  <a:lnTo>
                    <a:pt x="24464" y="70906"/>
                  </a:lnTo>
                  <a:lnTo>
                    <a:pt x="23236" y="59690"/>
                  </a:lnTo>
                  <a:lnTo>
                    <a:pt x="15203" y="58284"/>
                  </a:lnTo>
                  <a:lnTo>
                    <a:pt x="15344" y="57183"/>
                  </a:lnTo>
                  <a:lnTo>
                    <a:pt x="17672" y="38997"/>
                  </a:lnTo>
                  <a:lnTo>
                    <a:pt x="24838" y="39648"/>
                  </a:lnTo>
                  <a:lnTo>
                    <a:pt x="27140" y="33623"/>
                  </a:lnTo>
                  <a:lnTo>
                    <a:pt x="21793" y="32433"/>
                  </a:lnTo>
                  <a:lnTo>
                    <a:pt x="16593" y="32056"/>
                  </a:lnTo>
                  <a:lnTo>
                    <a:pt x="13816" y="31855"/>
                  </a:lnTo>
                  <a:lnTo>
                    <a:pt x="13018" y="17614"/>
                  </a:lnTo>
                  <a:lnTo>
                    <a:pt x="17440" y="17279"/>
                  </a:lnTo>
                  <a:lnTo>
                    <a:pt x="17379" y="13573"/>
                  </a:lnTo>
                  <a:lnTo>
                    <a:pt x="25415" y="9146"/>
                  </a:lnTo>
                  <a:lnTo>
                    <a:pt x="31187" y="17996"/>
                  </a:lnTo>
                  <a:lnTo>
                    <a:pt x="490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872265" y="1979510"/>
              <a:ext cx="2714616" cy="3599205"/>
            </a:xfrm>
            <a:custGeom>
              <a:avLst/>
              <a:pathLst>
                <a:path w="2714616" h="3599205">
                  <a:moveTo>
                    <a:pt x="1791647" y="26319"/>
                  </a:moveTo>
                  <a:lnTo>
                    <a:pt x="1813803" y="49986"/>
                  </a:lnTo>
                  <a:lnTo>
                    <a:pt x="1826178" y="72020"/>
                  </a:lnTo>
                  <a:lnTo>
                    <a:pt x="1839152" y="101196"/>
                  </a:lnTo>
                  <a:lnTo>
                    <a:pt x="1846338" y="126087"/>
                  </a:lnTo>
                  <a:lnTo>
                    <a:pt x="1847735" y="130984"/>
                  </a:lnTo>
                  <a:lnTo>
                    <a:pt x="1861109" y="151386"/>
                  </a:lnTo>
                  <a:lnTo>
                    <a:pt x="1879472" y="169544"/>
                  </a:lnTo>
                  <a:lnTo>
                    <a:pt x="1893644" y="175053"/>
                  </a:lnTo>
                  <a:lnTo>
                    <a:pt x="1913006" y="182806"/>
                  </a:lnTo>
                  <a:lnTo>
                    <a:pt x="1956120" y="192599"/>
                  </a:lnTo>
                  <a:lnTo>
                    <a:pt x="1958715" y="193211"/>
                  </a:lnTo>
                  <a:lnTo>
                    <a:pt x="2001431" y="198720"/>
                  </a:lnTo>
                  <a:lnTo>
                    <a:pt x="2029974" y="199128"/>
                  </a:lnTo>
                  <a:lnTo>
                    <a:pt x="2036361" y="199332"/>
                  </a:lnTo>
                  <a:lnTo>
                    <a:pt x="2065503" y="195456"/>
                  </a:lnTo>
                  <a:lnTo>
                    <a:pt x="2100035" y="182806"/>
                  </a:lnTo>
                  <a:lnTo>
                    <a:pt x="2143748" y="156283"/>
                  </a:lnTo>
                  <a:lnTo>
                    <a:pt x="2177082" y="129351"/>
                  </a:lnTo>
                  <a:lnTo>
                    <a:pt x="2207821" y="116702"/>
                  </a:lnTo>
                  <a:lnTo>
                    <a:pt x="2236365" y="113845"/>
                  </a:lnTo>
                  <a:lnTo>
                    <a:pt x="2285068" y="106297"/>
                  </a:lnTo>
                  <a:lnTo>
                    <a:pt x="2286066" y="106093"/>
                  </a:lnTo>
                  <a:lnTo>
                    <a:pt x="2309220" y="99972"/>
                  </a:lnTo>
                  <a:lnTo>
                    <a:pt x="2322594" y="96299"/>
                  </a:lnTo>
                  <a:lnTo>
                    <a:pt x="2377086" y="83038"/>
                  </a:lnTo>
                  <a:lnTo>
                    <a:pt x="2391058" y="83242"/>
                  </a:lnTo>
                  <a:lnTo>
                    <a:pt x="2415410" y="83650"/>
                  </a:lnTo>
                  <a:lnTo>
                    <a:pt x="2446149" y="83038"/>
                  </a:lnTo>
                  <a:lnTo>
                    <a:pt x="2486668" y="81814"/>
                  </a:lnTo>
                  <a:lnTo>
                    <a:pt x="2528186" y="83038"/>
                  </a:lnTo>
                  <a:lnTo>
                    <a:pt x="2531978" y="82630"/>
                  </a:lnTo>
                  <a:lnTo>
                    <a:pt x="2543955" y="81201"/>
                  </a:lnTo>
                  <a:lnTo>
                    <a:pt x="2560921" y="79161"/>
                  </a:lnTo>
                  <a:lnTo>
                    <a:pt x="2604036" y="75897"/>
                  </a:lnTo>
                  <a:lnTo>
                    <a:pt x="2643358" y="68960"/>
                  </a:lnTo>
                  <a:lnTo>
                    <a:pt x="2657529" y="66512"/>
                  </a:lnTo>
                  <a:lnTo>
                    <a:pt x="2691462" y="66512"/>
                  </a:lnTo>
                  <a:lnTo>
                    <a:pt x="2707630" y="79161"/>
                  </a:lnTo>
                  <a:lnTo>
                    <a:pt x="2714616" y="99564"/>
                  </a:lnTo>
                  <a:lnTo>
                    <a:pt x="2701642" y="128127"/>
                  </a:lnTo>
                  <a:lnTo>
                    <a:pt x="2679087" y="159139"/>
                  </a:lnTo>
                  <a:lnTo>
                    <a:pt x="2663318" y="194231"/>
                  </a:lnTo>
                  <a:lnTo>
                    <a:pt x="2656931" y="247278"/>
                  </a:lnTo>
                  <a:lnTo>
                    <a:pt x="2660723" y="295224"/>
                  </a:lnTo>
                  <a:lnTo>
                    <a:pt x="2667110" y="335213"/>
                  </a:lnTo>
                  <a:lnTo>
                    <a:pt x="2672101" y="365612"/>
                  </a:lnTo>
                  <a:lnTo>
                    <a:pt x="2665114" y="403765"/>
                  </a:lnTo>
                  <a:lnTo>
                    <a:pt x="2638767" y="436409"/>
                  </a:lnTo>
                  <a:lnTo>
                    <a:pt x="2635373" y="440694"/>
                  </a:lnTo>
                  <a:lnTo>
                    <a:pt x="2613816" y="458240"/>
                  </a:lnTo>
                  <a:lnTo>
                    <a:pt x="2552338" y="496801"/>
                  </a:lnTo>
                  <a:lnTo>
                    <a:pt x="2511419" y="516183"/>
                  </a:lnTo>
                  <a:lnTo>
                    <a:pt x="2477886" y="528832"/>
                  </a:lnTo>
                  <a:lnTo>
                    <a:pt x="2444552" y="539238"/>
                  </a:lnTo>
                  <a:lnTo>
                    <a:pt x="2421997" y="553111"/>
                  </a:lnTo>
                  <a:lnTo>
                    <a:pt x="2403034" y="564741"/>
                  </a:lnTo>
                  <a:lnTo>
                    <a:pt x="2371696" y="579431"/>
                  </a:lnTo>
                  <a:lnTo>
                    <a:pt x="2357125" y="613707"/>
                  </a:lnTo>
                  <a:lnTo>
                    <a:pt x="2345947" y="663897"/>
                  </a:lnTo>
                  <a:lnTo>
                    <a:pt x="2345349" y="696949"/>
                  </a:lnTo>
                  <a:lnTo>
                    <a:pt x="2335169" y="743671"/>
                  </a:lnTo>
                  <a:lnTo>
                    <a:pt x="2319001" y="797125"/>
                  </a:lnTo>
                  <a:lnTo>
                    <a:pt x="2292453" y="855681"/>
                  </a:lnTo>
                  <a:lnTo>
                    <a:pt x="2275886" y="884652"/>
                  </a:lnTo>
                  <a:lnTo>
                    <a:pt x="2265507" y="903014"/>
                  </a:lnTo>
                  <a:lnTo>
                    <a:pt x="2254129" y="929946"/>
                  </a:lnTo>
                  <a:lnTo>
                    <a:pt x="2253131" y="961978"/>
                  </a:lnTo>
                  <a:lnTo>
                    <a:pt x="2253531" y="964426"/>
                  </a:lnTo>
                  <a:lnTo>
                    <a:pt x="2257922" y="994010"/>
                  </a:lnTo>
                  <a:lnTo>
                    <a:pt x="2258521" y="998294"/>
                  </a:lnTo>
                  <a:lnTo>
                    <a:pt x="2272493" y="1027470"/>
                  </a:lnTo>
                  <a:lnTo>
                    <a:pt x="2282872" y="1060522"/>
                  </a:lnTo>
                  <a:lnTo>
                    <a:pt x="2276285" y="1090309"/>
                  </a:lnTo>
                  <a:lnTo>
                    <a:pt x="2267104" y="1118669"/>
                  </a:lnTo>
                  <a:lnTo>
                    <a:pt x="2265507" y="1123361"/>
                  </a:lnTo>
                  <a:lnTo>
                    <a:pt x="2257123" y="1136419"/>
                  </a:lnTo>
                  <a:lnTo>
                    <a:pt x="2247742" y="1150905"/>
                  </a:lnTo>
                  <a:lnTo>
                    <a:pt x="2245147" y="1171307"/>
                  </a:lnTo>
                  <a:lnTo>
                    <a:pt x="2248740" y="1199463"/>
                  </a:lnTo>
                  <a:lnTo>
                    <a:pt x="2261714" y="1222110"/>
                  </a:lnTo>
                  <a:lnTo>
                    <a:pt x="2300637" y="1258426"/>
                  </a:lnTo>
                  <a:lnTo>
                    <a:pt x="2313013" y="1279849"/>
                  </a:lnTo>
                  <a:lnTo>
                    <a:pt x="2318402" y="1308004"/>
                  </a:lnTo>
                  <a:lnTo>
                    <a:pt x="2320598" y="1330651"/>
                  </a:lnTo>
                  <a:lnTo>
                    <a:pt x="2316406" y="1342892"/>
                  </a:lnTo>
                  <a:lnTo>
                    <a:pt x="2313611" y="1351665"/>
                  </a:lnTo>
                  <a:lnTo>
                    <a:pt x="2294649" y="1372476"/>
                  </a:lnTo>
                  <a:lnTo>
                    <a:pt x="2274689" y="1389002"/>
                  </a:lnTo>
                  <a:lnTo>
                    <a:pt x="2240756" y="1413893"/>
                  </a:lnTo>
                  <a:lnTo>
                    <a:pt x="2187861" y="1436336"/>
                  </a:lnTo>
                  <a:lnTo>
                    <a:pt x="2129177" y="1457350"/>
                  </a:lnTo>
                  <a:lnTo>
                    <a:pt x="2081073" y="1482650"/>
                  </a:lnTo>
                  <a:lnTo>
                    <a:pt x="2063907" y="1494279"/>
                  </a:lnTo>
                  <a:lnTo>
                    <a:pt x="2043946" y="1518558"/>
                  </a:lnTo>
                  <a:lnTo>
                    <a:pt x="2035762" y="1534472"/>
                  </a:lnTo>
                  <a:lnTo>
                    <a:pt x="2029974" y="1546101"/>
                  </a:lnTo>
                  <a:lnTo>
                    <a:pt x="2026780" y="1570380"/>
                  </a:lnTo>
                  <a:lnTo>
                    <a:pt x="2026980" y="1577521"/>
                  </a:lnTo>
                  <a:lnTo>
                    <a:pt x="2027778" y="1599556"/>
                  </a:lnTo>
                  <a:lnTo>
                    <a:pt x="2019794" y="1628119"/>
                  </a:lnTo>
                  <a:lnTo>
                    <a:pt x="2005622" y="1646890"/>
                  </a:lnTo>
                  <a:lnTo>
                    <a:pt x="1987259" y="1658723"/>
                  </a:lnTo>
                  <a:lnTo>
                    <a:pt x="1974085" y="1681778"/>
                  </a:lnTo>
                  <a:lnTo>
                    <a:pt x="1966899" y="1710138"/>
                  </a:lnTo>
                  <a:lnTo>
                    <a:pt x="1943745" y="1734008"/>
                  </a:lnTo>
                  <a:lnTo>
                    <a:pt x="1916200" y="1746454"/>
                  </a:lnTo>
                  <a:lnTo>
                    <a:pt x="1902826" y="1752371"/>
                  </a:lnTo>
                  <a:lnTo>
                    <a:pt x="1872287" y="1769305"/>
                  </a:lnTo>
                  <a:lnTo>
                    <a:pt x="1853723" y="1784199"/>
                  </a:lnTo>
                  <a:lnTo>
                    <a:pt x="1851727" y="1788483"/>
                  </a:lnTo>
                  <a:lnTo>
                    <a:pt x="1845140" y="1801745"/>
                  </a:lnTo>
                  <a:lnTo>
                    <a:pt x="1836757" y="1819087"/>
                  </a:lnTo>
                  <a:lnTo>
                    <a:pt x="1820190" y="1844794"/>
                  </a:lnTo>
                  <a:lnTo>
                    <a:pt x="1797036" y="1864380"/>
                  </a:lnTo>
                  <a:lnTo>
                    <a:pt x="1761906" y="1876010"/>
                  </a:lnTo>
                  <a:lnTo>
                    <a:pt x="1722583" y="1881927"/>
                  </a:lnTo>
                  <a:lnTo>
                    <a:pt x="1691046" y="1868665"/>
                  </a:lnTo>
                  <a:lnTo>
                    <a:pt x="1652922" y="1861728"/>
                  </a:lnTo>
                  <a:lnTo>
                    <a:pt x="1631165" y="1871317"/>
                  </a:lnTo>
                  <a:lnTo>
                    <a:pt x="1620785" y="1884171"/>
                  </a:lnTo>
                  <a:lnTo>
                    <a:pt x="1612003" y="1894984"/>
                  </a:lnTo>
                  <a:lnTo>
                    <a:pt x="1614598" y="1930893"/>
                  </a:lnTo>
                  <a:lnTo>
                    <a:pt x="1610007" y="1979451"/>
                  </a:lnTo>
                  <a:lnTo>
                    <a:pt x="1604218" y="2036986"/>
                  </a:lnTo>
                  <a:lnTo>
                    <a:pt x="1598629" y="2074730"/>
                  </a:lnTo>
                  <a:lnTo>
                    <a:pt x="1545535" y="2215100"/>
                  </a:lnTo>
                  <a:lnTo>
                    <a:pt x="1528369" y="2248152"/>
                  </a:lnTo>
                  <a:lnTo>
                    <a:pt x="1520983" y="2262229"/>
                  </a:lnTo>
                  <a:lnTo>
                    <a:pt x="1477669" y="2320784"/>
                  </a:lnTo>
                  <a:lnTo>
                    <a:pt x="1461102" y="2348532"/>
                  </a:lnTo>
                  <a:lnTo>
                    <a:pt x="1457310" y="2356693"/>
                  </a:lnTo>
                  <a:lnTo>
                    <a:pt x="1432159" y="2410964"/>
                  </a:lnTo>
                  <a:lnTo>
                    <a:pt x="1395632" y="2466254"/>
                  </a:lnTo>
                  <a:lnTo>
                    <a:pt x="1368286" y="2508079"/>
                  </a:lnTo>
                  <a:lnTo>
                    <a:pt x="1356509" y="2531950"/>
                  </a:lnTo>
                  <a:lnTo>
                    <a:pt x="1351919" y="2547456"/>
                  </a:lnTo>
                  <a:lnTo>
                    <a:pt x="1340741" y="2558678"/>
                  </a:lnTo>
                  <a:lnTo>
                    <a:pt x="1342936" y="2577652"/>
                  </a:lnTo>
                  <a:lnTo>
                    <a:pt x="1339543" y="2589485"/>
                  </a:lnTo>
                  <a:lnTo>
                    <a:pt x="1309203" y="2615397"/>
                  </a:lnTo>
                  <a:lnTo>
                    <a:pt x="1297027" y="2647837"/>
                  </a:lnTo>
                  <a:lnTo>
                    <a:pt x="1286648" y="2661710"/>
                  </a:lnTo>
                  <a:lnTo>
                    <a:pt x="1276468" y="2686193"/>
                  </a:lnTo>
                  <a:lnTo>
                    <a:pt x="1251917" y="2707616"/>
                  </a:lnTo>
                  <a:lnTo>
                    <a:pt x="1228164" y="2735159"/>
                  </a:lnTo>
                  <a:lnTo>
                    <a:pt x="1220978" y="2768415"/>
                  </a:lnTo>
                  <a:lnTo>
                    <a:pt x="1222974" y="2798815"/>
                  </a:lnTo>
                  <a:lnTo>
                    <a:pt x="1223573" y="2809629"/>
                  </a:lnTo>
                  <a:lnTo>
                    <a:pt x="1223174" y="2821666"/>
                  </a:lnTo>
                  <a:lnTo>
                    <a:pt x="1232755" y="2849209"/>
                  </a:lnTo>
                  <a:lnTo>
                    <a:pt x="1267885" y="2925923"/>
                  </a:lnTo>
                  <a:lnTo>
                    <a:pt x="1291239" y="2937348"/>
                  </a:lnTo>
                  <a:lnTo>
                    <a:pt x="1315591" y="2944693"/>
                  </a:lnTo>
                  <a:lnTo>
                    <a:pt x="1350122" y="2960607"/>
                  </a:lnTo>
                  <a:lnTo>
                    <a:pt x="1381460" y="2966728"/>
                  </a:lnTo>
                  <a:lnTo>
                    <a:pt x="1384654" y="2967340"/>
                  </a:lnTo>
                  <a:lnTo>
                    <a:pt x="1394035" y="2973257"/>
                  </a:lnTo>
                  <a:lnTo>
                    <a:pt x="1404015" y="2973257"/>
                  </a:lnTo>
                  <a:lnTo>
                    <a:pt x="1414195" y="2973257"/>
                  </a:lnTo>
                  <a:lnTo>
                    <a:pt x="1420982" y="2983866"/>
                  </a:lnTo>
                  <a:lnTo>
                    <a:pt x="1423576" y="2992435"/>
                  </a:lnTo>
                  <a:lnTo>
                    <a:pt x="1427569" y="2998964"/>
                  </a:lnTo>
                  <a:lnTo>
                    <a:pt x="1437549" y="3003656"/>
                  </a:lnTo>
                  <a:lnTo>
                    <a:pt x="1441341" y="3015286"/>
                  </a:lnTo>
                  <a:lnTo>
                    <a:pt x="1445733" y="3022019"/>
                  </a:lnTo>
                  <a:lnTo>
                    <a:pt x="1452918" y="3026099"/>
                  </a:lnTo>
                  <a:lnTo>
                    <a:pt x="1461900" y="3027935"/>
                  </a:lnTo>
                  <a:lnTo>
                    <a:pt x="1468887" y="3031200"/>
                  </a:lnTo>
                  <a:lnTo>
                    <a:pt x="1479266" y="3035892"/>
                  </a:lnTo>
                  <a:lnTo>
                    <a:pt x="1490444" y="3038749"/>
                  </a:lnTo>
                  <a:lnTo>
                    <a:pt x="1497829" y="3046706"/>
                  </a:lnTo>
                  <a:lnTo>
                    <a:pt x="1502420" y="3055887"/>
                  </a:lnTo>
                  <a:lnTo>
                    <a:pt x="1505614" y="3064864"/>
                  </a:lnTo>
                  <a:lnTo>
                    <a:pt x="1509406" y="3073433"/>
                  </a:lnTo>
                  <a:lnTo>
                    <a:pt x="1513199" y="3080166"/>
                  </a:lnTo>
                  <a:lnTo>
                    <a:pt x="1524576" y="3087103"/>
                  </a:lnTo>
                  <a:lnTo>
                    <a:pt x="1535155" y="3099548"/>
                  </a:lnTo>
                  <a:lnTo>
                    <a:pt x="1539347" y="3114034"/>
                  </a:lnTo>
                  <a:lnTo>
                    <a:pt x="1532760" y="3124439"/>
                  </a:lnTo>
                  <a:lnTo>
                    <a:pt x="1529167" y="3126479"/>
                  </a:lnTo>
                  <a:lnTo>
                    <a:pt x="1529367" y="3131172"/>
                  </a:lnTo>
                  <a:lnTo>
                    <a:pt x="1526772" y="3136885"/>
                  </a:lnTo>
                  <a:lnTo>
                    <a:pt x="1525574" y="3143414"/>
                  </a:lnTo>
                  <a:lnTo>
                    <a:pt x="1528568" y="3150758"/>
                  </a:lnTo>
                  <a:lnTo>
                    <a:pt x="1532760" y="3154023"/>
                  </a:lnTo>
                  <a:lnTo>
                    <a:pt x="1538548" y="3157287"/>
                  </a:lnTo>
                  <a:lnTo>
                    <a:pt x="1543938" y="3157695"/>
                  </a:lnTo>
                  <a:lnTo>
                    <a:pt x="1547531" y="3158511"/>
                  </a:lnTo>
                  <a:lnTo>
                    <a:pt x="1556912" y="3181770"/>
                  </a:lnTo>
                  <a:lnTo>
                    <a:pt x="1558309" y="3185647"/>
                  </a:lnTo>
                  <a:lnTo>
                    <a:pt x="1559507" y="3188707"/>
                  </a:lnTo>
                  <a:lnTo>
                    <a:pt x="1559906" y="3188911"/>
                  </a:lnTo>
                  <a:lnTo>
                    <a:pt x="1565695" y="3190543"/>
                  </a:lnTo>
                  <a:lnTo>
                    <a:pt x="1571483" y="3190135"/>
                  </a:lnTo>
                  <a:lnTo>
                    <a:pt x="1570685" y="3200541"/>
                  </a:lnTo>
                  <a:lnTo>
                    <a:pt x="1570485" y="3204621"/>
                  </a:lnTo>
                  <a:lnTo>
                    <a:pt x="1571683" y="3211150"/>
                  </a:lnTo>
                  <a:lnTo>
                    <a:pt x="1572880" y="3217883"/>
                  </a:lnTo>
                  <a:lnTo>
                    <a:pt x="1574477" y="3219311"/>
                  </a:lnTo>
                  <a:lnTo>
                    <a:pt x="1573878" y="3228492"/>
                  </a:lnTo>
                  <a:lnTo>
                    <a:pt x="1569287" y="3248282"/>
                  </a:lnTo>
                  <a:lnTo>
                    <a:pt x="1563100" y="3263380"/>
                  </a:lnTo>
                  <a:lnTo>
                    <a:pt x="1567491" y="3275622"/>
                  </a:lnTo>
                  <a:lnTo>
                    <a:pt x="1543938" y="3285007"/>
                  </a:lnTo>
                  <a:lnTo>
                    <a:pt x="1529766" y="3290924"/>
                  </a:lnTo>
                  <a:lnTo>
                    <a:pt x="1452719" y="3321731"/>
                  </a:lnTo>
                  <a:lnTo>
                    <a:pt x="1435553" y="3327240"/>
                  </a:lnTo>
                  <a:lnTo>
                    <a:pt x="1344533" y="3355804"/>
                  </a:lnTo>
                  <a:lnTo>
                    <a:pt x="1301219" y="3371922"/>
                  </a:lnTo>
                  <a:lnTo>
                    <a:pt x="1296229" y="3372942"/>
                  </a:lnTo>
                  <a:lnTo>
                    <a:pt x="1250120" y="3381919"/>
                  </a:lnTo>
                  <a:lnTo>
                    <a:pt x="1241737" y="3380491"/>
                  </a:lnTo>
                  <a:lnTo>
                    <a:pt x="1213992" y="3378858"/>
                  </a:lnTo>
                  <a:lnTo>
                    <a:pt x="1195429" y="3374166"/>
                  </a:lnTo>
                  <a:lnTo>
                    <a:pt x="1183453" y="3374574"/>
                  </a:lnTo>
                  <a:lnTo>
                    <a:pt x="1175668" y="3376818"/>
                  </a:lnTo>
                  <a:lnTo>
                    <a:pt x="1163093" y="3377226"/>
                  </a:lnTo>
                  <a:lnTo>
                    <a:pt x="1154310" y="3372738"/>
                  </a:lnTo>
                  <a:lnTo>
                    <a:pt x="1146925" y="3371105"/>
                  </a:lnTo>
                  <a:lnTo>
                    <a:pt x="1135548" y="3370901"/>
                  </a:lnTo>
                  <a:lnTo>
                    <a:pt x="1128561" y="3371718"/>
                  </a:lnTo>
                  <a:lnTo>
                    <a:pt x="1120178" y="3371922"/>
                  </a:lnTo>
                  <a:lnTo>
                    <a:pt x="1117384" y="3372126"/>
                  </a:lnTo>
                  <a:lnTo>
                    <a:pt x="1109799" y="3376410"/>
                  </a:lnTo>
                  <a:lnTo>
                    <a:pt x="1106206" y="3376818"/>
                  </a:lnTo>
                  <a:lnTo>
                    <a:pt x="1083251" y="3372738"/>
                  </a:lnTo>
                  <a:lnTo>
                    <a:pt x="1071674" y="3370901"/>
                  </a:lnTo>
                  <a:lnTo>
                    <a:pt x="1065087" y="3369677"/>
                  </a:lnTo>
                  <a:lnTo>
                    <a:pt x="1047522" y="3366413"/>
                  </a:lnTo>
                  <a:lnTo>
                    <a:pt x="1043331" y="3365801"/>
                  </a:lnTo>
                  <a:lnTo>
                    <a:pt x="1028360" y="3364169"/>
                  </a:lnTo>
                  <a:lnTo>
                    <a:pt x="1022372" y="3363353"/>
                  </a:lnTo>
                  <a:lnTo>
                    <a:pt x="1013589" y="3360088"/>
                  </a:lnTo>
                  <a:lnTo>
                    <a:pt x="1011593" y="3359476"/>
                  </a:lnTo>
                  <a:lnTo>
                    <a:pt x="1007601" y="3358864"/>
                  </a:lnTo>
                  <a:lnTo>
                    <a:pt x="1003010" y="3358456"/>
                  </a:lnTo>
                  <a:lnTo>
                    <a:pt x="993230" y="3358456"/>
                  </a:lnTo>
                  <a:lnTo>
                    <a:pt x="975665" y="3361516"/>
                  </a:lnTo>
                  <a:lnTo>
                    <a:pt x="960295" y="3366209"/>
                  </a:lnTo>
                  <a:lnTo>
                    <a:pt x="951313" y="3367229"/>
                  </a:lnTo>
                  <a:lnTo>
                    <a:pt x="937341" y="3370493"/>
                  </a:lnTo>
                  <a:lnTo>
                    <a:pt x="909196" y="3372942"/>
                  </a:lnTo>
                  <a:lnTo>
                    <a:pt x="889236" y="3376818"/>
                  </a:lnTo>
                  <a:lnTo>
                    <a:pt x="885444" y="3378654"/>
                  </a:lnTo>
                  <a:lnTo>
                    <a:pt x="856301" y="3382939"/>
                  </a:lnTo>
                  <a:lnTo>
                    <a:pt x="836940" y="3386815"/>
                  </a:lnTo>
                  <a:lnTo>
                    <a:pt x="790632" y="3387019"/>
                  </a:lnTo>
                  <a:lnTo>
                    <a:pt x="786041" y="3386815"/>
                  </a:lnTo>
                  <a:lnTo>
                    <a:pt x="777258" y="3385387"/>
                  </a:lnTo>
                  <a:lnTo>
                    <a:pt x="769673" y="3385591"/>
                  </a:lnTo>
                  <a:lnTo>
                    <a:pt x="750910" y="3389468"/>
                  </a:lnTo>
                  <a:lnTo>
                    <a:pt x="736140" y="3391100"/>
                  </a:lnTo>
                  <a:lnTo>
                    <a:pt x="726958" y="3391304"/>
                  </a:lnTo>
                  <a:lnTo>
                    <a:pt x="715381" y="3390284"/>
                  </a:lnTo>
                  <a:lnTo>
                    <a:pt x="713185" y="3390284"/>
                  </a:lnTo>
                  <a:lnTo>
                    <a:pt x="708794" y="3390488"/>
                  </a:lnTo>
                  <a:lnTo>
                    <a:pt x="698015" y="3389264"/>
                  </a:lnTo>
                  <a:lnTo>
                    <a:pt x="697416" y="3389264"/>
                  </a:lnTo>
                  <a:lnTo>
                    <a:pt x="682845" y="3393344"/>
                  </a:lnTo>
                  <a:lnTo>
                    <a:pt x="676458" y="3394568"/>
                  </a:lnTo>
                  <a:lnTo>
                    <a:pt x="668673" y="3395793"/>
                  </a:lnTo>
                  <a:lnTo>
                    <a:pt x="661887" y="3397017"/>
                  </a:lnTo>
                  <a:lnTo>
                    <a:pt x="645919" y="3402525"/>
                  </a:lnTo>
                  <a:lnTo>
                    <a:pt x="637136" y="3404362"/>
                  </a:lnTo>
                  <a:lnTo>
                    <a:pt x="626757" y="3404974"/>
                  </a:lnTo>
                  <a:lnTo>
                    <a:pt x="620569" y="3405382"/>
                  </a:lnTo>
                  <a:lnTo>
                    <a:pt x="595818" y="3413339"/>
                  </a:lnTo>
                  <a:lnTo>
                    <a:pt x="575858" y="3419663"/>
                  </a:lnTo>
                  <a:lnTo>
                    <a:pt x="571466" y="3422520"/>
                  </a:lnTo>
                  <a:lnTo>
                    <a:pt x="556895" y="3430477"/>
                  </a:lnTo>
                  <a:lnTo>
                    <a:pt x="544120" y="3436189"/>
                  </a:lnTo>
                  <a:lnTo>
                    <a:pt x="534539" y="3440678"/>
                  </a:lnTo>
                  <a:lnTo>
                    <a:pt x="515178" y="3443534"/>
                  </a:lnTo>
                  <a:lnTo>
                    <a:pt x="497613" y="3446391"/>
                  </a:lnTo>
                  <a:lnTo>
                    <a:pt x="494020" y="3447003"/>
                  </a:lnTo>
                  <a:lnTo>
                    <a:pt x="488830" y="3447207"/>
                  </a:lnTo>
                  <a:lnTo>
                    <a:pt x="468870" y="3450675"/>
                  </a:lnTo>
                  <a:lnTo>
                    <a:pt x="460486" y="3453736"/>
                  </a:lnTo>
                  <a:lnTo>
                    <a:pt x="439927" y="3457816"/>
                  </a:lnTo>
                  <a:lnTo>
                    <a:pt x="423759" y="3462305"/>
                  </a:lnTo>
                  <a:lnTo>
                    <a:pt x="423560" y="3462305"/>
                  </a:lnTo>
                  <a:lnTo>
                    <a:pt x="420765" y="3463733"/>
                  </a:lnTo>
                  <a:lnTo>
                    <a:pt x="419567" y="3464141"/>
                  </a:lnTo>
                  <a:lnTo>
                    <a:pt x="401803" y="3475566"/>
                  </a:lnTo>
                  <a:lnTo>
                    <a:pt x="396413" y="3482503"/>
                  </a:lnTo>
                  <a:lnTo>
                    <a:pt x="378449" y="3519840"/>
                  </a:lnTo>
                  <a:lnTo>
                    <a:pt x="374058" y="3541262"/>
                  </a:lnTo>
                  <a:lnTo>
                    <a:pt x="373060" y="3545955"/>
                  </a:lnTo>
                  <a:lnTo>
                    <a:pt x="371263" y="3553096"/>
                  </a:lnTo>
                  <a:lnTo>
                    <a:pt x="367271" y="3578191"/>
                  </a:lnTo>
                  <a:lnTo>
                    <a:pt x="360684" y="3599205"/>
                  </a:lnTo>
                  <a:lnTo>
                    <a:pt x="342520" y="3596145"/>
                  </a:lnTo>
                  <a:lnTo>
                    <a:pt x="339726" y="3596757"/>
                  </a:lnTo>
                  <a:lnTo>
                    <a:pt x="339327" y="3592677"/>
                  </a:lnTo>
                  <a:lnTo>
                    <a:pt x="337730" y="3592881"/>
                  </a:lnTo>
                  <a:lnTo>
                    <a:pt x="333338" y="3591044"/>
                  </a:lnTo>
                  <a:lnTo>
                    <a:pt x="332740" y="3592065"/>
                  </a:lnTo>
                  <a:lnTo>
                    <a:pt x="328947" y="3590228"/>
                  </a:lnTo>
                  <a:lnTo>
                    <a:pt x="328348" y="3591453"/>
                  </a:lnTo>
                  <a:lnTo>
                    <a:pt x="327350" y="3590840"/>
                  </a:lnTo>
                  <a:lnTo>
                    <a:pt x="326752" y="3592269"/>
                  </a:lnTo>
                  <a:lnTo>
                    <a:pt x="322959" y="3590432"/>
                  </a:lnTo>
                  <a:lnTo>
                    <a:pt x="322560" y="3590840"/>
                  </a:lnTo>
                  <a:lnTo>
                    <a:pt x="319765" y="3589004"/>
                  </a:lnTo>
                  <a:lnTo>
                    <a:pt x="318767" y="3589616"/>
                  </a:lnTo>
                  <a:lnTo>
                    <a:pt x="316971" y="3588596"/>
                  </a:lnTo>
                  <a:lnTo>
                    <a:pt x="317171" y="3587576"/>
                  </a:lnTo>
                  <a:lnTo>
                    <a:pt x="314576" y="3587576"/>
                  </a:lnTo>
                  <a:lnTo>
                    <a:pt x="314576" y="3587372"/>
                  </a:lnTo>
                  <a:lnTo>
                    <a:pt x="314376" y="3586352"/>
                  </a:lnTo>
                  <a:lnTo>
                    <a:pt x="313977" y="3585536"/>
                  </a:lnTo>
                  <a:lnTo>
                    <a:pt x="310384" y="3583904"/>
                  </a:lnTo>
                  <a:lnTo>
                    <a:pt x="308787" y="3583904"/>
                  </a:lnTo>
                  <a:lnTo>
                    <a:pt x="302999" y="3581251"/>
                  </a:lnTo>
                  <a:lnTo>
                    <a:pt x="300404" y="3579211"/>
                  </a:lnTo>
                  <a:lnTo>
                    <a:pt x="294815" y="3578599"/>
                  </a:lnTo>
                  <a:lnTo>
                    <a:pt x="292420" y="3577375"/>
                  </a:lnTo>
                  <a:lnTo>
                    <a:pt x="289026" y="3576559"/>
                  </a:lnTo>
                  <a:lnTo>
                    <a:pt x="284236" y="3576355"/>
                  </a:lnTo>
                  <a:lnTo>
                    <a:pt x="280443" y="3575743"/>
                  </a:lnTo>
                  <a:lnTo>
                    <a:pt x="279246" y="3574518"/>
                  </a:lnTo>
                  <a:lnTo>
                    <a:pt x="276252" y="3572886"/>
                  </a:lnTo>
                  <a:lnTo>
                    <a:pt x="273258" y="3571458"/>
                  </a:lnTo>
                  <a:lnTo>
                    <a:pt x="269864" y="3569826"/>
                  </a:lnTo>
                  <a:lnTo>
                    <a:pt x="266870" y="3568398"/>
                  </a:lnTo>
                  <a:lnTo>
                    <a:pt x="264076" y="3565337"/>
                  </a:lnTo>
                  <a:lnTo>
                    <a:pt x="261281" y="3561461"/>
                  </a:lnTo>
                  <a:lnTo>
                    <a:pt x="261681" y="3555136"/>
                  </a:lnTo>
                  <a:lnTo>
                    <a:pt x="262679" y="3549219"/>
                  </a:lnTo>
                  <a:lnTo>
                    <a:pt x="265074" y="3540446"/>
                  </a:lnTo>
                  <a:lnTo>
                    <a:pt x="262679" y="3536162"/>
                  </a:lnTo>
                  <a:lnTo>
                    <a:pt x="251501" y="3525348"/>
                  </a:lnTo>
                  <a:lnTo>
                    <a:pt x="246311" y="3517187"/>
                  </a:lnTo>
                  <a:lnTo>
                    <a:pt x="240523" y="3505966"/>
                  </a:lnTo>
                  <a:lnTo>
                    <a:pt x="236930" y="3497601"/>
                  </a:lnTo>
                  <a:lnTo>
                    <a:pt x="234534" y="3493112"/>
                  </a:lnTo>
                  <a:lnTo>
                    <a:pt x="231540" y="3489236"/>
                  </a:lnTo>
                  <a:lnTo>
                    <a:pt x="229345" y="3482299"/>
                  </a:lnTo>
                  <a:lnTo>
                    <a:pt x="226949" y="3475362"/>
                  </a:lnTo>
                  <a:lnTo>
                    <a:pt x="223556" y="3472098"/>
                  </a:lnTo>
                  <a:lnTo>
                    <a:pt x="220961" y="3469650"/>
                  </a:lnTo>
                  <a:lnTo>
                    <a:pt x="219165" y="3467609"/>
                  </a:lnTo>
                  <a:lnTo>
                    <a:pt x="216570" y="3461489"/>
                  </a:lnTo>
                  <a:lnTo>
                    <a:pt x="213177" y="3458632"/>
                  </a:lnTo>
                  <a:lnTo>
                    <a:pt x="212179" y="3458020"/>
                  </a:lnTo>
                  <a:lnTo>
                    <a:pt x="205392" y="3453736"/>
                  </a:lnTo>
                  <a:lnTo>
                    <a:pt x="203596" y="3453532"/>
                  </a:lnTo>
                  <a:lnTo>
                    <a:pt x="201201" y="3448227"/>
                  </a:lnTo>
                  <a:lnTo>
                    <a:pt x="197208" y="3442106"/>
                  </a:lnTo>
                  <a:lnTo>
                    <a:pt x="193216" y="3438638"/>
                  </a:lnTo>
                  <a:lnTo>
                    <a:pt x="188825" y="3433129"/>
                  </a:lnTo>
                  <a:lnTo>
                    <a:pt x="184035" y="3425784"/>
                  </a:lnTo>
                  <a:lnTo>
                    <a:pt x="179444" y="3420071"/>
                  </a:lnTo>
                  <a:lnTo>
                    <a:pt x="176450" y="3416603"/>
                  </a:lnTo>
                  <a:lnTo>
                    <a:pt x="173655" y="3413951"/>
                  </a:lnTo>
                  <a:lnTo>
                    <a:pt x="171659" y="3411502"/>
                  </a:lnTo>
                  <a:lnTo>
                    <a:pt x="171260" y="3407830"/>
                  </a:lnTo>
                  <a:lnTo>
                    <a:pt x="171060" y="3405790"/>
                  </a:lnTo>
                  <a:lnTo>
                    <a:pt x="169663" y="3403545"/>
                  </a:lnTo>
                  <a:lnTo>
                    <a:pt x="169064" y="3401505"/>
                  </a:lnTo>
                  <a:lnTo>
                    <a:pt x="172058" y="3392528"/>
                  </a:lnTo>
                  <a:lnTo>
                    <a:pt x="174653" y="3388856"/>
                  </a:lnTo>
                  <a:lnTo>
                    <a:pt x="174454" y="3386203"/>
                  </a:lnTo>
                  <a:lnTo>
                    <a:pt x="175052" y="3385999"/>
                  </a:lnTo>
                  <a:lnTo>
                    <a:pt x="177847" y="3384367"/>
                  </a:lnTo>
                  <a:lnTo>
                    <a:pt x="177847" y="3381919"/>
                  </a:lnTo>
                  <a:lnTo>
                    <a:pt x="177048" y="3380695"/>
                  </a:lnTo>
                  <a:lnTo>
                    <a:pt x="176450" y="3377838"/>
                  </a:lnTo>
                  <a:lnTo>
                    <a:pt x="175252" y="3376818"/>
                  </a:lnTo>
                  <a:lnTo>
                    <a:pt x="175252" y="3372330"/>
                  </a:lnTo>
                  <a:lnTo>
                    <a:pt x="176450" y="3371718"/>
                  </a:lnTo>
                  <a:lnTo>
                    <a:pt x="176250" y="3367637"/>
                  </a:lnTo>
                  <a:lnTo>
                    <a:pt x="176649" y="3361516"/>
                  </a:lnTo>
                  <a:lnTo>
                    <a:pt x="175851" y="3358048"/>
                  </a:lnTo>
                  <a:lnTo>
                    <a:pt x="176849" y="3357640"/>
                  </a:lnTo>
                  <a:lnTo>
                    <a:pt x="177248" y="3351519"/>
                  </a:lnTo>
                  <a:lnTo>
                    <a:pt x="187029" y="3347235"/>
                  </a:lnTo>
                  <a:lnTo>
                    <a:pt x="189224" y="3346214"/>
                  </a:lnTo>
                  <a:lnTo>
                    <a:pt x="196210" y="3342746"/>
                  </a:lnTo>
                  <a:lnTo>
                    <a:pt x="206390" y="3327240"/>
                  </a:lnTo>
                  <a:lnTo>
                    <a:pt x="215971" y="3318467"/>
                  </a:lnTo>
                  <a:lnTo>
                    <a:pt x="216171" y="3296840"/>
                  </a:lnTo>
                  <a:lnTo>
                    <a:pt x="222758" y="3284803"/>
                  </a:lnTo>
                  <a:lnTo>
                    <a:pt x="228746" y="3271133"/>
                  </a:lnTo>
                  <a:lnTo>
                    <a:pt x="228347" y="3261748"/>
                  </a:lnTo>
                  <a:lnTo>
                    <a:pt x="223157" y="3249915"/>
                  </a:lnTo>
                  <a:lnTo>
                    <a:pt x="216969" y="3244610"/>
                  </a:lnTo>
                  <a:lnTo>
                    <a:pt x="212977" y="3234001"/>
                  </a:lnTo>
                  <a:lnTo>
                    <a:pt x="206590" y="3222983"/>
                  </a:lnTo>
                  <a:lnTo>
                    <a:pt x="208586" y="3206661"/>
                  </a:lnTo>
                  <a:lnTo>
                    <a:pt x="211380" y="3186463"/>
                  </a:lnTo>
                  <a:lnTo>
                    <a:pt x="215572" y="3171977"/>
                  </a:lnTo>
                  <a:lnTo>
                    <a:pt x="214774" y="3157083"/>
                  </a:lnTo>
                  <a:lnTo>
                    <a:pt x="206590" y="3147290"/>
                  </a:lnTo>
                  <a:lnTo>
                    <a:pt x="199404" y="3138109"/>
                  </a:lnTo>
                  <a:lnTo>
                    <a:pt x="194214" y="3134436"/>
                  </a:lnTo>
                  <a:lnTo>
                    <a:pt x="189424" y="3131172"/>
                  </a:lnTo>
                  <a:lnTo>
                    <a:pt x="181639" y="3118114"/>
                  </a:lnTo>
                  <a:lnTo>
                    <a:pt x="171859" y="3104445"/>
                  </a:lnTo>
                  <a:lnTo>
                    <a:pt x="169863" y="3078738"/>
                  </a:lnTo>
                  <a:lnTo>
                    <a:pt x="174054" y="3069352"/>
                  </a:lnTo>
                  <a:lnTo>
                    <a:pt x="174254" y="3057111"/>
                  </a:lnTo>
                  <a:lnTo>
                    <a:pt x="173256" y="3046910"/>
                  </a:lnTo>
                  <a:lnTo>
                    <a:pt x="166469" y="3036708"/>
                  </a:lnTo>
                  <a:lnTo>
                    <a:pt x="155491" y="3032220"/>
                  </a:lnTo>
                  <a:lnTo>
                    <a:pt x="142517" y="3029772"/>
                  </a:lnTo>
                  <a:lnTo>
                    <a:pt x="132537" y="3027935"/>
                  </a:lnTo>
                  <a:lnTo>
                    <a:pt x="125151" y="3023447"/>
                  </a:lnTo>
                  <a:lnTo>
                    <a:pt x="111578" y="3022427"/>
                  </a:lnTo>
                  <a:lnTo>
                    <a:pt x="111179" y="3019162"/>
                  </a:lnTo>
                  <a:lnTo>
                    <a:pt x="107786" y="2986110"/>
                  </a:lnTo>
                  <a:lnTo>
                    <a:pt x="107786" y="2971828"/>
                  </a:lnTo>
                  <a:lnTo>
                    <a:pt x="107786" y="2967544"/>
                  </a:lnTo>
                  <a:lnTo>
                    <a:pt x="106588" y="2956119"/>
                  </a:lnTo>
                  <a:lnTo>
                    <a:pt x="100999" y="2947549"/>
                  </a:lnTo>
                  <a:lnTo>
                    <a:pt x="92416" y="2946325"/>
                  </a:lnTo>
                  <a:lnTo>
                    <a:pt x="78045" y="2930207"/>
                  </a:lnTo>
                  <a:lnTo>
                    <a:pt x="63474" y="2902460"/>
                  </a:lnTo>
                  <a:lnTo>
                    <a:pt x="51497" y="2888994"/>
                  </a:lnTo>
                  <a:lnTo>
                    <a:pt x="49102" y="2877773"/>
                  </a:lnTo>
                  <a:lnTo>
                    <a:pt x="49102" y="2861451"/>
                  </a:lnTo>
                  <a:lnTo>
                    <a:pt x="51497" y="2857574"/>
                  </a:lnTo>
                  <a:lnTo>
                    <a:pt x="55090" y="2849413"/>
                  </a:lnTo>
                  <a:lnTo>
                    <a:pt x="55090" y="2839212"/>
                  </a:lnTo>
                  <a:lnTo>
                    <a:pt x="52296" y="2826359"/>
                  </a:lnTo>
                  <a:lnTo>
                    <a:pt x="47106" y="2818810"/>
                  </a:lnTo>
                  <a:lnTo>
                    <a:pt x="38324" y="2804324"/>
                  </a:lnTo>
                  <a:lnTo>
                    <a:pt x="35928" y="2799427"/>
                  </a:lnTo>
                  <a:lnTo>
                    <a:pt x="30539" y="2792082"/>
                  </a:lnTo>
                  <a:lnTo>
                    <a:pt x="20758" y="2785962"/>
                  </a:lnTo>
                  <a:lnTo>
                    <a:pt x="12974" y="2783513"/>
                  </a:lnTo>
                  <a:lnTo>
                    <a:pt x="6786" y="2784329"/>
                  </a:lnTo>
                  <a:lnTo>
                    <a:pt x="3193" y="2779025"/>
                  </a:lnTo>
                  <a:lnTo>
                    <a:pt x="0" y="2773312"/>
                  </a:lnTo>
                  <a:lnTo>
                    <a:pt x="5588" y="2764947"/>
                  </a:lnTo>
                  <a:lnTo>
                    <a:pt x="7385" y="2729855"/>
                  </a:lnTo>
                  <a:lnTo>
                    <a:pt x="12575" y="2706188"/>
                  </a:lnTo>
                  <a:lnTo>
                    <a:pt x="18163" y="2683337"/>
                  </a:lnTo>
                  <a:lnTo>
                    <a:pt x="1596" y="2630699"/>
                  </a:lnTo>
                  <a:lnTo>
                    <a:pt x="14770" y="2599279"/>
                  </a:lnTo>
                  <a:lnTo>
                    <a:pt x="17565" y="2589077"/>
                  </a:lnTo>
                  <a:lnTo>
                    <a:pt x="17565" y="2585609"/>
                  </a:lnTo>
                  <a:lnTo>
                    <a:pt x="15569" y="2580100"/>
                  </a:lnTo>
                  <a:lnTo>
                    <a:pt x="12974" y="2573163"/>
                  </a:lnTo>
                  <a:lnTo>
                    <a:pt x="6786" y="2558474"/>
                  </a:lnTo>
                  <a:lnTo>
                    <a:pt x="7984" y="2547048"/>
                  </a:lnTo>
                  <a:lnTo>
                    <a:pt x="13173" y="2536031"/>
                  </a:lnTo>
                  <a:lnTo>
                    <a:pt x="14571" y="2533379"/>
                  </a:lnTo>
                  <a:lnTo>
                    <a:pt x="14571" y="2533175"/>
                  </a:lnTo>
                  <a:lnTo>
                    <a:pt x="20359" y="2520525"/>
                  </a:lnTo>
                  <a:lnTo>
                    <a:pt x="25748" y="2512364"/>
                  </a:lnTo>
                  <a:lnTo>
                    <a:pt x="39920" y="2495838"/>
                  </a:lnTo>
                  <a:lnTo>
                    <a:pt x="44312" y="2485637"/>
                  </a:lnTo>
                  <a:lnTo>
                    <a:pt x="46707" y="2479924"/>
                  </a:lnTo>
                  <a:lnTo>
                    <a:pt x="44910" y="2469111"/>
                  </a:lnTo>
                  <a:lnTo>
                    <a:pt x="45908" y="2464418"/>
                  </a:lnTo>
                  <a:lnTo>
                    <a:pt x="41118" y="2452993"/>
                  </a:lnTo>
                  <a:lnTo>
                    <a:pt x="36327" y="2441771"/>
                  </a:lnTo>
                  <a:lnTo>
                    <a:pt x="38523" y="2434018"/>
                  </a:lnTo>
                  <a:lnTo>
                    <a:pt x="40120" y="2429326"/>
                  </a:lnTo>
                  <a:lnTo>
                    <a:pt x="37525" y="2423613"/>
                  </a:lnTo>
                  <a:lnTo>
                    <a:pt x="39521" y="2414228"/>
                  </a:lnTo>
                  <a:lnTo>
                    <a:pt x="40120" y="2404231"/>
                  </a:lnTo>
                  <a:lnTo>
                    <a:pt x="33533" y="2399334"/>
                  </a:lnTo>
                  <a:lnTo>
                    <a:pt x="33333" y="2399130"/>
                  </a:lnTo>
                  <a:lnTo>
                    <a:pt x="31337" y="2392601"/>
                  </a:lnTo>
                  <a:lnTo>
                    <a:pt x="27545" y="2383216"/>
                  </a:lnTo>
                  <a:lnTo>
                    <a:pt x="29341" y="2366078"/>
                  </a:lnTo>
                  <a:lnTo>
                    <a:pt x="29741" y="2352000"/>
                  </a:lnTo>
                  <a:lnTo>
                    <a:pt x="27146" y="2343635"/>
                  </a:lnTo>
                  <a:lnTo>
                    <a:pt x="24551" y="2334046"/>
                  </a:lnTo>
                  <a:lnTo>
                    <a:pt x="22555" y="2309563"/>
                  </a:lnTo>
                  <a:lnTo>
                    <a:pt x="25150" y="2295281"/>
                  </a:lnTo>
                  <a:lnTo>
                    <a:pt x="28144" y="2287732"/>
                  </a:lnTo>
                  <a:lnTo>
                    <a:pt x="34132" y="2279775"/>
                  </a:lnTo>
                  <a:lnTo>
                    <a:pt x="42116" y="2268350"/>
                  </a:lnTo>
                  <a:lnTo>
                    <a:pt x="41517" y="2262025"/>
                  </a:lnTo>
                  <a:lnTo>
                    <a:pt x="38523" y="2258149"/>
                  </a:lnTo>
                  <a:lnTo>
                    <a:pt x="33733" y="2252232"/>
                  </a:lnTo>
                  <a:lnTo>
                    <a:pt x="29341" y="2245091"/>
                  </a:lnTo>
                  <a:lnTo>
                    <a:pt x="31337" y="2220200"/>
                  </a:lnTo>
                  <a:lnTo>
                    <a:pt x="31138" y="2219996"/>
                  </a:lnTo>
                  <a:lnTo>
                    <a:pt x="35529" y="2212855"/>
                  </a:lnTo>
                  <a:lnTo>
                    <a:pt x="38124" y="2206530"/>
                  </a:lnTo>
                  <a:lnTo>
                    <a:pt x="42515" y="2196941"/>
                  </a:lnTo>
                  <a:lnTo>
                    <a:pt x="44312" y="2191433"/>
                  </a:lnTo>
                  <a:lnTo>
                    <a:pt x="52695" y="2182660"/>
                  </a:lnTo>
                  <a:lnTo>
                    <a:pt x="65270" y="2156748"/>
                  </a:lnTo>
                  <a:lnTo>
                    <a:pt x="69661" y="2146343"/>
                  </a:lnTo>
                  <a:lnTo>
                    <a:pt x="47505" y="2104314"/>
                  </a:lnTo>
                  <a:lnTo>
                    <a:pt x="44112" y="2074322"/>
                  </a:lnTo>
                  <a:lnTo>
                    <a:pt x="44112" y="2073914"/>
                  </a:lnTo>
                  <a:lnTo>
                    <a:pt x="52895" y="2036374"/>
                  </a:lnTo>
                  <a:lnTo>
                    <a:pt x="76049" y="1999649"/>
                  </a:lnTo>
                  <a:lnTo>
                    <a:pt x="96209" y="1980267"/>
                  </a:lnTo>
                  <a:lnTo>
                    <a:pt x="112177" y="1959660"/>
                  </a:lnTo>
                  <a:lnTo>
                    <a:pt x="137926" y="1931301"/>
                  </a:lnTo>
                  <a:lnTo>
                    <a:pt x="176050" y="1902533"/>
                  </a:lnTo>
                  <a:lnTo>
                    <a:pt x="207388" y="1878050"/>
                  </a:lnTo>
                  <a:lnTo>
                    <a:pt x="215572" y="1870297"/>
                  </a:lnTo>
                  <a:lnTo>
                    <a:pt x="237928" y="1849079"/>
                  </a:lnTo>
                  <a:lnTo>
                    <a:pt x="260084" y="1815210"/>
                  </a:lnTo>
                  <a:lnTo>
                    <a:pt x="259685" y="1779098"/>
                  </a:lnTo>
                  <a:lnTo>
                    <a:pt x="273457" y="1754411"/>
                  </a:lnTo>
                  <a:lnTo>
                    <a:pt x="272858" y="1728908"/>
                  </a:lnTo>
                  <a:lnTo>
                    <a:pt x="277849" y="1692999"/>
                  </a:lnTo>
                  <a:lnTo>
                    <a:pt x="292420" y="1660559"/>
                  </a:lnTo>
                  <a:lnTo>
                    <a:pt x="309386" y="1648930"/>
                  </a:lnTo>
                  <a:lnTo>
                    <a:pt x="310783" y="1638321"/>
                  </a:lnTo>
                  <a:lnTo>
                    <a:pt x="303198" y="1617102"/>
                  </a:lnTo>
                  <a:lnTo>
                    <a:pt x="275453" y="1573237"/>
                  </a:lnTo>
                  <a:lnTo>
                    <a:pt x="274854" y="1558955"/>
                  </a:lnTo>
                  <a:lnTo>
                    <a:pt x="311582" y="1544877"/>
                  </a:lnTo>
                  <a:lnTo>
                    <a:pt x="321562" y="1532024"/>
                  </a:lnTo>
                  <a:lnTo>
                    <a:pt x="335734" y="1526107"/>
                  </a:lnTo>
                  <a:lnTo>
                    <a:pt x="343319" y="1523047"/>
                  </a:lnTo>
                  <a:lnTo>
                    <a:pt x="361882" y="1514273"/>
                  </a:lnTo>
                  <a:lnTo>
                    <a:pt x="374657" y="1504276"/>
                  </a:lnTo>
                  <a:lnTo>
                    <a:pt x="387631" y="1490607"/>
                  </a:lnTo>
                  <a:lnTo>
                    <a:pt x="396613" y="1483670"/>
                  </a:lnTo>
                  <a:lnTo>
                    <a:pt x="404597" y="1481425"/>
                  </a:lnTo>
                  <a:lnTo>
                    <a:pt x="420166" y="1465715"/>
                  </a:lnTo>
                  <a:lnTo>
                    <a:pt x="449308" y="1453066"/>
                  </a:lnTo>
                  <a:lnTo>
                    <a:pt x="465676" y="1447761"/>
                  </a:lnTo>
                  <a:lnTo>
                    <a:pt x="483840" y="1434704"/>
                  </a:lnTo>
                  <a:lnTo>
                    <a:pt x="506794" y="1411241"/>
                  </a:lnTo>
                  <a:lnTo>
                    <a:pt x="510188" y="1403488"/>
                  </a:lnTo>
                  <a:lnTo>
                    <a:pt x="509988" y="1385942"/>
                  </a:lnTo>
                  <a:lnTo>
                    <a:pt x="512383" y="1376965"/>
                  </a:lnTo>
                  <a:lnTo>
                    <a:pt x="516775" y="1372476"/>
                  </a:lnTo>
                  <a:lnTo>
                    <a:pt x="528352" y="1369824"/>
                  </a:lnTo>
                  <a:lnTo>
                    <a:pt x="534340" y="1368600"/>
                  </a:lnTo>
                  <a:lnTo>
                    <a:pt x="546915" y="1361255"/>
                  </a:lnTo>
                  <a:lnTo>
                    <a:pt x="552504" y="1355950"/>
                  </a:lnTo>
                  <a:lnTo>
                    <a:pt x="557893" y="1322082"/>
                  </a:lnTo>
                  <a:lnTo>
                    <a:pt x="601606" y="1306168"/>
                  </a:lnTo>
                  <a:lnTo>
                    <a:pt x="617176" y="1298007"/>
                  </a:lnTo>
                  <a:lnTo>
                    <a:pt x="626158" y="1279237"/>
                  </a:lnTo>
                  <a:lnTo>
                    <a:pt x="632146" y="1227618"/>
                  </a:lnTo>
                  <a:lnTo>
                    <a:pt x="652106" y="1200687"/>
                  </a:lnTo>
                  <a:lnTo>
                    <a:pt x="678654" y="1175592"/>
                  </a:lnTo>
                  <a:lnTo>
                    <a:pt x="703804" y="1151721"/>
                  </a:lnTo>
                  <a:lnTo>
                    <a:pt x="762088" y="1142336"/>
                  </a:lnTo>
                  <a:lnTo>
                    <a:pt x="808596" y="1144784"/>
                  </a:lnTo>
                  <a:lnTo>
                    <a:pt x="837539" y="1141112"/>
                  </a:lnTo>
                  <a:lnTo>
                    <a:pt x="849116" y="1131114"/>
                  </a:lnTo>
                  <a:lnTo>
                    <a:pt x="841730" y="1108876"/>
                  </a:lnTo>
                  <a:lnTo>
                    <a:pt x="840533" y="1105407"/>
                  </a:lnTo>
                  <a:lnTo>
                    <a:pt x="829355" y="1092758"/>
                  </a:lnTo>
                  <a:lnTo>
                    <a:pt x="812987" y="1073987"/>
                  </a:lnTo>
                  <a:lnTo>
                    <a:pt x="813187" y="1065214"/>
                  </a:lnTo>
                  <a:lnTo>
                    <a:pt x="814185" y="1033794"/>
                  </a:lnTo>
                  <a:lnTo>
                    <a:pt x="805003" y="971159"/>
                  </a:lnTo>
                  <a:lnTo>
                    <a:pt x="806201" y="947288"/>
                  </a:lnTo>
                  <a:lnTo>
                    <a:pt x="818177" y="917704"/>
                  </a:lnTo>
                  <a:lnTo>
                    <a:pt x="833147" y="880980"/>
                  </a:lnTo>
                  <a:lnTo>
                    <a:pt x="834345" y="877715"/>
                  </a:lnTo>
                  <a:lnTo>
                    <a:pt x="845523" y="824465"/>
                  </a:lnTo>
                  <a:lnTo>
                    <a:pt x="844924" y="786108"/>
                  </a:lnTo>
                  <a:lnTo>
                    <a:pt x="857898" y="740202"/>
                  </a:lnTo>
                  <a:lnTo>
                    <a:pt x="888038" y="713883"/>
                  </a:lnTo>
                  <a:lnTo>
                    <a:pt x="899017" y="704498"/>
                  </a:lnTo>
                  <a:lnTo>
                    <a:pt x="936343" y="683279"/>
                  </a:lnTo>
                  <a:lnTo>
                    <a:pt x="977461" y="657776"/>
                  </a:lnTo>
                  <a:lnTo>
                    <a:pt x="1030157" y="640638"/>
                  </a:lnTo>
                  <a:lnTo>
                    <a:pt x="1083651" y="620236"/>
                  </a:lnTo>
                  <a:lnTo>
                    <a:pt x="1123372" y="586776"/>
                  </a:lnTo>
                  <a:lnTo>
                    <a:pt x="1152314" y="545971"/>
                  </a:lnTo>
                  <a:lnTo>
                    <a:pt x="1182055" y="505166"/>
                  </a:lnTo>
                  <a:lnTo>
                    <a:pt x="1207006" y="476194"/>
                  </a:lnTo>
                  <a:lnTo>
                    <a:pt x="1219980" y="455791"/>
                  </a:lnTo>
                  <a:lnTo>
                    <a:pt x="1246328" y="408458"/>
                  </a:lnTo>
                  <a:lnTo>
                    <a:pt x="1268284" y="369081"/>
                  </a:lnTo>
                  <a:lnTo>
                    <a:pt x="1291838" y="341537"/>
                  </a:lnTo>
                  <a:lnTo>
                    <a:pt x="1305411" y="325623"/>
                  </a:lnTo>
                  <a:lnTo>
                    <a:pt x="1328565" y="299304"/>
                  </a:lnTo>
                  <a:lnTo>
                    <a:pt x="1352517" y="267884"/>
                  </a:lnTo>
                  <a:lnTo>
                    <a:pt x="1373675" y="245442"/>
                  </a:lnTo>
                  <a:lnTo>
                    <a:pt x="1403217" y="223203"/>
                  </a:lnTo>
                  <a:lnTo>
                    <a:pt x="1434754" y="208105"/>
                  </a:lnTo>
                  <a:lnTo>
                    <a:pt x="1469485" y="196272"/>
                  </a:lnTo>
                  <a:lnTo>
                    <a:pt x="1471881" y="195047"/>
                  </a:lnTo>
                  <a:lnTo>
                    <a:pt x="1486851" y="187703"/>
                  </a:lnTo>
                  <a:lnTo>
                    <a:pt x="1509406" y="149550"/>
                  </a:lnTo>
                  <a:lnTo>
                    <a:pt x="1537151" y="117926"/>
                  </a:lnTo>
                  <a:lnTo>
                    <a:pt x="1562102" y="94259"/>
                  </a:lnTo>
                  <a:lnTo>
                    <a:pt x="1613001" y="64063"/>
                  </a:lnTo>
                  <a:lnTo>
                    <a:pt x="1649528" y="39784"/>
                  </a:lnTo>
                  <a:lnTo>
                    <a:pt x="1668291" y="25299"/>
                  </a:lnTo>
                  <a:lnTo>
                    <a:pt x="1695238" y="20606"/>
                  </a:lnTo>
                  <a:lnTo>
                    <a:pt x="1744540" y="13669"/>
                  </a:lnTo>
                  <a:lnTo>
                    <a:pt x="1769490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16852" y="521208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871716" y="555955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54596" y="5504688"/>
            <a:ext cx="481248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871716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054596" y="5779008"/>
            <a:ext cx="481248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836647" y="1508760"/>
            <a:ext cx="3669339" cy="4544568"/>
            <a:chOff x="1836647" y="1508760"/>
            <a:chExt cx="3669339" cy="4544568"/>
          </a:xfrm>
        </p:grpSpPr>
        <p:sp>
          <p:nvSpPr>
            <p:cNvPr id="4" name="pg3"/>
            <p:cNvSpPr/>
            <p:nvPr/>
          </p:nvSpPr>
          <p:spPr>
            <a:xfrm>
              <a:off x="3514605" y="3625860"/>
              <a:ext cx="37589" cy="55665"/>
            </a:xfrm>
            <a:custGeom>
              <a:avLst/>
              <a:pathLst>
                <a:path w="37589" h="55665">
                  <a:moveTo>
                    <a:pt x="271" y="49598"/>
                  </a:moveTo>
                  <a:lnTo>
                    <a:pt x="531" y="43794"/>
                  </a:lnTo>
                  <a:lnTo>
                    <a:pt x="736" y="39217"/>
                  </a:lnTo>
                  <a:lnTo>
                    <a:pt x="912" y="35307"/>
                  </a:lnTo>
                  <a:lnTo>
                    <a:pt x="1057" y="32065"/>
                  </a:lnTo>
                  <a:lnTo>
                    <a:pt x="1226" y="28284"/>
                  </a:lnTo>
                  <a:lnTo>
                    <a:pt x="1396" y="24496"/>
                  </a:lnTo>
                  <a:lnTo>
                    <a:pt x="1597" y="20023"/>
                  </a:lnTo>
                  <a:lnTo>
                    <a:pt x="1887" y="13551"/>
                  </a:lnTo>
                  <a:lnTo>
                    <a:pt x="2233" y="5819"/>
                  </a:lnTo>
                  <a:lnTo>
                    <a:pt x="19308" y="2953"/>
                  </a:lnTo>
                  <a:lnTo>
                    <a:pt x="36906" y="0"/>
                  </a:lnTo>
                  <a:lnTo>
                    <a:pt x="37153" y="81"/>
                  </a:lnTo>
                  <a:lnTo>
                    <a:pt x="37199" y="5321"/>
                  </a:lnTo>
                  <a:lnTo>
                    <a:pt x="37247" y="10766"/>
                  </a:lnTo>
                  <a:lnTo>
                    <a:pt x="37290" y="15726"/>
                  </a:lnTo>
                  <a:lnTo>
                    <a:pt x="37344" y="21943"/>
                  </a:lnTo>
                  <a:lnTo>
                    <a:pt x="37394" y="27614"/>
                  </a:lnTo>
                  <a:lnTo>
                    <a:pt x="37442" y="33153"/>
                  </a:lnTo>
                  <a:lnTo>
                    <a:pt x="37519" y="41938"/>
                  </a:lnTo>
                  <a:lnTo>
                    <a:pt x="37589" y="49971"/>
                  </a:lnTo>
                  <a:lnTo>
                    <a:pt x="37561" y="50399"/>
                  </a:lnTo>
                  <a:lnTo>
                    <a:pt x="34086" y="50730"/>
                  </a:lnTo>
                  <a:lnTo>
                    <a:pt x="28121" y="51297"/>
                  </a:lnTo>
                  <a:lnTo>
                    <a:pt x="17175" y="52997"/>
                  </a:lnTo>
                  <a:lnTo>
                    <a:pt x="0" y="55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836646" y="4744446"/>
              <a:ext cx="26440" cy="37300"/>
            </a:xfrm>
            <a:custGeom>
              <a:avLst/>
              <a:pathLst>
                <a:path w="26440" h="37300">
                  <a:moveTo>
                    <a:pt x="14483" y="24289"/>
                  </a:moveTo>
                  <a:lnTo>
                    <a:pt x="0" y="26670"/>
                  </a:lnTo>
                  <a:lnTo>
                    <a:pt x="0" y="0"/>
                  </a:lnTo>
                  <a:lnTo>
                    <a:pt x="26440" y="2303"/>
                  </a:lnTo>
                  <a:lnTo>
                    <a:pt x="26122" y="19801"/>
                  </a:lnTo>
                  <a:lnTo>
                    <a:pt x="25804" y="37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836646" y="4787686"/>
              <a:ext cx="25694" cy="81430"/>
            </a:xfrm>
            <a:custGeom>
              <a:avLst/>
              <a:pathLst>
                <a:path w="25694" h="81430">
                  <a:moveTo>
                    <a:pt x="25036" y="36280"/>
                  </a:moveTo>
                  <a:lnTo>
                    <a:pt x="24215" y="81430"/>
                  </a:lnTo>
                  <a:lnTo>
                    <a:pt x="18997" y="80777"/>
                  </a:lnTo>
                  <a:lnTo>
                    <a:pt x="13778" y="80123"/>
                  </a:lnTo>
                  <a:lnTo>
                    <a:pt x="0" y="63222"/>
                  </a:lnTo>
                  <a:lnTo>
                    <a:pt x="0" y="0"/>
                  </a:lnTo>
                  <a:lnTo>
                    <a:pt x="1868" y="8"/>
                  </a:lnTo>
                  <a:lnTo>
                    <a:pt x="13781" y="65"/>
                  </a:lnTo>
                  <a:lnTo>
                    <a:pt x="25694" y="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6646" y="3375851"/>
              <a:ext cx="350693" cy="452105"/>
            </a:xfrm>
            <a:custGeom>
              <a:avLst/>
              <a:pathLst>
                <a:path w="350693" h="452105">
                  <a:moveTo>
                    <a:pt x="333577" y="398965"/>
                  </a:moveTo>
                  <a:lnTo>
                    <a:pt x="300094" y="424634"/>
                  </a:lnTo>
                  <a:lnTo>
                    <a:pt x="281591" y="427786"/>
                  </a:lnTo>
                  <a:lnTo>
                    <a:pt x="265511" y="433416"/>
                  </a:lnTo>
                  <a:lnTo>
                    <a:pt x="221015" y="445125"/>
                  </a:lnTo>
                  <a:lnTo>
                    <a:pt x="190176" y="450979"/>
                  </a:lnTo>
                  <a:lnTo>
                    <a:pt x="174977" y="452105"/>
                  </a:lnTo>
                  <a:lnTo>
                    <a:pt x="148984" y="447151"/>
                  </a:lnTo>
                  <a:lnTo>
                    <a:pt x="121670" y="441522"/>
                  </a:lnTo>
                  <a:lnTo>
                    <a:pt x="111758" y="439045"/>
                  </a:lnTo>
                  <a:lnTo>
                    <a:pt x="104048" y="437469"/>
                  </a:lnTo>
                  <a:lnTo>
                    <a:pt x="97880" y="436793"/>
                  </a:lnTo>
                  <a:lnTo>
                    <a:pt x="82901" y="435668"/>
                  </a:lnTo>
                  <a:lnTo>
                    <a:pt x="72769" y="434767"/>
                  </a:lnTo>
                  <a:lnTo>
                    <a:pt x="62856" y="434542"/>
                  </a:lnTo>
                  <a:lnTo>
                    <a:pt x="46932" y="433913"/>
                  </a:lnTo>
                  <a:lnTo>
                    <a:pt x="35478" y="408243"/>
                  </a:lnTo>
                  <a:lnTo>
                    <a:pt x="29090" y="396309"/>
                  </a:lnTo>
                  <a:lnTo>
                    <a:pt x="16975" y="389779"/>
                  </a:lnTo>
                  <a:lnTo>
                    <a:pt x="0" y="375145"/>
                  </a:lnTo>
                  <a:lnTo>
                    <a:pt x="0" y="130070"/>
                  </a:lnTo>
                  <a:lnTo>
                    <a:pt x="32945" y="84042"/>
                  </a:lnTo>
                  <a:lnTo>
                    <a:pt x="87197" y="0"/>
                  </a:lnTo>
                  <a:lnTo>
                    <a:pt x="144405" y="36981"/>
                  </a:lnTo>
                  <a:lnTo>
                    <a:pt x="173517" y="57351"/>
                  </a:lnTo>
                  <a:lnTo>
                    <a:pt x="184541" y="65065"/>
                  </a:lnTo>
                  <a:lnTo>
                    <a:pt x="217845" y="84425"/>
                  </a:lnTo>
                  <a:lnTo>
                    <a:pt x="285603" y="103604"/>
                  </a:lnTo>
                  <a:lnTo>
                    <a:pt x="284387" y="107212"/>
                  </a:lnTo>
                  <a:lnTo>
                    <a:pt x="277027" y="129065"/>
                  </a:lnTo>
                  <a:lnTo>
                    <a:pt x="250530" y="169132"/>
                  </a:lnTo>
                  <a:lnTo>
                    <a:pt x="221942" y="212361"/>
                  </a:lnTo>
                  <a:lnTo>
                    <a:pt x="275604" y="320456"/>
                  </a:lnTo>
                  <a:lnTo>
                    <a:pt x="281858" y="333053"/>
                  </a:lnTo>
                  <a:lnTo>
                    <a:pt x="307036" y="319723"/>
                  </a:lnTo>
                  <a:lnTo>
                    <a:pt x="332457" y="357810"/>
                  </a:lnTo>
                  <a:lnTo>
                    <a:pt x="350693" y="385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089021" y="3101534"/>
              <a:ext cx="177348" cy="177585"/>
            </a:xfrm>
            <a:custGeom>
              <a:avLst/>
              <a:pathLst>
                <a:path w="177348" h="177585">
                  <a:moveTo>
                    <a:pt x="16801" y="111799"/>
                  </a:moveTo>
                  <a:lnTo>
                    <a:pt x="17882" y="110219"/>
                  </a:lnTo>
                  <a:lnTo>
                    <a:pt x="28550" y="94631"/>
                  </a:lnTo>
                  <a:lnTo>
                    <a:pt x="41036" y="76386"/>
                  </a:lnTo>
                  <a:lnTo>
                    <a:pt x="44880" y="70769"/>
                  </a:lnTo>
                  <a:lnTo>
                    <a:pt x="64806" y="41652"/>
                  </a:lnTo>
                  <a:lnTo>
                    <a:pt x="89687" y="5295"/>
                  </a:lnTo>
                  <a:lnTo>
                    <a:pt x="92109" y="1756"/>
                  </a:lnTo>
                  <a:lnTo>
                    <a:pt x="92932" y="1308"/>
                  </a:lnTo>
                  <a:lnTo>
                    <a:pt x="95335" y="0"/>
                  </a:lnTo>
                  <a:lnTo>
                    <a:pt x="99523" y="323"/>
                  </a:lnTo>
                  <a:lnTo>
                    <a:pt x="100862" y="998"/>
                  </a:lnTo>
                  <a:lnTo>
                    <a:pt x="103049" y="2099"/>
                  </a:lnTo>
                  <a:lnTo>
                    <a:pt x="105978" y="6127"/>
                  </a:lnTo>
                  <a:lnTo>
                    <a:pt x="119433" y="35540"/>
                  </a:lnTo>
                  <a:lnTo>
                    <a:pt x="121101" y="39042"/>
                  </a:lnTo>
                  <a:lnTo>
                    <a:pt x="126162" y="49674"/>
                  </a:lnTo>
                  <a:lnTo>
                    <a:pt x="134412" y="67002"/>
                  </a:lnTo>
                  <a:lnTo>
                    <a:pt x="141619" y="82140"/>
                  </a:lnTo>
                  <a:lnTo>
                    <a:pt x="177348" y="157187"/>
                  </a:lnTo>
                  <a:lnTo>
                    <a:pt x="173147" y="158181"/>
                  </a:lnTo>
                  <a:lnTo>
                    <a:pt x="171262" y="158627"/>
                  </a:lnTo>
                  <a:lnTo>
                    <a:pt x="125955" y="169345"/>
                  </a:lnTo>
                  <a:lnTo>
                    <a:pt x="118364" y="171141"/>
                  </a:lnTo>
                  <a:lnTo>
                    <a:pt x="106296" y="173219"/>
                  </a:lnTo>
                  <a:lnTo>
                    <a:pt x="80932" y="177585"/>
                  </a:lnTo>
                  <a:lnTo>
                    <a:pt x="75038" y="177172"/>
                  </a:lnTo>
                  <a:lnTo>
                    <a:pt x="72979" y="177027"/>
                  </a:lnTo>
                  <a:lnTo>
                    <a:pt x="65388" y="176495"/>
                  </a:lnTo>
                  <a:lnTo>
                    <a:pt x="47595" y="170697"/>
                  </a:lnTo>
                  <a:lnTo>
                    <a:pt x="35175" y="162158"/>
                  </a:lnTo>
                  <a:lnTo>
                    <a:pt x="21087" y="152473"/>
                  </a:lnTo>
                  <a:lnTo>
                    <a:pt x="20264" y="151907"/>
                  </a:lnTo>
                  <a:lnTo>
                    <a:pt x="14533" y="147507"/>
                  </a:lnTo>
                  <a:lnTo>
                    <a:pt x="0" y="136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047615" y="3240216"/>
              <a:ext cx="236174" cy="116292"/>
            </a:xfrm>
            <a:custGeom>
              <a:avLst/>
              <a:pathLst>
                <a:path w="236174" h="116292">
                  <a:moveTo>
                    <a:pt x="4922" y="47329"/>
                  </a:moveTo>
                  <a:lnTo>
                    <a:pt x="11090" y="38401"/>
                  </a:lnTo>
                  <a:lnTo>
                    <a:pt x="20396" y="24930"/>
                  </a:lnTo>
                  <a:lnTo>
                    <a:pt x="27040" y="15313"/>
                  </a:lnTo>
                  <a:lnTo>
                    <a:pt x="37618" y="0"/>
                  </a:lnTo>
                  <a:lnTo>
                    <a:pt x="50059" y="9121"/>
                  </a:lnTo>
                  <a:lnTo>
                    <a:pt x="83288" y="33486"/>
                  </a:lnTo>
                  <a:lnTo>
                    <a:pt x="84701" y="34367"/>
                  </a:lnTo>
                  <a:lnTo>
                    <a:pt x="85664" y="34792"/>
                  </a:lnTo>
                  <a:lnTo>
                    <a:pt x="107651" y="41631"/>
                  </a:lnTo>
                  <a:lnTo>
                    <a:pt x="110045" y="41669"/>
                  </a:lnTo>
                  <a:lnTo>
                    <a:pt x="127937" y="41956"/>
                  </a:lnTo>
                  <a:lnTo>
                    <a:pt x="140626" y="39104"/>
                  </a:lnTo>
                  <a:lnTo>
                    <a:pt x="167732" y="33013"/>
                  </a:lnTo>
                  <a:lnTo>
                    <a:pt x="214214" y="22566"/>
                  </a:lnTo>
                  <a:lnTo>
                    <a:pt x="222916" y="23561"/>
                  </a:lnTo>
                  <a:lnTo>
                    <a:pt x="224900" y="33973"/>
                  </a:lnTo>
                  <a:lnTo>
                    <a:pt x="227478" y="47497"/>
                  </a:lnTo>
                  <a:lnTo>
                    <a:pt x="229377" y="57465"/>
                  </a:lnTo>
                  <a:lnTo>
                    <a:pt x="231291" y="67506"/>
                  </a:lnTo>
                  <a:lnTo>
                    <a:pt x="233623" y="79739"/>
                  </a:lnTo>
                  <a:lnTo>
                    <a:pt x="236174" y="93125"/>
                  </a:lnTo>
                  <a:lnTo>
                    <a:pt x="233435" y="93716"/>
                  </a:lnTo>
                  <a:lnTo>
                    <a:pt x="193320" y="102373"/>
                  </a:lnTo>
                  <a:lnTo>
                    <a:pt x="139841" y="113914"/>
                  </a:lnTo>
                  <a:lnTo>
                    <a:pt x="126699" y="114743"/>
                  </a:lnTo>
                  <a:lnTo>
                    <a:pt x="102178" y="116292"/>
                  </a:lnTo>
                  <a:lnTo>
                    <a:pt x="85280" y="113681"/>
                  </a:lnTo>
                  <a:lnTo>
                    <a:pt x="31582" y="82556"/>
                  </a:lnTo>
                  <a:lnTo>
                    <a:pt x="4263" y="66721"/>
                  </a:lnTo>
                  <a:lnTo>
                    <a:pt x="1466" y="61388"/>
                  </a:lnTo>
                  <a:lnTo>
                    <a:pt x="644" y="57503"/>
                  </a:lnTo>
                  <a:lnTo>
                    <a:pt x="0" y="5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983243" y="3328677"/>
              <a:ext cx="155890" cy="132069"/>
            </a:xfrm>
            <a:custGeom>
              <a:avLst/>
              <a:pathLst>
                <a:path w="155890" h="132069">
                  <a:moveTo>
                    <a:pt x="9178" y="68873"/>
                  </a:moveTo>
                  <a:lnTo>
                    <a:pt x="0" y="61339"/>
                  </a:lnTo>
                  <a:lnTo>
                    <a:pt x="127" y="57701"/>
                  </a:lnTo>
                  <a:lnTo>
                    <a:pt x="2923" y="53503"/>
                  </a:lnTo>
                  <a:lnTo>
                    <a:pt x="9089" y="44242"/>
                  </a:lnTo>
                  <a:lnTo>
                    <a:pt x="15085" y="35238"/>
                  </a:lnTo>
                  <a:lnTo>
                    <a:pt x="21885" y="25026"/>
                  </a:lnTo>
                  <a:lnTo>
                    <a:pt x="23912" y="21981"/>
                  </a:lnTo>
                  <a:lnTo>
                    <a:pt x="27686" y="16314"/>
                  </a:lnTo>
                  <a:lnTo>
                    <a:pt x="34141" y="6620"/>
                  </a:lnTo>
                  <a:lnTo>
                    <a:pt x="38549" y="0"/>
                  </a:lnTo>
                  <a:lnTo>
                    <a:pt x="43252" y="3104"/>
                  </a:lnTo>
                  <a:lnTo>
                    <a:pt x="50371" y="7803"/>
                  </a:lnTo>
                  <a:lnTo>
                    <a:pt x="57128" y="12264"/>
                  </a:lnTo>
                  <a:lnTo>
                    <a:pt x="64906" y="17398"/>
                  </a:lnTo>
                  <a:lnTo>
                    <a:pt x="72201" y="22213"/>
                  </a:lnTo>
                  <a:lnTo>
                    <a:pt x="82479" y="28998"/>
                  </a:lnTo>
                  <a:lnTo>
                    <a:pt x="84861" y="30570"/>
                  </a:lnTo>
                  <a:lnTo>
                    <a:pt x="89456" y="32818"/>
                  </a:lnTo>
                  <a:lnTo>
                    <a:pt x="98147" y="37070"/>
                  </a:lnTo>
                  <a:lnTo>
                    <a:pt x="110732" y="43228"/>
                  </a:lnTo>
                  <a:lnTo>
                    <a:pt x="123911" y="49099"/>
                  </a:lnTo>
                  <a:lnTo>
                    <a:pt x="131447" y="52457"/>
                  </a:lnTo>
                  <a:lnTo>
                    <a:pt x="143421" y="56445"/>
                  </a:lnTo>
                  <a:lnTo>
                    <a:pt x="155890" y="59103"/>
                  </a:lnTo>
                  <a:lnTo>
                    <a:pt x="154657" y="67273"/>
                  </a:lnTo>
                  <a:lnTo>
                    <a:pt x="153272" y="76448"/>
                  </a:lnTo>
                  <a:lnTo>
                    <a:pt x="151998" y="84896"/>
                  </a:lnTo>
                  <a:lnTo>
                    <a:pt x="150368" y="95695"/>
                  </a:lnTo>
                  <a:lnTo>
                    <a:pt x="149142" y="103818"/>
                  </a:lnTo>
                  <a:lnTo>
                    <a:pt x="148150" y="110393"/>
                  </a:lnTo>
                  <a:lnTo>
                    <a:pt x="147426" y="115187"/>
                  </a:lnTo>
                  <a:lnTo>
                    <a:pt x="144771" y="132069"/>
                  </a:lnTo>
                  <a:lnTo>
                    <a:pt x="139630" y="130886"/>
                  </a:lnTo>
                  <a:lnTo>
                    <a:pt x="135894" y="130026"/>
                  </a:lnTo>
                  <a:lnTo>
                    <a:pt x="126758" y="128460"/>
                  </a:lnTo>
                  <a:lnTo>
                    <a:pt x="116188" y="126649"/>
                  </a:lnTo>
                  <a:lnTo>
                    <a:pt x="111435" y="125834"/>
                  </a:lnTo>
                  <a:lnTo>
                    <a:pt x="101296" y="122096"/>
                  </a:lnTo>
                  <a:lnTo>
                    <a:pt x="97688" y="120766"/>
                  </a:lnTo>
                  <a:lnTo>
                    <a:pt x="84682" y="114603"/>
                  </a:lnTo>
                  <a:lnTo>
                    <a:pt x="65147" y="105483"/>
                  </a:lnTo>
                  <a:lnTo>
                    <a:pt x="50946" y="96194"/>
                  </a:lnTo>
                  <a:lnTo>
                    <a:pt x="37444" y="87362"/>
                  </a:lnTo>
                  <a:lnTo>
                    <a:pt x="22025" y="77277"/>
                  </a:lnTo>
                  <a:lnTo>
                    <a:pt x="19335" y="75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60203" y="3367624"/>
              <a:ext cx="147800" cy="95073"/>
            </a:xfrm>
            <a:custGeom>
              <a:avLst/>
              <a:pathLst>
                <a:path w="147800" h="95073">
                  <a:moveTo>
                    <a:pt x="418" y="28720"/>
                  </a:moveTo>
                  <a:lnTo>
                    <a:pt x="4233" y="23693"/>
                  </a:lnTo>
                  <a:lnTo>
                    <a:pt x="17311" y="23463"/>
                  </a:lnTo>
                  <a:lnTo>
                    <a:pt x="32180" y="21503"/>
                  </a:lnTo>
                  <a:lnTo>
                    <a:pt x="48619" y="19337"/>
                  </a:lnTo>
                  <a:lnTo>
                    <a:pt x="69305" y="16611"/>
                  </a:lnTo>
                  <a:lnTo>
                    <a:pt x="69475" y="16589"/>
                  </a:lnTo>
                  <a:lnTo>
                    <a:pt x="70978" y="16193"/>
                  </a:lnTo>
                  <a:lnTo>
                    <a:pt x="93013" y="10386"/>
                  </a:lnTo>
                  <a:lnTo>
                    <a:pt x="132424" y="0"/>
                  </a:lnTo>
                  <a:lnTo>
                    <a:pt x="134116" y="8190"/>
                  </a:lnTo>
                  <a:lnTo>
                    <a:pt x="135769" y="16193"/>
                  </a:lnTo>
                  <a:lnTo>
                    <a:pt x="136670" y="20553"/>
                  </a:lnTo>
                  <a:lnTo>
                    <a:pt x="139105" y="32337"/>
                  </a:lnTo>
                  <a:lnTo>
                    <a:pt x="140857" y="40813"/>
                  </a:lnTo>
                  <a:lnTo>
                    <a:pt x="144581" y="58840"/>
                  </a:lnTo>
                  <a:lnTo>
                    <a:pt x="147800" y="74416"/>
                  </a:lnTo>
                  <a:lnTo>
                    <a:pt x="145982" y="74778"/>
                  </a:lnTo>
                  <a:lnTo>
                    <a:pt x="142419" y="75487"/>
                  </a:lnTo>
                  <a:lnTo>
                    <a:pt x="135967" y="76771"/>
                  </a:lnTo>
                  <a:lnTo>
                    <a:pt x="127769" y="78403"/>
                  </a:lnTo>
                  <a:lnTo>
                    <a:pt x="119959" y="79957"/>
                  </a:lnTo>
                  <a:lnTo>
                    <a:pt x="115971" y="80750"/>
                  </a:lnTo>
                  <a:lnTo>
                    <a:pt x="115236" y="80876"/>
                  </a:lnTo>
                  <a:lnTo>
                    <a:pt x="109957" y="81776"/>
                  </a:lnTo>
                  <a:lnTo>
                    <a:pt x="101899" y="83150"/>
                  </a:lnTo>
                  <a:lnTo>
                    <a:pt x="92984" y="84670"/>
                  </a:lnTo>
                  <a:lnTo>
                    <a:pt x="77381" y="87331"/>
                  </a:lnTo>
                  <a:lnTo>
                    <a:pt x="63836" y="89640"/>
                  </a:lnTo>
                  <a:lnTo>
                    <a:pt x="59531" y="90374"/>
                  </a:lnTo>
                  <a:lnTo>
                    <a:pt x="49381" y="92130"/>
                  </a:lnTo>
                  <a:lnTo>
                    <a:pt x="32376" y="95073"/>
                  </a:lnTo>
                  <a:lnTo>
                    <a:pt x="27837" y="95031"/>
                  </a:lnTo>
                  <a:lnTo>
                    <a:pt x="0" y="94773"/>
                  </a:lnTo>
                  <a:lnTo>
                    <a:pt x="29" y="90089"/>
                  </a:lnTo>
                  <a:lnTo>
                    <a:pt x="66" y="84330"/>
                  </a:lnTo>
                  <a:lnTo>
                    <a:pt x="109" y="77485"/>
                  </a:lnTo>
                  <a:lnTo>
                    <a:pt x="139" y="72788"/>
                  </a:lnTo>
                  <a:lnTo>
                    <a:pt x="173" y="67384"/>
                  </a:lnTo>
                  <a:lnTo>
                    <a:pt x="201" y="63058"/>
                  </a:lnTo>
                  <a:lnTo>
                    <a:pt x="235" y="57652"/>
                  </a:lnTo>
                  <a:lnTo>
                    <a:pt x="269" y="52255"/>
                  </a:lnTo>
                  <a:lnTo>
                    <a:pt x="301" y="47221"/>
                  </a:lnTo>
                  <a:lnTo>
                    <a:pt x="338" y="41438"/>
                  </a:lnTo>
                  <a:lnTo>
                    <a:pt x="379" y="34967"/>
                  </a:lnTo>
                  <a:lnTo>
                    <a:pt x="412" y="29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250274" y="3179724"/>
              <a:ext cx="118678" cy="150991"/>
            </a:xfrm>
            <a:custGeom>
              <a:avLst/>
              <a:pathLst>
                <a:path w="118678" h="150991">
                  <a:moveTo>
                    <a:pt x="3677" y="0"/>
                  </a:moveTo>
                  <a:lnTo>
                    <a:pt x="53040" y="13346"/>
                  </a:lnTo>
                  <a:lnTo>
                    <a:pt x="87725" y="22724"/>
                  </a:lnTo>
                  <a:lnTo>
                    <a:pt x="95032" y="24804"/>
                  </a:lnTo>
                  <a:lnTo>
                    <a:pt x="104855" y="71993"/>
                  </a:lnTo>
                  <a:lnTo>
                    <a:pt x="106918" y="81900"/>
                  </a:lnTo>
                  <a:lnTo>
                    <a:pt x="107438" y="84399"/>
                  </a:lnTo>
                  <a:lnTo>
                    <a:pt x="112161" y="107087"/>
                  </a:lnTo>
                  <a:lnTo>
                    <a:pt x="118678" y="138394"/>
                  </a:lnTo>
                  <a:lnTo>
                    <a:pt x="112473" y="139473"/>
                  </a:lnTo>
                  <a:lnTo>
                    <a:pt x="75157" y="145962"/>
                  </a:lnTo>
                  <a:lnTo>
                    <a:pt x="46239" y="150991"/>
                  </a:lnTo>
                  <a:lnTo>
                    <a:pt x="39003" y="111623"/>
                  </a:lnTo>
                  <a:lnTo>
                    <a:pt x="36605" y="98576"/>
                  </a:lnTo>
                  <a:lnTo>
                    <a:pt x="30669" y="66279"/>
                  </a:lnTo>
                  <a:lnTo>
                    <a:pt x="29107" y="63038"/>
                  </a:lnTo>
                  <a:lnTo>
                    <a:pt x="3679" y="10277"/>
                  </a:lnTo>
                  <a:lnTo>
                    <a:pt x="0" y="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72678" y="3226792"/>
              <a:ext cx="70209" cy="83952"/>
            </a:xfrm>
            <a:custGeom>
              <a:avLst/>
              <a:pathLst>
                <a:path w="70209" h="83952">
                  <a:moveTo>
                    <a:pt x="55552" y="47840"/>
                  </a:moveTo>
                  <a:lnTo>
                    <a:pt x="60246" y="76806"/>
                  </a:lnTo>
                  <a:lnTo>
                    <a:pt x="56276" y="77416"/>
                  </a:lnTo>
                  <a:lnTo>
                    <a:pt x="52371" y="78016"/>
                  </a:lnTo>
                  <a:lnTo>
                    <a:pt x="45842" y="79018"/>
                  </a:lnTo>
                  <a:lnTo>
                    <a:pt x="26177" y="82038"/>
                  </a:lnTo>
                  <a:lnTo>
                    <a:pt x="19727" y="83029"/>
                  </a:lnTo>
                  <a:lnTo>
                    <a:pt x="14737" y="83952"/>
                  </a:lnTo>
                  <a:lnTo>
                    <a:pt x="12533" y="82606"/>
                  </a:lnTo>
                  <a:lnTo>
                    <a:pt x="10362" y="70200"/>
                  </a:lnTo>
                  <a:lnTo>
                    <a:pt x="8891" y="61796"/>
                  </a:lnTo>
                  <a:lnTo>
                    <a:pt x="6230" y="46597"/>
                  </a:lnTo>
                  <a:lnTo>
                    <a:pt x="4233" y="35187"/>
                  </a:lnTo>
                  <a:lnTo>
                    <a:pt x="2727" y="26585"/>
                  </a:lnTo>
                  <a:lnTo>
                    <a:pt x="356" y="13034"/>
                  </a:lnTo>
                  <a:lnTo>
                    <a:pt x="0" y="10999"/>
                  </a:lnTo>
                  <a:lnTo>
                    <a:pt x="9580" y="9368"/>
                  </a:lnTo>
                  <a:lnTo>
                    <a:pt x="18667" y="7821"/>
                  </a:lnTo>
                  <a:lnTo>
                    <a:pt x="30212" y="5856"/>
                  </a:lnTo>
                  <a:lnTo>
                    <a:pt x="40500" y="4105"/>
                  </a:lnTo>
                  <a:lnTo>
                    <a:pt x="64617" y="0"/>
                  </a:lnTo>
                  <a:lnTo>
                    <a:pt x="66048" y="6643"/>
                  </a:lnTo>
                  <a:lnTo>
                    <a:pt x="68171" y="16491"/>
                  </a:lnTo>
                  <a:lnTo>
                    <a:pt x="70209" y="25950"/>
                  </a:lnTo>
                  <a:lnTo>
                    <a:pt x="67348" y="26537"/>
                  </a:lnTo>
                  <a:lnTo>
                    <a:pt x="60486" y="27945"/>
                  </a:lnTo>
                  <a:lnTo>
                    <a:pt x="51996" y="29686"/>
                  </a:lnTo>
                  <a:lnTo>
                    <a:pt x="52805" y="338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429907" y="3227390"/>
              <a:ext cx="89371" cy="77043"/>
            </a:xfrm>
            <a:custGeom>
              <a:avLst/>
              <a:pathLst>
                <a:path w="89371" h="77043">
                  <a:moveTo>
                    <a:pt x="19796" y="1288"/>
                  </a:moveTo>
                  <a:lnTo>
                    <a:pt x="28035" y="2645"/>
                  </a:lnTo>
                  <a:lnTo>
                    <a:pt x="36635" y="4840"/>
                  </a:lnTo>
                  <a:lnTo>
                    <a:pt x="46401" y="7332"/>
                  </a:lnTo>
                  <a:lnTo>
                    <a:pt x="56415" y="9888"/>
                  </a:lnTo>
                  <a:lnTo>
                    <a:pt x="68046" y="12857"/>
                  </a:lnTo>
                  <a:lnTo>
                    <a:pt x="77206" y="15195"/>
                  </a:lnTo>
                  <a:lnTo>
                    <a:pt x="80455" y="17367"/>
                  </a:lnTo>
                  <a:lnTo>
                    <a:pt x="82922" y="21761"/>
                  </a:lnTo>
                  <a:lnTo>
                    <a:pt x="84018" y="28483"/>
                  </a:lnTo>
                  <a:lnTo>
                    <a:pt x="85111" y="35187"/>
                  </a:lnTo>
                  <a:lnTo>
                    <a:pt x="86196" y="41847"/>
                  </a:lnTo>
                  <a:lnTo>
                    <a:pt x="87468" y="49647"/>
                  </a:lnTo>
                  <a:lnTo>
                    <a:pt x="89371" y="61323"/>
                  </a:lnTo>
                  <a:lnTo>
                    <a:pt x="86726" y="61822"/>
                  </a:lnTo>
                  <a:lnTo>
                    <a:pt x="81503" y="62806"/>
                  </a:lnTo>
                  <a:lnTo>
                    <a:pt x="74413" y="64142"/>
                  </a:lnTo>
                  <a:lnTo>
                    <a:pt x="61502" y="66576"/>
                  </a:lnTo>
                  <a:lnTo>
                    <a:pt x="46022" y="69493"/>
                  </a:lnTo>
                  <a:lnTo>
                    <a:pt x="32069" y="72123"/>
                  </a:lnTo>
                  <a:lnTo>
                    <a:pt x="15627" y="75221"/>
                  </a:lnTo>
                  <a:lnTo>
                    <a:pt x="5959" y="77043"/>
                  </a:lnTo>
                  <a:lnTo>
                    <a:pt x="4915" y="71297"/>
                  </a:lnTo>
                  <a:lnTo>
                    <a:pt x="3901" y="65715"/>
                  </a:lnTo>
                  <a:lnTo>
                    <a:pt x="2594" y="58517"/>
                  </a:lnTo>
                  <a:lnTo>
                    <a:pt x="1157" y="50604"/>
                  </a:lnTo>
                  <a:lnTo>
                    <a:pt x="982" y="49637"/>
                  </a:lnTo>
                  <a:lnTo>
                    <a:pt x="0" y="44230"/>
                  </a:lnTo>
                  <a:lnTo>
                    <a:pt x="3558" y="43531"/>
                  </a:lnTo>
                  <a:lnTo>
                    <a:pt x="6000" y="43052"/>
                  </a:lnTo>
                  <a:lnTo>
                    <a:pt x="9049" y="42454"/>
                  </a:lnTo>
                  <a:lnTo>
                    <a:pt x="12211" y="41833"/>
                  </a:lnTo>
                  <a:lnTo>
                    <a:pt x="15853" y="41118"/>
                  </a:lnTo>
                  <a:lnTo>
                    <a:pt x="18090" y="40680"/>
                  </a:lnTo>
                  <a:lnTo>
                    <a:pt x="19040" y="40493"/>
                  </a:lnTo>
                  <a:lnTo>
                    <a:pt x="18256" y="36005"/>
                  </a:lnTo>
                  <a:lnTo>
                    <a:pt x="17236" y="30165"/>
                  </a:lnTo>
                  <a:lnTo>
                    <a:pt x="16213" y="24301"/>
                  </a:lnTo>
                  <a:lnTo>
                    <a:pt x="14363" y="13710"/>
                  </a:lnTo>
                  <a:lnTo>
                    <a:pt x="1196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273886" y="3455542"/>
              <a:ext cx="62491" cy="80529"/>
            </a:xfrm>
            <a:custGeom>
              <a:avLst/>
              <a:pathLst>
                <a:path w="62491" h="80529">
                  <a:moveTo>
                    <a:pt x="2832" y="48606"/>
                  </a:moveTo>
                  <a:lnTo>
                    <a:pt x="0" y="39173"/>
                  </a:lnTo>
                  <a:lnTo>
                    <a:pt x="2097" y="37820"/>
                  </a:lnTo>
                  <a:lnTo>
                    <a:pt x="3537" y="36267"/>
                  </a:lnTo>
                  <a:lnTo>
                    <a:pt x="5070" y="34613"/>
                  </a:lnTo>
                  <a:lnTo>
                    <a:pt x="10743" y="28493"/>
                  </a:lnTo>
                  <a:lnTo>
                    <a:pt x="18753" y="19852"/>
                  </a:lnTo>
                  <a:lnTo>
                    <a:pt x="19959" y="18551"/>
                  </a:lnTo>
                  <a:lnTo>
                    <a:pt x="17672" y="13463"/>
                  </a:lnTo>
                  <a:lnTo>
                    <a:pt x="18733" y="11428"/>
                  </a:lnTo>
                  <a:lnTo>
                    <a:pt x="19641" y="9686"/>
                  </a:lnTo>
                  <a:lnTo>
                    <a:pt x="22150" y="4871"/>
                  </a:lnTo>
                  <a:lnTo>
                    <a:pt x="30200" y="3357"/>
                  </a:lnTo>
                  <a:lnTo>
                    <a:pt x="37937" y="1901"/>
                  </a:lnTo>
                  <a:lnTo>
                    <a:pt x="48042" y="0"/>
                  </a:lnTo>
                  <a:lnTo>
                    <a:pt x="50423" y="11239"/>
                  </a:lnTo>
                  <a:lnTo>
                    <a:pt x="52247" y="19852"/>
                  </a:lnTo>
                  <a:lnTo>
                    <a:pt x="53109" y="23918"/>
                  </a:lnTo>
                  <a:lnTo>
                    <a:pt x="54567" y="30804"/>
                  </a:lnTo>
                  <a:lnTo>
                    <a:pt x="56677" y="40763"/>
                  </a:lnTo>
                  <a:lnTo>
                    <a:pt x="62491" y="68207"/>
                  </a:lnTo>
                  <a:lnTo>
                    <a:pt x="60557" y="68647"/>
                  </a:lnTo>
                  <a:lnTo>
                    <a:pt x="57993" y="69231"/>
                  </a:lnTo>
                  <a:lnTo>
                    <a:pt x="55737" y="69744"/>
                  </a:lnTo>
                  <a:lnTo>
                    <a:pt x="44431" y="72318"/>
                  </a:lnTo>
                  <a:lnTo>
                    <a:pt x="31503" y="75261"/>
                  </a:lnTo>
                  <a:lnTo>
                    <a:pt x="18768" y="78843"/>
                  </a:lnTo>
                  <a:lnTo>
                    <a:pt x="12773" y="80529"/>
                  </a:lnTo>
                  <a:lnTo>
                    <a:pt x="11730" y="80216"/>
                  </a:lnTo>
                  <a:lnTo>
                    <a:pt x="8478" y="79240"/>
                  </a:lnTo>
                  <a:lnTo>
                    <a:pt x="4918" y="78172"/>
                  </a:lnTo>
                  <a:lnTo>
                    <a:pt x="5405" y="70366"/>
                  </a:lnTo>
                  <a:lnTo>
                    <a:pt x="5749" y="64854"/>
                  </a:lnTo>
                  <a:lnTo>
                    <a:pt x="6270" y="64412"/>
                  </a:lnTo>
                  <a:lnTo>
                    <a:pt x="7311" y="63528"/>
                  </a:lnTo>
                  <a:lnTo>
                    <a:pt x="6618" y="61218"/>
                  </a:lnTo>
                  <a:lnTo>
                    <a:pt x="4983" y="55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245126" y="3488923"/>
              <a:ext cx="30181" cy="46237"/>
            </a:xfrm>
            <a:custGeom>
              <a:avLst/>
              <a:pathLst>
                <a:path w="30181" h="46237">
                  <a:moveTo>
                    <a:pt x="0" y="8920"/>
                  </a:moveTo>
                  <a:lnTo>
                    <a:pt x="11870" y="4449"/>
                  </a:lnTo>
                  <a:lnTo>
                    <a:pt x="23684" y="0"/>
                  </a:lnTo>
                  <a:lnTo>
                    <a:pt x="26208" y="5403"/>
                  </a:lnTo>
                  <a:lnTo>
                    <a:pt x="28585" y="10494"/>
                  </a:lnTo>
                  <a:lnTo>
                    <a:pt x="30181" y="19668"/>
                  </a:lnTo>
                  <a:lnTo>
                    <a:pt x="30131" y="28279"/>
                  </a:lnTo>
                  <a:lnTo>
                    <a:pt x="30027" y="46237"/>
                  </a:lnTo>
                  <a:lnTo>
                    <a:pt x="27516" y="46122"/>
                  </a:lnTo>
                  <a:lnTo>
                    <a:pt x="17356" y="45658"/>
                  </a:lnTo>
                  <a:lnTo>
                    <a:pt x="12921" y="44280"/>
                  </a:lnTo>
                  <a:lnTo>
                    <a:pt x="1488" y="40730"/>
                  </a:lnTo>
                  <a:lnTo>
                    <a:pt x="247" y="40345"/>
                  </a:lnTo>
                  <a:lnTo>
                    <a:pt x="2881" y="31018"/>
                  </a:lnTo>
                  <a:lnTo>
                    <a:pt x="1903" y="23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197000" y="3648874"/>
              <a:ext cx="102729" cy="63185"/>
            </a:xfrm>
            <a:custGeom>
              <a:avLst/>
              <a:pathLst>
                <a:path w="102729" h="63185">
                  <a:moveTo>
                    <a:pt x="4444" y="24098"/>
                  </a:moveTo>
                  <a:lnTo>
                    <a:pt x="5977" y="21005"/>
                  </a:lnTo>
                  <a:lnTo>
                    <a:pt x="9140" y="14621"/>
                  </a:lnTo>
                  <a:lnTo>
                    <a:pt x="13606" y="5607"/>
                  </a:lnTo>
                  <a:lnTo>
                    <a:pt x="16384" y="0"/>
                  </a:lnTo>
                  <a:lnTo>
                    <a:pt x="40553" y="3919"/>
                  </a:lnTo>
                  <a:lnTo>
                    <a:pt x="67530" y="8294"/>
                  </a:lnTo>
                  <a:lnTo>
                    <a:pt x="87747" y="12543"/>
                  </a:lnTo>
                  <a:lnTo>
                    <a:pt x="102729" y="19013"/>
                  </a:lnTo>
                  <a:lnTo>
                    <a:pt x="101391" y="23065"/>
                  </a:lnTo>
                  <a:lnTo>
                    <a:pt x="98964" y="30419"/>
                  </a:lnTo>
                  <a:lnTo>
                    <a:pt x="96625" y="37507"/>
                  </a:lnTo>
                  <a:lnTo>
                    <a:pt x="94157" y="44982"/>
                  </a:lnTo>
                  <a:lnTo>
                    <a:pt x="93046" y="48143"/>
                  </a:lnTo>
                  <a:lnTo>
                    <a:pt x="69008" y="55100"/>
                  </a:lnTo>
                  <a:lnTo>
                    <a:pt x="29683" y="59719"/>
                  </a:lnTo>
                  <a:lnTo>
                    <a:pt x="176" y="63185"/>
                  </a:lnTo>
                  <a:lnTo>
                    <a:pt x="74" y="54852"/>
                  </a:lnTo>
                  <a:lnTo>
                    <a:pt x="0" y="48704"/>
                  </a:lnTo>
                  <a:lnTo>
                    <a:pt x="659" y="45054"/>
                  </a:lnTo>
                  <a:lnTo>
                    <a:pt x="2454" y="35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287615" y="3704570"/>
              <a:ext cx="27676" cy="35914"/>
            </a:xfrm>
            <a:custGeom>
              <a:avLst/>
              <a:pathLst>
                <a:path w="27676" h="35914">
                  <a:moveTo>
                    <a:pt x="1646" y="2201"/>
                  </a:moveTo>
                  <a:lnTo>
                    <a:pt x="3738" y="1186"/>
                  </a:lnTo>
                  <a:lnTo>
                    <a:pt x="5124" y="513"/>
                  </a:lnTo>
                  <a:lnTo>
                    <a:pt x="6183" y="0"/>
                  </a:lnTo>
                  <a:lnTo>
                    <a:pt x="14249" y="9189"/>
                  </a:lnTo>
                  <a:lnTo>
                    <a:pt x="23749" y="20012"/>
                  </a:lnTo>
                  <a:lnTo>
                    <a:pt x="27676" y="30935"/>
                  </a:lnTo>
                  <a:lnTo>
                    <a:pt x="26873" y="31412"/>
                  </a:lnTo>
                  <a:lnTo>
                    <a:pt x="25900" y="31990"/>
                  </a:lnTo>
                  <a:lnTo>
                    <a:pt x="24599" y="32763"/>
                  </a:lnTo>
                  <a:lnTo>
                    <a:pt x="23268" y="33553"/>
                  </a:lnTo>
                  <a:lnTo>
                    <a:pt x="21841" y="34400"/>
                  </a:lnTo>
                  <a:lnTo>
                    <a:pt x="20518" y="35186"/>
                  </a:lnTo>
                  <a:lnTo>
                    <a:pt x="19293" y="35914"/>
                  </a:lnTo>
                  <a:lnTo>
                    <a:pt x="14852" y="25074"/>
                  </a:lnTo>
                  <a:lnTo>
                    <a:pt x="14219" y="24214"/>
                  </a:lnTo>
                  <a:lnTo>
                    <a:pt x="7439" y="15011"/>
                  </a:lnTo>
                  <a:lnTo>
                    <a:pt x="4499" y="10264"/>
                  </a:lnTo>
                  <a:lnTo>
                    <a:pt x="0" y="3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42808" y="3706918"/>
              <a:ext cx="179730" cy="177745"/>
            </a:xfrm>
            <a:custGeom>
              <a:avLst/>
              <a:pathLst>
                <a:path w="179730" h="177745">
                  <a:moveTo>
                    <a:pt x="65051" y="10231"/>
                  </a:moveTo>
                  <a:lnTo>
                    <a:pt x="72894" y="9183"/>
                  </a:lnTo>
                  <a:lnTo>
                    <a:pt x="81968" y="7970"/>
                  </a:lnTo>
                  <a:lnTo>
                    <a:pt x="91008" y="6762"/>
                  </a:lnTo>
                  <a:lnTo>
                    <a:pt x="102297" y="5253"/>
                  </a:lnTo>
                  <a:lnTo>
                    <a:pt x="113778" y="3719"/>
                  </a:lnTo>
                  <a:lnTo>
                    <a:pt x="121558" y="2679"/>
                  </a:lnTo>
                  <a:lnTo>
                    <a:pt x="126543" y="1793"/>
                  </a:lnTo>
                  <a:lnTo>
                    <a:pt x="136640" y="0"/>
                  </a:lnTo>
                  <a:lnTo>
                    <a:pt x="140099" y="5334"/>
                  </a:lnTo>
                  <a:lnTo>
                    <a:pt x="147580" y="16871"/>
                  </a:lnTo>
                  <a:lnTo>
                    <a:pt x="150185" y="23093"/>
                  </a:lnTo>
                  <a:lnTo>
                    <a:pt x="151616" y="27663"/>
                  </a:lnTo>
                  <a:lnTo>
                    <a:pt x="152965" y="31969"/>
                  </a:lnTo>
                  <a:lnTo>
                    <a:pt x="152938" y="37302"/>
                  </a:lnTo>
                  <a:lnTo>
                    <a:pt x="152912" y="42310"/>
                  </a:lnTo>
                  <a:lnTo>
                    <a:pt x="152885" y="47719"/>
                  </a:lnTo>
                  <a:lnTo>
                    <a:pt x="146259" y="53912"/>
                  </a:lnTo>
                  <a:lnTo>
                    <a:pt x="133981" y="59868"/>
                  </a:lnTo>
                  <a:lnTo>
                    <a:pt x="119049" y="63789"/>
                  </a:lnTo>
                  <a:lnTo>
                    <a:pt x="114600" y="63153"/>
                  </a:lnTo>
                  <a:lnTo>
                    <a:pt x="109920" y="66638"/>
                  </a:lnTo>
                  <a:lnTo>
                    <a:pt x="109127" y="72210"/>
                  </a:lnTo>
                  <a:lnTo>
                    <a:pt x="112337" y="76613"/>
                  </a:lnTo>
                  <a:lnTo>
                    <a:pt x="112614" y="77229"/>
                  </a:lnTo>
                  <a:lnTo>
                    <a:pt x="115063" y="79508"/>
                  </a:lnTo>
                  <a:lnTo>
                    <a:pt x="118885" y="74287"/>
                  </a:lnTo>
                  <a:lnTo>
                    <a:pt x="121296" y="69422"/>
                  </a:lnTo>
                  <a:lnTo>
                    <a:pt x="123181" y="69067"/>
                  </a:lnTo>
                  <a:lnTo>
                    <a:pt x="124944" y="68735"/>
                  </a:lnTo>
                  <a:lnTo>
                    <a:pt x="125179" y="68798"/>
                  </a:lnTo>
                  <a:lnTo>
                    <a:pt x="131533" y="70508"/>
                  </a:lnTo>
                  <a:lnTo>
                    <a:pt x="132341" y="70447"/>
                  </a:lnTo>
                  <a:lnTo>
                    <a:pt x="138305" y="73722"/>
                  </a:lnTo>
                  <a:lnTo>
                    <a:pt x="138360" y="74845"/>
                  </a:lnTo>
                  <a:lnTo>
                    <a:pt x="138491" y="75157"/>
                  </a:lnTo>
                  <a:lnTo>
                    <a:pt x="139665" y="77955"/>
                  </a:lnTo>
                  <a:lnTo>
                    <a:pt x="139148" y="79188"/>
                  </a:lnTo>
                  <a:lnTo>
                    <a:pt x="138530" y="80663"/>
                  </a:lnTo>
                  <a:lnTo>
                    <a:pt x="138221" y="81398"/>
                  </a:lnTo>
                  <a:lnTo>
                    <a:pt x="137023" y="84870"/>
                  </a:lnTo>
                  <a:lnTo>
                    <a:pt x="136921" y="85112"/>
                  </a:lnTo>
                  <a:lnTo>
                    <a:pt x="136526" y="88495"/>
                  </a:lnTo>
                  <a:lnTo>
                    <a:pt x="136987" y="88619"/>
                  </a:lnTo>
                  <a:lnTo>
                    <a:pt x="140493" y="90628"/>
                  </a:lnTo>
                  <a:lnTo>
                    <a:pt x="140723" y="90690"/>
                  </a:lnTo>
                  <a:lnTo>
                    <a:pt x="141536" y="93564"/>
                  </a:lnTo>
                  <a:lnTo>
                    <a:pt x="141210" y="94321"/>
                  </a:lnTo>
                  <a:lnTo>
                    <a:pt x="141026" y="94748"/>
                  </a:lnTo>
                  <a:lnTo>
                    <a:pt x="139531" y="98805"/>
                  </a:lnTo>
                  <a:lnTo>
                    <a:pt x="139361" y="102133"/>
                  </a:lnTo>
                  <a:lnTo>
                    <a:pt x="140830" y="102744"/>
                  </a:lnTo>
                  <a:lnTo>
                    <a:pt x="147012" y="105316"/>
                  </a:lnTo>
                  <a:lnTo>
                    <a:pt x="154189" y="100502"/>
                  </a:lnTo>
                  <a:lnTo>
                    <a:pt x="166458" y="104749"/>
                  </a:lnTo>
                  <a:lnTo>
                    <a:pt x="167582" y="105049"/>
                  </a:lnTo>
                  <a:lnTo>
                    <a:pt x="176061" y="111167"/>
                  </a:lnTo>
                  <a:lnTo>
                    <a:pt x="179730" y="115967"/>
                  </a:lnTo>
                  <a:lnTo>
                    <a:pt x="174418" y="123028"/>
                  </a:lnTo>
                  <a:lnTo>
                    <a:pt x="167011" y="133566"/>
                  </a:lnTo>
                  <a:lnTo>
                    <a:pt x="159697" y="143972"/>
                  </a:lnTo>
                  <a:lnTo>
                    <a:pt x="149169" y="150239"/>
                  </a:lnTo>
                  <a:lnTo>
                    <a:pt x="139568" y="149134"/>
                  </a:lnTo>
                  <a:lnTo>
                    <a:pt x="131258" y="148178"/>
                  </a:lnTo>
                  <a:lnTo>
                    <a:pt x="131008" y="148297"/>
                  </a:lnTo>
                  <a:lnTo>
                    <a:pt x="130578" y="148100"/>
                  </a:lnTo>
                  <a:lnTo>
                    <a:pt x="129872" y="148019"/>
                  </a:lnTo>
                  <a:lnTo>
                    <a:pt x="128153" y="147821"/>
                  </a:lnTo>
                  <a:lnTo>
                    <a:pt x="126472" y="146216"/>
                  </a:lnTo>
                  <a:lnTo>
                    <a:pt x="116766" y="136948"/>
                  </a:lnTo>
                  <a:lnTo>
                    <a:pt x="112507" y="139289"/>
                  </a:lnTo>
                  <a:lnTo>
                    <a:pt x="109626" y="140873"/>
                  </a:lnTo>
                  <a:lnTo>
                    <a:pt x="102873" y="144585"/>
                  </a:lnTo>
                  <a:lnTo>
                    <a:pt x="96090" y="144829"/>
                  </a:lnTo>
                  <a:lnTo>
                    <a:pt x="94258" y="144423"/>
                  </a:lnTo>
                  <a:lnTo>
                    <a:pt x="90230" y="143531"/>
                  </a:lnTo>
                  <a:lnTo>
                    <a:pt x="78201" y="140867"/>
                  </a:lnTo>
                  <a:lnTo>
                    <a:pt x="65775" y="140007"/>
                  </a:lnTo>
                  <a:lnTo>
                    <a:pt x="61704" y="139725"/>
                  </a:lnTo>
                  <a:lnTo>
                    <a:pt x="48697" y="151134"/>
                  </a:lnTo>
                  <a:lnTo>
                    <a:pt x="32194" y="162806"/>
                  </a:lnTo>
                  <a:lnTo>
                    <a:pt x="24387" y="169931"/>
                  </a:lnTo>
                  <a:lnTo>
                    <a:pt x="4275" y="177745"/>
                  </a:lnTo>
                  <a:lnTo>
                    <a:pt x="1228" y="174529"/>
                  </a:lnTo>
                  <a:lnTo>
                    <a:pt x="0" y="173231"/>
                  </a:lnTo>
                  <a:lnTo>
                    <a:pt x="1103" y="162342"/>
                  </a:lnTo>
                  <a:lnTo>
                    <a:pt x="28100" y="134680"/>
                  </a:lnTo>
                  <a:lnTo>
                    <a:pt x="34536" y="128861"/>
                  </a:lnTo>
                  <a:lnTo>
                    <a:pt x="46183" y="118678"/>
                  </a:lnTo>
                  <a:lnTo>
                    <a:pt x="65430" y="102033"/>
                  </a:lnTo>
                  <a:lnTo>
                    <a:pt x="74632" y="107613"/>
                  </a:lnTo>
                  <a:lnTo>
                    <a:pt x="85899" y="114445"/>
                  </a:lnTo>
                  <a:lnTo>
                    <a:pt x="92966" y="116825"/>
                  </a:lnTo>
                  <a:lnTo>
                    <a:pt x="95374" y="117167"/>
                  </a:lnTo>
                  <a:lnTo>
                    <a:pt x="102536" y="118184"/>
                  </a:lnTo>
                  <a:lnTo>
                    <a:pt x="105763" y="118642"/>
                  </a:lnTo>
                  <a:lnTo>
                    <a:pt x="113487" y="121436"/>
                  </a:lnTo>
                  <a:lnTo>
                    <a:pt x="125002" y="123364"/>
                  </a:lnTo>
                  <a:lnTo>
                    <a:pt x="130536" y="123911"/>
                  </a:lnTo>
                  <a:lnTo>
                    <a:pt x="135430" y="123101"/>
                  </a:lnTo>
                  <a:lnTo>
                    <a:pt x="135756" y="121985"/>
                  </a:lnTo>
                  <a:lnTo>
                    <a:pt x="136138" y="120676"/>
                  </a:lnTo>
                  <a:lnTo>
                    <a:pt x="133856" y="118148"/>
                  </a:lnTo>
                  <a:lnTo>
                    <a:pt x="119111" y="111036"/>
                  </a:lnTo>
                  <a:lnTo>
                    <a:pt x="100889" y="102757"/>
                  </a:lnTo>
                  <a:lnTo>
                    <a:pt x="88698" y="97219"/>
                  </a:lnTo>
                  <a:lnTo>
                    <a:pt x="79007" y="92816"/>
                  </a:lnTo>
                  <a:lnTo>
                    <a:pt x="75772" y="90297"/>
                  </a:lnTo>
                  <a:lnTo>
                    <a:pt x="74473" y="86083"/>
                  </a:lnTo>
                  <a:lnTo>
                    <a:pt x="73237" y="82073"/>
                  </a:lnTo>
                  <a:lnTo>
                    <a:pt x="68058" y="65272"/>
                  </a:lnTo>
                  <a:lnTo>
                    <a:pt x="65490" y="53722"/>
                  </a:lnTo>
                  <a:lnTo>
                    <a:pt x="64148" y="44538"/>
                  </a:lnTo>
                  <a:lnTo>
                    <a:pt x="63064" y="37683"/>
                  </a:lnTo>
                  <a:lnTo>
                    <a:pt x="58858" y="23345"/>
                  </a:lnTo>
                  <a:lnTo>
                    <a:pt x="57690" y="17633"/>
                  </a:lnTo>
                  <a:lnTo>
                    <a:pt x="56414" y="11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095228" y="3903866"/>
              <a:ext cx="96200" cy="80036"/>
            </a:xfrm>
            <a:custGeom>
              <a:avLst/>
              <a:pathLst>
                <a:path w="96200" h="80036">
                  <a:moveTo>
                    <a:pt x="63754" y="3862"/>
                  </a:moveTo>
                  <a:lnTo>
                    <a:pt x="68910" y="5693"/>
                  </a:lnTo>
                  <a:lnTo>
                    <a:pt x="71653" y="6667"/>
                  </a:lnTo>
                  <a:lnTo>
                    <a:pt x="73185" y="7468"/>
                  </a:lnTo>
                  <a:lnTo>
                    <a:pt x="78781" y="10926"/>
                  </a:lnTo>
                  <a:lnTo>
                    <a:pt x="79051" y="11338"/>
                  </a:lnTo>
                  <a:lnTo>
                    <a:pt x="83676" y="16045"/>
                  </a:lnTo>
                  <a:lnTo>
                    <a:pt x="87503" y="20808"/>
                  </a:lnTo>
                  <a:lnTo>
                    <a:pt x="90076" y="25106"/>
                  </a:lnTo>
                  <a:lnTo>
                    <a:pt x="92043" y="29566"/>
                  </a:lnTo>
                  <a:lnTo>
                    <a:pt x="95177" y="38524"/>
                  </a:lnTo>
                  <a:lnTo>
                    <a:pt x="95533" y="40515"/>
                  </a:lnTo>
                  <a:lnTo>
                    <a:pt x="96200" y="43702"/>
                  </a:lnTo>
                  <a:lnTo>
                    <a:pt x="90571" y="44303"/>
                  </a:lnTo>
                  <a:lnTo>
                    <a:pt x="90386" y="44342"/>
                  </a:lnTo>
                  <a:lnTo>
                    <a:pt x="83423" y="45809"/>
                  </a:lnTo>
                  <a:lnTo>
                    <a:pt x="76606" y="48504"/>
                  </a:lnTo>
                  <a:lnTo>
                    <a:pt x="75335" y="48537"/>
                  </a:lnTo>
                  <a:lnTo>
                    <a:pt x="70542" y="50349"/>
                  </a:lnTo>
                  <a:lnTo>
                    <a:pt x="64216" y="53542"/>
                  </a:lnTo>
                  <a:lnTo>
                    <a:pt x="63109" y="54168"/>
                  </a:lnTo>
                  <a:lnTo>
                    <a:pt x="58278" y="58693"/>
                  </a:lnTo>
                  <a:lnTo>
                    <a:pt x="57766" y="59152"/>
                  </a:lnTo>
                  <a:lnTo>
                    <a:pt x="57175" y="59316"/>
                  </a:lnTo>
                  <a:lnTo>
                    <a:pt x="51211" y="63666"/>
                  </a:lnTo>
                  <a:lnTo>
                    <a:pt x="44199" y="69877"/>
                  </a:lnTo>
                  <a:lnTo>
                    <a:pt x="43612" y="70039"/>
                  </a:lnTo>
                  <a:lnTo>
                    <a:pt x="39240" y="74243"/>
                  </a:lnTo>
                  <a:lnTo>
                    <a:pt x="38735" y="74698"/>
                  </a:lnTo>
                  <a:lnTo>
                    <a:pt x="38043" y="75046"/>
                  </a:lnTo>
                  <a:lnTo>
                    <a:pt x="37351" y="75394"/>
                  </a:lnTo>
                  <a:lnTo>
                    <a:pt x="32837" y="78996"/>
                  </a:lnTo>
                  <a:lnTo>
                    <a:pt x="30767" y="80036"/>
                  </a:lnTo>
                  <a:lnTo>
                    <a:pt x="25333" y="74276"/>
                  </a:lnTo>
                  <a:lnTo>
                    <a:pt x="20876" y="69539"/>
                  </a:lnTo>
                  <a:lnTo>
                    <a:pt x="15373" y="65595"/>
                  </a:lnTo>
                  <a:lnTo>
                    <a:pt x="8704" y="63779"/>
                  </a:lnTo>
                  <a:lnTo>
                    <a:pt x="2495" y="60431"/>
                  </a:lnTo>
                  <a:lnTo>
                    <a:pt x="1066" y="59842"/>
                  </a:lnTo>
                  <a:lnTo>
                    <a:pt x="0" y="59403"/>
                  </a:lnTo>
                  <a:lnTo>
                    <a:pt x="2223" y="53647"/>
                  </a:lnTo>
                  <a:lnTo>
                    <a:pt x="12862" y="38160"/>
                  </a:lnTo>
                  <a:lnTo>
                    <a:pt x="19633" y="28302"/>
                  </a:lnTo>
                  <a:lnTo>
                    <a:pt x="26096" y="18894"/>
                  </a:lnTo>
                  <a:lnTo>
                    <a:pt x="28759" y="15018"/>
                  </a:lnTo>
                  <a:lnTo>
                    <a:pt x="31686" y="10757"/>
                  </a:lnTo>
                  <a:lnTo>
                    <a:pt x="40772" y="2120"/>
                  </a:lnTo>
                  <a:lnTo>
                    <a:pt x="42917" y="965"/>
                  </a:lnTo>
                  <a:lnTo>
                    <a:pt x="47969" y="0"/>
                  </a:lnTo>
                  <a:lnTo>
                    <a:pt x="56207" y="1880"/>
                  </a:lnTo>
                  <a:lnTo>
                    <a:pt x="58425" y="2449"/>
                  </a:lnTo>
                  <a:lnTo>
                    <a:pt x="61921" y="3345"/>
                  </a:lnTo>
                  <a:lnTo>
                    <a:pt x="62301" y="35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525195" y="3254592"/>
              <a:ext cx="49394" cy="36914"/>
            </a:xfrm>
            <a:custGeom>
              <a:avLst/>
              <a:pathLst>
                <a:path w="49394" h="36914">
                  <a:moveTo>
                    <a:pt x="12849" y="4884"/>
                  </a:moveTo>
                  <a:lnTo>
                    <a:pt x="49394" y="29694"/>
                  </a:lnTo>
                  <a:lnTo>
                    <a:pt x="43673" y="36914"/>
                  </a:lnTo>
                  <a:lnTo>
                    <a:pt x="35298" y="35270"/>
                  </a:lnTo>
                  <a:lnTo>
                    <a:pt x="26921" y="34863"/>
                  </a:lnTo>
                  <a:lnTo>
                    <a:pt x="24546" y="34747"/>
                  </a:lnTo>
                  <a:lnTo>
                    <a:pt x="13799" y="34670"/>
                  </a:lnTo>
                  <a:lnTo>
                    <a:pt x="3286" y="35314"/>
                  </a:lnTo>
                  <a:lnTo>
                    <a:pt x="2061" y="26301"/>
                  </a:lnTo>
                  <a:lnTo>
                    <a:pt x="0" y="11148"/>
                  </a:lnTo>
                  <a:lnTo>
                    <a:pt x="56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08041" y="3491232"/>
              <a:ext cx="116329" cy="160682"/>
            </a:xfrm>
            <a:custGeom>
              <a:avLst/>
              <a:pathLst>
                <a:path w="116329" h="160682">
                  <a:moveTo>
                    <a:pt x="12365" y="96015"/>
                  </a:moveTo>
                  <a:lnTo>
                    <a:pt x="40178" y="0"/>
                  </a:lnTo>
                  <a:lnTo>
                    <a:pt x="84975" y="12239"/>
                  </a:lnTo>
                  <a:lnTo>
                    <a:pt x="116329" y="20806"/>
                  </a:lnTo>
                  <a:lnTo>
                    <a:pt x="101045" y="79661"/>
                  </a:lnTo>
                  <a:lnTo>
                    <a:pt x="97820" y="92077"/>
                  </a:lnTo>
                  <a:lnTo>
                    <a:pt x="80004" y="160682"/>
                  </a:lnTo>
                  <a:lnTo>
                    <a:pt x="42474" y="150373"/>
                  </a:lnTo>
                  <a:lnTo>
                    <a:pt x="0" y="138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035613" y="4371870"/>
              <a:ext cx="67351" cy="73998"/>
            </a:xfrm>
            <a:custGeom>
              <a:avLst/>
              <a:pathLst>
                <a:path w="67351" h="73998">
                  <a:moveTo>
                    <a:pt x="6677" y="45963"/>
                  </a:moveTo>
                  <a:lnTo>
                    <a:pt x="16306" y="32526"/>
                  </a:lnTo>
                  <a:lnTo>
                    <a:pt x="27858" y="16406"/>
                  </a:lnTo>
                  <a:lnTo>
                    <a:pt x="33835" y="0"/>
                  </a:lnTo>
                  <a:lnTo>
                    <a:pt x="44449" y="14493"/>
                  </a:lnTo>
                  <a:lnTo>
                    <a:pt x="53896" y="27394"/>
                  </a:lnTo>
                  <a:lnTo>
                    <a:pt x="59898" y="37825"/>
                  </a:lnTo>
                  <a:lnTo>
                    <a:pt x="67351" y="50778"/>
                  </a:lnTo>
                  <a:lnTo>
                    <a:pt x="60511" y="57888"/>
                  </a:lnTo>
                  <a:lnTo>
                    <a:pt x="58827" y="58707"/>
                  </a:lnTo>
                  <a:lnTo>
                    <a:pt x="43240" y="66282"/>
                  </a:lnTo>
                  <a:lnTo>
                    <a:pt x="27363" y="73998"/>
                  </a:lnTo>
                  <a:lnTo>
                    <a:pt x="21770" y="70173"/>
                  </a:lnTo>
                  <a:lnTo>
                    <a:pt x="11921" y="63435"/>
                  </a:lnTo>
                  <a:lnTo>
                    <a:pt x="706" y="55765"/>
                  </a:lnTo>
                  <a:lnTo>
                    <a:pt x="0" y="55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180170" y="4364260"/>
              <a:ext cx="40087" cy="47039"/>
            </a:xfrm>
            <a:custGeom>
              <a:avLst/>
              <a:pathLst>
                <a:path w="40087" h="47039">
                  <a:moveTo>
                    <a:pt x="13510" y="10803"/>
                  </a:moveTo>
                  <a:lnTo>
                    <a:pt x="17750" y="0"/>
                  </a:lnTo>
                  <a:lnTo>
                    <a:pt x="32122" y="8903"/>
                  </a:lnTo>
                  <a:lnTo>
                    <a:pt x="40087" y="13837"/>
                  </a:lnTo>
                  <a:lnTo>
                    <a:pt x="35963" y="21603"/>
                  </a:lnTo>
                  <a:lnTo>
                    <a:pt x="30016" y="27099"/>
                  </a:lnTo>
                  <a:lnTo>
                    <a:pt x="28071" y="28897"/>
                  </a:lnTo>
                  <a:lnTo>
                    <a:pt x="26405" y="30436"/>
                  </a:lnTo>
                  <a:lnTo>
                    <a:pt x="19486" y="35099"/>
                  </a:lnTo>
                  <a:lnTo>
                    <a:pt x="18209" y="37142"/>
                  </a:lnTo>
                  <a:lnTo>
                    <a:pt x="16697" y="39559"/>
                  </a:lnTo>
                  <a:lnTo>
                    <a:pt x="9553" y="43029"/>
                  </a:lnTo>
                  <a:lnTo>
                    <a:pt x="7512" y="44327"/>
                  </a:lnTo>
                  <a:lnTo>
                    <a:pt x="5440" y="45645"/>
                  </a:lnTo>
                  <a:lnTo>
                    <a:pt x="3333" y="47039"/>
                  </a:lnTo>
                  <a:lnTo>
                    <a:pt x="1568" y="46078"/>
                  </a:lnTo>
                  <a:lnTo>
                    <a:pt x="0" y="45225"/>
                  </a:lnTo>
                  <a:lnTo>
                    <a:pt x="3837" y="35447"/>
                  </a:lnTo>
                  <a:lnTo>
                    <a:pt x="10072" y="195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142243" y="4356058"/>
              <a:ext cx="50524" cy="66028"/>
            </a:xfrm>
            <a:custGeom>
              <a:avLst/>
              <a:pathLst>
                <a:path w="50524" h="66028">
                  <a:moveTo>
                    <a:pt x="7993" y="39061"/>
                  </a:moveTo>
                  <a:lnTo>
                    <a:pt x="14374" y="20679"/>
                  </a:lnTo>
                  <a:lnTo>
                    <a:pt x="15699" y="16778"/>
                  </a:lnTo>
                  <a:lnTo>
                    <a:pt x="21398" y="0"/>
                  </a:lnTo>
                  <a:lnTo>
                    <a:pt x="33667" y="2502"/>
                  </a:lnTo>
                  <a:lnTo>
                    <a:pt x="50524" y="5941"/>
                  </a:lnTo>
                  <a:lnTo>
                    <a:pt x="44226" y="23387"/>
                  </a:lnTo>
                  <a:lnTo>
                    <a:pt x="39650" y="36062"/>
                  </a:lnTo>
                  <a:lnTo>
                    <a:pt x="32373" y="56217"/>
                  </a:lnTo>
                  <a:lnTo>
                    <a:pt x="26261" y="61919"/>
                  </a:lnTo>
                  <a:lnTo>
                    <a:pt x="20810" y="65159"/>
                  </a:lnTo>
                  <a:lnTo>
                    <a:pt x="14257" y="65997"/>
                  </a:lnTo>
                  <a:lnTo>
                    <a:pt x="13376" y="66028"/>
                  </a:lnTo>
                  <a:lnTo>
                    <a:pt x="5752" y="64006"/>
                  </a:lnTo>
                  <a:lnTo>
                    <a:pt x="2755" y="63211"/>
                  </a:lnTo>
                  <a:lnTo>
                    <a:pt x="0" y="62087"/>
                  </a:lnTo>
                  <a:lnTo>
                    <a:pt x="3644" y="51587"/>
                  </a:lnTo>
                  <a:lnTo>
                    <a:pt x="4647" y="486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197796" y="4333992"/>
              <a:ext cx="41109" cy="41139"/>
            </a:xfrm>
            <a:custGeom>
              <a:avLst/>
              <a:pathLst>
                <a:path w="41109" h="41139">
                  <a:moveTo>
                    <a:pt x="4112" y="19738"/>
                  </a:moveTo>
                  <a:lnTo>
                    <a:pt x="11883" y="8522"/>
                  </a:lnTo>
                  <a:lnTo>
                    <a:pt x="17602" y="3732"/>
                  </a:lnTo>
                  <a:lnTo>
                    <a:pt x="20379" y="2458"/>
                  </a:lnTo>
                  <a:lnTo>
                    <a:pt x="22728" y="1382"/>
                  </a:lnTo>
                  <a:lnTo>
                    <a:pt x="25608" y="791"/>
                  </a:lnTo>
                  <a:lnTo>
                    <a:pt x="29470" y="0"/>
                  </a:lnTo>
                  <a:lnTo>
                    <a:pt x="34111" y="644"/>
                  </a:lnTo>
                  <a:lnTo>
                    <a:pt x="36530" y="2007"/>
                  </a:lnTo>
                  <a:lnTo>
                    <a:pt x="38014" y="2843"/>
                  </a:lnTo>
                  <a:lnTo>
                    <a:pt x="40834" y="5713"/>
                  </a:lnTo>
                  <a:lnTo>
                    <a:pt x="40925" y="7753"/>
                  </a:lnTo>
                  <a:lnTo>
                    <a:pt x="41109" y="11900"/>
                  </a:lnTo>
                  <a:lnTo>
                    <a:pt x="38743" y="12870"/>
                  </a:lnTo>
                  <a:lnTo>
                    <a:pt x="36595" y="11759"/>
                  </a:lnTo>
                  <a:lnTo>
                    <a:pt x="33892" y="11188"/>
                  </a:lnTo>
                  <a:lnTo>
                    <a:pt x="30679" y="10741"/>
                  </a:lnTo>
                  <a:lnTo>
                    <a:pt x="29509" y="12618"/>
                  </a:lnTo>
                  <a:lnTo>
                    <a:pt x="28504" y="14232"/>
                  </a:lnTo>
                  <a:lnTo>
                    <a:pt x="29225" y="16637"/>
                  </a:lnTo>
                  <a:lnTo>
                    <a:pt x="29632" y="17996"/>
                  </a:lnTo>
                  <a:lnTo>
                    <a:pt x="30905" y="23578"/>
                  </a:lnTo>
                  <a:lnTo>
                    <a:pt x="31375" y="27986"/>
                  </a:lnTo>
                  <a:lnTo>
                    <a:pt x="29748" y="31338"/>
                  </a:lnTo>
                  <a:lnTo>
                    <a:pt x="28486" y="33937"/>
                  </a:lnTo>
                  <a:lnTo>
                    <a:pt x="24988" y="41139"/>
                  </a:lnTo>
                  <a:lnTo>
                    <a:pt x="14618" y="34721"/>
                  </a:lnTo>
                  <a:lnTo>
                    <a:pt x="10819" y="32370"/>
                  </a:lnTo>
                  <a:lnTo>
                    <a:pt x="0" y="2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921532" y="4325377"/>
              <a:ext cx="83964" cy="98141"/>
            </a:xfrm>
            <a:custGeom>
              <a:avLst/>
              <a:pathLst>
                <a:path w="83964" h="98141">
                  <a:moveTo>
                    <a:pt x="32321" y="2301"/>
                  </a:moveTo>
                  <a:lnTo>
                    <a:pt x="36892" y="3052"/>
                  </a:lnTo>
                  <a:lnTo>
                    <a:pt x="47191" y="4743"/>
                  </a:lnTo>
                  <a:lnTo>
                    <a:pt x="50388" y="5268"/>
                  </a:lnTo>
                  <a:lnTo>
                    <a:pt x="60780" y="6975"/>
                  </a:lnTo>
                  <a:lnTo>
                    <a:pt x="71611" y="8754"/>
                  </a:lnTo>
                  <a:lnTo>
                    <a:pt x="77100" y="14180"/>
                  </a:lnTo>
                  <a:lnTo>
                    <a:pt x="83964" y="20965"/>
                  </a:lnTo>
                  <a:lnTo>
                    <a:pt x="83877" y="25874"/>
                  </a:lnTo>
                  <a:lnTo>
                    <a:pt x="83687" y="36605"/>
                  </a:lnTo>
                  <a:lnTo>
                    <a:pt x="83666" y="37750"/>
                  </a:lnTo>
                  <a:lnTo>
                    <a:pt x="77513" y="49129"/>
                  </a:lnTo>
                  <a:lnTo>
                    <a:pt x="73377" y="56776"/>
                  </a:lnTo>
                  <a:lnTo>
                    <a:pt x="57333" y="73629"/>
                  </a:lnTo>
                  <a:lnTo>
                    <a:pt x="50080" y="81247"/>
                  </a:lnTo>
                  <a:lnTo>
                    <a:pt x="31147" y="98141"/>
                  </a:lnTo>
                  <a:lnTo>
                    <a:pt x="27372" y="93243"/>
                  </a:lnTo>
                  <a:lnTo>
                    <a:pt x="19188" y="82625"/>
                  </a:lnTo>
                  <a:lnTo>
                    <a:pt x="12683" y="74184"/>
                  </a:lnTo>
                  <a:lnTo>
                    <a:pt x="10768" y="71398"/>
                  </a:lnTo>
                  <a:lnTo>
                    <a:pt x="0" y="55737"/>
                  </a:lnTo>
                  <a:lnTo>
                    <a:pt x="5729" y="47426"/>
                  </a:lnTo>
                  <a:lnTo>
                    <a:pt x="11390" y="39955"/>
                  </a:lnTo>
                  <a:lnTo>
                    <a:pt x="15771" y="33611"/>
                  </a:lnTo>
                  <a:lnTo>
                    <a:pt x="18555" y="26845"/>
                  </a:lnTo>
                  <a:lnTo>
                    <a:pt x="18495" y="20265"/>
                  </a:lnTo>
                  <a:lnTo>
                    <a:pt x="183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4128" y="4313749"/>
              <a:ext cx="72335" cy="107727"/>
            </a:xfrm>
            <a:custGeom>
              <a:avLst/>
              <a:pathLst>
                <a:path w="72335" h="107727">
                  <a:moveTo>
                    <a:pt x="0" y="54338"/>
                  </a:moveTo>
                  <a:lnTo>
                    <a:pt x="1727" y="49313"/>
                  </a:lnTo>
                  <a:lnTo>
                    <a:pt x="4062" y="42523"/>
                  </a:lnTo>
                  <a:lnTo>
                    <a:pt x="6992" y="34003"/>
                  </a:lnTo>
                  <a:lnTo>
                    <a:pt x="10357" y="24218"/>
                  </a:lnTo>
                  <a:lnTo>
                    <a:pt x="13002" y="16527"/>
                  </a:lnTo>
                  <a:lnTo>
                    <a:pt x="18685" y="0"/>
                  </a:lnTo>
                  <a:lnTo>
                    <a:pt x="35060" y="6341"/>
                  </a:lnTo>
                  <a:lnTo>
                    <a:pt x="46074" y="10606"/>
                  </a:lnTo>
                  <a:lnTo>
                    <a:pt x="72335" y="20775"/>
                  </a:lnTo>
                  <a:lnTo>
                    <a:pt x="72317" y="25906"/>
                  </a:lnTo>
                  <a:lnTo>
                    <a:pt x="72277" y="36962"/>
                  </a:lnTo>
                  <a:lnTo>
                    <a:pt x="69342" y="44352"/>
                  </a:lnTo>
                  <a:lnTo>
                    <a:pt x="67578" y="48793"/>
                  </a:lnTo>
                  <a:lnTo>
                    <a:pt x="60842" y="65947"/>
                  </a:lnTo>
                  <a:lnTo>
                    <a:pt x="56174" y="77835"/>
                  </a:lnTo>
                  <a:lnTo>
                    <a:pt x="49640" y="94475"/>
                  </a:lnTo>
                  <a:lnTo>
                    <a:pt x="47094" y="99847"/>
                  </a:lnTo>
                  <a:lnTo>
                    <a:pt x="43360" y="107727"/>
                  </a:lnTo>
                  <a:lnTo>
                    <a:pt x="42765" y="107414"/>
                  </a:lnTo>
                  <a:lnTo>
                    <a:pt x="38702" y="103852"/>
                  </a:lnTo>
                  <a:lnTo>
                    <a:pt x="35851" y="100241"/>
                  </a:lnTo>
                  <a:lnTo>
                    <a:pt x="30994" y="94088"/>
                  </a:lnTo>
                  <a:lnTo>
                    <a:pt x="27247" y="89052"/>
                  </a:lnTo>
                  <a:lnTo>
                    <a:pt x="20806" y="80395"/>
                  </a:lnTo>
                  <a:lnTo>
                    <a:pt x="9592" y="64606"/>
                  </a:lnTo>
                  <a:lnTo>
                    <a:pt x="4553" y="58648"/>
                  </a:lnTo>
                  <a:lnTo>
                    <a:pt x="2217" y="558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048280" y="4307213"/>
              <a:ext cx="50987" cy="57124"/>
            </a:xfrm>
            <a:custGeom>
              <a:avLst/>
              <a:pathLst>
                <a:path w="50987" h="57124">
                  <a:moveTo>
                    <a:pt x="6589" y="29534"/>
                  </a:moveTo>
                  <a:lnTo>
                    <a:pt x="8024" y="26366"/>
                  </a:lnTo>
                  <a:lnTo>
                    <a:pt x="9651" y="22772"/>
                  </a:lnTo>
                  <a:lnTo>
                    <a:pt x="15489" y="17180"/>
                  </a:lnTo>
                  <a:lnTo>
                    <a:pt x="17956" y="14817"/>
                  </a:lnTo>
                  <a:lnTo>
                    <a:pt x="23216" y="9065"/>
                  </a:lnTo>
                  <a:lnTo>
                    <a:pt x="26093" y="5919"/>
                  </a:lnTo>
                  <a:lnTo>
                    <a:pt x="28499" y="2473"/>
                  </a:lnTo>
                  <a:lnTo>
                    <a:pt x="30225" y="0"/>
                  </a:lnTo>
                  <a:lnTo>
                    <a:pt x="36541" y="1353"/>
                  </a:lnTo>
                  <a:lnTo>
                    <a:pt x="40996" y="2307"/>
                  </a:lnTo>
                  <a:lnTo>
                    <a:pt x="42871" y="2980"/>
                  </a:lnTo>
                  <a:lnTo>
                    <a:pt x="45835" y="4043"/>
                  </a:lnTo>
                  <a:lnTo>
                    <a:pt x="50987" y="5723"/>
                  </a:lnTo>
                  <a:lnTo>
                    <a:pt x="48100" y="14082"/>
                  </a:lnTo>
                  <a:lnTo>
                    <a:pt x="47098" y="16984"/>
                  </a:lnTo>
                  <a:lnTo>
                    <a:pt x="45641" y="21201"/>
                  </a:lnTo>
                  <a:lnTo>
                    <a:pt x="42014" y="31702"/>
                  </a:lnTo>
                  <a:lnTo>
                    <a:pt x="35103" y="51713"/>
                  </a:lnTo>
                  <a:lnTo>
                    <a:pt x="33235" y="57124"/>
                  </a:lnTo>
                  <a:lnTo>
                    <a:pt x="31523" y="56467"/>
                  </a:lnTo>
                  <a:lnTo>
                    <a:pt x="23552" y="53406"/>
                  </a:lnTo>
                  <a:lnTo>
                    <a:pt x="7874" y="47387"/>
                  </a:lnTo>
                  <a:lnTo>
                    <a:pt x="503" y="44300"/>
                  </a:lnTo>
                  <a:lnTo>
                    <a:pt x="0" y="44089"/>
                  </a:lnTo>
                  <a:lnTo>
                    <a:pt x="3119" y="37199"/>
                  </a:lnTo>
                  <a:lnTo>
                    <a:pt x="4543" y="34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168337" y="4301891"/>
              <a:ext cx="134138" cy="49433"/>
            </a:xfrm>
            <a:custGeom>
              <a:avLst/>
              <a:pathLst>
                <a:path w="134138" h="49433">
                  <a:moveTo>
                    <a:pt x="1616" y="43458"/>
                  </a:moveTo>
                  <a:lnTo>
                    <a:pt x="0" y="39849"/>
                  </a:lnTo>
                  <a:lnTo>
                    <a:pt x="1417" y="34781"/>
                  </a:lnTo>
                  <a:lnTo>
                    <a:pt x="2423" y="31798"/>
                  </a:lnTo>
                  <a:lnTo>
                    <a:pt x="3854" y="27553"/>
                  </a:lnTo>
                  <a:lnTo>
                    <a:pt x="6323" y="20529"/>
                  </a:lnTo>
                  <a:lnTo>
                    <a:pt x="9027" y="12833"/>
                  </a:lnTo>
                  <a:lnTo>
                    <a:pt x="20323" y="10211"/>
                  </a:lnTo>
                  <a:lnTo>
                    <a:pt x="28374" y="8343"/>
                  </a:lnTo>
                  <a:lnTo>
                    <a:pt x="42671" y="5024"/>
                  </a:lnTo>
                  <a:lnTo>
                    <a:pt x="55160" y="2126"/>
                  </a:lnTo>
                  <a:lnTo>
                    <a:pt x="62068" y="2100"/>
                  </a:lnTo>
                  <a:lnTo>
                    <a:pt x="75013" y="2051"/>
                  </a:lnTo>
                  <a:lnTo>
                    <a:pt x="81962" y="824"/>
                  </a:lnTo>
                  <a:lnTo>
                    <a:pt x="84676" y="344"/>
                  </a:lnTo>
                  <a:lnTo>
                    <a:pt x="91615" y="0"/>
                  </a:lnTo>
                  <a:lnTo>
                    <a:pt x="102939" y="1023"/>
                  </a:lnTo>
                  <a:lnTo>
                    <a:pt x="107339" y="925"/>
                  </a:lnTo>
                  <a:lnTo>
                    <a:pt x="134136" y="327"/>
                  </a:lnTo>
                  <a:lnTo>
                    <a:pt x="134136" y="5738"/>
                  </a:lnTo>
                  <a:lnTo>
                    <a:pt x="134136" y="7182"/>
                  </a:lnTo>
                  <a:lnTo>
                    <a:pt x="134137" y="12473"/>
                  </a:lnTo>
                  <a:lnTo>
                    <a:pt x="134137" y="17156"/>
                  </a:lnTo>
                  <a:lnTo>
                    <a:pt x="134138" y="22200"/>
                  </a:lnTo>
                  <a:lnTo>
                    <a:pt x="134138" y="28542"/>
                  </a:lnTo>
                  <a:lnTo>
                    <a:pt x="110893" y="30774"/>
                  </a:lnTo>
                  <a:lnTo>
                    <a:pt x="106901" y="31269"/>
                  </a:lnTo>
                  <a:lnTo>
                    <a:pt x="90092" y="33354"/>
                  </a:lnTo>
                  <a:lnTo>
                    <a:pt x="89454" y="33433"/>
                  </a:lnTo>
                  <a:lnTo>
                    <a:pt x="80919" y="32458"/>
                  </a:lnTo>
                  <a:lnTo>
                    <a:pt x="66792" y="30969"/>
                  </a:lnTo>
                  <a:lnTo>
                    <a:pt x="55168" y="29054"/>
                  </a:lnTo>
                  <a:lnTo>
                    <a:pt x="50470" y="29322"/>
                  </a:lnTo>
                  <a:lnTo>
                    <a:pt x="42740" y="29763"/>
                  </a:lnTo>
                  <a:lnTo>
                    <a:pt x="35205" y="30911"/>
                  </a:lnTo>
                  <a:lnTo>
                    <a:pt x="34911" y="30950"/>
                  </a:lnTo>
                  <a:lnTo>
                    <a:pt x="27398" y="35275"/>
                  </a:lnTo>
                  <a:lnTo>
                    <a:pt x="26854" y="35647"/>
                  </a:lnTo>
                  <a:lnTo>
                    <a:pt x="22735" y="40370"/>
                  </a:lnTo>
                  <a:lnTo>
                    <a:pt x="22484" y="40699"/>
                  </a:lnTo>
                  <a:lnTo>
                    <a:pt x="20552" y="42438"/>
                  </a:lnTo>
                  <a:lnTo>
                    <a:pt x="18303" y="44463"/>
                  </a:lnTo>
                  <a:lnTo>
                    <a:pt x="13578" y="48715"/>
                  </a:lnTo>
                  <a:lnTo>
                    <a:pt x="12647" y="48902"/>
                  </a:lnTo>
                  <a:lnTo>
                    <a:pt x="9996" y="49433"/>
                  </a:lnTo>
                  <a:lnTo>
                    <a:pt x="1813" y="43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939515" y="4187759"/>
              <a:ext cx="67551" cy="139292"/>
            </a:xfrm>
            <a:custGeom>
              <a:avLst/>
              <a:pathLst>
                <a:path w="67551" h="139292">
                  <a:moveTo>
                    <a:pt x="62498" y="120838"/>
                  </a:moveTo>
                  <a:lnTo>
                    <a:pt x="56485" y="139292"/>
                  </a:lnTo>
                  <a:lnTo>
                    <a:pt x="49327" y="137366"/>
                  </a:lnTo>
                  <a:lnTo>
                    <a:pt x="39088" y="134612"/>
                  </a:lnTo>
                  <a:lnTo>
                    <a:pt x="31976" y="131837"/>
                  </a:lnTo>
                  <a:lnTo>
                    <a:pt x="28002" y="130286"/>
                  </a:lnTo>
                  <a:lnTo>
                    <a:pt x="24115" y="129034"/>
                  </a:lnTo>
                  <a:lnTo>
                    <a:pt x="19458" y="127534"/>
                  </a:lnTo>
                  <a:lnTo>
                    <a:pt x="16312" y="127611"/>
                  </a:lnTo>
                  <a:lnTo>
                    <a:pt x="7820" y="127818"/>
                  </a:lnTo>
                  <a:lnTo>
                    <a:pt x="411" y="127999"/>
                  </a:lnTo>
                  <a:lnTo>
                    <a:pt x="1874" y="100366"/>
                  </a:lnTo>
                  <a:lnTo>
                    <a:pt x="0" y="88518"/>
                  </a:lnTo>
                  <a:lnTo>
                    <a:pt x="1030" y="78259"/>
                  </a:lnTo>
                  <a:lnTo>
                    <a:pt x="1817" y="70423"/>
                  </a:lnTo>
                  <a:lnTo>
                    <a:pt x="2365" y="64101"/>
                  </a:lnTo>
                  <a:lnTo>
                    <a:pt x="3500" y="51032"/>
                  </a:lnTo>
                  <a:lnTo>
                    <a:pt x="7417" y="22507"/>
                  </a:lnTo>
                  <a:lnTo>
                    <a:pt x="15228" y="0"/>
                  </a:lnTo>
                  <a:lnTo>
                    <a:pt x="24183" y="4649"/>
                  </a:lnTo>
                  <a:lnTo>
                    <a:pt x="30940" y="8158"/>
                  </a:lnTo>
                  <a:lnTo>
                    <a:pt x="36626" y="11111"/>
                  </a:lnTo>
                  <a:lnTo>
                    <a:pt x="42530" y="14176"/>
                  </a:lnTo>
                  <a:lnTo>
                    <a:pt x="51064" y="18608"/>
                  </a:lnTo>
                  <a:lnTo>
                    <a:pt x="59603" y="23042"/>
                  </a:lnTo>
                  <a:lnTo>
                    <a:pt x="67551" y="27169"/>
                  </a:lnTo>
                  <a:lnTo>
                    <a:pt x="62547" y="39493"/>
                  </a:lnTo>
                  <a:lnTo>
                    <a:pt x="54509" y="59288"/>
                  </a:lnTo>
                  <a:lnTo>
                    <a:pt x="51608" y="66433"/>
                  </a:lnTo>
                  <a:lnTo>
                    <a:pt x="42368" y="75931"/>
                  </a:lnTo>
                  <a:lnTo>
                    <a:pt x="41742" y="93713"/>
                  </a:lnTo>
                  <a:lnTo>
                    <a:pt x="41922" y="99832"/>
                  </a:lnTo>
                  <a:lnTo>
                    <a:pt x="67040" y="10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004054" y="4270562"/>
              <a:ext cx="86886" cy="72770"/>
            </a:xfrm>
            <a:custGeom>
              <a:avLst/>
              <a:pathLst>
                <a:path w="86886" h="72770">
                  <a:moveTo>
                    <a:pt x="45054" y="55860"/>
                  </a:moveTo>
                  <a:lnTo>
                    <a:pt x="37996" y="61926"/>
                  </a:lnTo>
                  <a:lnTo>
                    <a:pt x="25377" y="72770"/>
                  </a:lnTo>
                  <a:lnTo>
                    <a:pt x="21395" y="69210"/>
                  </a:lnTo>
                  <a:lnTo>
                    <a:pt x="16310" y="64664"/>
                  </a:lnTo>
                  <a:lnTo>
                    <a:pt x="9011" y="58140"/>
                  </a:lnTo>
                  <a:lnTo>
                    <a:pt x="5280" y="53928"/>
                  </a:lnTo>
                  <a:lnTo>
                    <a:pt x="4559" y="53114"/>
                  </a:lnTo>
                  <a:lnTo>
                    <a:pt x="5832" y="47599"/>
                  </a:lnTo>
                  <a:lnTo>
                    <a:pt x="9040" y="43352"/>
                  </a:lnTo>
                  <a:lnTo>
                    <a:pt x="11957" y="37851"/>
                  </a:lnTo>
                  <a:lnTo>
                    <a:pt x="15929" y="31881"/>
                  </a:lnTo>
                  <a:lnTo>
                    <a:pt x="16092" y="31685"/>
                  </a:lnTo>
                  <a:lnTo>
                    <a:pt x="18542" y="28743"/>
                  </a:lnTo>
                  <a:lnTo>
                    <a:pt x="20014" y="26975"/>
                  </a:lnTo>
                  <a:lnTo>
                    <a:pt x="20862" y="24349"/>
                  </a:lnTo>
                  <a:lnTo>
                    <a:pt x="19276" y="21022"/>
                  </a:lnTo>
                  <a:lnTo>
                    <a:pt x="17335" y="18930"/>
                  </a:lnTo>
                  <a:lnTo>
                    <a:pt x="3169" y="3660"/>
                  </a:lnTo>
                  <a:lnTo>
                    <a:pt x="0" y="244"/>
                  </a:lnTo>
                  <a:lnTo>
                    <a:pt x="19199" y="628"/>
                  </a:lnTo>
                  <a:lnTo>
                    <a:pt x="28672" y="818"/>
                  </a:lnTo>
                  <a:lnTo>
                    <a:pt x="40325" y="1051"/>
                  </a:lnTo>
                  <a:lnTo>
                    <a:pt x="49555" y="1236"/>
                  </a:lnTo>
                  <a:lnTo>
                    <a:pt x="52653" y="1075"/>
                  </a:lnTo>
                  <a:lnTo>
                    <a:pt x="69869" y="178"/>
                  </a:lnTo>
                  <a:lnTo>
                    <a:pt x="73305" y="0"/>
                  </a:lnTo>
                  <a:lnTo>
                    <a:pt x="82614" y="265"/>
                  </a:lnTo>
                  <a:lnTo>
                    <a:pt x="86886" y="2471"/>
                  </a:lnTo>
                  <a:lnTo>
                    <a:pt x="82963" y="6798"/>
                  </a:lnTo>
                  <a:lnTo>
                    <a:pt x="77617" y="12693"/>
                  </a:lnTo>
                  <a:lnTo>
                    <a:pt x="76676" y="13730"/>
                  </a:lnTo>
                  <a:lnTo>
                    <a:pt x="73645" y="17595"/>
                  </a:lnTo>
                  <a:lnTo>
                    <a:pt x="59542" y="35573"/>
                  </a:lnTo>
                  <a:lnTo>
                    <a:pt x="57013" y="38717"/>
                  </a:lnTo>
                  <a:lnTo>
                    <a:pt x="53094" y="43588"/>
                  </a:lnTo>
                  <a:lnTo>
                    <a:pt x="52137" y="46063"/>
                  </a:lnTo>
                  <a:lnTo>
                    <a:pt x="50266" y="50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087625" y="4250601"/>
              <a:ext cx="68735" cy="77040"/>
            </a:xfrm>
            <a:custGeom>
              <a:avLst/>
              <a:pathLst>
                <a:path w="68735" h="77040">
                  <a:moveTo>
                    <a:pt x="261" y="45894"/>
                  </a:moveTo>
                  <a:lnTo>
                    <a:pt x="9454" y="33480"/>
                  </a:lnTo>
                  <a:lnTo>
                    <a:pt x="19937" y="19325"/>
                  </a:lnTo>
                  <a:lnTo>
                    <a:pt x="31405" y="3840"/>
                  </a:lnTo>
                  <a:lnTo>
                    <a:pt x="43361" y="0"/>
                  </a:lnTo>
                  <a:lnTo>
                    <a:pt x="44883" y="1915"/>
                  </a:lnTo>
                  <a:lnTo>
                    <a:pt x="46664" y="9839"/>
                  </a:lnTo>
                  <a:lnTo>
                    <a:pt x="47755" y="17806"/>
                  </a:lnTo>
                  <a:lnTo>
                    <a:pt x="50464" y="26777"/>
                  </a:lnTo>
                  <a:lnTo>
                    <a:pt x="52505" y="36121"/>
                  </a:lnTo>
                  <a:lnTo>
                    <a:pt x="68735" y="69881"/>
                  </a:lnTo>
                  <a:lnTo>
                    <a:pt x="68664" y="73904"/>
                  </a:lnTo>
                  <a:lnTo>
                    <a:pt x="67485" y="76680"/>
                  </a:lnTo>
                  <a:lnTo>
                    <a:pt x="63413" y="77040"/>
                  </a:lnTo>
                  <a:lnTo>
                    <a:pt x="61100" y="76127"/>
                  </a:lnTo>
                  <a:lnTo>
                    <a:pt x="48831" y="71286"/>
                  </a:lnTo>
                  <a:lnTo>
                    <a:pt x="28416" y="63231"/>
                  </a:lnTo>
                  <a:lnTo>
                    <a:pt x="6009" y="54390"/>
                  </a:lnTo>
                  <a:lnTo>
                    <a:pt x="1458" y="52144"/>
                  </a:lnTo>
                  <a:lnTo>
                    <a:pt x="323" y="49516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214332" y="4249957"/>
              <a:ext cx="98648" cy="49341"/>
            </a:xfrm>
            <a:custGeom>
              <a:avLst/>
              <a:pathLst>
                <a:path w="98648" h="49341">
                  <a:moveTo>
                    <a:pt x="0" y="21022"/>
                  </a:moveTo>
                  <a:lnTo>
                    <a:pt x="20424" y="13023"/>
                  </a:lnTo>
                  <a:lnTo>
                    <a:pt x="37689" y="4881"/>
                  </a:lnTo>
                  <a:lnTo>
                    <a:pt x="42373" y="2672"/>
                  </a:lnTo>
                  <a:lnTo>
                    <a:pt x="57792" y="0"/>
                  </a:lnTo>
                  <a:lnTo>
                    <a:pt x="58278" y="2315"/>
                  </a:lnTo>
                  <a:lnTo>
                    <a:pt x="59702" y="9102"/>
                  </a:lnTo>
                  <a:lnTo>
                    <a:pt x="60690" y="13812"/>
                  </a:lnTo>
                  <a:lnTo>
                    <a:pt x="72776" y="13698"/>
                  </a:lnTo>
                  <a:lnTo>
                    <a:pt x="84953" y="13583"/>
                  </a:lnTo>
                  <a:lnTo>
                    <a:pt x="90659" y="13529"/>
                  </a:lnTo>
                  <a:lnTo>
                    <a:pt x="93292" y="23326"/>
                  </a:lnTo>
                  <a:lnTo>
                    <a:pt x="95560" y="31767"/>
                  </a:lnTo>
                  <a:lnTo>
                    <a:pt x="98648" y="43259"/>
                  </a:lnTo>
                  <a:lnTo>
                    <a:pt x="95262" y="43784"/>
                  </a:lnTo>
                  <a:lnTo>
                    <a:pt x="73987" y="47078"/>
                  </a:lnTo>
                  <a:lnTo>
                    <a:pt x="67994" y="48006"/>
                  </a:lnTo>
                  <a:lnTo>
                    <a:pt x="22771" y="48936"/>
                  </a:lnTo>
                  <a:lnTo>
                    <a:pt x="3118" y="49341"/>
                  </a:lnTo>
                  <a:lnTo>
                    <a:pt x="2266" y="41601"/>
                  </a:lnTo>
                  <a:lnTo>
                    <a:pt x="1262" y="32486"/>
                  </a:lnTo>
                  <a:lnTo>
                    <a:pt x="823" y="28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141738" y="4196325"/>
              <a:ext cx="68271" cy="102916"/>
            </a:xfrm>
            <a:custGeom>
              <a:avLst/>
              <a:pathLst>
                <a:path w="68271" h="102916">
                  <a:moveTo>
                    <a:pt x="4435" y="39353"/>
                  </a:moveTo>
                  <a:lnTo>
                    <a:pt x="5774" y="33230"/>
                  </a:lnTo>
                  <a:lnTo>
                    <a:pt x="6427" y="30240"/>
                  </a:lnTo>
                  <a:lnTo>
                    <a:pt x="12325" y="23632"/>
                  </a:lnTo>
                  <a:lnTo>
                    <a:pt x="33417" y="0"/>
                  </a:lnTo>
                  <a:lnTo>
                    <a:pt x="36780" y="2727"/>
                  </a:lnTo>
                  <a:lnTo>
                    <a:pt x="41854" y="6843"/>
                  </a:lnTo>
                  <a:lnTo>
                    <a:pt x="47319" y="11277"/>
                  </a:lnTo>
                  <a:lnTo>
                    <a:pt x="53657" y="16418"/>
                  </a:lnTo>
                  <a:lnTo>
                    <a:pt x="51349" y="19028"/>
                  </a:lnTo>
                  <a:lnTo>
                    <a:pt x="45047" y="26159"/>
                  </a:lnTo>
                  <a:lnTo>
                    <a:pt x="25307" y="48492"/>
                  </a:lnTo>
                  <a:lnTo>
                    <a:pt x="24075" y="57338"/>
                  </a:lnTo>
                  <a:lnTo>
                    <a:pt x="25861" y="64448"/>
                  </a:lnTo>
                  <a:lnTo>
                    <a:pt x="30705" y="68290"/>
                  </a:lnTo>
                  <a:lnTo>
                    <a:pt x="34776" y="71088"/>
                  </a:lnTo>
                  <a:lnTo>
                    <a:pt x="40129" y="74766"/>
                  </a:lnTo>
                  <a:lnTo>
                    <a:pt x="47469" y="77246"/>
                  </a:lnTo>
                  <a:lnTo>
                    <a:pt x="53310" y="79219"/>
                  </a:lnTo>
                  <a:lnTo>
                    <a:pt x="67984" y="80602"/>
                  </a:lnTo>
                  <a:lnTo>
                    <a:pt x="68035" y="84585"/>
                  </a:lnTo>
                  <a:lnTo>
                    <a:pt x="68088" y="88725"/>
                  </a:lnTo>
                  <a:lnTo>
                    <a:pt x="68138" y="92627"/>
                  </a:lnTo>
                  <a:lnTo>
                    <a:pt x="68271" y="102916"/>
                  </a:lnTo>
                  <a:lnTo>
                    <a:pt x="54875" y="102587"/>
                  </a:lnTo>
                  <a:lnTo>
                    <a:pt x="37447" y="102159"/>
                  </a:lnTo>
                  <a:lnTo>
                    <a:pt x="27130" y="101232"/>
                  </a:lnTo>
                  <a:lnTo>
                    <a:pt x="24279" y="100975"/>
                  </a:lnTo>
                  <a:lnTo>
                    <a:pt x="13264" y="97796"/>
                  </a:lnTo>
                  <a:lnTo>
                    <a:pt x="6324" y="88376"/>
                  </a:lnTo>
                  <a:lnTo>
                    <a:pt x="4043" y="84182"/>
                  </a:lnTo>
                  <a:lnTo>
                    <a:pt x="2461" y="81272"/>
                  </a:lnTo>
                  <a:lnTo>
                    <a:pt x="1904" y="71276"/>
                  </a:lnTo>
                  <a:lnTo>
                    <a:pt x="1580" y="67660"/>
                  </a:lnTo>
                  <a:lnTo>
                    <a:pt x="1003" y="61223"/>
                  </a:lnTo>
                  <a:lnTo>
                    <a:pt x="720" y="58075"/>
                  </a:lnTo>
                  <a:lnTo>
                    <a:pt x="306" y="54563"/>
                  </a:lnTo>
                  <a:lnTo>
                    <a:pt x="0" y="51958"/>
                  </a:lnTo>
                  <a:lnTo>
                    <a:pt x="1853" y="46991"/>
                  </a:lnTo>
                  <a:lnTo>
                    <a:pt x="4055" y="410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210424" y="4165259"/>
              <a:ext cx="98523" cy="95968"/>
            </a:xfrm>
            <a:custGeom>
              <a:avLst/>
              <a:pathLst>
                <a:path w="98523" h="95968">
                  <a:moveTo>
                    <a:pt x="4437" y="84992"/>
                  </a:moveTo>
                  <a:lnTo>
                    <a:pt x="9022" y="78682"/>
                  </a:lnTo>
                  <a:lnTo>
                    <a:pt x="13301" y="73354"/>
                  </a:lnTo>
                  <a:lnTo>
                    <a:pt x="15765" y="70286"/>
                  </a:lnTo>
                  <a:lnTo>
                    <a:pt x="15927" y="70102"/>
                  </a:lnTo>
                  <a:lnTo>
                    <a:pt x="23521" y="58284"/>
                  </a:lnTo>
                  <a:lnTo>
                    <a:pt x="26609" y="53479"/>
                  </a:lnTo>
                  <a:lnTo>
                    <a:pt x="31983" y="45737"/>
                  </a:lnTo>
                  <a:lnTo>
                    <a:pt x="40151" y="33971"/>
                  </a:lnTo>
                  <a:lnTo>
                    <a:pt x="41632" y="31838"/>
                  </a:lnTo>
                  <a:lnTo>
                    <a:pt x="69551" y="0"/>
                  </a:lnTo>
                  <a:lnTo>
                    <a:pt x="75919" y="4520"/>
                  </a:lnTo>
                  <a:lnTo>
                    <a:pt x="86683" y="12161"/>
                  </a:lnTo>
                  <a:lnTo>
                    <a:pt x="98523" y="20566"/>
                  </a:lnTo>
                  <a:lnTo>
                    <a:pt x="96759" y="24690"/>
                  </a:lnTo>
                  <a:lnTo>
                    <a:pt x="95627" y="27336"/>
                  </a:lnTo>
                  <a:lnTo>
                    <a:pt x="94513" y="29939"/>
                  </a:lnTo>
                  <a:lnTo>
                    <a:pt x="85893" y="37236"/>
                  </a:lnTo>
                  <a:lnTo>
                    <a:pt x="72597" y="48077"/>
                  </a:lnTo>
                  <a:lnTo>
                    <a:pt x="64354" y="54798"/>
                  </a:lnTo>
                  <a:lnTo>
                    <a:pt x="53414" y="64294"/>
                  </a:lnTo>
                  <a:lnTo>
                    <a:pt x="25483" y="88540"/>
                  </a:lnTo>
                  <a:lnTo>
                    <a:pt x="10481" y="95088"/>
                  </a:lnTo>
                  <a:lnTo>
                    <a:pt x="4165" y="95968"/>
                  </a:lnTo>
                  <a:lnTo>
                    <a:pt x="2780" y="94971"/>
                  </a:lnTo>
                  <a:lnTo>
                    <a:pt x="980" y="93675"/>
                  </a:lnTo>
                  <a:lnTo>
                    <a:pt x="0" y="929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1960714" y="4121060"/>
              <a:ext cx="62076" cy="53132"/>
            </a:xfrm>
            <a:custGeom>
              <a:avLst/>
              <a:pathLst>
                <a:path w="62076" h="53132">
                  <a:moveTo>
                    <a:pt x="20608" y="32134"/>
                  </a:moveTo>
                  <a:lnTo>
                    <a:pt x="577" y="19148"/>
                  </a:lnTo>
                  <a:lnTo>
                    <a:pt x="0" y="18775"/>
                  </a:lnTo>
                  <a:lnTo>
                    <a:pt x="1628" y="14602"/>
                  </a:lnTo>
                  <a:lnTo>
                    <a:pt x="4327" y="7690"/>
                  </a:lnTo>
                  <a:lnTo>
                    <a:pt x="7329" y="0"/>
                  </a:lnTo>
                  <a:lnTo>
                    <a:pt x="26583" y="11096"/>
                  </a:lnTo>
                  <a:lnTo>
                    <a:pt x="62076" y="31552"/>
                  </a:lnTo>
                  <a:lnTo>
                    <a:pt x="61024" y="34053"/>
                  </a:lnTo>
                  <a:lnTo>
                    <a:pt x="60332" y="35699"/>
                  </a:lnTo>
                  <a:lnTo>
                    <a:pt x="57121" y="43333"/>
                  </a:lnTo>
                  <a:lnTo>
                    <a:pt x="56232" y="45448"/>
                  </a:lnTo>
                  <a:lnTo>
                    <a:pt x="55074" y="48202"/>
                  </a:lnTo>
                  <a:lnTo>
                    <a:pt x="53000" y="53132"/>
                  </a:lnTo>
                  <a:lnTo>
                    <a:pt x="52696" y="52935"/>
                  </a:lnTo>
                  <a:lnTo>
                    <a:pt x="48925" y="50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036591" y="4140618"/>
              <a:ext cx="56681" cy="50676"/>
            </a:xfrm>
            <a:custGeom>
              <a:avLst/>
              <a:pathLst>
                <a:path w="56681" h="50676">
                  <a:moveTo>
                    <a:pt x="35546" y="44952"/>
                  </a:moveTo>
                  <a:lnTo>
                    <a:pt x="28082" y="39742"/>
                  </a:lnTo>
                  <a:lnTo>
                    <a:pt x="15379" y="30876"/>
                  </a:lnTo>
                  <a:lnTo>
                    <a:pt x="3673" y="22705"/>
                  </a:lnTo>
                  <a:lnTo>
                    <a:pt x="0" y="20141"/>
                  </a:lnTo>
                  <a:lnTo>
                    <a:pt x="7356" y="11502"/>
                  </a:lnTo>
                  <a:lnTo>
                    <a:pt x="17150" y="0"/>
                  </a:lnTo>
                  <a:lnTo>
                    <a:pt x="22683" y="4616"/>
                  </a:lnTo>
                  <a:lnTo>
                    <a:pt x="33231" y="13416"/>
                  </a:lnTo>
                  <a:lnTo>
                    <a:pt x="41855" y="20612"/>
                  </a:lnTo>
                  <a:lnTo>
                    <a:pt x="56681" y="32982"/>
                  </a:lnTo>
                  <a:lnTo>
                    <a:pt x="55377" y="34766"/>
                  </a:lnTo>
                  <a:lnTo>
                    <a:pt x="50242" y="41791"/>
                  </a:lnTo>
                  <a:lnTo>
                    <a:pt x="45634" y="48094"/>
                  </a:lnTo>
                  <a:lnTo>
                    <a:pt x="43747" y="50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202545" y="4148084"/>
              <a:ext cx="71007" cy="78810"/>
            </a:xfrm>
            <a:custGeom>
              <a:avLst/>
              <a:pathLst>
                <a:path w="71007" h="78810">
                  <a:moveTo>
                    <a:pt x="13901" y="73505"/>
                  </a:moveTo>
                  <a:lnTo>
                    <a:pt x="0" y="65147"/>
                  </a:lnTo>
                  <a:lnTo>
                    <a:pt x="1842" y="62582"/>
                  </a:lnTo>
                  <a:lnTo>
                    <a:pt x="3323" y="60522"/>
                  </a:lnTo>
                  <a:lnTo>
                    <a:pt x="14284" y="44323"/>
                  </a:lnTo>
                  <a:lnTo>
                    <a:pt x="16573" y="41214"/>
                  </a:lnTo>
                  <a:lnTo>
                    <a:pt x="26306" y="27993"/>
                  </a:lnTo>
                  <a:lnTo>
                    <a:pt x="39820" y="12214"/>
                  </a:lnTo>
                  <a:lnTo>
                    <a:pt x="49946" y="0"/>
                  </a:lnTo>
                  <a:lnTo>
                    <a:pt x="58801" y="6901"/>
                  </a:lnTo>
                  <a:lnTo>
                    <a:pt x="71007" y="16413"/>
                  </a:lnTo>
                  <a:lnTo>
                    <a:pt x="68217" y="20435"/>
                  </a:lnTo>
                  <a:lnTo>
                    <a:pt x="63241" y="27608"/>
                  </a:lnTo>
                  <a:lnTo>
                    <a:pt x="56058" y="36909"/>
                  </a:lnTo>
                  <a:lnTo>
                    <a:pt x="53151" y="40673"/>
                  </a:lnTo>
                  <a:lnTo>
                    <a:pt x="40438" y="55201"/>
                  </a:lnTo>
                  <a:lnTo>
                    <a:pt x="36200" y="59862"/>
                  </a:lnTo>
                  <a:lnTo>
                    <a:pt x="31657" y="64859"/>
                  </a:lnTo>
                  <a:lnTo>
                    <a:pt x="22725" y="78810"/>
                  </a:lnTo>
                  <a:lnTo>
                    <a:pt x="18076" y="760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176572" y="4129145"/>
              <a:ext cx="73284" cy="81971"/>
            </a:xfrm>
            <a:custGeom>
              <a:avLst/>
              <a:pathLst>
                <a:path w="73284" h="81971">
                  <a:moveTo>
                    <a:pt x="14035" y="47996"/>
                  </a:moveTo>
                  <a:lnTo>
                    <a:pt x="24185" y="36058"/>
                  </a:lnTo>
                  <a:lnTo>
                    <a:pt x="46283" y="10065"/>
                  </a:lnTo>
                  <a:lnTo>
                    <a:pt x="53903" y="0"/>
                  </a:lnTo>
                  <a:lnTo>
                    <a:pt x="58334" y="4046"/>
                  </a:lnTo>
                  <a:lnTo>
                    <a:pt x="65753" y="10820"/>
                  </a:lnTo>
                  <a:lnTo>
                    <a:pt x="73284" y="17698"/>
                  </a:lnTo>
                  <a:lnTo>
                    <a:pt x="70984" y="19965"/>
                  </a:lnTo>
                  <a:lnTo>
                    <a:pt x="61389" y="29424"/>
                  </a:lnTo>
                  <a:lnTo>
                    <a:pt x="57472" y="35404"/>
                  </a:lnTo>
                  <a:lnTo>
                    <a:pt x="53399" y="41623"/>
                  </a:lnTo>
                  <a:lnTo>
                    <a:pt x="44116" y="54138"/>
                  </a:lnTo>
                  <a:lnTo>
                    <a:pt x="41426" y="57217"/>
                  </a:lnTo>
                  <a:lnTo>
                    <a:pt x="35636" y="63841"/>
                  </a:lnTo>
                  <a:lnTo>
                    <a:pt x="25656" y="75633"/>
                  </a:lnTo>
                  <a:lnTo>
                    <a:pt x="21090" y="81971"/>
                  </a:lnTo>
                  <a:lnTo>
                    <a:pt x="18153" y="79538"/>
                  </a:lnTo>
                  <a:lnTo>
                    <a:pt x="12269" y="74665"/>
                  </a:lnTo>
                  <a:lnTo>
                    <a:pt x="8057" y="71178"/>
                  </a:lnTo>
                  <a:lnTo>
                    <a:pt x="5941" y="69425"/>
                  </a:lnTo>
                  <a:lnTo>
                    <a:pt x="5545" y="69097"/>
                  </a:lnTo>
                  <a:lnTo>
                    <a:pt x="3593" y="67481"/>
                  </a:lnTo>
                  <a:lnTo>
                    <a:pt x="1181" y="65483"/>
                  </a:lnTo>
                  <a:lnTo>
                    <a:pt x="0" y="64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229786" y="4070861"/>
              <a:ext cx="92294" cy="104927"/>
            </a:xfrm>
            <a:custGeom>
              <a:avLst/>
              <a:pathLst>
                <a:path w="92294" h="104927">
                  <a:moveTo>
                    <a:pt x="40716" y="21299"/>
                  </a:moveTo>
                  <a:lnTo>
                    <a:pt x="42624" y="23941"/>
                  </a:lnTo>
                  <a:lnTo>
                    <a:pt x="51247" y="35460"/>
                  </a:lnTo>
                  <a:lnTo>
                    <a:pt x="56187" y="43797"/>
                  </a:lnTo>
                  <a:lnTo>
                    <a:pt x="59838" y="49958"/>
                  </a:lnTo>
                  <a:lnTo>
                    <a:pt x="72512" y="61076"/>
                  </a:lnTo>
                  <a:lnTo>
                    <a:pt x="92294" y="77524"/>
                  </a:lnTo>
                  <a:lnTo>
                    <a:pt x="88341" y="82661"/>
                  </a:lnTo>
                  <a:lnTo>
                    <a:pt x="86700" y="84793"/>
                  </a:lnTo>
                  <a:lnTo>
                    <a:pt x="82047" y="90841"/>
                  </a:lnTo>
                  <a:lnTo>
                    <a:pt x="71208" y="104927"/>
                  </a:lnTo>
                  <a:lnTo>
                    <a:pt x="55970" y="94201"/>
                  </a:lnTo>
                  <a:lnTo>
                    <a:pt x="45475" y="89939"/>
                  </a:lnTo>
                  <a:lnTo>
                    <a:pt x="30327" y="75234"/>
                  </a:lnTo>
                  <a:lnTo>
                    <a:pt x="26859" y="72430"/>
                  </a:lnTo>
                  <a:lnTo>
                    <a:pt x="1100" y="51607"/>
                  </a:lnTo>
                  <a:lnTo>
                    <a:pt x="0" y="50717"/>
                  </a:lnTo>
                  <a:lnTo>
                    <a:pt x="9416" y="35400"/>
                  </a:lnTo>
                  <a:lnTo>
                    <a:pt x="13365" y="28975"/>
                  </a:lnTo>
                  <a:lnTo>
                    <a:pt x="6574" y="6253"/>
                  </a:lnTo>
                  <a:lnTo>
                    <a:pt x="13353" y="3366"/>
                  </a:lnTo>
                  <a:lnTo>
                    <a:pt x="18516" y="1168"/>
                  </a:lnTo>
                  <a:lnTo>
                    <a:pt x="21260" y="0"/>
                  </a:lnTo>
                  <a:lnTo>
                    <a:pt x="28291" y="3107"/>
                  </a:lnTo>
                  <a:lnTo>
                    <a:pt x="29180" y="4620"/>
                  </a:lnTo>
                  <a:lnTo>
                    <a:pt x="32750" y="10696"/>
                  </a:lnTo>
                  <a:lnTo>
                    <a:pt x="33591" y="11434"/>
                  </a:lnTo>
                  <a:lnTo>
                    <a:pt x="36798" y="15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1980984" y="4051157"/>
              <a:ext cx="68495" cy="97348"/>
            </a:xfrm>
            <a:custGeom>
              <a:avLst/>
              <a:pathLst>
                <a:path w="68495" h="97348">
                  <a:moveTo>
                    <a:pt x="8587" y="69712"/>
                  </a:moveTo>
                  <a:lnTo>
                    <a:pt x="15795" y="58777"/>
                  </a:lnTo>
                  <a:lnTo>
                    <a:pt x="18838" y="54162"/>
                  </a:lnTo>
                  <a:lnTo>
                    <a:pt x="20089" y="52265"/>
                  </a:lnTo>
                  <a:lnTo>
                    <a:pt x="20732" y="38549"/>
                  </a:lnTo>
                  <a:lnTo>
                    <a:pt x="19156" y="35269"/>
                  </a:lnTo>
                  <a:lnTo>
                    <a:pt x="12937" y="29585"/>
                  </a:lnTo>
                  <a:lnTo>
                    <a:pt x="10144" y="27034"/>
                  </a:lnTo>
                  <a:lnTo>
                    <a:pt x="0" y="17434"/>
                  </a:lnTo>
                  <a:lnTo>
                    <a:pt x="15731" y="15391"/>
                  </a:lnTo>
                  <a:lnTo>
                    <a:pt x="14568" y="12517"/>
                  </a:lnTo>
                  <a:lnTo>
                    <a:pt x="9503" y="0"/>
                  </a:lnTo>
                  <a:lnTo>
                    <a:pt x="26232" y="2700"/>
                  </a:lnTo>
                  <a:lnTo>
                    <a:pt x="42136" y="5267"/>
                  </a:lnTo>
                  <a:lnTo>
                    <a:pt x="50143" y="6560"/>
                  </a:lnTo>
                  <a:lnTo>
                    <a:pt x="55123" y="12296"/>
                  </a:lnTo>
                  <a:lnTo>
                    <a:pt x="58923" y="19991"/>
                  </a:lnTo>
                  <a:lnTo>
                    <a:pt x="63318" y="28890"/>
                  </a:lnTo>
                  <a:lnTo>
                    <a:pt x="68495" y="39372"/>
                  </a:lnTo>
                  <a:lnTo>
                    <a:pt x="67259" y="46233"/>
                  </a:lnTo>
                  <a:lnTo>
                    <a:pt x="66418" y="50897"/>
                  </a:lnTo>
                  <a:lnTo>
                    <a:pt x="63463" y="67300"/>
                  </a:lnTo>
                  <a:lnTo>
                    <a:pt x="62485" y="72727"/>
                  </a:lnTo>
                  <a:lnTo>
                    <a:pt x="59814" y="77206"/>
                  </a:lnTo>
                  <a:lnTo>
                    <a:pt x="47799" y="97348"/>
                  </a:lnTo>
                  <a:lnTo>
                    <a:pt x="32236" y="88547"/>
                  </a:lnTo>
                  <a:lnTo>
                    <a:pt x="24278" y="84047"/>
                  </a:lnTo>
                  <a:lnTo>
                    <a:pt x="21600" y="81600"/>
                  </a:lnTo>
                  <a:lnTo>
                    <a:pt x="18548" y="788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061829" y="4051195"/>
              <a:ext cx="79961" cy="90722"/>
            </a:xfrm>
            <a:custGeom>
              <a:avLst/>
              <a:pathLst>
                <a:path w="79961" h="90722">
                  <a:moveTo>
                    <a:pt x="20918" y="63170"/>
                  </a:moveTo>
                  <a:lnTo>
                    <a:pt x="20016" y="62281"/>
                  </a:lnTo>
                  <a:lnTo>
                    <a:pt x="12665" y="55040"/>
                  </a:lnTo>
                  <a:lnTo>
                    <a:pt x="8429" y="50911"/>
                  </a:lnTo>
                  <a:lnTo>
                    <a:pt x="4623" y="32419"/>
                  </a:lnTo>
                  <a:lnTo>
                    <a:pt x="2788" y="28642"/>
                  </a:lnTo>
                  <a:lnTo>
                    <a:pt x="526" y="23988"/>
                  </a:lnTo>
                  <a:lnTo>
                    <a:pt x="0" y="22905"/>
                  </a:lnTo>
                  <a:lnTo>
                    <a:pt x="8984" y="19706"/>
                  </a:lnTo>
                  <a:lnTo>
                    <a:pt x="14636" y="18337"/>
                  </a:lnTo>
                  <a:lnTo>
                    <a:pt x="18931" y="18746"/>
                  </a:lnTo>
                  <a:lnTo>
                    <a:pt x="20074" y="18855"/>
                  </a:lnTo>
                  <a:lnTo>
                    <a:pt x="20414" y="18762"/>
                  </a:lnTo>
                  <a:lnTo>
                    <a:pt x="25883" y="18723"/>
                  </a:lnTo>
                  <a:lnTo>
                    <a:pt x="30392" y="17850"/>
                  </a:lnTo>
                  <a:lnTo>
                    <a:pt x="31072" y="17663"/>
                  </a:lnTo>
                  <a:lnTo>
                    <a:pt x="36014" y="17038"/>
                  </a:lnTo>
                  <a:lnTo>
                    <a:pt x="36477" y="16728"/>
                  </a:lnTo>
                  <a:lnTo>
                    <a:pt x="41511" y="14431"/>
                  </a:lnTo>
                  <a:lnTo>
                    <a:pt x="42221" y="13688"/>
                  </a:lnTo>
                  <a:lnTo>
                    <a:pt x="42807" y="13161"/>
                  </a:lnTo>
                  <a:lnTo>
                    <a:pt x="46822" y="11144"/>
                  </a:lnTo>
                  <a:lnTo>
                    <a:pt x="47965" y="10647"/>
                  </a:lnTo>
                  <a:lnTo>
                    <a:pt x="52352" y="7980"/>
                  </a:lnTo>
                  <a:lnTo>
                    <a:pt x="53371" y="7700"/>
                  </a:lnTo>
                  <a:lnTo>
                    <a:pt x="59334" y="4782"/>
                  </a:lnTo>
                  <a:lnTo>
                    <a:pt x="59797" y="4472"/>
                  </a:lnTo>
                  <a:lnTo>
                    <a:pt x="66348" y="1026"/>
                  </a:lnTo>
                  <a:lnTo>
                    <a:pt x="70088" y="0"/>
                  </a:lnTo>
                  <a:lnTo>
                    <a:pt x="69660" y="14142"/>
                  </a:lnTo>
                  <a:lnTo>
                    <a:pt x="69373" y="23601"/>
                  </a:lnTo>
                  <a:lnTo>
                    <a:pt x="68883" y="39796"/>
                  </a:lnTo>
                  <a:lnTo>
                    <a:pt x="73293" y="41854"/>
                  </a:lnTo>
                  <a:lnTo>
                    <a:pt x="79961" y="44965"/>
                  </a:lnTo>
                  <a:lnTo>
                    <a:pt x="78722" y="52756"/>
                  </a:lnTo>
                  <a:lnTo>
                    <a:pt x="78415" y="54688"/>
                  </a:lnTo>
                  <a:lnTo>
                    <a:pt x="75298" y="60645"/>
                  </a:lnTo>
                  <a:lnTo>
                    <a:pt x="72676" y="65737"/>
                  </a:lnTo>
                  <a:lnTo>
                    <a:pt x="71413" y="67947"/>
                  </a:lnTo>
                  <a:lnTo>
                    <a:pt x="67989" y="73942"/>
                  </a:lnTo>
                  <a:lnTo>
                    <a:pt x="67280" y="74683"/>
                  </a:lnTo>
                  <a:lnTo>
                    <a:pt x="64445" y="77804"/>
                  </a:lnTo>
                  <a:lnTo>
                    <a:pt x="62656" y="79773"/>
                  </a:lnTo>
                  <a:lnTo>
                    <a:pt x="59668" y="83504"/>
                  </a:lnTo>
                  <a:lnTo>
                    <a:pt x="58713" y="84675"/>
                  </a:lnTo>
                  <a:lnTo>
                    <a:pt x="55293" y="88160"/>
                  </a:lnTo>
                  <a:lnTo>
                    <a:pt x="51257" y="90722"/>
                  </a:lnTo>
                  <a:lnTo>
                    <a:pt x="26882" y="70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038473" y="4001558"/>
              <a:ext cx="81717" cy="69477"/>
            </a:xfrm>
            <a:custGeom>
              <a:avLst/>
              <a:pathLst>
                <a:path w="81717" h="69477">
                  <a:moveTo>
                    <a:pt x="10091" y="32626"/>
                  </a:moveTo>
                  <a:lnTo>
                    <a:pt x="13620" y="27458"/>
                  </a:lnTo>
                  <a:lnTo>
                    <a:pt x="20912" y="16780"/>
                  </a:lnTo>
                  <a:lnTo>
                    <a:pt x="32371" y="0"/>
                  </a:lnTo>
                  <a:lnTo>
                    <a:pt x="45980" y="8335"/>
                  </a:lnTo>
                  <a:lnTo>
                    <a:pt x="55902" y="14569"/>
                  </a:lnTo>
                  <a:lnTo>
                    <a:pt x="59318" y="18680"/>
                  </a:lnTo>
                  <a:lnTo>
                    <a:pt x="64060" y="24387"/>
                  </a:lnTo>
                  <a:lnTo>
                    <a:pt x="72429" y="34321"/>
                  </a:lnTo>
                  <a:lnTo>
                    <a:pt x="81717" y="45634"/>
                  </a:lnTo>
                  <a:lnTo>
                    <a:pt x="79804" y="47982"/>
                  </a:lnTo>
                  <a:lnTo>
                    <a:pt x="77644" y="49726"/>
                  </a:lnTo>
                  <a:lnTo>
                    <a:pt x="75022" y="51845"/>
                  </a:lnTo>
                  <a:lnTo>
                    <a:pt x="74312" y="52587"/>
                  </a:lnTo>
                  <a:lnTo>
                    <a:pt x="70518" y="54721"/>
                  </a:lnTo>
                  <a:lnTo>
                    <a:pt x="69407" y="54661"/>
                  </a:lnTo>
                  <a:lnTo>
                    <a:pt x="65028" y="57320"/>
                  </a:lnTo>
                  <a:lnTo>
                    <a:pt x="59971" y="60164"/>
                  </a:lnTo>
                  <a:lnTo>
                    <a:pt x="59292" y="60351"/>
                  </a:lnTo>
                  <a:lnTo>
                    <a:pt x="55684" y="61158"/>
                  </a:lnTo>
                  <a:lnTo>
                    <a:pt x="55129" y="61128"/>
                  </a:lnTo>
                  <a:lnTo>
                    <a:pt x="51491" y="62490"/>
                  </a:lnTo>
                  <a:lnTo>
                    <a:pt x="50596" y="62553"/>
                  </a:lnTo>
                  <a:lnTo>
                    <a:pt x="45139" y="64597"/>
                  </a:lnTo>
                  <a:lnTo>
                    <a:pt x="44800" y="64690"/>
                  </a:lnTo>
                  <a:lnTo>
                    <a:pt x="39311" y="65284"/>
                  </a:lnTo>
                  <a:lnTo>
                    <a:pt x="33852" y="65324"/>
                  </a:lnTo>
                  <a:lnTo>
                    <a:pt x="27714" y="65550"/>
                  </a:lnTo>
                  <a:lnTo>
                    <a:pt x="20041" y="69477"/>
                  </a:lnTo>
                  <a:lnTo>
                    <a:pt x="17339" y="66630"/>
                  </a:lnTo>
                  <a:lnTo>
                    <a:pt x="13248" y="62319"/>
                  </a:lnTo>
                  <a:lnTo>
                    <a:pt x="8668" y="57492"/>
                  </a:lnTo>
                  <a:lnTo>
                    <a:pt x="4230" y="52815"/>
                  </a:lnTo>
                  <a:lnTo>
                    <a:pt x="924" y="49331"/>
                  </a:lnTo>
                  <a:lnTo>
                    <a:pt x="0" y="483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959186" y="4151666"/>
              <a:ext cx="49518" cy="55267"/>
            </a:xfrm>
            <a:custGeom>
              <a:avLst/>
              <a:pathLst>
                <a:path w="49518" h="55267">
                  <a:moveTo>
                    <a:pt x="220" y="0"/>
                  </a:moveTo>
                  <a:lnTo>
                    <a:pt x="18133" y="9772"/>
                  </a:lnTo>
                  <a:lnTo>
                    <a:pt x="49518" y="26894"/>
                  </a:lnTo>
                  <a:lnTo>
                    <a:pt x="49152" y="29425"/>
                  </a:lnTo>
                  <a:lnTo>
                    <a:pt x="49420" y="29542"/>
                  </a:lnTo>
                  <a:lnTo>
                    <a:pt x="48510" y="33853"/>
                  </a:lnTo>
                  <a:lnTo>
                    <a:pt x="48003" y="37350"/>
                  </a:lnTo>
                  <a:lnTo>
                    <a:pt x="45407" y="55267"/>
                  </a:lnTo>
                  <a:lnTo>
                    <a:pt x="44145" y="54529"/>
                  </a:lnTo>
                  <a:lnTo>
                    <a:pt x="31823" y="47326"/>
                  </a:lnTo>
                  <a:lnTo>
                    <a:pt x="10429" y="34820"/>
                  </a:lnTo>
                  <a:lnTo>
                    <a:pt x="0" y="28723"/>
                  </a:lnTo>
                  <a:lnTo>
                    <a:pt x="130" y="11708"/>
                  </a:lnTo>
                  <a:lnTo>
                    <a:pt x="158" y="8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126392" y="3807696"/>
              <a:ext cx="43861" cy="67377"/>
            </a:xfrm>
            <a:custGeom>
              <a:avLst/>
              <a:pathLst>
                <a:path w="43861" h="67377">
                  <a:moveTo>
                    <a:pt x="6698" y="65590"/>
                  </a:moveTo>
                  <a:lnTo>
                    <a:pt x="3760" y="62012"/>
                  </a:lnTo>
                  <a:lnTo>
                    <a:pt x="1799" y="59624"/>
                  </a:lnTo>
                  <a:lnTo>
                    <a:pt x="36" y="57476"/>
                  </a:lnTo>
                  <a:lnTo>
                    <a:pt x="0" y="57280"/>
                  </a:lnTo>
                  <a:lnTo>
                    <a:pt x="1953" y="41689"/>
                  </a:lnTo>
                  <a:lnTo>
                    <a:pt x="3096" y="39234"/>
                  </a:lnTo>
                  <a:lnTo>
                    <a:pt x="5793" y="33438"/>
                  </a:lnTo>
                  <a:lnTo>
                    <a:pt x="10033" y="29109"/>
                  </a:lnTo>
                  <a:lnTo>
                    <a:pt x="11312" y="28069"/>
                  </a:lnTo>
                  <a:lnTo>
                    <a:pt x="16306" y="24009"/>
                  </a:lnTo>
                  <a:lnTo>
                    <a:pt x="23205" y="18402"/>
                  </a:lnTo>
                  <a:lnTo>
                    <a:pt x="19830" y="13029"/>
                  </a:lnTo>
                  <a:lnTo>
                    <a:pt x="17877" y="9920"/>
                  </a:lnTo>
                  <a:lnTo>
                    <a:pt x="16299" y="7408"/>
                  </a:lnTo>
                  <a:lnTo>
                    <a:pt x="21292" y="0"/>
                  </a:lnTo>
                  <a:lnTo>
                    <a:pt x="25293" y="4817"/>
                  </a:lnTo>
                  <a:lnTo>
                    <a:pt x="34725" y="16172"/>
                  </a:lnTo>
                  <a:lnTo>
                    <a:pt x="43861" y="27173"/>
                  </a:lnTo>
                  <a:lnTo>
                    <a:pt x="42027" y="29239"/>
                  </a:lnTo>
                  <a:lnTo>
                    <a:pt x="39424" y="32171"/>
                  </a:lnTo>
                  <a:lnTo>
                    <a:pt x="32505" y="39964"/>
                  </a:lnTo>
                  <a:lnTo>
                    <a:pt x="25741" y="47581"/>
                  </a:lnTo>
                  <a:lnTo>
                    <a:pt x="18929" y="55253"/>
                  </a:lnTo>
                  <a:lnTo>
                    <a:pt x="8366" y="67151"/>
                  </a:lnTo>
                  <a:lnTo>
                    <a:pt x="8165" y="673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018335" y="4194148"/>
              <a:ext cx="53000" cy="37605"/>
            </a:xfrm>
            <a:custGeom>
              <a:avLst/>
              <a:pathLst>
                <a:path w="53000" h="37605">
                  <a:moveTo>
                    <a:pt x="0" y="31359"/>
                  </a:moveTo>
                  <a:lnTo>
                    <a:pt x="1690" y="26711"/>
                  </a:lnTo>
                  <a:lnTo>
                    <a:pt x="5280" y="16842"/>
                  </a:lnTo>
                  <a:lnTo>
                    <a:pt x="8527" y="7915"/>
                  </a:lnTo>
                  <a:lnTo>
                    <a:pt x="11407" y="0"/>
                  </a:lnTo>
                  <a:lnTo>
                    <a:pt x="22038" y="357"/>
                  </a:lnTo>
                  <a:lnTo>
                    <a:pt x="31553" y="676"/>
                  </a:lnTo>
                  <a:lnTo>
                    <a:pt x="41807" y="1021"/>
                  </a:lnTo>
                  <a:lnTo>
                    <a:pt x="52039" y="1364"/>
                  </a:lnTo>
                  <a:lnTo>
                    <a:pt x="52188" y="6972"/>
                  </a:lnTo>
                  <a:lnTo>
                    <a:pt x="52539" y="20224"/>
                  </a:lnTo>
                  <a:lnTo>
                    <a:pt x="53000" y="37605"/>
                  </a:lnTo>
                  <a:lnTo>
                    <a:pt x="49923" y="37481"/>
                  </a:lnTo>
                  <a:lnTo>
                    <a:pt x="45769" y="37313"/>
                  </a:lnTo>
                  <a:lnTo>
                    <a:pt x="36470" y="36939"/>
                  </a:lnTo>
                  <a:lnTo>
                    <a:pt x="26989" y="36557"/>
                  </a:lnTo>
                  <a:lnTo>
                    <a:pt x="14036" y="36036"/>
                  </a:lnTo>
                  <a:lnTo>
                    <a:pt x="4170" y="35639"/>
                  </a:lnTo>
                  <a:lnTo>
                    <a:pt x="2356" y="34495"/>
                  </a:lnTo>
                  <a:lnTo>
                    <a:pt x="1072" y="33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032338" y="4187500"/>
              <a:ext cx="110731" cy="77630"/>
            </a:xfrm>
            <a:custGeom>
              <a:avLst/>
              <a:pathLst>
                <a:path w="110731" h="77630">
                  <a:moveTo>
                    <a:pt x="87746" y="58879"/>
                  </a:moveTo>
                  <a:lnTo>
                    <a:pt x="84021" y="63992"/>
                  </a:lnTo>
                  <a:lnTo>
                    <a:pt x="81096" y="68008"/>
                  </a:lnTo>
                  <a:lnTo>
                    <a:pt x="77237" y="71051"/>
                  </a:lnTo>
                  <a:lnTo>
                    <a:pt x="68895" y="77630"/>
                  </a:lnTo>
                  <a:lnTo>
                    <a:pt x="65962" y="77592"/>
                  </a:lnTo>
                  <a:lnTo>
                    <a:pt x="57824" y="77486"/>
                  </a:lnTo>
                  <a:lnTo>
                    <a:pt x="53410" y="77429"/>
                  </a:lnTo>
                  <a:lnTo>
                    <a:pt x="45490" y="77326"/>
                  </a:lnTo>
                  <a:lnTo>
                    <a:pt x="39538" y="77249"/>
                  </a:lnTo>
                  <a:lnTo>
                    <a:pt x="33162" y="77166"/>
                  </a:lnTo>
                  <a:lnTo>
                    <a:pt x="27213" y="77089"/>
                  </a:lnTo>
                  <a:lnTo>
                    <a:pt x="19672" y="76991"/>
                  </a:lnTo>
                  <a:lnTo>
                    <a:pt x="15535" y="76937"/>
                  </a:lnTo>
                  <a:lnTo>
                    <a:pt x="0" y="76736"/>
                  </a:lnTo>
                  <a:lnTo>
                    <a:pt x="44" y="67304"/>
                  </a:lnTo>
                  <a:lnTo>
                    <a:pt x="124" y="50138"/>
                  </a:lnTo>
                  <a:lnTo>
                    <a:pt x="19091" y="50533"/>
                  </a:lnTo>
                  <a:lnTo>
                    <a:pt x="51712" y="51212"/>
                  </a:lnTo>
                  <a:lnTo>
                    <a:pt x="56738" y="52462"/>
                  </a:lnTo>
                  <a:lnTo>
                    <a:pt x="64524" y="53348"/>
                  </a:lnTo>
                  <a:lnTo>
                    <a:pt x="64490" y="45541"/>
                  </a:lnTo>
                  <a:lnTo>
                    <a:pt x="52250" y="37256"/>
                  </a:lnTo>
                  <a:lnTo>
                    <a:pt x="45201" y="19242"/>
                  </a:lnTo>
                  <a:lnTo>
                    <a:pt x="48436" y="13818"/>
                  </a:lnTo>
                  <a:lnTo>
                    <a:pt x="52536" y="6943"/>
                  </a:lnTo>
                  <a:lnTo>
                    <a:pt x="63406" y="0"/>
                  </a:lnTo>
                  <a:lnTo>
                    <a:pt x="65988" y="1637"/>
                  </a:lnTo>
                  <a:lnTo>
                    <a:pt x="69020" y="3560"/>
                  </a:lnTo>
                  <a:lnTo>
                    <a:pt x="72256" y="5612"/>
                  </a:lnTo>
                  <a:lnTo>
                    <a:pt x="75810" y="7866"/>
                  </a:lnTo>
                  <a:lnTo>
                    <a:pt x="79539" y="10231"/>
                  </a:lnTo>
                  <a:lnTo>
                    <a:pt x="81836" y="11688"/>
                  </a:lnTo>
                  <a:lnTo>
                    <a:pt x="85549" y="14043"/>
                  </a:lnTo>
                  <a:lnTo>
                    <a:pt x="89344" y="16450"/>
                  </a:lnTo>
                  <a:lnTo>
                    <a:pt x="91886" y="18344"/>
                  </a:lnTo>
                  <a:lnTo>
                    <a:pt x="96340" y="21662"/>
                  </a:lnTo>
                  <a:lnTo>
                    <a:pt x="101105" y="25211"/>
                  </a:lnTo>
                  <a:lnTo>
                    <a:pt x="110731" y="32383"/>
                  </a:lnTo>
                  <a:lnTo>
                    <a:pt x="104577" y="39817"/>
                  </a:lnTo>
                  <a:lnTo>
                    <a:pt x="100016" y="45326"/>
                  </a:lnTo>
                  <a:lnTo>
                    <a:pt x="94802" y="491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121673" y="4099792"/>
              <a:ext cx="64365" cy="66438"/>
            </a:xfrm>
            <a:custGeom>
              <a:avLst/>
              <a:pathLst>
                <a:path w="64365" h="66438">
                  <a:moveTo>
                    <a:pt x="17334" y="66240"/>
                  </a:moveTo>
                  <a:lnTo>
                    <a:pt x="13796" y="63246"/>
                  </a:lnTo>
                  <a:lnTo>
                    <a:pt x="9798" y="59862"/>
                  </a:lnTo>
                  <a:lnTo>
                    <a:pt x="5754" y="56439"/>
                  </a:lnTo>
                  <a:lnTo>
                    <a:pt x="1625" y="52945"/>
                  </a:lnTo>
                  <a:lnTo>
                    <a:pt x="0" y="51569"/>
                  </a:lnTo>
                  <a:lnTo>
                    <a:pt x="1215" y="49954"/>
                  </a:lnTo>
                  <a:lnTo>
                    <a:pt x="5776" y="43898"/>
                  </a:lnTo>
                  <a:lnTo>
                    <a:pt x="6424" y="43037"/>
                  </a:lnTo>
                  <a:lnTo>
                    <a:pt x="8651" y="40080"/>
                  </a:lnTo>
                  <a:lnTo>
                    <a:pt x="11185" y="36715"/>
                  </a:lnTo>
                  <a:lnTo>
                    <a:pt x="12583" y="34859"/>
                  </a:lnTo>
                  <a:lnTo>
                    <a:pt x="16625" y="29490"/>
                  </a:lnTo>
                  <a:lnTo>
                    <a:pt x="17724" y="28032"/>
                  </a:lnTo>
                  <a:lnTo>
                    <a:pt x="22747" y="21361"/>
                  </a:lnTo>
                  <a:lnTo>
                    <a:pt x="23407" y="20484"/>
                  </a:lnTo>
                  <a:lnTo>
                    <a:pt x="25584" y="17593"/>
                  </a:lnTo>
                  <a:lnTo>
                    <a:pt x="27814" y="14632"/>
                  </a:lnTo>
                  <a:lnTo>
                    <a:pt x="29037" y="13008"/>
                  </a:lnTo>
                  <a:lnTo>
                    <a:pt x="33570" y="6988"/>
                  </a:lnTo>
                  <a:lnTo>
                    <a:pt x="34083" y="6307"/>
                  </a:lnTo>
                  <a:lnTo>
                    <a:pt x="38704" y="171"/>
                  </a:lnTo>
                  <a:lnTo>
                    <a:pt x="38906" y="0"/>
                  </a:lnTo>
                  <a:lnTo>
                    <a:pt x="39385" y="160"/>
                  </a:lnTo>
                  <a:lnTo>
                    <a:pt x="40736" y="612"/>
                  </a:lnTo>
                  <a:lnTo>
                    <a:pt x="43439" y="1516"/>
                  </a:lnTo>
                  <a:lnTo>
                    <a:pt x="45138" y="2085"/>
                  </a:lnTo>
                  <a:lnTo>
                    <a:pt x="48878" y="3336"/>
                  </a:lnTo>
                  <a:lnTo>
                    <a:pt x="49468" y="3534"/>
                  </a:lnTo>
                  <a:lnTo>
                    <a:pt x="52284" y="4476"/>
                  </a:lnTo>
                  <a:lnTo>
                    <a:pt x="54402" y="5184"/>
                  </a:lnTo>
                  <a:lnTo>
                    <a:pt x="54810" y="5321"/>
                  </a:lnTo>
                  <a:lnTo>
                    <a:pt x="64365" y="8518"/>
                  </a:lnTo>
                  <a:lnTo>
                    <a:pt x="51899" y="23947"/>
                  </a:lnTo>
                  <a:lnTo>
                    <a:pt x="36059" y="43553"/>
                  </a:lnTo>
                  <a:lnTo>
                    <a:pt x="19890" y="63565"/>
                  </a:lnTo>
                  <a:lnTo>
                    <a:pt x="17568" y="66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131175" y="3950564"/>
              <a:ext cx="75087" cy="84479"/>
            </a:xfrm>
            <a:custGeom>
              <a:avLst/>
              <a:pathLst>
                <a:path w="75087" h="84479">
                  <a:moveTo>
                    <a:pt x="14418" y="25388"/>
                  </a:moveTo>
                  <a:lnTo>
                    <a:pt x="21511" y="19867"/>
                  </a:lnTo>
                  <a:lnTo>
                    <a:pt x="25880" y="16959"/>
                  </a:lnTo>
                  <a:lnTo>
                    <a:pt x="26509" y="16540"/>
                  </a:lnTo>
                  <a:lnTo>
                    <a:pt x="28565" y="15171"/>
                  </a:lnTo>
                  <a:lnTo>
                    <a:pt x="36241" y="9231"/>
                  </a:lnTo>
                  <a:lnTo>
                    <a:pt x="42310" y="5727"/>
                  </a:lnTo>
                  <a:lnTo>
                    <a:pt x="42743" y="5095"/>
                  </a:lnTo>
                  <a:lnTo>
                    <a:pt x="49908" y="1310"/>
                  </a:lnTo>
                  <a:lnTo>
                    <a:pt x="54838" y="0"/>
                  </a:lnTo>
                  <a:lnTo>
                    <a:pt x="61744" y="45"/>
                  </a:lnTo>
                  <a:lnTo>
                    <a:pt x="63923" y="12699"/>
                  </a:lnTo>
                  <a:lnTo>
                    <a:pt x="64584" y="16540"/>
                  </a:lnTo>
                  <a:lnTo>
                    <a:pt x="67292" y="32261"/>
                  </a:lnTo>
                  <a:lnTo>
                    <a:pt x="68049" y="36657"/>
                  </a:lnTo>
                  <a:lnTo>
                    <a:pt x="74657" y="75033"/>
                  </a:lnTo>
                  <a:lnTo>
                    <a:pt x="75087" y="77527"/>
                  </a:lnTo>
                  <a:lnTo>
                    <a:pt x="72220" y="77588"/>
                  </a:lnTo>
                  <a:lnTo>
                    <a:pt x="62962" y="77785"/>
                  </a:lnTo>
                  <a:lnTo>
                    <a:pt x="59562" y="77857"/>
                  </a:lnTo>
                  <a:lnTo>
                    <a:pt x="52160" y="78483"/>
                  </a:lnTo>
                  <a:lnTo>
                    <a:pt x="45874" y="79014"/>
                  </a:lnTo>
                  <a:lnTo>
                    <a:pt x="40365" y="80739"/>
                  </a:lnTo>
                  <a:lnTo>
                    <a:pt x="28418" y="84479"/>
                  </a:lnTo>
                  <a:lnTo>
                    <a:pt x="9807" y="53132"/>
                  </a:lnTo>
                  <a:lnTo>
                    <a:pt x="3019" y="41697"/>
                  </a:lnTo>
                  <a:lnTo>
                    <a:pt x="0" y="366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1971933" y="4349172"/>
              <a:ext cx="94681" cy="75618"/>
            </a:xfrm>
            <a:custGeom>
              <a:avLst/>
              <a:pathLst>
                <a:path w="94681" h="75618">
                  <a:moveTo>
                    <a:pt x="2926" y="61733"/>
                  </a:moveTo>
                  <a:lnTo>
                    <a:pt x="4897" y="59473"/>
                  </a:lnTo>
                  <a:lnTo>
                    <a:pt x="25015" y="36409"/>
                  </a:lnTo>
                  <a:lnTo>
                    <a:pt x="26909" y="33525"/>
                  </a:lnTo>
                  <a:lnTo>
                    <a:pt x="29255" y="29951"/>
                  </a:lnTo>
                  <a:lnTo>
                    <a:pt x="36886" y="15177"/>
                  </a:lnTo>
                  <a:lnTo>
                    <a:pt x="43133" y="10581"/>
                  </a:lnTo>
                  <a:lnTo>
                    <a:pt x="43301" y="10325"/>
                  </a:lnTo>
                  <a:lnTo>
                    <a:pt x="46071" y="0"/>
                  </a:lnTo>
                  <a:lnTo>
                    <a:pt x="53958" y="3478"/>
                  </a:lnTo>
                  <a:lnTo>
                    <a:pt x="94681" y="21440"/>
                  </a:lnTo>
                  <a:lnTo>
                    <a:pt x="92643" y="27322"/>
                  </a:lnTo>
                  <a:lnTo>
                    <a:pt x="91042" y="31942"/>
                  </a:lnTo>
                  <a:lnTo>
                    <a:pt x="87660" y="39728"/>
                  </a:lnTo>
                  <a:lnTo>
                    <a:pt x="86048" y="41788"/>
                  </a:lnTo>
                  <a:lnTo>
                    <a:pt x="61592" y="73046"/>
                  </a:lnTo>
                  <a:lnTo>
                    <a:pt x="57513" y="69685"/>
                  </a:lnTo>
                  <a:lnTo>
                    <a:pt x="48776" y="64610"/>
                  </a:lnTo>
                  <a:lnTo>
                    <a:pt x="45904" y="64228"/>
                  </a:lnTo>
                  <a:lnTo>
                    <a:pt x="39911" y="63431"/>
                  </a:lnTo>
                  <a:lnTo>
                    <a:pt x="32829" y="68139"/>
                  </a:lnTo>
                  <a:lnTo>
                    <a:pt x="24646" y="69665"/>
                  </a:lnTo>
                  <a:lnTo>
                    <a:pt x="7574" y="75618"/>
                  </a:lnTo>
                  <a:lnTo>
                    <a:pt x="0" y="72143"/>
                  </a:lnTo>
                  <a:lnTo>
                    <a:pt x="1149" y="680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172319" y="4220971"/>
              <a:ext cx="46271" cy="46924"/>
            </a:xfrm>
            <a:custGeom>
              <a:avLst/>
              <a:pathLst>
                <a:path w="46271" h="46924">
                  <a:moveTo>
                    <a:pt x="7154" y="19939"/>
                  </a:moveTo>
                  <a:lnTo>
                    <a:pt x="12708" y="13279"/>
                  </a:lnTo>
                  <a:lnTo>
                    <a:pt x="17903" y="7049"/>
                  </a:lnTo>
                  <a:lnTo>
                    <a:pt x="23781" y="0"/>
                  </a:lnTo>
                  <a:lnTo>
                    <a:pt x="27010" y="2254"/>
                  </a:lnTo>
                  <a:lnTo>
                    <a:pt x="31011" y="5048"/>
                  </a:lnTo>
                  <a:lnTo>
                    <a:pt x="40360" y="11576"/>
                  </a:lnTo>
                  <a:lnTo>
                    <a:pt x="46271" y="15703"/>
                  </a:lnTo>
                  <a:lnTo>
                    <a:pt x="32079" y="34799"/>
                  </a:lnTo>
                  <a:lnTo>
                    <a:pt x="23069" y="46924"/>
                  </a:lnTo>
                  <a:lnTo>
                    <a:pt x="12780" y="38716"/>
                  </a:lnTo>
                  <a:lnTo>
                    <a:pt x="0" y="285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268005" y="4054038"/>
              <a:ext cx="54409" cy="71253"/>
            </a:xfrm>
            <a:custGeom>
              <a:avLst/>
              <a:pathLst>
                <a:path w="54409" h="71253">
                  <a:moveTo>
                    <a:pt x="0" y="26780"/>
                  </a:moveTo>
                  <a:lnTo>
                    <a:pt x="11240" y="10255"/>
                  </a:lnTo>
                  <a:lnTo>
                    <a:pt x="18217" y="0"/>
                  </a:lnTo>
                  <a:lnTo>
                    <a:pt x="27069" y="11745"/>
                  </a:lnTo>
                  <a:lnTo>
                    <a:pt x="32500" y="19078"/>
                  </a:lnTo>
                  <a:lnTo>
                    <a:pt x="38664" y="27402"/>
                  </a:lnTo>
                  <a:lnTo>
                    <a:pt x="42851" y="34507"/>
                  </a:lnTo>
                  <a:lnTo>
                    <a:pt x="46056" y="39947"/>
                  </a:lnTo>
                  <a:lnTo>
                    <a:pt x="47823" y="42771"/>
                  </a:lnTo>
                  <a:lnTo>
                    <a:pt x="54409" y="53298"/>
                  </a:lnTo>
                  <a:lnTo>
                    <a:pt x="53118" y="61748"/>
                  </a:lnTo>
                  <a:lnTo>
                    <a:pt x="49068" y="71253"/>
                  </a:lnTo>
                  <a:lnTo>
                    <a:pt x="43268" y="68531"/>
                  </a:lnTo>
                  <a:lnTo>
                    <a:pt x="42938" y="68242"/>
                  </a:lnTo>
                  <a:lnTo>
                    <a:pt x="31772" y="59343"/>
                  </a:lnTo>
                  <a:lnTo>
                    <a:pt x="30617" y="58331"/>
                  </a:lnTo>
                  <a:lnTo>
                    <a:pt x="29626" y="57463"/>
                  </a:lnTo>
                  <a:lnTo>
                    <a:pt x="24160" y="50020"/>
                  </a:lnTo>
                  <a:lnTo>
                    <a:pt x="20682" y="45191"/>
                  </a:lnTo>
                  <a:lnTo>
                    <a:pt x="17809" y="412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007365" y="4238543"/>
              <a:ext cx="22891" cy="26328"/>
            </a:xfrm>
            <a:custGeom>
              <a:avLst/>
              <a:pathLst>
                <a:path w="22891" h="26328">
                  <a:moveTo>
                    <a:pt x="0" y="25696"/>
                  </a:moveTo>
                  <a:lnTo>
                    <a:pt x="415" y="20650"/>
                  </a:lnTo>
                  <a:lnTo>
                    <a:pt x="2323" y="15752"/>
                  </a:lnTo>
                  <a:lnTo>
                    <a:pt x="5053" y="8741"/>
                  </a:lnTo>
                  <a:lnTo>
                    <a:pt x="5707" y="7062"/>
                  </a:lnTo>
                  <a:lnTo>
                    <a:pt x="7074" y="3551"/>
                  </a:lnTo>
                  <a:lnTo>
                    <a:pt x="8075" y="982"/>
                  </a:lnTo>
                  <a:lnTo>
                    <a:pt x="8457" y="0"/>
                  </a:lnTo>
                  <a:lnTo>
                    <a:pt x="10753" y="68"/>
                  </a:lnTo>
                  <a:lnTo>
                    <a:pt x="12199" y="111"/>
                  </a:lnTo>
                  <a:lnTo>
                    <a:pt x="16714" y="245"/>
                  </a:lnTo>
                  <a:lnTo>
                    <a:pt x="22891" y="429"/>
                  </a:lnTo>
                  <a:lnTo>
                    <a:pt x="22879" y="3872"/>
                  </a:lnTo>
                  <a:lnTo>
                    <a:pt x="22857" y="9573"/>
                  </a:lnTo>
                  <a:lnTo>
                    <a:pt x="22848" y="12037"/>
                  </a:lnTo>
                  <a:lnTo>
                    <a:pt x="22796" y="25889"/>
                  </a:lnTo>
                  <a:lnTo>
                    <a:pt x="18593" y="25987"/>
                  </a:lnTo>
                  <a:lnTo>
                    <a:pt x="16816" y="26028"/>
                  </a:lnTo>
                  <a:lnTo>
                    <a:pt x="4388" y="26318"/>
                  </a:lnTo>
                  <a:lnTo>
                    <a:pt x="3947" y="263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056475" y="4117789"/>
              <a:ext cx="107578" cy="86375"/>
            </a:xfrm>
            <a:custGeom>
              <a:avLst/>
              <a:pathLst>
                <a:path w="107578" h="86375">
                  <a:moveTo>
                    <a:pt x="15209" y="32995"/>
                  </a:moveTo>
                  <a:lnTo>
                    <a:pt x="864" y="20418"/>
                  </a:lnTo>
                  <a:lnTo>
                    <a:pt x="0" y="19660"/>
                  </a:lnTo>
                  <a:lnTo>
                    <a:pt x="3067" y="15814"/>
                  </a:lnTo>
                  <a:lnTo>
                    <a:pt x="8046" y="9572"/>
                  </a:lnTo>
                  <a:lnTo>
                    <a:pt x="10512" y="6480"/>
                  </a:lnTo>
                  <a:lnTo>
                    <a:pt x="15681" y="0"/>
                  </a:lnTo>
                  <a:lnTo>
                    <a:pt x="30842" y="12779"/>
                  </a:lnTo>
                  <a:lnTo>
                    <a:pt x="61369" y="38510"/>
                  </a:lnTo>
                  <a:lnTo>
                    <a:pt x="85051" y="55749"/>
                  </a:lnTo>
                  <a:lnTo>
                    <a:pt x="107578" y="73569"/>
                  </a:lnTo>
                  <a:lnTo>
                    <a:pt x="106062" y="75615"/>
                  </a:lnTo>
                  <a:lnTo>
                    <a:pt x="104244" y="78069"/>
                  </a:lnTo>
                  <a:lnTo>
                    <a:pt x="101330" y="82000"/>
                  </a:lnTo>
                  <a:lnTo>
                    <a:pt x="98087" y="86375"/>
                  </a:lnTo>
                  <a:lnTo>
                    <a:pt x="72199" y="65055"/>
                  </a:lnTo>
                  <a:lnTo>
                    <a:pt x="67277" y="71737"/>
                  </a:lnTo>
                  <a:lnTo>
                    <a:pt x="60650" y="65946"/>
                  </a:lnTo>
                  <a:lnTo>
                    <a:pt x="46625" y="53688"/>
                  </a:lnTo>
                  <a:lnTo>
                    <a:pt x="38406" y="53228"/>
                  </a:lnTo>
                  <a:lnTo>
                    <a:pt x="37344" y="52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073209" y="3965239"/>
              <a:ext cx="102240" cy="128001"/>
            </a:xfrm>
            <a:custGeom>
              <a:avLst/>
              <a:pathLst>
                <a:path w="102240" h="128001">
                  <a:moveTo>
                    <a:pt x="51251" y="22023"/>
                  </a:moveTo>
                  <a:lnTo>
                    <a:pt x="54006" y="28387"/>
                  </a:lnTo>
                  <a:lnTo>
                    <a:pt x="59786" y="35497"/>
                  </a:lnTo>
                  <a:lnTo>
                    <a:pt x="63089" y="39559"/>
                  </a:lnTo>
                  <a:lnTo>
                    <a:pt x="66853" y="45776"/>
                  </a:lnTo>
                  <a:lnTo>
                    <a:pt x="68883" y="49127"/>
                  </a:lnTo>
                  <a:lnTo>
                    <a:pt x="80269" y="68845"/>
                  </a:lnTo>
                  <a:lnTo>
                    <a:pt x="89282" y="78890"/>
                  </a:lnTo>
                  <a:lnTo>
                    <a:pt x="102240" y="127062"/>
                  </a:lnTo>
                  <a:lnTo>
                    <a:pt x="99267" y="127162"/>
                  </a:lnTo>
                  <a:lnTo>
                    <a:pt x="95870" y="127275"/>
                  </a:lnTo>
                  <a:lnTo>
                    <a:pt x="91646" y="127417"/>
                  </a:lnTo>
                  <a:lnTo>
                    <a:pt x="86791" y="127580"/>
                  </a:lnTo>
                  <a:lnTo>
                    <a:pt x="83093" y="127704"/>
                  </a:lnTo>
                  <a:lnTo>
                    <a:pt x="79771" y="127815"/>
                  </a:lnTo>
                  <a:lnTo>
                    <a:pt x="76618" y="127921"/>
                  </a:lnTo>
                  <a:lnTo>
                    <a:pt x="74210" y="128001"/>
                  </a:lnTo>
                  <a:lnTo>
                    <a:pt x="72497" y="98138"/>
                  </a:lnTo>
                  <a:lnTo>
                    <a:pt x="72322" y="95078"/>
                  </a:lnTo>
                  <a:lnTo>
                    <a:pt x="72300" y="74283"/>
                  </a:lnTo>
                  <a:lnTo>
                    <a:pt x="55657" y="80133"/>
                  </a:lnTo>
                  <a:lnTo>
                    <a:pt x="49923" y="72887"/>
                  </a:lnTo>
                  <a:lnTo>
                    <a:pt x="41639" y="64194"/>
                  </a:lnTo>
                  <a:lnTo>
                    <a:pt x="39377" y="61765"/>
                  </a:lnTo>
                  <a:lnTo>
                    <a:pt x="35617" y="57727"/>
                  </a:lnTo>
                  <a:lnTo>
                    <a:pt x="29597" y="51263"/>
                  </a:lnTo>
                  <a:lnTo>
                    <a:pt x="19749" y="45197"/>
                  </a:lnTo>
                  <a:lnTo>
                    <a:pt x="785" y="33433"/>
                  </a:lnTo>
                  <a:lnTo>
                    <a:pt x="0" y="32946"/>
                  </a:lnTo>
                  <a:lnTo>
                    <a:pt x="6083" y="23981"/>
                  </a:lnTo>
                  <a:lnTo>
                    <a:pt x="8768" y="20025"/>
                  </a:lnTo>
                  <a:lnTo>
                    <a:pt x="9849" y="18432"/>
                  </a:lnTo>
                  <a:lnTo>
                    <a:pt x="14087" y="12186"/>
                  </a:lnTo>
                  <a:lnTo>
                    <a:pt x="15716" y="9787"/>
                  </a:lnTo>
                  <a:lnTo>
                    <a:pt x="18059" y="5528"/>
                  </a:lnTo>
                  <a:lnTo>
                    <a:pt x="21101" y="0"/>
                  </a:lnTo>
                  <a:lnTo>
                    <a:pt x="25959" y="2932"/>
                  </a:lnTo>
                  <a:lnTo>
                    <a:pt x="36395" y="7441"/>
                  </a:lnTo>
                  <a:lnTo>
                    <a:pt x="43787" y="11909"/>
                  </a:lnTo>
                  <a:lnTo>
                    <a:pt x="49242" y="17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155709" y="3776573"/>
              <a:ext cx="50126" cy="51792"/>
            </a:xfrm>
            <a:custGeom>
              <a:avLst/>
              <a:pathLst>
                <a:path w="50126" h="51792">
                  <a:moveTo>
                    <a:pt x="5768" y="22208"/>
                  </a:moveTo>
                  <a:lnTo>
                    <a:pt x="14824" y="12820"/>
                  </a:lnTo>
                  <a:lnTo>
                    <a:pt x="22369" y="4997"/>
                  </a:lnTo>
                  <a:lnTo>
                    <a:pt x="27190" y="0"/>
                  </a:lnTo>
                  <a:lnTo>
                    <a:pt x="28481" y="1670"/>
                  </a:lnTo>
                  <a:lnTo>
                    <a:pt x="30934" y="4844"/>
                  </a:lnTo>
                  <a:lnTo>
                    <a:pt x="33675" y="8391"/>
                  </a:lnTo>
                  <a:lnTo>
                    <a:pt x="37737" y="13647"/>
                  </a:lnTo>
                  <a:lnTo>
                    <a:pt x="50126" y="29678"/>
                  </a:lnTo>
                  <a:lnTo>
                    <a:pt x="45539" y="33214"/>
                  </a:lnTo>
                  <a:lnTo>
                    <a:pt x="39112" y="38168"/>
                  </a:lnTo>
                  <a:lnTo>
                    <a:pt x="31299" y="44189"/>
                  </a:lnTo>
                  <a:lnTo>
                    <a:pt x="21436" y="51792"/>
                  </a:lnTo>
                  <a:lnTo>
                    <a:pt x="8406" y="37444"/>
                  </a:lnTo>
                  <a:lnTo>
                    <a:pt x="3567" y="32116"/>
                  </a:lnTo>
                  <a:lnTo>
                    <a:pt x="0" y="28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215379" y="3592715"/>
              <a:ext cx="113040" cy="67219"/>
            </a:xfrm>
            <a:custGeom>
              <a:avLst/>
              <a:pathLst>
                <a:path w="113040" h="67219">
                  <a:moveTo>
                    <a:pt x="92499" y="12508"/>
                  </a:moveTo>
                  <a:lnTo>
                    <a:pt x="102483" y="17731"/>
                  </a:lnTo>
                  <a:lnTo>
                    <a:pt x="113040" y="24077"/>
                  </a:lnTo>
                  <a:lnTo>
                    <a:pt x="112661" y="31676"/>
                  </a:lnTo>
                  <a:lnTo>
                    <a:pt x="112304" y="38847"/>
                  </a:lnTo>
                  <a:lnTo>
                    <a:pt x="109220" y="49881"/>
                  </a:lnTo>
                  <a:lnTo>
                    <a:pt x="100638" y="60739"/>
                  </a:lnTo>
                  <a:lnTo>
                    <a:pt x="92479" y="67219"/>
                  </a:lnTo>
                  <a:lnTo>
                    <a:pt x="84238" y="66128"/>
                  </a:lnTo>
                  <a:lnTo>
                    <a:pt x="72891" y="64613"/>
                  </a:lnTo>
                  <a:lnTo>
                    <a:pt x="59522" y="61611"/>
                  </a:lnTo>
                  <a:lnTo>
                    <a:pt x="31723" y="55367"/>
                  </a:lnTo>
                  <a:lnTo>
                    <a:pt x="19127" y="52829"/>
                  </a:lnTo>
                  <a:lnTo>
                    <a:pt x="0" y="48975"/>
                  </a:lnTo>
                  <a:lnTo>
                    <a:pt x="3992" y="34221"/>
                  </a:lnTo>
                  <a:lnTo>
                    <a:pt x="6553" y="24758"/>
                  </a:lnTo>
                  <a:lnTo>
                    <a:pt x="9611" y="13458"/>
                  </a:lnTo>
                  <a:lnTo>
                    <a:pt x="12714" y="1990"/>
                  </a:lnTo>
                  <a:lnTo>
                    <a:pt x="13253" y="0"/>
                  </a:lnTo>
                  <a:lnTo>
                    <a:pt x="28735" y="2305"/>
                  </a:lnTo>
                  <a:lnTo>
                    <a:pt x="47574" y="5111"/>
                  </a:lnTo>
                  <a:lnTo>
                    <a:pt x="55627" y="6311"/>
                  </a:lnTo>
                  <a:lnTo>
                    <a:pt x="68861" y="8857"/>
                  </a:lnTo>
                  <a:lnTo>
                    <a:pt x="87437" y="12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289124" y="3528446"/>
              <a:ext cx="56222" cy="68772"/>
            </a:xfrm>
            <a:custGeom>
              <a:avLst/>
              <a:pathLst>
                <a:path w="56222" h="68772">
                  <a:moveTo>
                    <a:pt x="9539" y="7036"/>
                  </a:moveTo>
                  <a:lnTo>
                    <a:pt x="19552" y="5045"/>
                  </a:lnTo>
                  <a:lnTo>
                    <a:pt x="27556" y="3453"/>
                  </a:lnTo>
                  <a:lnTo>
                    <a:pt x="36273" y="1720"/>
                  </a:lnTo>
                  <a:lnTo>
                    <a:pt x="44921" y="0"/>
                  </a:lnTo>
                  <a:lnTo>
                    <a:pt x="46500" y="7573"/>
                  </a:lnTo>
                  <a:lnTo>
                    <a:pt x="47356" y="11683"/>
                  </a:lnTo>
                  <a:lnTo>
                    <a:pt x="48690" y="18078"/>
                  </a:lnTo>
                  <a:lnTo>
                    <a:pt x="49470" y="21824"/>
                  </a:lnTo>
                  <a:lnTo>
                    <a:pt x="50309" y="25846"/>
                  </a:lnTo>
                  <a:lnTo>
                    <a:pt x="51353" y="30856"/>
                  </a:lnTo>
                  <a:lnTo>
                    <a:pt x="52061" y="34250"/>
                  </a:lnTo>
                  <a:lnTo>
                    <a:pt x="52923" y="38386"/>
                  </a:lnTo>
                  <a:lnTo>
                    <a:pt x="54080" y="43934"/>
                  </a:lnTo>
                  <a:lnTo>
                    <a:pt x="56222" y="54210"/>
                  </a:lnTo>
                  <a:lnTo>
                    <a:pt x="55989" y="54250"/>
                  </a:lnTo>
                  <a:lnTo>
                    <a:pt x="47977" y="55613"/>
                  </a:lnTo>
                  <a:lnTo>
                    <a:pt x="36660" y="57538"/>
                  </a:lnTo>
                  <a:lnTo>
                    <a:pt x="27430" y="59108"/>
                  </a:lnTo>
                  <a:lnTo>
                    <a:pt x="17824" y="60742"/>
                  </a:lnTo>
                  <a:lnTo>
                    <a:pt x="18905" y="68772"/>
                  </a:lnTo>
                  <a:lnTo>
                    <a:pt x="10438" y="68741"/>
                  </a:lnTo>
                  <a:lnTo>
                    <a:pt x="9846" y="60748"/>
                  </a:lnTo>
                  <a:lnTo>
                    <a:pt x="9313" y="53557"/>
                  </a:lnTo>
                  <a:lnTo>
                    <a:pt x="8739" y="45801"/>
                  </a:lnTo>
                  <a:lnTo>
                    <a:pt x="8453" y="41944"/>
                  </a:lnTo>
                  <a:lnTo>
                    <a:pt x="5619" y="40536"/>
                  </a:lnTo>
                  <a:lnTo>
                    <a:pt x="4923" y="36620"/>
                  </a:lnTo>
                  <a:lnTo>
                    <a:pt x="2744" y="24367"/>
                  </a:lnTo>
                  <a:lnTo>
                    <a:pt x="1393" y="16773"/>
                  </a:lnTo>
                  <a:lnTo>
                    <a:pt x="309" y="10675"/>
                  </a:lnTo>
                  <a:lnTo>
                    <a:pt x="0" y="89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230514" y="3534364"/>
              <a:ext cx="66510" cy="62974"/>
            </a:xfrm>
            <a:custGeom>
              <a:avLst/>
              <a:pathLst>
                <a:path w="66510" h="62974">
                  <a:moveTo>
                    <a:pt x="14643" y="0"/>
                  </a:moveTo>
                  <a:lnTo>
                    <a:pt x="28293" y="2645"/>
                  </a:lnTo>
                  <a:lnTo>
                    <a:pt x="39809" y="4877"/>
                  </a:lnTo>
                  <a:lnTo>
                    <a:pt x="47014" y="3330"/>
                  </a:lnTo>
                  <a:lnTo>
                    <a:pt x="56379" y="3890"/>
                  </a:lnTo>
                  <a:lnTo>
                    <a:pt x="58542" y="26115"/>
                  </a:lnTo>
                  <a:lnTo>
                    <a:pt x="59338" y="34302"/>
                  </a:lnTo>
                  <a:lnTo>
                    <a:pt x="62777" y="36367"/>
                  </a:lnTo>
                  <a:lnTo>
                    <a:pt x="66510" y="62974"/>
                  </a:lnTo>
                  <a:lnTo>
                    <a:pt x="63005" y="62678"/>
                  </a:lnTo>
                  <a:lnTo>
                    <a:pt x="53527" y="61877"/>
                  </a:lnTo>
                  <a:lnTo>
                    <a:pt x="35773" y="59545"/>
                  </a:lnTo>
                  <a:lnTo>
                    <a:pt x="26584" y="58306"/>
                  </a:lnTo>
                  <a:lnTo>
                    <a:pt x="19954" y="57413"/>
                  </a:lnTo>
                  <a:lnTo>
                    <a:pt x="10225" y="54771"/>
                  </a:lnTo>
                  <a:lnTo>
                    <a:pt x="5431" y="53690"/>
                  </a:lnTo>
                  <a:lnTo>
                    <a:pt x="0" y="49647"/>
                  </a:lnTo>
                  <a:lnTo>
                    <a:pt x="1210" y="44841"/>
                  </a:lnTo>
                  <a:lnTo>
                    <a:pt x="4024" y="35447"/>
                  </a:lnTo>
                  <a:lnTo>
                    <a:pt x="13381" y="4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148983" y="4109316"/>
              <a:ext cx="66721" cy="76198"/>
            </a:xfrm>
            <a:custGeom>
              <a:avLst/>
              <a:pathLst>
                <a:path w="66721" h="76198">
                  <a:moveTo>
                    <a:pt x="0" y="59006"/>
                  </a:moveTo>
                  <a:lnTo>
                    <a:pt x="11113" y="44545"/>
                  </a:lnTo>
                  <a:lnTo>
                    <a:pt x="26017" y="25154"/>
                  </a:lnTo>
                  <a:lnTo>
                    <a:pt x="45350" y="0"/>
                  </a:lnTo>
                  <a:lnTo>
                    <a:pt x="49886" y="3565"/>
                  </a:lnTo>
                  <a:lnTo>
                    <a:pt x="59288" y="10954"/>
                  </a:lnTo>
                  <a:lnTo>
                    <a:pt x="63839" y="14530"/>
                  </a:lnTo>
                  <a:lnTo>
                    <a:pt x="66721" y="16796"/>
                  </a:lnTo>
                  <a:lnTo>
                    <a:pt x="65926" y="17801"/>
                  </a:lnTo>
                  <a:lnTo>
                    <a:pt x="44816" y="44453"/>
                  </a:lnTo>
                  <a:lnTo>
                    <a:pt x="19673" y="76198"/>
                  </a:lnTo>
                  <a:lnTo>
                    <a:pt x="6065" y="64306"/>
                  </a:lnTo>
                  <a:lnTo>
                    <a:pt x="863" y="59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194912" y="3899326"/>
              <a:ext cx="43644" cy="136498"/>
            </a:xfrm>
            <a:custGeom>
              <a:avLst/>
              <a:pathLst>
                <a:path w="43644" h="136498">
                  <a:moveTo>
                    <a:pt x="5455" y="14418"/>
                  </a:moveTo>
                  <a:lnTo>
                    <a:pt x="13283" y="7386"/>
                  </a:lnTo>
                  <a:lnTo>
                    <a:pt x="18784" y="2444"/>
                  </a:lnTo>
                  <a:lnTo>
                    <a:pt x="34645" y="0"/>
                  </a:lnTo>
                  <a:lnTo>
                    <a:pt x="37634" y="20031"/>
                  </a:lnTo>
                  <a:lnTo>
                    <a:pt x="37951" y="30537"/>
                  </a:lnTo>
                  <a:lnTo>
                    <a:pt x="38458" y="38616"/>
                  </a:lnTo>
                  <a:lnTo>
                    <a:pt x="39397" y="53599"/>
                  </a:lnTo>
                  <a:lnTo>
                    <a:pt x="40209" y="58020"/>
                  </a:lnTo>
                  <a:lnTo>
                    <a:pt x="43644" y="76709"/>
                  </a:lnTo>
                  <a:lnTo>
                    <a:pt x="42953" y="104559"/>
                  </a:lnTo>
                  <a:lnTo>
                    <a:pt x="38853" y="116675"/>
                  </a:lnTo>
                  <a:lnTo>
                    <a:pt x="32358" y="135868"/>
                  </a:lnTo>
                  <a:lnTo>
                    <a:pt x="24759" y="136498"/>
                  </a:lnTo>
                  <a:lnTo>
                    <a:pt x="17489" y="93536"/>
                  </a:lnTo>
                  <a:lnTo>
                    <a:pt x="9944" y="59640"/>
                  </a:lnTo>
                  <a:lnTo>
                    <a:pt x="7445" y="48411"/>
                  </a:lnTo>
                  <a:lnTo>
                    <a:pt x="5326" y="38450"/>
                  </a:lnTo>
                  <a:lnTo>
                    <a:pt x="3480" y="29767"/>
                  </a:lnTo>
                  <a:lnTo>
                    <a:pt x="0" y="193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1976438" y="3980578"/>
              <a:ext cx="87149" cy="70793"/>
            </a:xfrm>
            <a:custGeom>
              <a:avLst/>
              <a:pathLst>
                <a:path w="87149" h="70793">
                  <a:moveTo>
                    <a:pt x="3409" y="61365"/>
                  </a:moveTo>
                  <a:lnTo>
                    <a:pt x="11256" y="46200"/>
                  </a:lnTo>
                  <a:lnTo>
                    <a:pt x="21717" y="25985"/>
                  </a:lnTo>
                  <a:lnTo>
                    <a:pt x="25764" y="18164"/>
                  </a:lnTo>
                  <a:lnTo>
                    <a:pt x="30268" y="9461"/>
                  </a:lnTo>
                  <a:lnTo>
                    <a:pt x="35164" y="0"/>
                  </a:lnTo>
                  <a:lnTo>
                    <a:pt x="45986" y="5062"/>
                  </a:lnTo>
                  <a:lnTo>
                    <a:pt x="56953" y="10193"/>
                  </a:lnTo>
                  <a:lnTo>
                    <a:pt x="63957" y="13469"/>
                  </a:lnTo>
                  <a:lnTo>
                    <a:pt x="77856" y="19971"/>
                  </a:lnTo>
                  <a:lnTo>
                    <a:pt x="87149" y="24318"/>
                  </a:lnTo>
                  <a:lnTo>
                    <a:pt x="82232" y="31728"/>
                  </a:lnTo>
                  <a:lnTo>
                    <a:pt x="73892" y="44297"/>
                  </a:lnTo>
                  <a:lnTo>
                    <a:pt x="62067" y="62118"/>
                  </a:lnTo>
                  <a:lnTo>
                    <a:pt x="56310" y="70793"/>
                  </a:lnTo>
                  <a:lnTo>
                    <a:pt x="52100" y="69679"/>
                  </a:lnTo>
                  <a:lnTo>
                    <a:pt x="50097" y="69149"/>
                  </a:lnTo>
                  <a:lnTo>
                    <a:pt x="41332" y="66830"/>
                  </a:lnTo>
                  <a:lnTo>
                    <a:pt x="29172" y="66830"/>
                  </a:lnTo>
                  <a:lnTo>
                    <a:pt x="27410" y="66830"/>
                  </a:lnTo>
                  <a:lnTo>
                    <a:pt x="19057" y="67704"/>
                  </a:lnTo>
                  <a:lnTo>
                    <a:pt x="5328" y="69139"/>
                  </a:lnTo>
                  <a:lnTo>
                    <a:pt x="0" y="679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1905017" y="3946681"/>
              <a:ext cx="100974" cy="100696"/>
            </a:xfrm>
            <a:custGeom>
              <a:avLst/>
              <a:pathLst>
                <a:path w="100974" h="100696">
                  <a:moveTo>
                    <a:pt x="19623" y="50837"/>
                  </a:moveTo>
                  <a:lnTo>
                    <a:pt x="32783" y="33225"/>
                  </a:lnTo>
                  <a:lnTo>
                    <a:pt x="39166" y="22116"/>
                  </a:lnTo>
                  <a:lnTo>
                    <a:pt x="48813" y="0"/>
                  </a:lnTo>
                  <a:lnTo>
                    <a:pt x="63684" y="9295"/>
                  </a:lnTo>
                  <a:lnTo>
                    <a:pt x="80189" y="19612"/>
                  </a:lnTo>
                  <a:lnTo>
                    <a:pt x="88745" y="24960"/>
                  </a:lnTo>
                  <a:lnTo>
                    <a:pt x="100974" y="32604"/>
                  </a:lnTo>
                  <a:lnTo>
                    <a:pt x="96310" y="41763"/>
                  </a:lnTo>
                  <a:lnTo>
                    <a:pt x="85243" y="63495"/>
                  </a:lnTo>
                  <a:lnTo>
                    <a:pt x="75371" y="82878"/>
                  </a:lnTo>
                  <a:lnTo>
                    <a:pt x="73714" y="86132"/>
                  </a:lnTo>
                  <a:lnTo>
                    <a:pt x="63263" y="100696"/>
                  </a:lnTo>
                  <a:lnTo>
                    <a:pt x="45647" y="97877"/>
                  </a:lnTo>
                  <a:lnTo>
                    <a:pt x="38560" y="96742"/>
                  </a:lnTo>
                  <a:lnTo>
                    <a:pt x="24497" y="91777"/>
                  </a:lnTo>
                  <a:lnTo>
                    <a:pt x="12511" y="87546"/>
                  </a:lnTo>
                  <a:lnTo>
                    <a:pt x="0" y="77098"/>
                  </a:lnTo>
                  <a:lnTo>
                    <a:pt x="11873" y="61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1910324" y="3872028"/>
              <a:ext cx="208822" cy="128403"/>
            </a:xfrm>
            <a:custGeom>
              <a:avLst/>
              <a:pathLst>
                <a:path w="208822" h="128403">
                  <a:moveTo>
                    <a:pt x="66346" y="35583"/>
                  </a:moveTo>
                  <a:lnTo>
                    <a:pt x="121958" y="76078"/>
                  </a:lnTo>
                  <a:lnTo>
                    <a:pt x="129082" y="64859"/>
                  </a:lnTo>
                  <a:lnTo>
                    <a:pt x="134944" y="56640"/>
                  </a:lnTo>
                  <a:lnTo>
                    <a:pt x="153985" y="29943"/>
                  </a:lnTo>
                  <a:lnTo>
                    <a:pt x="159129" y="29946"/>
                  </a:lnTo>
                  <a:lnTo>
                    <a:pt x="164855" y="29949"/>
                  </a:lnTo>
                  <a:lnTo>
                    <a:pt x="172124" y="29952"/>
                  </a:lnTo>
                  <a:lnTo>
                    <a:pt x="176009" y="29954"/>
                  </a:lnTo>
                  <a:lnTo>
                    <a:pt x="179431" y="31222"/>
                  </a:lnTo>
                  <a:lnTo>
                    <a:pt x="185994" y="33655"/>
                  </a:lnTo>
                  <a:lnTo>
                    <a:pt x="190827" y="35447"/>
                  </a:lnTo>
                  <a:lnTo>
                    <a:pt x="196999" y="37734"/>
                  </a:lnTo>
                  <a:lnTo>
                    <a:pt x="203776" y="40247"/>
                  </a:lnTo>
                  <a:lnTo>
                    <a:pt x="208822" y="42117"/>
                  </a:lnTo>
                  <a:lnTo>
                    <a:pt x="185221" y="81131"/>
                  </a:lnTo>
                  <a:lnTo>
                    <a:pt x="171003" y="104633"/>
                  </a:lnTo>
                  <a:lnTo>
                    <a:pt x="169339" y="107383"/>
                  </a:lnTo>
                  <a:lnTo>
                    <a:pt x="155952" y="128403"/>
                  </a:lnTo>
                  <a:lnTo>
                    <a:pt x="129021" y="115266"/>
                  </a:lnTo>
                  <a:lnTo>
                    <a:pt x="109184" y="105590"/>
                  </a:lnTo>
                  <a:lnTo>
                    <a:pt x="104629" y="103369"/>
                  </a:lnTo>
                  <a:lnTo>
                    <a:pt x="85689" y="91444"/>
                  </a:lnTo>
                  <a:lnTo>
                    <a:pt x="72715" y="83275"/>
                  </a:lnTo>
                  <a:lnTo>
                    <a:pt x="62953" y="77308"/>
                  </a:lnTo>
                  <a:lnTo>
                    <a:pt x="47003" y="67558"/>
                  </a:lnTo>
                  <a:lnTo>
                    <a:pt x="42293" y="64679"/>
                  </a:lnTo>
                  <a:lnTo>
                    <a:pt x="1346" y="24279"/>
                  </a:lnTo>
                  <a:lnTo>
                    <a:pt x="0" y="14061"/>
                  </a:lnTo>
                  <a:lnTo>
                    <a:pt x="2024" y="12432"/>
                  </a:lnTo>
                  <a:lnTo>
                    <a:pt x="4368" y="10547"/>
                  </a:lnTo>
                  <a:lnTo>
                    <a:pt x="6831" y="8566"/>
                  </a:lnTo>
                  <a:lnTo>
                    <a:pt x="9258" y="6613"/>
                  </a:lnTo>
                  <a:lnTo>
                    <a:pt x="11327" y="4949"/>
                  </a:lnTo>
                  <a:lnTo>
                    <a:pt x="13669" y="3065"/>
                  </a:lnTo>
                  <a:lnTo>
                    <a:pt x="1748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851114" y="3886833"/>
              <a:ext cx="97533" cy="130361"/>
            </a:xfrm>
            <a:custGeom>
              <a:avLst/>
              <a:pathLst>
                <a:path w="97533" h="130361">
                  <a:moveTo>
                    <a:pt x="22622" y="19951"/>
                  </a:moveTo>
                  <a:lnTo>
                    <a:pt x="38107" y="0"/>
                  </a:lnTo>
                  <a:lnTo>
                    <a:pt x="43369" y="5195"/>
                  </a:lnTo>
                  <a:lnTo>
                    <a:pt x="49693" y="11441"/>
                  </a:lnTo>
                  <a:lnTo>
                    <a:pt x="59101" y="20732"/>
                  </a:lnTo>
                  <a:lnTo>
                    <a:pt x="68127" y="29646"/>
                  </a:lnTo>
                  <a:lnTo>
                    <a:pt x="79668" y="41042"/>
                  </a:lnTo>
                  <a:lnTo>
                    <a:pt x="97533" y="58685"/>
                  </a:lnTo>
                  <a:lnTo>
                    <a:pt x="94511" y="66929"/>
                  </a:lnTo>
                  <a:lnTo>
                    <a:pt x="88240" y="84039"/>
                  </a:lnTo>
                  <a:lnTo>
                    <a:pt x="86115" y="86647"/>
                  </a:lnTo>
                  <a:lnTo>
                    <a:pt x="75392" y="99804"/>
                  </a:lnTo>
                  <a:lnTo>
                    <a:pt x="62632" y="115460"/>
                  </a:lnTo>
                  <a:lnTo>
                    <a:pt x="50488" y="130361"/>
                  </a:lnTo>
                  <a:lnTo>
                    <a:pt x="39513" y="120622"/>
                  </a:lnTo>
                  <a:lnTo>
                    <a:pt x="27808" y="110236"/>
                  </a:lnTo>
                  <a:lnTo>
                    <a:pt x="21119" y="104301"/>
                  </a:lnTo>
                  <a:lnTo>
                    <a:pt x="9759" y="90105"/>
                  </a:lnTo>
                  <a:lnTo>
                    <a:pt x="0" y="77909"/>
                  </a:lnTo>
                  <a:lnTo>
                    <a:pt x="3875" y="66333"/>
                  </a:lnTo>
                  <a:lnTo>
                    <a:pt x="8094" y="53730"/>
                  </a:lnTo>
                  <a:lnTo>
                    <a:pt x="12699" y="39974"/>
                  </a:lnTo>
                  <a:lnTo>
                    <a:pt x="16961" y="27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083377" y="3874386"/>
              <a:ext cx="50774" cy="35079"/>
            </a:xfrm>
            <a:custGeom>
              <a:avLst/>
              <a:pathLst>
                <a:path w="50774" h="35079">
                  <a:moveTo>
                    <a:pt x="12237" y="0"/>
                  </a:moveTo>
                  <a:lnTo>
                    <a:pt x="17177" y="1439"/>
                  </a:lnTo>
                  <a:lnTo>
                    <a:pt x="27070" y="4323"/>
                  </a:lnTo>
                  <a:lnTo>
                    <a:pt x="39295" y="7886"/>
                  </a:lnTo>
                  <a:lnTo>
                    <a:pt x="41445" y="11337"/>
                  </a:lnTo>
                  <a:lnTo>
                    <a:pt x="50774" y="26308"/>
                  </a:lnTo>
                  <a:lnTo>
                    <a:pt x="47288" y="28500"/>
                  </a:lnTo>
                  <a:lnTo>
                    <a:pt x="42234" y="31678"/>
                  </a:lnTo>
                  <a:lnTo>
                    <a:pt x="36825" y="35079"/>
                  </a:lnTo>
                  <a:lnTo>
                    <a:pt x="34458" y="32322"/>
                  </a:lnTo>
                  <a:lnTo>
                    <a:pt x="28555" y="25442"/>
                  </a:lnTo>
                  <a:lnTo>
                    <a:pt x="23952" y="20078"/>
                  </a:lnTo>
                  <a:lnTo>
                    <a:pt x="22227" y="18067"/>
                  </a:lnTo>
                  <a:lnTo>
                    <a:pt x="13775" y="15043"/>
                  </a:lnTo>
                  <a:lnTo>
                    <a:pt x="0" y="10115"/>
                  </a:lnTo>
                  <a:lnTo>
                    <a:pt x="372" y="8011"/>
                  </a:lnTo>
                  <a:lnTo>
                    <a:pt x="708" y="6120"/>
                  </a:lnTo>
                  <a:lnTo>
                    <a:pt x="1011" y="4407"/>
                  </a:lnTo>
                  <a:lnTo>
                    <a:pt x="1344" y="2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002439" y="3835160"/>
              <a:ext cx="25865" cy="29063"/>
            </a:xfrm>
            <a:custGeom>
              <a:avLst/>
              <a:pathLst>
                <a:path w="25865" h="29063">
                  <a:moveTo>
                    <a:pt x="25865" y="20757"/>
                  </a:moveTo>
                  <a:lnTo>
                    <a:pt x="25287" y="28093"/>
                  </a:lnTo>
                  <a:lnTo>
                    <a:pt x="25210" y="29063"/>
                  </a:lnTo>
                  <a:lnTo>
                    <a:pt x="21676" y="28905"/>
                  </a:lnTo>
                  <a:lnTo>
                    <a:pt x="12648" y="28501"/>
                  </a:lnTo>
                  <a:lnTo>
                    <a:pt x="7099" y="28252"/>
                  </a:lnTo>
                  <a:lnTo>
                    <a:pt x="6877" y="24252"/>
                  </a:lnTo>
                  <a:lnTo>
                    <a:pt x="6750" y="21965"/>
                  </a:lnTo>
                  <a:lnTo>
                    <a:pt x="6683" y="20761"/>
                  </a:lnTo>
                  <a:lnTo>
                    <a:pt x="0" y="20562"/>
                  </a:lnTo>
                  <a:lnTo>
                    <a:pt x="136" y="19374"/>
                  </a:lnTo>
                  <a:lnTo>
                    <a:pt x="457" y="16580"/>
                  </a:lnTo>
                  <a:lnTo>
                    <a:pt x="1274" y="9468"/>
                  </a:lnTo>
                  <a:lnTo>
                    <a:pt x="4611" y="9826"/>
                  </a:lnTo>
                  <a:lnTo>
                    <a:pt x="9305" y="10330"/>
                  </a:lnTo>
                  <a:lnTo>
                    <a:pt x="10628" y="4587"/>
                  </a:lnTo>
                  <a:lnTo>
                    <a:pt x="11432" y="1094"/>
                  </a:lnTo>
                  <a:lnTo>
                    <a:pt x="11661" y="100"/>
                  </a:lnTo>
                  <a:lnTo>
                    <a:pt x="14135" y="79"/>
                  </a:lnTo>
                  <a:lnTo>
                    <a:pt x="20212" y="25"/>
                  </a:lnTo>
                  <a:lnTo>
                    <a:pt x="23183" y="0"/>
                  </a:lnTo>
                  <a:lnTo>
                    <a:pt x="22969" y="1440"/>
                  </a:lnTo>
                  <a:lnTo>
                    <a:pt x="22296" y="5968"/>
                  </a:lnTo>
                  <a:lnTo>
                    <a:pt x="21739" y="9715"/>
                  </a:lnTo>
                  <a:lnTo>
                    <a:pt x="21316" y="12555"/>
                  </a:lnTo>
                  <a:lnTo>
                    <a:pt x="20247" y="19746"/>
                  </a:lnTo>
                  <a:lnTo>
                    <a:pt x="25332" y="2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031410" y="3837397"/>
              <a:ext cx="29935" cy="20204"/>
            </a:xfrm>
            <a:custGeom>
              <a:avLst/>
              <a:pathLst>
                <a:path w="29935" h="20204">
                  <a:moveTo>
                    <a:pt x="1626" y="4206"/>
                  </a:moveTo>
                  <a:lnTo>
                    <a:pt x="2426" y="252"/>
                  </a:lnTo>
                  <a:lnTo>
                    <a:pt x="6077" y="134"/>
                  </a:lnTo>
                  <a:lnTo>
                    <a:pt x="10250" y="0"/>
                  </a:lnTo>
                  <a:lnTo>
                    <a:pt x="11536" y="4763"/>
                  </a:lnTo>
                  <a:lnTo>
                    <a:pt x="21243" y="7351"/>
                  </a:lnTo>
                  <a:lnTo>
                    <a:pt x="29935" y="7889"/>
                  </a:lnTo>
                  <a:lnTo>
                    <a:pt x="29629" y="12300"/>
                  </a:lnTo>
                  <a:lnTo>
                    <a:pt x="29164" y="18976"/>
                  </a:lnTo>
                  <a:lnTo>
                    <a:pt x="29079" y="20204"/>
                  </a:lnTo>
                  <a:lnTo>
                    <a:pt x="26513" y="19502"/>
                  </a:lnTo>
                  <a:lnTo>
                    <a:pt x="23921" y="18792"/>
                  </a:lnTo>
                  <a:lnTo>
                    <a:pt x="14348" y="16170"/>
                  </a:lnTo>
                  <a:lnTo>
                    <a:pt x="6381" y="13988"/>
                  </a:lnTo>
                  <a:lnTo>
                    <a:pt x="0" y="12241"/>
                  </a:lnTo>
                  <a:lnTo>
                    <a:pt x="650" y="9028"/>
                  </a:lnTo>
                  <a:lnTo>
                    <a:pt x="1119" y="6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62347" y="3827262"/>
              <a:ext cx="14580" cy="19963"/>
            </a:xfrm>
            <a:custGeom>
              <a:avLst/>
              <a:pathLst>
                <a:path w="14580" h="19963">
                  <a:moveTo>
                    <a:pt x="0" y="11062"/>
                  </a:moveTo>
                  <a:lnTo>
                    <a:pt x="226" y="10657"/>
                  </a:lnTo>
                  <a:lnTo>
                    <a:pt x="2107" y="7296"/>
                  </a:lnTo>
                  <a:lnTo>
                    <a:pt x="5454" y="1317"/>
                  </a:lnTo>
                  <a:lnTo>
                    <a:pt x="9759" y="574"/>
                  </a:lnTo>
                  <a:lnTo>
                    <a:pt x="13094" y="0"/>
                  </a:lnTo>
                  <a:lnTo>
                    <a:pt x="13890" y="10693"/>
                  </a:lnTo>
                  <a:lnTo>
                    <a:pt x="14580" y="19963"/>
                  </a:lnTo>
                  <a:lnTo>
                    <a:pt x="13414" y="19850"/>
                  </a:lnTo>
                  <a:lnTo>
                    <a:pt x="10123" y="19532"/>
                  </a:lnTo>
                  <a:lnTo>
                    <a:pt x="1122" y="18661"/>
                  </a:lnTo>
                  <a:lnTo>
                    <a:pt x="528" y="14639"/>
                  </a:lnTo>
                  <a:lnTo>
                    <a:pt x="251" y="12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086936" y="3810935"/>
              <a:ext cx="39887" cy="36402"/>
            </a:xfrm>
            <a:custGeom>
              <a:avLst/>
              <a:pathLst>
                <a:path w="39887" h="36402">
                  <a:moveTo>
                    <a:pt x="1266" y="21012"/>
                  </a:moveTo>
                  <a:lnTo>
                    <a:pt x="0" y="19635"/>
                  </a:lnTo>
                  <a:lnTo>
                    <a:pt x="3005" y="14507"/>
                  </a:lnTo>
                  <a:lnTo>
                    <a:pt x="3969" y="12862"/>
                  </a:lnTo>
                  <a:lnTo>
                    <a:pt x="8343" y="16853"/>
                  </a:lnTo>
                  <a:lnTo>
                    <a:pt x="9615" y="18014"/>
                  </a:lnTo>
                  <a:lnTo>
                    <a:pt x="12473" y="14426"/>
                  </a:lnTo>
                  <a:lnTo>
                    <a:pt x="19683" y="5373"/>
                  </a:lnTo>
                  <a:lnTo>
                    <a:pt x="19882" y="5281"/>
                  </a:lnTo>
                  <a:lnTo>
                    <a:pt x="24400" y="7417"/>
                  </a:lnTo>
                  <a:lnTo>
                    <a:pt x="26432" y="8377"/>
                  </a:lnTo>
                  <a:lnTo>
                    <a:pt x="31926" y="3493"/>
                  </a:lnTo>
                  <a:lnTo>
                    <a:pt x="35857" y="0"/>
                  </a:lnTo>
                  <a:lnTo>
                    <a:pt x="37494" y="1122"/>
                  </a:lnTo>
                  <a:lnTo>
                    <a:pt x="39887" y="2761"/>
                  </a:lnTo>
                  <a:lnTo>
                    <a:pt x="37154" y="6519"/>
                  </a:lnTo>
                  <a:lnTo>
                    <a:pt x="30171" y="16120"/>
                  </a:lnTo>
                  <a:lnTo>
                    <a:pt x="23767" y="24925"/>
                  </a:lnTo>
                  <a:lnTo>
                    <a:pt x="15420" y="36402"/>
                  </a:lnTo>
                  <a:lnTo>
                    <a:pt x="4600" y="2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1885073" y="3815324"/>
              <a:ext cx="99153" cy="36882"/>
            </a:xfrm>
            <a:custGeom>
              <a:avLst/>
              <a:pathLst>
                <a:path w="99153" h="36882">
                  <a:moveTo>
                    <a:pt x="10144" y="13329"/>
                  </a:moveTo>
                  <a:lnTo>
                    <a:pt x="18660" y="3295"/>
                  </a:lnTo>
                  <a:lnTo>
                    <a:pt x="21457" y="0"/>
                  </a:lnTo>
                  <a:lnTo>
                    <a:pt x="38736" y="1496"/>
                  </a:lnTo>
                  <a:lnTo>
                    <a:pt x="50413" y="2507"/>
                  </a:lnTo>
                  <a:lnTo>
                    <a:pt x="59110" y="3907"/>
                  </a:lnTo>
                  <a:lnTo>
                    <a:pt x="63755" y="5345"/>
                  </a:lnTo>
                  <a:lnTo>
                    <a:pt x="68813" y="6911"/>
                  </a:lnTo>
                  <a:lnTo>
                    <a:pt x="84580" y="10718"/>
                  </a:lnTo>
                  <a:lnTo>
                    <a:pt x="93548" y="12099"/>
                  </a:lnTo>
                  <a:lnTo>
                    <a:pt x="97099" y="13951"/>
                  </a:lnTo>
                  <a:lnTo>
                    <a:pt x="98602" y="18647"/>
                  </a:lnTo>
                  <a:lnTo>
                    <a:pt x="99153" y="20368"/>
                  </a:lnTo>
                  <a:lnTo>
                    <a:pt x="98308" y="25593"/>
                  </a:lnTo>
                  <a:lnTo>
                    <a:pt x="97806" y="28703"/>
                  </a:lnTo>
                  <a:lnTo>
                    <a:pt x="97483" y="30696"/>
                  </a:lnTo>
                  <a:lnTo>
                    <a:pt x="95415" y="36815"/>
                  </a:lnTo>
                  <a:lnTo>
                    <a:pt x="85644" y="36840"/>
                  </a:lnTo>
                  <a:lnTo>
                    <a:pt x="73485" y="36871"/>
                  </a:lnTo>
                  <a:lnTo>
                    <a:pt x="69225" y="36882"/>
                  </a:lnTo>
                  <a:lnTo>
                    <a:pt x="43175" y="32580"/>
                  </a:lnTo>
                  <a:lnTo>
                    <a:pt x="25930" y="29733"/>
                  </a:lnTo>
                  <a:lnTo>
                    <a:pt x="13885" y="27665"/>
                  </a:lnTo>
                  <a:lnTo>
                    <a:pt x="2105" y="25644"/>
                  </a:lnTo>
                  <a:lnTo>
                    <a:pt x="0" y="252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08847" y="3977041"/>
              <a:ext cx="60551" cy="77302"/>
            </a:xfrm>
            <a:custGeom>
              <a:avLst/>
              <a:pathLst>
                <a:path w="60551" h="77302">
                  <a:moveTo>
                    <a:pt x="992" y="65358"/>
                  </a:moveTo>
                  <a:lnTo>
                    <a:pt x="1976" y="57122"/>
                  </a:lnTo>
                  <a:lnTo>
                    <a:pt x="2755" y="50595"/>
                  </a:lnTo>
                  <a:lnTo>
                    <a:pt x="3463" y="44669"/>
                  </a:lnTo>
                  <a:lnTo>
                    <a:pt x="5360" y="36686"/>
                  </a:lnTo>
                  <a:lnTo>
                    <a:pt x="7417" y="28032"/>
                  </a:lnTo>
                  <a:lnTo>
                    <a:pt x="9890" y="17632"/>
                  </a:lnTo>
                  <a:lnTo>
                    <a:pt x="12235" y="7766"/>
                  </a:lnTo>
                  <a:lnTo>
                    <a:pt x="14081" y="0"/>
                  </a:lnTo>
                  <a:lnTo>
                    <a:pt x="37414" y="4275"/>
                  </a:lnTo>
                  <a:lnTo>
                    <a:pt x="60551" y="8515"/>
                  </a:lnTo>
                  <a:lnTo>
                    <a:pt x="59780" y="13307"/>
                  </a:lnTo>
                  <a:lnTo>
                    <a:pt x="58300" y="22510"/>
                  </a:lnTo>
                  <a:lnTo>
                    <a:pt x="56687" y="32534"/>
                  </a:lnTo>
                  <a:lnTo>
                    <a:pt x="54873" y="43812"/>
                  </a:lnTo>
                  <a:lnTo>
                    <a:pt x="54011" y="49171"/>
                  </a:lnTo>
                  <a:lnTo>
                    <a:pt x="53298" y="56934"/>
                  </a:lnTo>
                  <a:lnTo>
                    <a:pt x="52374" y="66984"/>
                  </a:lnTo>
                  <a:lnTo>
                    <a:pt x="51426" y="77302"/>
                  </a:lnTo>
                  <a:lnTo>
                    <a:pt x="25042" y="75439"/>
                  </a:lnTo>
                  <a:lnTo>
                    <a:pt x="0" y="736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418" y="3985366"/>
              <a:ext cx="62872" cy="76527"/>
            </a:xfrm>
            <a:custGeom>
              <a:avLst/>
              <a:pathLst>
                <a:path w="62872" h="76527">
                  <a:moveTo>
                    <a:pt x="10375" y="6306"/>
                  </a:moveTo>
                  <a:lnTo>
                    <a:pt x="11676" y="0"/>
                  </a:lnTo>
                  <a:lnTo>
                    <a:pt x="36710" y="3868"/>
                  </a:lnTo>
                  <a:lnTo>
                    <a:pt x="62872" y="7910"/>
                  </a:lnTo>
                  <a:lnTo>
                    <a:pt x="61590" y="16388"/>
                  </a:lnTo>
                  <a:lnTo>
                    <a:pt x="60334" y="24691"/>
                  </a:lnTo>
                  <a:lnTo>
                    <a:pt x="58848" y="34518"/>
                  </a:lnTo>
                  <a:lnTo>
                    <a:pt x="57593" y="42821"/>
                  </a:lnTo>
                  <a:lnTo>
                    <a:pt x="56478" y="50191"/>
                  </a:lnTo>
                  <a:lnTo>
                    <a:pt x="55090" y="59368"/>
                  </a:lnTo>
                  <a:lnTo>
                    <a:pt x="53861" y="67502"/>
                  </a:lnTo>
                  <a:lnTo>
                    <a:pt x="52496" y="76527"/>
                  </a:lnTo>
                  <a:lnTo>
                    <a:pt x="28212" y="73406"/>
                  </a:lnTo>
                  <a:lnTo>
                    <a:pt x="6876" y="70664"/>
                  </a:lnTo>
                  <a:lnTo>
                    <a:pt x="0" y="69780"/>
                  </a:lnTo>
                  <a:lnTo>
                    <a:pt x="868" y="64235"/>
                  </a:lnTo>
                  <a:lnTo>
                    <a:pt x="1932" y="57449"/>
                  </a:lnTo>
                  <a:lnTo>
                    <a:pt x="2779" y="52039"/>
                  </a:lnTo>
                  <a:lnTo>
                    <a:pt x="3613" y="46714"/>
                  </a:lnTo>
                  <a:lnTo>
                    <a:pt x="4415" y="41599"/>
                  </a:lnTo>
                  <a:lnTo>
                    <a:pt x="5761" y="33007"/>
                  </a:lnTo>
                  <a:lnTo>
                    <a:pt x="7187" y="23909"/>
                  </a:lnTo>
                  <a:lnTo>
                    <a:pt x="8590" y="149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73686" y="4070411"/>
              <a:ext cx="23120" cy="26988"/>
            </a:xfrm>
            <a:custGeom>
              <a:avLst/>
              <a:pathLst>
                <a:path w="23120" h="26988">
                  <a:moveTo>
                    <a:pt x="1145" y="1262"/>
                  </a:moveTo>
                  <a:lnTo>
                    <a:pt x="11137" y="688"/>
                  </a:lnTo>
                  <a:lnTo>
                    <a:pt x="23120" y="0"/>
                  </a:lnTo>
                  <a:lnTo>
                    <a:pt x="22788" y="4121"/>
                  </a:lnTo>
                  <a:lnTo>
                    <a:pt x="22116" y="12447"/>
                  </a:lnTo>
                  <a:lnTo>
                    <a:pt x="21699" y="17627"/>
                  </a:lnTo>
                  <a:lnTo>
                    <a:pt x="19254" y="24498"/>
                  </a:lnTo>
                  <a:lnTo>
                    <a:pt x="10818" y="25948"/>
                  </a:lnTo>
                  <a:lnTo>
                    <a:pt x="4916" y="26963"/>
                  </a:lnTo>
                  <a:lnTo>
                    <a:pt x="264" y="26988"/>
                  </a:lnTo>
                  <a:lnTo>
                    <a:pt x="77" y="15147"/>
                  </a:lnTo>
                  <a:lnTo>
                    <a:pt x="0" y="10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7047" y="3995305"/>
              <a:ext cx="83249" cy="88289"/>
            </a:xfrm>
            <a:custGeom>
              <a:avLst/>
              <a:pathLst>
                <a:path w="83249" h="88289">
                  <a:moveTo>
                    <a:pt x="11630" y="8533"/>
                  </a:moveTo>
                  <a:lnTo>
                    <a:pt x="17031" y="3499"/>
                  </a:lnTo>
                  <a:lnTo>
                    <a:pt x="20785" y="0"/>
                  </a:lnTo>
                  <a:lnTo>
                    <a:pt x="25844" y="4455"/>
                  </a:lnTo>
                  <a:lnTo>
                    <a:pt x="29515" y="7688"/>
                  </a:lnTo>
                  <a:lnTo>
                    <a:pt x="33437" y="11142"/>
                  </a:lnTo>
                  <a:lnTo>
                    <a:pt x="38118" y="16235"/>
                  </a:lnTo>
                  <a:lnTo>
                    <a:pt x="42462" y="20964"/>
                  </a:lnTo>
                  <a:lnTo>
                    <a:pt x="45532" y="24304"/>
                  </a:lnTo>
                  <a:lnTo>
                    <a:pt x="49967" y="29130"/>
                  </a:lnTo>
                  <a:lnTo>
                    <a:pt x="56940" y="36719"/>
                  </a:lnTo>
                  <a:lnTo>
                    <a:pt x="62366" y="42623"/>
                  </a:lnTo>
                  <a:lnTo>
                    <a:pt x="68451" y="49246"/>
                  </a:lnTo>
                  <a:lnTo>
                    <a:pt x="75750" y="57189"/>
                  </a:lnTo>
                  <a:lnTo>
                    <a:pt x="83249" y="65350"/>
                  </a:lnTo>
                  <a:lnTo>
                    <a:pt x="75075" y="79496"/>
                  </a:lnTo>
                  <a:lnTo>
                    <a:pt x="72602" y="83776"/>
                  </a:lnTo>
                  <a:lnTo>
                    <a:pt x="69995" y="88289"/>
                  </a:lnTo>
                  <a:lnTo>
                    <a:pt x="60936" y="82478"/>
                  </a:lnTo>
                  <a:lnTo>
                    <a:pt x="37350" y="67348"/>
                  </a:lnTo>
                  <a:lnTo>
                    <a:pt x="21226" y="81399"/>
                  </a:lnTo>
                  <a:lnTo>
                    <a:pt x="0" y="55549"/>
                  </a:lnTo>
                  <a:lnTo>
                    <a:pt x="4695" y="43145"/>
                  </a:lnTo>
                  <a:lnTo>
                    <a:pt x="11454" y="25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79180" y="3959769"/>
              <a:ext cx="73924" cy="56051"/>
            </a:xfrm>
            <a:custGeom>
              <a:avLst/>
              <a:pathLst>
                <a:path w="73924" h="56051">
                  <a:moveTo>
                    <a:pt x="2425" y="28992"/>
                  </a:moveTo>
                  <a:lnTo>
                    <a:pt x="5101" y="20582"/>
                  </a:lnTo>
                  <a:lnTo>
                    <a:pt x="8470" y="13718"/>
                  </a:lnTo>
                  <a:lnTo>
                    <a:pt x="9719" y="11174"/>
                  </a:lnTo>
                  <a:lnTo>
                    <a:pt x="14377" y="6446"/>
                  </a:lnTo>
                  <a:lnTo>
                    <a:pt x="20073" y="2868"/>
                  </a:lnTo>
                  <a:lnTo>
                    <a:pt x="24724" y="1135"/>
                  </a:lnTo>
                  <a:lnTo>
                    <a:pt x="27246" y="791"/>
                  </a:lnTo>
                  <a:lnTo>
                    <a:pt x="33048" y="0"/>
                  </a:lnTo>
                  <a:lnTo>
                    <a:pt x="40129" y="832"/>
                  </a:lnTo>
                  <a:lnTo>
                    <a:pt x="60947" y="4626"/>
                  </a:lnTo>
                  <a:lnTo>
                    <a:pt x="73924" y="6991"/>
                  </a:lnTo>
                  <a:lnTo>
                    <a:pt x="72545" y="13861"/>
                  </a:lnTo>
                  <a:lnTo>
                    <a:pt x="71056" y="21281"/>
                  </a:lnTo>
                  <a:lnTo>
                    <a:pt x="69419" y="29432"/>
                  </a:lnTo>
                  <a:lnTo>
                    <a:pt x="67428" y="39352"/>
                  </a:lnTo>
                  <a:lnTo>
                    <a:pt x="64075" y="56051"/>
                  </a:lnTo>
                  <a:lnTo>
                    <a:pt x="58611" y="54461"/>
                  </a:lnTo>
                  <a:lnTo>
                    <a:pt x="49322" y="51760"/>
                  </a:lnTo>
                  <a:lnTo>
                    <a:pt x="41360" y="49445"/>
                  </a:lnTo>
                  <a:lnTo>
                    <a:pt x="29765" y="46073"/>
                  </a:lnTo>
                  <a:lnTo>
                    <a:pt x="14888" y="41746"/>
                  </a:lnTo>
                  <a:lnTo>
                    <a:pt x="0" y="374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46368" y="3967662"/>
              <a:ext cx="64494" cy="79461"/>
            </a:xfrm>
            <a:custGeom>
              <a:avLst/>
              <a:pathLst>
                <a:path w="64494" h="79461">
                  <a:moveTo>
                    <a:pt x="10190" y="20485"/>
                  </a:moveTo>
                  <a:lnTo>
                    <a:pt x="11803" y="10809"/>
                  </a:lnTo>
                  <a:lnTo>
                    <a:pt x="13606" y="0"/>
                  </a:lnTo>
                  <a:lnTo>
                    <a:pt x="27071" y="1889"/>
                  </a:lnTo>
                  <a:lnTo>
                    <a:pt x="37251" y="3317"/>
                  </a:lnTo>
                  <a:lnTo>
                    <a:pt x="44515" y="4336"/>
                  </a:lnTo>
                  <a:lnTo>
                    <a:pt x="52217" y="5416"/>
                  </a:lnTo>
                  <a:lnTo>
                    <a:pt x="63833" y="7046"/>
                  </a:lnTo>
                  <a:lnTo>
                    <a:pt x="64181" y="13369"/>
                  </a:lnTo>
                  <a:lnTo>
                    <a:pt x="64494" y="19070"/>
                  </a:lnTo>
                  <a:lnTo>
                    <a:pt x="63930" y="24022"/>
                  </a:lnTo>
                  <a:lnTo>
                    <a:pt x="62908" y="32985"/>
                  </a:lnTo>
                  <a:lnTo>
                    <a:pt x="60631" y="41936"/>
                  </a:lnTo>
                  <a:lnTo>
                    <a:pt x="57753" y="53251"/>
                  </a:lnTo>
                  <a:lnTo>
                    <a:pt x="56541" y="61264"/>
                  </a:lnTo>
                  <a:lnTo>
                    <a:pt x="55525" y="67983"/>
                  </a:lnTo>
                  <a:lnTo>
                    <a:pt x="53789" y="79461"/>
                  </a:lnTo>
                  <a:lnTo>
                    <a:pt x="49327" y="79002"/>
                  </a:lnTo>
                  <a:lnTo>
                    <a:pt x="28810" y="76892"/>
                  </a:lnTo>
                  <a:lnTo>
                    <a:pt x="0" y="73928"/>
                  </a:lnTo>
                  <a:lnTo>
                    <a:pt x="1804" y="64645"/>
                  </a:lnTo>
                  <a:lnTo>
                    <a:pt x="3755" y="54612"/>
                  </a:lnTo>
                  <a:lnTo>
                    <a:pt x="5655" y="44841"/>
                  </a:lnTo>
                  <a:lnTo>
                    <a:pt x="7797" y="33824"/>
                  </a:lnTo>
                  <a:lnTo>
                    <a:pt x="8984" y="277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67077" y="4001549"/>
              <a:ext cx="76341" cy="65378"/>
            </a:xfrm>
            <a:custGeom>
              <a:avLst/>
              <a:pathLst>
                <a:path w="76341" h="65378">
                  <a:moveTo>
                    <a:pt x="0" y="24568"/>
                  </a:moveTo>
                  <a:lnTo>
                    <a:pt x="1256" y="20317"/>
                  </a:lnTo>
                  <a:lnTo>
                    <a:pt x="7261" y="0"/>
                  </a:lnTo>
                  <a:lnTo>
                    <a:pt x="13319" y="1982"/>
                  </a:lnTo>
                  <a:lnTo>
                    <a:pt x="19081" y="3868"/>
                  </a:lnTo>
                  <a:lnTo>
                    <a:pt x="27113" y="6497"/>
                  </a:lnTo>
                  <a:lnTo>
                    <a:pt x="35737" y="9320"/>
                  </a:lnTo>
                  <a:lnTo>
                    <a:pt x="42107" y="11405"/>
                  </a:lnTo>
                  <a:lnTo>
                    <a:pt x="50738" y="14230"/>
                  </a:lnTo>
                  <a:lnTo>
                    <a:pt x="59362" y="17053"/>
                  </a:lnTo>
                  <a:lnTo>
                    <a:pt x="67921" y="19854"/>
                  </a:lnTo>
                  <a:lnTo>
                    <a:pt x="76341" y="22610"/>
                  </a:lnTo>
                  <a:lnTo>
                    <a:pt x="71844" y="38818"/>
                  </a:lnTo>
                  <a:lnTo>
                    <a:pt x="65695" y="42895"/>
                  </a:lnTo>
                  <a:lnTo>
                    <a:pt x="31786" y="65378"/>
                  </a:lnTo>
                  <a:lnTo>
                    <a:pt x="26264" y="63860"/>
                  </a:lnTo>
                  <a:lnTo>
                    <a:pt x="21618" y="62583"/>
                  </a:lnTo>
                  <a:lnTo>
                    <a:pt x="15891" y="61008"/>
                  </a:lnTo>
                  <a:lnTo>
                    <a:pt x="8314" y="58925"/>
                  </a:lnTo>
                  <a:lnTo>
                    <a:pt x="2675" y="573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82565" y="3931897"/>
              <a:ext cx="95689" cy="59798"/>
            </a:xfrm>
            <a:custGeom>
              <a:avLst/>
              <a:pathLst>
                <a:path w="95689" h="59798">
                  <a:moveTo>
                    <a:pt x="8577" y="16858"/>
                  </a:moveTo>
                  <a:lnTo>
                    <a:pt x="15458" y="0"/>
                  </a:lnTo>
                  <a:lnTo>
                    <a:pt x="36289" y="5706"/>
                  </a:lnTo>
                  <a:lnTo>
                    <a:pt x="52679" y="10084"/>
                  </a:lnTo>
                  <a:lnTo>
                    <a:pt x="95689" y="21570"/>
                  </a:lnTo>
                  <a:lnTo>
                    <a:pt x="90743" y="37670"/>
                  </a:lnTo>
                  <a:lnTo>
                    <a:pt x="90114" y="39719"/>
                  </a:lnTo>
                  <a:lnTo>
                    <a:pt x="84769" y="59798"/>
                  </a:lnTo>
                  <a:lnTo>
                    <a:pt x="80036" y="58888"/>
                  </a:lnTo>
                  <a:lnTo>
                    <a:pt x="75353" y="57989"/>
                  </a:lnTo>
                  <a:lnTo>
                    <a:pt x="69988" y="56593"/>
                  </a:lnTo>
                  <a:lnTo>
                    <a:pt x="65948" y="55543"/>
                  </a:lnTo>
                  <a:lnTo>
                    <a:pt x="60302" y="54074"/>
                  </a:lnTo>
                  <a:lnTo>
                    <a:pt x="54864" y="52659"/>
                  </a:lnTo>
                  <a:lnTo>
                    <a:pt x="48033" y="50882"/>
                  </a:lnTo>
                  <a:lnTo>
                    <a:pt x="43011" y="49576"/>
                  </a:lnTo>
                  <a:lnTo>
                    <a:pt x="36072" y="47771"/>
                  </a:lnTo>
                  <a:lnTo>
                    <a:pt x="29237" y="45993"/>
                  </a:lnTo>
                  <a:lnTo>
                    <a:pt x="23595" y="44526"/>
                  </a:lnTo>
                  <a:lnTo>
                    <a:pt x="16603" y="42707"/>
                  </a:lnTo>
                  <a:lnTo>
                    <a:pt x="8843" y="40448"/>
                  </a:lnTo>
                  <a:lnTo>
                    <a:pt x="2333" y="38554"/>
                  </a:lnTo>
                  <a:lnTo>
                    <a:pt x="0" y="3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82965" y="3898287"/>
              <a:ext cx="48240" cy="49312"/>
            </a:xfrm>
            <a:custGeom>
              <a:avLst/>
              <a:pathLst>
                <a:path w="48240" h="49312">
                  <a:moveTo>
                    <a:pt x="3461" y="18394"/>
                  </a:moveTo>
                  <a:lnTo>
                    <a:pt x="6057" y="0"/>
                  </a:lnTo>
                  <a:lnTo>
                    <a:pt x="24962" y="695"/>
                  </a:lnTo>
                  <a:lnTo>
                    <a:pt x="48240" y="1552"/>
                  </a:lnTo>
                  <a:lnTo>
                    <a:pt x="48030" y="6181"/>
                  </a:lnTo>
                  <a:lnTo>
                    <a:pt x="47773" y="11831"/>
                  </a:lnTo>
                  <a:lnTo>
                    <a:pt x="47465" y="18620"/>
                  </a:lnTo>
                  <a:lnTo>
                    <a:pt x="46520" y="23259"/>
                  </a:lnTo>
                  <a:lnTo>
                    <a:pt x="46135" y="25151"/>
                  </a:lnTo>
                  <a:lnTo>
                    <a:pt x="43404" y="38558"/>
                  </a:lnTo>
                  <a:lnTo>
                    <a:pt x="41214" y="49312"/>
                  </a:lnTo>
                  <a:lnTo>
                    <a:pt x="36981" y="48861"/>
                  </a:lnTo>
                  <a:lnTo>
                    <a:pt x="32247" y="48356"/>
                  </a:lnTo>
                  <a:lnTo>
                    <a:pt x="27748" y="47877"/>
                  </a:lnTo>
                  <a:lnTo>
                    <a:pt x="23199" y="47392"/>
                  </a:lnTo>
                  <a:lnTo>
                    <a:pt x="18312" y="46451"/>
                  </a:lnTo>
                  <a:lnTo>
                    <a:pt x="11427" y="45126"/>
                  </a:lnTo>
                  <a:lnTo>
                    <a:pt x="5539" y="43992"/>
                  </a:lnTo>
                  <a:lnTo>
                    <a:pt x="0" y="42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26864" y="3934826"/>
              <a:ext cx="58585" cy="65033"/>
            </a:xfrm>
            <a:custGeom>
              <a:avLst/>
              <a:pathLst>
                <a:path w="58585" h="65033">
                  <a:moveTo>
                    <a:pt x="318" y="52694"/>
                  </a:moveTo>
                  <a:lnTo>
                    <a:pt x="616" y="42802"/>
                  </a:lnTo>
                  <a:lnTo>
                    <a:pt x="860" y="34704"/>
                  </a:lnTo>
                  <a:lnTo>
                    <a:pt x="1070" y="27741"/>
                  </a:lnTo>
                  <a:lnTo>
                    <a:pt x="2293" y="18939"/>
                  </a:lnTo>
                  <a:lnTo>
                    <a:pt x="3846" y="7768"/>
                  </a:lnTo>
                  <a:lnTo>
                    <a:pt x="30002" y="4056"/>
                  </a:lnTo>
                  <a:lnTo>
                    <a:pt x="58585" y="0"/>
                  </a:lnTo>
                  <a:lnTo>
                    <a:pt x="55301" y="15326"/>
                  </a:lnTo>
                  <a:lnTo>
                    <a:pt x="53825" y="22218"/>
                  </a:lnTo>
                  <a:lnTo>
                    <a:pt x="52941" y="32130"/>
                  </a:lnTo>
                  <a:lnTo>
                    <a:pt x="51805" y="44859"/>
                  </a:lnTo>
                  <a:lnTo>
                    <a:pt x="50006" y="65033"/>
                  </a:lnTo>
                  <a:lnTo>
                    <a:pt x="41855" y="64740"/>
                  </a:lnTo>
                  <a:lnTo>
                    <a:pt x="37235" y="64574"/>
                  </a:lnTo>
                  <a:lnTo>
                    <a:pt x="30893" y="64345"/>
                  </a:lnTo>
                  <a:lnTo>
                    <a:pt x="24953" y="64132"/>
                  </a:lnTo>
                  <a:lnTo>
                    <a:pt x="16350" y="63823"/>
                  </a:lnTo>
                  <a:lnTo>
                    <a:pt x="8202" y="63530"/>
                  </a:lnTo>
                  <a:lnTo>
                    <a:pt x="0" y="632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80603" y="3921275"/>
              <a:ext cx="67283" cy="84659"/>
            </a:xfrm>
            <a:custGeom>
              <a:avLst/>
              <a:pathLst>
                <a:path w="67283" h="84659">
                  <a:moveTo>
                    <a:pt x="10846" y="5828"/>
                  </a:moveTo>
                  <a:lnTo>
                    <a:pt x="35433" y="3019"/>
                  </a:lnTo>
                  <a:lnTo>
                    <a:pt x="61864" y="0"/>
                  </a:lnTo>
                  <a:lnTo>
                    <a:pt x="67283" y="9592"/>
                  </a:lnTo>
                  <a:lnTo>
                    <a:pt x="65345" y="16490"/>
                  </a:lnTo>
                  <a:lnTo>
                    <a:pt x="63039" y="24695"/>
                  </a:lnTo>
                  <a:lnTo>
                    <a:pt x="60894" y="32329"/>
                  </a:lnTo>
                  <a:lnTo>
                    <a:pt x="59391" y="37680"/>
                  </a:lnTo>
                  <a:lnTo>
                    <a:pt x="57396" y="44778"/>
                  </a:lnTo>
                  <a:lnTo>
                    <a:pt x="56447" y="48156"/>
                  </a:lnTo>
                  <a:lnTo>
                    <a:pt x="56230" y="51469"/>
                  </a:lnTo>
                  <a:lnTo>
                    <a:pt x="55894" y="56580"/>
                  </a:lnTo>
                  <a:lnTo>
                    <a:pt x="55435" y="63574"/>
                  </a:lnTo>
                  <a:lnTo>
                    <a:pt x="54920" y="71429"/>
                  </a:lnTo>
                  <a:lnTo>
                    <a:pt x="54052" y="84659"/>
                  </a:lnTo>
                  <a:lnTo>
                    <a:pt x="51545" y="84406"/>
                  </a:lnTo>
                  <a:lnTo>
                    <a:pt x="48784" y="84127"/>
                  </a:lnTo>
                  <a:lnTo>
                    <a:pt x="44844" y="83729"/>
                  </a:lnTo>
                  <a:lnTo>
                    <a:pt x="40342" y="83275"/>
                  </a:lnTo>
                  <a:lnTo>
                    <a:pt x="36089" y="82845"/>
                  </a:lnTo>
                  <a:lnTo>
                    <a:pt x="33859" y="82620"/>
                  </a:lnTo>
                  <a:lnTo>
                    <a:pt x="30242" y="82118"/>
                  </a:lnTo>
                  <a:lnTo>
                    <a:pt x="23647" y="81203"/>
                  </a:lnTo>
                  <a:lnTo>
                    <a:pt x="17572" y="80360"/>
                  </a:lnTo>
                  <a:lnTo>
                    <a:pt x="10866" y="79430"/>
                  </a:lnTo>
                  <a:lnTo>
                    <a:pt x="4902" y="78603"/>
                  </a:lnTo>
                  <a:lnTo>
                    <a:pt x="2051" y="78207"/>
                  </a:lnTo>
                  <a:lnTo>
                    <a:pt x="0" y="77922"/>
                  </a:lnTo>
                  <a:lnTo>
                    <a:pt x="996" y="70560"/>
                  </a:lnTo>
                  <a:lnTo>
                    <a:pt x="1887" y="63973"/>
                  </a:lnTo>
                  <a:lnTo>
                    <a:pt x="2347" y="60573"/>
                  </a:lnTo>
                  <a:lnTo>
                    <a:pt x="2562" y="58980"/>
                  </a:lnTo>
                  <a:lnTo>
                    <a:pt x="3150" y="54642"/>
                  </a:lnTo>
                  <a:lnTo>
                    <a:pt x="3924" y="48928"/>
                  </a:lnTo>
                  <a:lnTo>
                    <a:pt x="4992" y="41052"/>
                  </a:lnTo>
                  <a:lnTo>
                    <a:pt x="5396" y="38067"/>
                  </a:lnTo>
                  <a:lnTo>
                    <a:pt x="6358" y="32548"/>
                  </a:lnTo>
                  <a:lnTo>
                    <a:pt x="7786" y="24350"/>
                  </a:lnTo>
                  <a:lnTo>
                    <a:pt x="9355" y="15343"/>
                  </a:lnTo>
                  <a:lnTo>
                    <a:pt x="9692" y="134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56643" y="4004272"/>
              <a:ext cx="116000" cy="59315"/>
            </a:xfrm>
            <a:custGeom>
              <a:avLst/>
              <a:pathLst>
                <a:path w="116000" h="59315">
                  <a:moveTo>
                    <a:pt x="63456" y="59126"/>
                  </a:moveTo>
                  <a:lnTo>
                    <a:pt x="54164" y="58704"/>
                  </a:lnTo>
                  <a:lnTo>
                    <a:pt x="46040" y="58335"/>
                  </a:lnTo>
                  <a:lnTo>
                    <a:pt x="41643" y="58135"/>
                  </a:lnTo>
                  <a:lnTo>
                    <a:pt x="36337" y="57894"/>
                  </a:lnTo>
                  <a:lnTo>
                    <a:pt x="31182" y="57660"/>
                  </a:lnTo>
                  <a:lnTo>
                    <a:pt x="28529" y="57303"/>
                  </a:lnTo>
                  <a:lnTo>
                    <a:pt x="22902" y="56545"/>
                  </a:lnTo>
                  <a:lnTo>
                    <a:pt x="16404" y="55670"/>
                  </a:lnTo>
                  <a:lnTo>
                    <a:pt x="8410" y="54594"/>
                  </a:lnTo>
                  <a:lnTo>
                    <a:pt x="3720" y="53962"/>
                  </a:lnTo>
                  <a:lnTo>
                    <a:pt x="0" y="53461"/>
                  </a:lnTo>
                  <a:lnTo>
                    <a:pt x="103" y="52288"/>
                  </a:lnTo>
                  <a:lnTo>
                    <a:pt x="1772" y="33299"/>
                  </a:lnTo>
                  <a:lnTo>
                    <a:pt x="1835" y="32582"/>
                  </a:lnTo>
                  <a:lnTo>
                    <a:pt x="2643" y="23401"/>
                  </a:lnTo>
                  <a:lnTo>
                    <a:pt x="6150" y="10974"/>
                  </a:lnTo>
                  <a:lnTo>
                    <a:pt x="9248" y="0"/>
                  </a:lnTo>
                  <a:lnTo>
                    <a:pt x="15389" y="559"/>
                  </a:lnTo>
                  <a:lnTo>
                    <a:pt x="20036" y="982"/>
                  </a:lnTo>
                  <a:lnTo>
                    <a:pt x="25102" y="1443"/>
                  </a:lnTo>
                  <a:lnTo>
                    <a:pt x="31697" y="2044"/>
                  </a:lnTo>
                  <a:lnTo>
                    <a:pt x="38928" y="2702"/>
                  </a:lnTo>
                  <a:lnTo>
                    <a:pt x="46675" y="3408"/>
                  </a:lnTo>
                  <a:lnTo>
                    <a:pt x="51104" y="3811"/>
                  </a:lnTo>
                  <a:lnTo>
                    <a:pt x="57005" y="4251"/>
                  </a:lnTo>
                  <a:lnTo>
                    <a:pt x="65583" y="4890"/>
                  </a:lnTo>
                  <a:lnTo>
                    <a:pt x="74678" y="5569"/>
                  </a:lnTo>
                  <a:lnTo>
                    <a:pt x="83052" y="6193"/>
                  </a:lnTo>
                  <a:lnTo>
                    <a:pt x="92068" y="6865"/>
                  </a:lnTo>
                  <a:lnTo>
                    <a:pt x="99769" y="7440"/>
                  </a:lnTo>
                  <a:lnTo>
                    <a:pt x="116000" y="8650"/>
                  </a:lnTo>
                  <a:lnTo>
                    <a:pt x="114876" y="27619"/>
                  </a:lnTo>
                  <a:lnTo>
                    <a:pt x="114259" y="38045"/>
                  </a:lnTo>
                  <a:lnTo>
                    <a:pt x="111418" y="58757"/>
                  </a:lnTo>
                  <a:lnTo>
                    <a:pt x="105519" y="58832"/>
                  </a:lnTo>
                  <a:lnTo>
                    <a:pt x="96048" y="58953"/>
                  </a:lnTo>
                  <a:lnTo>
                    <a:pt x="84601" y="59099"/>
                  </a:lnTo>
                  <a:lnTo>
                    <a:pt x="71819" y="59262"/>
                  </a:lnTo>
                  <a:lnTo>
                    <a:pt x="67625" y="59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71940" y="4014079"/>
              <a:ext cx="85713" cy="65328"/>
            </a:xfrm>
            <a:custGeom>
              <a:avLst/>
              <a:pathLst>
                <a:path w="85713" h="65328">
                  <a:moveTo>
                    <a:pt x="3187" y="22952"/>
                  </a:moveTo>
                  <a:lnTo>
                    <a:pt x="5996" y="0"/>
                  </a:lnTo>
                  <a:lnTo>
                    <a:pt x="10090" y="375"/>
                  </a:lnTo>
                  <a:lnTo>
                    <a:pt x="14417" y="771"/>
                  </a:lnTo>
                  <a:lnTo>
                    <a:pt x="19446" y="1232"/>
                  </a:lnTo>
                  <a:lnTo>
                    <a:pt x="25417" y="1779"/>
                  </a:lnTo>
                  <a:lnTo>
                    <a:pt x="29135" y="2120"/>
                  </a:lnTo>
                  <a:lnTo>
                    <a:pt x="37084" y="2848"/>
                  </a:lnTo>
                  <a:lnTo>
                    <a:pt x="44616" y="3539"/>
                  </a:lnTo>
                  <a:lnTo>
                    <a:pt x="50957" y="4120"/>
                  </a:lnTo>
                  <a:lnTo>
                    <a:pt x="56474" y="4625"/>
                  </a:lnTo>
                  <a:lnTo>
                    <a:pt x="58098" y="4949"/>
                  </a:lnTo>
                  <a:lnTo>
                    <a:pt x="65580" y="6443"/>
                  </a:lnTo>
                  <a:lnTo>
                    <a:pt x="70914" y="9219"/>
                  </a:lnTo>
                  <a:lnTo>
                    <a:pt x="73667" y="11470"/>
                  </a:lnTo>
                  <a:lnTo>
                    <a:pt x="76145" y="13666"/>
                  </a:lnTo>
                  <a:lnTo>
                    <a:pt x="78844" y="17381"/>
                  </a:lnTo>
                  <a:lnTo>
                    <a:pt x="81720" y="24663"/>
                  </a:lnTo>
                  <a:lnTo>
                    <a:pt x="84249" y="34104"/>
                  </a:lnTo>
                  <a:lnTo>
                    <a:pt x="85713" y="39568"/>
                  </a:lnTo>
                  <a:lnTo>
                    <a:pt x="84956" y="51982"/>
                  </a:lnTo>
                  <a:lnTo>
                    <a:pt x="84215" y="64157"/>
                  </a:lnTo>
                  <a:lnTo>
                    <a:pt x="72584" y="65328"/>
                  </a:lnTo>
                  <a:lnTo>
                    <a:pt x="66927" y="61180"/>
                  </a:lnTo>
                  <a:lnTo>
                    <a:pt x="62007" y="57572"/>
                  </a:lnTo>
                  <a:lnTo>
                    <a:pt x="52700" y="55643"/>
                  </a:lnTo>
                  <a:lnTo>
                    <a:pt x="38399" y="52679"/>
                  </a:lnTo>
                  <a:lnTo>
                    <a:pt x="30321" y="51004"/>
                  </a:lnTo>
                  <a:lnTo>
                    <a:pt x="26683" y="50250"/>
                  </a:lnTo>
                  <a:lnTo>
                    <a:pt x="12599" y="49589"/>
                  </a:lnTo>
                  <a:lnTo>
                    <a:pt x="0" y="489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52982" y="3877637"/>
              <a:ext cx="62486" cy="69795"/>
            </a:xfrm>
            <a:custGeom>
              <a:avLst/>
              <a:pathLst>
                <a:path w="62486" h="69795">
                  <a:moveTo>
                    <a:pt x="27916" y="68825"/>
                  </a:moveTo>
                  <a:lnTo>
                    <a:pt x="17762" y="67951"/>
                  </a:lnTo>
                  <a:lnTo>
                    <a:pt x="9942" y="67277"/>
                  </a:lnTo>
                  <a:lnTo>
                    <a:pt x="5648" y="66907"/>
                  </a:lnTo>
                  <a:lnTo>
                    <a:pt x="0" y="59328"/>
                  </a:lnTo>
                  <a:lnTo>
                    <a:pt x="2117" y="44171"/>
                  </a:lnTo>
                  <a:lnTo>
                    <a:pt x="4848" y="27089"/>
                  </a:lnTo>
                  <a:lnTo>
                    <a:pt x="9178" y="0"/>
                  </a:lnTo>
                  <a:lnTo>
                    <a:pt x="36167" y="1596"/>
                  </a:lnTo>
                  <a:lnTo>
                    <a:pt x="62486" y="3152"/>
                  </a:lnTo>
                  <a:lnTo>
                    <a:pt x="61109" y="20830"/>
                  </a:lnTo>
                  <a:lnTo>
                    <a:pt x="60635" y="26905"/>
                  </a:lnTo>
                  <a:lnTo>
                    <a:pt x="59393" y="35850"/>
                  </a:lnTo>
                  <a:lnTo>
                    <a:pt x="54866" y="68436"/>
                  </a:lnTo>
                  <a:lnTo>
                    <a:pt x="47787" y="69050"/>
                  </a:lnTo>
                  <a:lnTo>
                    <a:pt x="40458" y="69685"/>
                  </a:lnTo>
                  <a:lnTo>
                    <a:pt x="39187" y="697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216269" y="3883356"/>
              <a:ext cx="57924" cy="59071"/>
            </a:xfrm>
            <a:custGeom>
              <a:avLst/>
              <a:pathLst>
                <a:path w="57924" h="59071">
                  <a:moveTo>
                    <a:pt x="2409" y="39893"/>
                  </a:moveTo>
                  <a:lnTo>
                    <a:pt x="3867" y="28288"/>
                  </a:lnTo>
                  <a:lnTo>
                    <a:pt x="4350" y="22543"/>
                  </a:lnTo>
                  <a:lnTo>
                    <a:pt x="6247" y="0"/>
                  </a:lnTo>
                  <a:lnTo>
                    <a:pt x="25411" y="1756"/>
                  </a:lnTo>
                  <a:lnTo>
                    <a:pt x="31371" y="5955"/>
                  </a:lnTo>
                  <a:lnTo>
                    <a:pt x="56636" y="23754"/>
                  </a:lnTo>
                  <a:lnTo>
                    <a:pt x="57162" y="35379"/>
                  </a:lnTo>
                  <a:lnTo>
                    <a:pt x="57924" y="52194"/>
                  </a:lnTo>
                  <a:lnTo>
                    <a:pt x="54717" y="52575"/>
                  </a:lnTo>
                  <a:lnTo>
                    <a:pt x="48697" y="53290"/>
                  </a:lnTo>
                  <a:lnTo>
                    <a:pt x="41449" y="54150"/>
                  </a:lnTo>
                  <a:lnTo>
                    <a:pt x="35839" y="54816"/>
                  </a:lnTo>
                  <a:lnTo>
                    <a:pt x="29652" y="55551"/>
                  </a:lnTo>
                  <a:lnTo>
                    <a:pt x="23683" y="56259"/>
                  </a:lnTo>
                  <a:lnTo>
                    <a:pt x="17714" y="56968"/>
                  </a:lnTo>
                  <a:lnTo>
                    <a:pt x="9571" y="57935"/>
                  </a:lnTo>
                  <a:lnTo>
                    <a:pt x="0" y="5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64702" y="3925670"/>
              <a:ext cx="233330" cy="53872"/>
            </a:xfrm>
            <a:custGeom>
              <a:avLst/>
              <a:pathLst>
                <a:path w="233330" h="53872">
                  <a:moveTo>
                    <a:pt x="217025" y="3803"/>
                  </a:moveTo>
                  <a:lnTo>
                    <a:pt x="224000" y="0"/>
                  </a:lnTo>
                  <a:lnTo>
                    <a:pt x="225302" y="2333"/>
                  </a:lnTo>
                  <a:lnTo>
                    <a:pt x="228691" y="8409"/>
                  </a:lnTo>
                  <a:lnTo>
                    <a:pt x="233330" y="16724"/>
                  </a:lnTo>
                  <a:lnTo>
                    <a:pt x="219903" y="28001"/>
                  </a:lnTo>
                  <a:lnTo>
                    <a:pt x="205813" y="33596"/>
                  </a:lnTo>
                  <a:lnTo>
                    <a:pt x="189146" y="40275"/>
                  </a:lnTo>
                  <a:lnTo>
                    <a:pt x="166806" y="48844"/>
                  </a:lnTo>
                  <a:lnTo>
                    <a:pt x="160768" y="50734"/>
                  </a:lnTo>
                  <a:lnTo>
                    <a:pt x="155522" y="52041"/>
                  </a:lnTo>
                  <a:lnTo>
                    <a:pt x="148174" y="53872"/>
                  </a:lnTo>
                  <a:lnTo>
                    <a:pt x="139208" y="53084"/>
                  </a:lnTo>
                  <a:lnTo>
                    <a:pt x="138975" y="53032"/>
                  </a:lnTo>
                  <a:lnTo>
                    <a:pt x="134675" y="48818"/>
                  </a:lnTo>
                  <a:lnTo>
                    <a:pt x="132823" y="44996"/>
                  </a:lnTo>
                  <a:lnTo>
                    <a:pt x="131814" y="42915"/>
                  </a:lnTo>
                  <a:lnTo>
                    <a:pt x="126479" y="41456"/>
                  </a:lnTo>
                  <a:lnTo>
                    <a:pt x="113533" y="40530"/>
                  </a:lnTo>
                  <a:lnTo>
                    <a:pt x="102592" y="40556"/>
                  </a:lnTo>
                  <a:lnTo>
                    <a:pt x="93617" y="38774"/>
                  </a:lnTo>
                  <a:lnTo>
                    <a:pt x="83114" y="38145"/>
                  </a:lnTo>
                  <a:lnTo>
                    <a:pt x="74789" y="36758"/>
                  </a:lnTo>
                  <a:lnTo>
                    <a:pt x="66755" y="35188"/>
                  </a:lnTo>
                  <a:lnTo>
                    <a:pt x="57389" y="35062"/>
                  </a:lnTo>
                  <a:lnTo>
                    <a:pt x="48795" y="34859"/>
                  </a:lnTo>
                  <a:lnTo>
                    <a:pt x="41166" y="35867"/>
                  </a:lnTo>
                  <a:lnTo>
                    <a:pt x="35065" y="36719"/>
                  </a:lnTo>
                  <a:lnTo>
                    <a:pt x="28245" y="38640"/>
                  </a:lnTo>
                  <a:lnTo>
                    <a:pt x="27960" y="38823"/>
                  </a:lnTo>
                  <a:lnTo>
                    <a:pt x="21400" y="43006"/>
                  </a:lnTo>
                  <a:lnTo>
                    <a:pt x="14325" y="46311"/>
                  </a:lnTo>
                  <a:lnTo>
                    <a:pt x="5337" y="48433"/>
                  </a:lnTo>
                  <a:lnTo>
                    <a:pt x="2299" y="32320"/>
                  </a:lnTo>
                  <a:lnTo>
                    <a:pt x="195" y="21165"/>
                  </a:lnTo>
                  <a:lnTo>
                    <a:pt x="416" y="21133"/>
                  </a:lnTo>
                  <a:lnTo>
                    <a:pt x="0" y="18822"/>
                  </a:lnTo>
                  <a:lnTo>
                    <a:pt x="8179" y="18862"/>
                  </a:lnTo>
                  <a:lnTo>
                    <a:pt x="16330" y="18903"/>
                  </a:lnTo>
                  <a:lnTo>
                    <a:pt x="24480" y="18943"/>
                  </a:lnTo>
                  <a:lnTo>
                    <a:pt x="34168" y="18991"/>
                  </a:lnTo>
                  <a:lnTo>
                    <a:pt x="38594" y="19013"/>
                  </a:lnTo>
                  <a:lnTo>
                    <a:pt x="44941" y="19384"/>
                  </a:lnTo>
                  <a:lnTo>
                    <a:pt x="52625" y="19832"/>
                  </a:lnTo>
                  <a:lnTo>
                    <a:pt x="60824" y="20311"/>
                  </a:lnTo>
                  <a:lnTo>
                    <a:pt x="69180" y="20799"/>
                  </a:lnTo>
                  <a:lnTo>
                    <a:pt x="73129" y="21029"/>
                  </a:lnTo>
                  <a:lnTo>
                    <a:pt x="79199" y="21707"/>
                  </a:lnTo>
                  <a:lnTo>
                    <a:pt x="89501" y="22858"/>
                  </a:lnTo>
                  <a:lnTo>
                    <a:pt x="101779" y="24229"/>
                  </a:lnTo>
                  <a:lnTo>
                    <a:pt x="105474" y="26591"/>
                  </a:lnTo>
                  <a:lnTo>
                    <a:pt x="109079" y="27465"/>
                  </a:lnTo>
                  <a:lnTo>
                    <a:pt x="121508" y="30480"/>
                  </a:lnTo>
                  <a:lnTo>
                    <a:pt x="130790" y="32435"/>
                  </a:lnTo>
                  <a:lnTo>
                    <a:pt x="137171" y="33778"/>
                  </a:lnTo>
                  <a:lnTo>
                    <a:pt x="140108" y="33458"/>
                  </a:lnTo>
                  <a:lnTo>
                    <a:pt x="150784" y="32293"/>
                  </a:lnTo>
                  <a:lnTo>
                    <a:pt x="158802" y="31229"/>
                  </a:lnTo>
                  <a:lnTo>
                    <a:pt x="161415" y="30882"/>
                  </a:lnTo>
                  <a:lnTo>
                    <a:pt x="168150" y="30499"/>
                  </a:lnTo>
                  <a:lnTo>
                    <a:pt x="176705" y="30012"/>
                  </a:lnTo>
                  <a:lnTo>
                    <a:pt x="180514" y="27902"/>
                  </a:lnTo>
                  <a:lnTo>
                    <a:pt x="191212" y="21977"/>
                  </a:lnTo>
                  <a:lnTo>
                    <a:pt x="199213" y="16786"/>
                  </a:lnTo>
                  <a:lnTo>
                    <a:pt x="204663" y="11756"/>
                  </a:lnTo>
                  <a:lnTo>
                    <a:pt x="215332" y="5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44383" y="3946357"/>
              <a:ext cx="116181" cy="40225"/>
            </a:xfrm>
            <a:custGeom>
              <a:avLst/>
              <a:pathLst>
                <a:path w="116181" h="40225">
                  <a:moveTo>
                    <a:pt x="1654" y="40225"/>
                  </a:moveTo>
                  <a:lnTo>
                    <a:pt x="1052" y="35853"/>
                  </a:lnTo>
                  <a:lnTo>
                    <a:pt x="853" y="35302"/>
                  </a:lnTo>
                  <a:lnTo>
                    <a:pt x="0" y="32937"/>
                  </a:lnTo>
                  <a:lnTo>
                    <a:pt x="83" y="29063"/>
                  </a:lnTo>
                  <a:lnTo>
                    <a:pt x="232" y="24800"/>
                  </a:lnTo>
                  <a:lnTo>
                    <a:pt x="291" y="19918"/>
                  </a:lnTo>
                  <a:lnTo>
                    <a:pt x="1984" y="16904"/>
                  </a:lnTo>
                  <a:lnTo>
                    <a:pt x="3523" y="13656"/>
                  </a:lnTo>
                  <a:lnTo>
                    <a:pt x="4275" y="12871"/>
                  </a:lnTo>
                  <a:lnTo>
                    <a:pt x="7299" y="9711"/>
                  </a:lnTo>
                  <a:lnTo>
                    <a:pt x="7837" y="9150"/>
                  </a:lnTo>
                  <a:lnTo>
                    <a:pt x="11449" y="6474"/>
                  </a:lnTo>
                  <a:lnTo>
                    <a:pt x="14988" y="5365"/>
                  </a:lnTo>
                  <a:lnTo>
                    <a:pt x="20177" y="4967"/>
                  </a:lnTo>
                  <a:lnTo>
                    <a:pt x="25076" y="5109"/>
                  </a:lnTo>
                  <a:lnTo>
                    <a:pt x="30147" y="6475"/>
                  </a:lnTo>
                  <a:lnTo>
                    <a:pt x="32665" y="6791"/>
                  </a:lnTo>
                  <a:lnTo>
                    <a:pt x="39198" y="7610"/>
                  </a:lnTo>
                  <a:lnTo>
                    <a:pt x="46254" y="6773"/>
                  </a:lnTo>
                  <a:lnTo>
                    <a:pt x="53164" y="5706"/>
                  </a:lnTo>
                  <a:lnTo>
                    <a:pt x="61760" y="5158"/>
                  </a:lnTo>
                  <a:lnTo>
                    <a:pt x="69967" y="4541"/>
                  </a:lnTo>
                  <a:lnTo>
                    <a:pt x="72995" y="4314"/>
                  </a:lnTo>
                  <a:lnTo>
                    <a:pt x="77740" y="3996"/>
                  </a:lnTo>
                  <a:lnTo>
                    <a:pt x="83827" y="3588"/>
                  </a:lnTo>
                  <a:lnTo>
                    <a:pt x="92594" y="1863"/>
                  </a:lnTo>
                  <a:lnTo>
                    <a:pt x="95181" y="1354"/>
                  </a:lnTo>
                  <a:lnTo>
                    <a:pt x="99100" y="848"/>
                  </a:lnTo>
                  <a:lnTo>
                    <a:pt x="103949" y="222"/>
                  </a:lnTo>
                  <a:lnTo>
                    <a:pt x="109912" y="94"/>
                  </a:lnTo>
                  <a:lnTo>
                    <a:pt x="114324" y="0"/>
                  </a:lnTo>
                  <a:lnTo>
                    <a:pt x="114516" y="3196"/>
                  </a:lnTo>
                  <a:lnTo>
                    <a:pt x="114673" y="5832"/>
                  </a:lnTo>
                  <a:lnTo>
                    <a:pt x="115206" y="14727"/>
                  </a:lnTo>
                  <a:lnTo>
                    <a:pt x="115609" y="21457"/>
                  </a:lnTo>
                  <a:lnTo>
                    <a:pt x="116181" y="31025"/>
                  </a:lnTo>
                  <a:lnTo>
                    <a:pt x="66489" y="36250"/>
                  </a:lnTo>
                  <a:lnTo>
                    <a:pt x="63708" y="36420"/>
                  </a:lnTo>
                  <a:lnTo>
                    <a:pt x="57620" y="36793"/>
                  </a:lnTo>
                  <a:lnTo>
                    <a:pt x="54187" y="3700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57153" y="3983182"/>
              <a:ext cx="125649" cy="105803"/>
            </a:xfrm>
            <a:custGeom>
              <a:avLst/>
              <a:pathLst>
                <a:path w="125649" h="105803">
                  <a:moveTo>
                    <a:pt x="16430" y="98643"/>
                  </a:moveTo>
                  <a:lnTo>
                    <a:pt x="15223" y="88779"/>
                  </a:lnTo>
                  <a:lnTo>
                    <a:pt x="13935" y="78245"/>
                  </a:lnTo>
                  <a:lnTo>
                    <a:pt x="12371" y="67385"/>
                  </a:lnTo>
                  <a:lnTo>
                    <a:pt x="9391" y="59249"/>
                  </a:lnTo>
                  <a:lnTo>
                    <a:pt x="6698" y="51898"/>
                  </a:lnTo>
                  <a:lnTo>
                    <a:pt x="6659" y="49255"/>
                  </a:lnTo>
                  <a:lnTo>
                    <a:pt x="6617" y="46470"/>
                  </a:lnTo>
                  <a:lnTo>
                    <a:pt x="4639" y="42098"/>
                  </a:lnTo>
                  <a:lnTo>
                    <a:pt x="2371" y="37088"/>
                  </a:lnTo>
                  <a:lnTo>
                    <a:pt x="0" y="31846"/>
                  </a:lnTo>
                  <a:lnTo>
                    <a:pt x="6734" y="27095"/>
                  </a:lnTo>
                  <a:lnTo>
                    <a:pt x="9404" y="27491"/>
                  </a:lnTo>
                  <a:lnTo>
                    <a:pt x="10618" y="27671"/>
                  </a:lnTo>
                  <a:lnTo>
                    <a:pt x="15230" y="28356"/>
                  </a:lnTo>
                  <a:lnTo>
                    <a:pt x="16686" y="28572"/>
                  </a:lnTo>
                  <a:lnTo>
                    <a:pt x="24967" y="29550"/>
                  </a:lnTo>
                  <a:lnTo>
                    <a:pt x="25452" y="29622"/>
                  </a:lnTo>
                  <a:lnTo>
                    <a:pt x="26665" y="29802"/>
                  </a:lnTo>
                  <a:lnTo>
                    <a:pt x="34378" y="29443"/>
                  </a:lnTo>
                  <a:lnTo>
                    <a:pt x="36352" y="29485"/>
                  </a:lnTo>
                  <a:lnTo>
                    <a:pt x="37807" y="29701"/>
                  </a:lnTo>
                  <a:lnTo>
                    <a:pt x="39362" y="29180"/>
                  </a:lnTo>
                  <a:lnTo>
                    <a:pt x="40090" y="29288"/>
                  </a:lnTo>
                  <a:lnTo>
                    <a:pt x="47813" y="28928"/>
                  </a:lnTo>
                  <a:lnTo>
                    <a:pt x="48818" y="28826"/>
                  </a:lnTo>
                  <a:lnTo>
                    <a:pt x="49580" y="28688"/>
                  </a:lnTo>
                  <a:lnTo>
                    <a:pt x="52237" y="28207"/>
                  </a:lnTo>
                  <a:lnTo>
                    <a:pt x="57971" y="27168"/>
                  </a:lnTo>
                  <a:lnTo>
                    <a:pt x="59359" y="26115"/>
                  </a:lnTo>
                  <a:lnTo>
                    <a:pt x="65866" y="22285"/>
                  </a:lnTo>
                  <a:lnTo>
                    <a:pt x="66181" y="21826"/>
                  </a:lnTo>
                  <a:lnTo>
                    <a:pt x="69957" y="18079"/>
                  </a:lnTo>
                  <a:lnTo>
                    <a:pt x="70553" y="17405"/>
                  </a:lnTo>
                  <a:lnTo>
                    <a:pt x="72353" y="13602"/>
                  </a:lnTo>
                  <a:lnTo>
                    <a:pt x="72707" y="12890"/>
                  </a:lnTo>
                  <a:lnTo>
                    <a:pt x="73670" y="9714"/>
                  </a:lnTo>
                  <a:lnTo>
                    <a:pt x="73815" y="9481"/>
                  </a:lnTo>
                  <a:lnTo>
                    <a:pt x="74978" y="7606"/>
                  </a:lnTo>
                  <a:lnTo>
                    <a:pt x="94082" y="2237"/>
                  </a:lnTo>
                  <a:lnTo>
                    <a:pt x="106746" y="0"/>
                  </a:lnTo>
                  <a:lnTo>
                    <a:pt x="107184" y="3821"/>
                  </a:lnTo>
                  <a:lnTo>
                    <a:pt x="107587" y="7342"/>
                  </a:lnTo>
                  <a:lnTo>
                    <a:pt x="108794" y="7674"/>
                  </a:lnTo>
                  <a:lnTo>
                    <a:pt x="111670" y="8467"/>
                  </a:lnTo>
                  <a:lnTo>
                    <a:pt x="118403" y="8703"/>
                  </a:lnTo>
                  <a:lnTo>
                    <a:pt x="120551" y="9355"/>
                  </a:lnTo>
                  <a:lnTo>
                    <a:pt x="125089" y="10731"/>
                  </a:lnTo>
                  <a:lnTo>
                    <a:pt x="125649" y="13380"/>
                  </a:lnTo>
                  <a:lnTo>
                    <a:pt x="122269" y="15432"/>
                  </a:lnTo>
                  <a:lnTo>
                    <a:pt x="120916" y="16254"/>
                  </a:lnTo>
                  <a:lnTo>
                    <a:pt x="120345" y="16680"/>
                  </a:lnTo>
                  <a:lnTo>
                    <a:pt x="115300" y="18479"/>
                  </a:lnTo>
                  <a:lnTo>
                    <a:pt x="114488" y="18867"/>
                  </a:lnTo>
                  <a:lnTo>
                    <a:pt x="108156" y="20976"/>
                  </a:lnTo>
                  <a:lnTo>
                    <a:pt x="107385" y="21115"/>
                  </a:lnTo>
                  <a:lnTo>
                    <a:pt x="102889" y="22731"/>
                  </a:lnTo>
                  <a:lnTo>
                    <a:pt x="98819" y="26431"/>
                  </a:lnTo>
                  <a:lnTo>
                    <a:pt x="100304" y="31197"/>
                  </a:lnTo>
                  <a:lnTo>
                    <a:pt x="103198" y="36406"/>
                  </a:lnTo>
                  <a:lnTo>
                    <a:pt x="104703" y="39388"/>
                  </a:lnTo>
                  <a:lnTo>
                    <a:pt x="106490" y="43654"/>
                  </a:lnTo>
                  <a:lnTo>
                    <a:pt x="108315" y="49156"/>
                  </a:lnTo>
                  <a:lnTo>
                    <a:pt x="109571" y="55047"/>
                  </a:lnTo>
                  <a:lnTo>
                    <a:pt x="109632" y="56240"/>
                  </a:lnTo>
                  <a:lnTo>
                    <a:pt x="109863" y="60767"/>
                  </a:lnTo>
                  <a:lnTo>
                    <a:pt x="107783" y="61786"/>
                  </a:lnTo>
                  <a:lnTo>
                    <a:pt x="102180" y="64528"/>
                  </a:lnTo>
                  <a:lnTo>
                    <a:pt x="91176" y="69914"/>
                  </a:lnTo>
                  <a:lnTo>
                    <a:pt x="78739" y="76002"/>
                  </a:lnTo>
                  <a:lnTo>
                    <a:pt x="64424" y="83008"/>
                  </a:lnTo>
                  <a:lnTo>
                    <a:pt x="44085" y="92964"/>
                  </a:lnTo>
                  <a:lnTo>
                    <a:pt x="41549" y="94205"/>
                  </a:lnTo>
                  <a:lnTo>
                    <a:pt x="41128" y="94411"/>
                  </a:lnTo>
                  <a:lnTo>
                    <a:pt x="24845" y="102381"/>
                  </a:lnTo>
                  <a:lnTo>
                    <a:pt x="17854" y="105803"/>
                  </a:lnTo>
                  <a:lnTo>
                    <a:pt x="16644" y="999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220360" y="4119362"/>
              <a:ext cx="72935" cy="76919"/>
            </a:xfrm>
            <a:custGeom>
              <a:avLst/>
              <a:pathLst>
                <a:path w="72935" h="76919">
                  <a:moveTo>
                    <a:pt x="12803" y="15564"/>
                  </a:moveTo>
                  <a:lnTo>
                    <a:pt x="23403" y="10240"/>
                  </a:lnTo>
                  <a:lnTo>
                    <a:pt x="32158" y="5843"/>
                  </a:lnTo>
                  <a:lnTo>
                    <a:pt x="43793" y="0"/>
                  </a:lnTo>
                  <a:lnTo>
                    <a:pt x="49023" y="9433"/>
                  </a:lnTo>
                  <a:lnTo>
                    <a:pt x="53915" y="18624"/>
                  </a:lnTo>
                  <a:lnTo>
                    <a:pt x="56169" y="24538"/>
                  </a:lnTo>
                  <a:lnTo>
                    <a:pt x="58414" y="29398"/>
                  </a:lnTo>
                  <a:lnTo>
                    <a:pt x="58898" y="30307"/>
                  </a:lnTo>
                  <a:lnTo>
                    <a:pt x="61376" y="35088"/>
                  </a:lnTo>
                  <a:lnTo>
                    <a:pt x="61859" y="35994"/>
                  </a:lnTo>
                  <a:lnTo>
                    <a:pt x="61979" y="36477"/>
                  </a:lnTo>
                  <a:lnTo>
                    <a:pt x="63484" y="40457"/>
                  </a:lnTo>
                  <a:lnTo>
                    <a:pt x="64025" y="41600"/>
                  </a:lnTo>
                  <a:lnTo>
                    <a:pt x="64687" y="42201"/>
                  </a:lnTo>
                  <a:lnTo>
                    <a:pt x="64866" y="42923"/>
                  </a:lnTo>
                  <a:lnTo>
                    <a:pt x="66244" y="46406"/>
                  </a:lnTo>
                  <a:lnTo>
                    <a:pt x="66724" y="47305"/>
                  </a:lnTo>
                  <a:lnTo>
                    <a:pt x="67143" y="47964"/>
                  </a:lnTo>
                  <a:lnTo>
                    <a:pt x="69237" y="51253"/>
                  </a:lnTo>
                  <a:lnTo>
                    <a:pt x="69534" y="52449"/>
                  </a:lnTo>
                  <a:lnTo>
                    <a:pt x="72935" y="56916"/>
                  </a:lnTo>
                  <a:lnTo>
                    <a:pt x="68154" y="60553"/>
                  </a:lnTo>
                  <a:lnTo>
                    <a:pt x="59331" y="67264"/>
                  </a:lnTo>
                  <a:lnTo>
                    <a:pt x="46640" y="76919"/>
                  </a:lnTo>
                  <a:lnTo>
                    <a:pt x="41486" y="74364"/>
                  </a:lnTo>
                  <a:lnTo>
                    <a:pt x="39913" y="73584"/>
                  </a:lnTo>
                  <a:lnTo>
                    <a:pt x="37652" y="71403"/>
                  </a:lnTo>
                  <a:lnTo>
                    <a:pt x="35138" y="68980"/>
                  </a:lnTo>
                  <a:lnTo>
                    <a:pt x="31703" y="64258"/>
                  </a:lnTo>
                  <a:lnTo>
                    <a:pt x="26393" y="56960"/>
                  </a:lnTo>
                  <a:lnTo>
                    <a:pt x="22303" y="51338"/>
                  </a:lnTo>
                  <a:lnTo>
                    <a:pt x="20721" y="49256"/>
                  </a:lnTo>
                  <a:lnTo>
                    <a:pt x="14079" y="40518"/>
                  </a:lnTo>
                  <a:lnTo>
                    <a:pt x="7121" y="31364"/>
                  </a:lnTo>
                  <a:lnTo>
                    <a:pt x="1390" y="23824"/>
                  </a:lnTo>
                  <a:lnTo>
                    <a:pt x="0" y="21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33868" y="3897812"/>
              <a:ext cx="108599" cy="39654"/>
            </a:xfrm>
            <a:custGeom>
              <a:avLst/>
              <a:pathLst>
                <a:path w="108599" h="39654">
                  <a:moveTo>
                    <a:pt x="42847" y="4222"/>
                  </a:moveTo>
                  <a:lnTo>
                    <a:pt x="54095" y="4097"/>
                  </a:lnTo>
                  <a:lnTo>
                    <a:pt x="69835" y="1451"/>
                  </a:lnTo>
                  <a:lnTo>
                    <a:pt x="78465" y="0"/>
                  </a:lnTo>
                  <a:lnTo>
                    <a:pt x="107013" y="135"/>
                  </a:lnTo>
                  <a:lnTo>
                    <a:pt x="107614" y="6331"/>
                  </a:lnTo>
                  <a:lnTo>
                    <a:pt x="108599" y="16482"/>
                  </a:lnTo>
                  <a:lnTo>
                    <a:pt x="96440" y="17428"/>
                  </a:lnTo>
                  <a:lnTo>
                    <a:pt x="78250" y="21589"/>
                  </a:lnTo>
                  <a:lnTo>
                    <a:pt x="68685" y="23778"/>
                  </a:lnTo>
                  <a:lnTo>
                    <a:pt x="54981" y="26749"/>
                  </a:lnTo>
                  <a:lnTo>
                    <a:pt x="44863" y="28942"/>
                  </a:lnTo>
                  <a:lnTo>
                    <a:pt x="30364" y="32442"/>
                  </a:lnTo>
                  <a:lnTo>
                    <a:pt x="26935" y="33270"/>
                  </a:lnTo>
                  <a:lnTo>
                    <a:pt x="487" y="39654"/>
                  </a:lnTo>
                  <a:lnTo>
                    <a:pt x="313" y="37797"/>
                  </a:lnTo>
                  <a:lnTo>
                    <a:pt x="0" y="34443"/>
                  </a:lnTo>
                  <a:lnTo>
                    <a:pt x="2715" y="22565"/>
                  </a:lnTo>
                  <a:lnTo>
                    <a:pt x="6819" y="46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71929" y="3953365"/>
              <a:ext cx="52815" cy="42429"/>
            </a:xfrm>
            <a:custGeom>
              <a:avLst/>
              <a:pathLst>
                <a:path w="52815" h="42429">
                  <a:moveTo>
                    <a:pt x="3429" y="26504"/>
                  </a:moveTo>
                  <a:lnTo>
                    <a:pt x="6551" y="15334"/>
                  </a:lnTo>
                  <a:lnTo>
                    <a:pt x="10837" y="0"/>
                  </a:lnTo>
                  <a:lnTo>
                    <a:pt x="33566" y="3384"/>
                  </a:lnTo>
                  <a:lnTo>
                    <a:pt x="43511" y="4865"/>
                  </a:lnTo>
                  <a:lnTo>
                    <a:pt x="52815" y="6250"/>
                  </a:lnTo>
                  <a:lnTo>
                    <a:pt x="51732" y="25336"/>
                  </a:lnTo>
                  <a:lnTo>
                    <a:pt x="50761" y="42429"/>
                  </a:lnTo>
                  <a:lnTo>
                    <a:pt x="46964" y="42156"/>
                  </a:lnTo>
                  <a:lnTo>
                    <a:pt x="43019" y="41872"/>
                  </a:lnTo>
                  <a:lnTo>
                    <a:pt x="38520" y="41548"/>
                  </a:lnTo>
                  <a:lnTo>
                    <a:pt x="33739" y="41203"/>
                  </a:lnTo>
                  <a:lnTo>
                    <a:pt x="27013" y="40719"/>
                  </a:lnTo>
                  <a:lnTo>
                    <a:pt x="21490" y="40321"/>
                  </a:lnTo>
                  <a:lnTo>
                    <a:pt x="16887" y="39990"/>
                  </a:lnTo>
                  <a:lnTo>
                    <a:pt x="11213" y="39581"/>
                  </a:lnTo>
                  <a:lnTo>
                    <a:pt x="5634" y="39180"/>
                  </a:lnTo>
                  <a:lnTo>
                    <a:pt x="3078" y="38996"/>
                  </a:lnTo>
                  <a:lnTo>
                    <a:pt x="0" y="38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81463" y="4064977"/>
              <a:ext cx="83251" cy="70905"/>
            </a:xfrm>
            <a:custGeom>
              <a:avLst/>
              <a:pathLst>
                <a:path w="83251" h="70905">
                  <a:moveTo>
                    <a:pt x="344" y="27115"/>
                  </a:moveTo>
                  <a:lnTo>
                    <a:pt x="10487" y="22180"/>
                  </a:lnTo>
                  <a:lnTo>
                    <a:pt x="22225" y="16467"/>
                  </a:lnTo>
                  <a:lnTo>
                    <a:pt x="32835" y="11304"/>
                  </a:lnTo>
                  <a:lnTo>
                    <a:pt x="46353" y="4727"/>
                  </a:lnTo>
                  <a:lnTo>
                    <a:pt x="56067" y="0"/>
                  </a:lnTo>
                  <a:lnTo>
                    <a:pt x="59076" y="1448"/>
                  </a:lnTo>
                  <a:lnTo>
                    <a:pt x="59343" y="1563"/>
                  </a:lnTo>
                  <a:lnTo>
                    <a:pt x="61971" y="4267"/>
                  </a:lnTo>
                  <a:lnTo>
                    <a:pt x="62199" y="4839"/>
                  </a:lnTo>
                  <a:lnTo>
                    <a:pt x="62656" y="5981"/>
                  </a:lnTo>
                  <a:lnTo>
                    <a:pt x="64027" y="9407"/>
                  </a:lnTo>
                  <a:lnTo>
                    <a:pt x="64484" y="10550"/>
                  </a:lnTo>
                  <a:lnTo>
                    <a:pt x="64751" y="11768"/>
                  </a:lnTo>
                  <a:lnTo>
                    <a:pt x="65779" y="14890"/>
                  </a:lnTo>
                  <a:lnTo>
                    <a:pt x="66008" y="15461"/>
                  </a:lnTo>
                  <a:lnTo>
                    <a:pt x="66579" y="18544"/>
                  </a:lnTo>
                  <a:lnTo>
                    <a:pt x="66960" y="19496"/>
                  </a:lnTo>
                  <a:lnTo>
                    <a:pt x="67912" y="22427"/>
                  </a:lnTo>
                  <a:lnTo>
                    <a:pt x="68217" y="23188"/>
                  </a:lnTo>
                  <a:lnTo>
                    <a:pt x="71529" y="27603"/>
                  </a:lnTo>
                  <a:lnTo>
                    <a:pt x="75335" y="31599"/>
                  </a:lnTo>
                  <a:lnTo>
                    <a:pt x="76287" y="32322"/>
                  </a:lnTo>
                  <a:lnTo>
                    <a:pt x="76439" y="32703"/>
                  </a:lnTo>
                  <a:lnTo>
                    <a:pt x="79673" y="36926"/>
                  </a:lnTo>
                  <a:lnTo>
                    <a:pt x="83251" y="44764"/>
                  </a:lnTo>
                  <a:lnTo>
                    <a:pt x="78534" y="47162"/>
                  </a:lnTo>
                  <a:lnTo>
                    <a:pt x="75660" y="48622"/>
                  </a:lnTo>
                  <a:lnTo>
                    <a:pt x="66910" y="53071"/>
                  </a:lnTo>
                  <a:lnTo>
                    <a:pt x="59289" y="56945"/>
                  </a:lnTo>
                  <a:lnTo>
                    <a:pt x="50257" y="61536"/>
                  </a:lnTo>
                  <a:lnTo>
                    <a:pt x="31826" y="70905"/>
                  </a:lnTo>
                  <a:lnTo>
                    <a:pt x="28680" y="67202"/>
                  </a:lnTo>
                  <a:lnTo>
                    <a:pt x="25408" y="63352"/>
                  </a:lnTo>
                  <a:lnTo>
                    <a:pt x="22398" y="59809"/>
                  </a:lnTo>
                  <a:lnTo>
                    <a:pt x="18440" y="55150"/>
                  </a:lnTo>
                  <a:lnTo>
                    <a:pt x="14615" y="50648"/>
                  </a:lnTo>
                  <a:lnTo>
                    <a:pt x="10616" y="45941"/>
                  </a:lnTo>
                  <a:lnTo>
                    <a:pt x="7321" y="42063"/>
                  </a:lnTo>
                  <a:lnTo>
                    <a:pt x="4212" y="38404"/>
                  </a:lnTo>
                  <a:lnTo>
                    <a:pt x="0" y="33445"/>
                  </a:lnTo>
                  <a:lnTo>
                    <a:pt x="195" y="29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46114" y="4051241"/>
              <a:ext cx="42278" cy="54097"/>
            </a:xfrm>
            <a:custGeom>
              <a:avLst/>
              <a:pathLst>
                <a:path w="42278" h="54097">
                  <a:moveTo>
                    <a:pt x="0" y="8739"/>
                  </a:moveTo>
                  <a:lnTo>
                    <a:pt x="10231" y="4103"/>
                  </a:lnTo>
                  <a:lnTo>
                    <a:pt x="12159" y="3229"/>
                  </a:lnTo>
                  <a:lnTo>
                    <a:pt x="17492" y="0"/>
                  </a:lnTo>
                  <a:lnTo>
                    <a:pt x="20120" y="2705"/>
                  </a:lnTo>
                  <a:lnTo>
                    <a:pt x="23624" y="8151"/>
                  </a:lnTo>
                  <a:lnTo>
                    <a:pt x="23701" y="8341"/>
                  </a:lnTo>
                  <a:lnTo>
                    <a:pt x="27585" y="14738"/>
                  </a:lnTo>
                  <a:lnTo>
                    <a:pt x="27813" y="15308"/>
                  </a:lnTo>
                  <a:lnTo>
                    <a:pt x="30174" y="19001"/>
                  </a:lnTo>
                  <a:lnTo>
                    <a:pt x="30859" y="19610"/>
                  </a:lnTo>
                  <a:lnTo>
                    <a:pt x="33029" y="23379"/>
                  </a:lnTo>
                  <a:lnTo>
                    <a:pt x="33181" y="23759"/>
                  </a:lnTo>
                  <a:lnTo>
                    <a:pt x="34438" y="27451"/>
                  </a:lnTo>
                  <a:lnTo>
                    <a:pt x="34552" y="28288"/>
                  </a:lnTo>
                  <a:lnTo>
                    <a:pt x="35808" y="33083"/>
                  </a:lnTo>
                  <a:lnTo>
                    <a:pt x="39538" y="40198"/>
                  </a:lnTo>
                  <a:lnTo>
                    <a:pt x="42278" y="44840"/>
                  </a:lnTo>
                  <a:lnTo>
                    <a:pt x="40152" y="45862"/>
                  </a:lnTo>
                  <a:lnTo>
                    <a:pt x="32508" y="49536"/>
                  </a:lnTo>
                  <a:lnTo>
                    <a:pt x="23020" y="54097"/>
                  </a:lnTo>
                  <a:lnTo>
                    <a:pt x="21572" y="50481"/>
                  </a:lnTo>
                  <a:lnTo>
                    <a:pt x="20429" y="47625"/>
                  </a:lnTo>
                  <a:lnTo>
                    <a:pt x="19896" y="46293"/>
                  </a:lnTo>
                  <a:lnTo>
                    <a:pt x="18448" y="42676"/>
                  </a:lnTo>
                  <a:lnTo>
                    <a:pt x="18296" y="42295"/>
                  </a:lnTo>
                  <a:lnTo>
                    <a:pt x="18448" y="40468"/>
                  </a:lnTo>
                  <a:lnTo>
                    <a:pt x="18410" y="39820"/>
                  </a:lnTo>
                  <a:lnTo>
                    <a:pt x="18486" y="38907"/>
                  </a:lnTo>
                  <a:lnTo>
                    <a:pt x="18105" y="37955"/>
                  </a:lnTo>
                  <a:lnTo>
                    <a:pt x="17000" y="35746"/>
                  </a:lnTo>
                  <a:lnTo>
                    <a:pt x="16923" y="35556"/>
                  </a:lnTo>
                  <a:lnTo>
                    <a:pt x="14713" y="32243"/>
                  </a:lnTo>
                  <a:lnTo>
                    <a:pt x="14218" y="31558"/>
                  </a:lnTo>
                  <a:lnTo>
                    <a:pt x="12275" y="29463"/>
                  </a:lnTo>
                  <a:lnTo>
                    <a:pt x="11665" y="29044"/>
                  </a:lnTo>
                  <a:lnTo>
                    <a:pt x="11093" y="28168"/>
                  </a:lnTo>
                  <a:lnTo>
                    <a:pt x="8616" y="24740"/>
                  </a:lnTo>
                  <a:lnTo>
                    <a:pt x="8311" y="23978"/>
                  </a:lnTo>
                  <a:lnTo>
                    <a:pt x="8006" y="23216"/>
                  </a:lnTo>
                  <a:lnTo>
                    <a:pt x="4880" y="18721"/>
                  </a:lnTo>
                  <a:lnTo>
                    <a:pt x="4384" y="18035"/>
                  </a:lnTo>
                  <a:lnTo>
                    <a:pt x="1714" y="13579"/>
                  </a:lnTo>
                  <a:lnTo>
                    <a:pt x="1243" y="122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92123" y="3801020"/>
              <a:ext cx="88753" cy="143186"/>
            </a:xfrm>
            <a:custGeom>
              <a:avLst/>
              <a:pathLst>
                <a:path w="88753" h="143186">
                  <a:moveTo>
                    <a:pt x="1434" y="113211"/>
                  </a:moveTo>
                  <a:lnTo>
                    <a:pt x="3595" y="104990"/>
                  </a:lnTo>
                  <a:lnTo>
                    <a:pt x="5495" y="97761"/>
                  </a:lnTo>
                  <a:lnTo>
                    <a:pt x="8002" y="88223"/>
                  </a:lnTo>
                  <a:lnTo>
                    <a:pt x="10718" y="77885"/>
                  </a:lnTo>
                  <a:lnTo>
                    <a:pt x="13369" y="67798"/>
                  </a:lnTo>
                  <a:lnTo>
                    <a:pt x="14082" y="65085"/>
                  </a:lnTo>
                  <a:lnTo>
                    <a:pt x="14964" y="61307"/>
                  </a:lnTo>
                  <a:lnTo>
                    <a:pt x="17916" y="48655"/>
                  </a:lnTo>
                  <a:lnTo>
                    <a:pt x="20248" y="38661"/>
                  </a:lnTo>
                  <a:lnTo>
                    <a:pt x="22229" y="30172"/>
                  </a:lnTo>
                  <a:lnTo>
                    <a:pt x="23713" y="26188"/>
                  </a:lnTo>
                  <a:lnTo>
                    <a:pt x="26812" y="17863"/>
                  </a:lnTo>
                  <a:lnTo>
                    <a:pt x="30627" y="7618"/>
                  </a:lnTo>
                  <a:lnTo>
                    <a:pt x="33463" y="0"/>
                  </a:lnTo>
                  <a:lnTo>
                    <a:pt x="47341" y="6079"/>
                  </a:lnTo>
                  <a:lnTo>
                    <a:pt x="42455" y="28383"/>
                  </a:lnTo>
                  <a:lnTo>
                    <a:pt x="51129" y="34168"/>
                  </a:lnTo>
                  <a:lnTo>
                    <a:pt x="59225" y="39569"/>
                  </a:lnTo>
                  <a:lnTo>
                    <a:pt x="57659" y="47202"/>
                  </a:lnTo>
                  <a:lnTo>
                    <a:pt x="80382" y="52014"/>
                  </a:lnTo>
                  <a:lnTo>
                    <a:pt x="79344" y="57092"/>
                  </a:lnTo>
                  <a:lnTo>
                    <a:pt x="77865" y="64321"/>
                  </a:lnTo>
                  <a:lnTo>
                    <a:pt x="76186" y="72529"/>
                  </a:lnTo>
                  <a:lnTo>
                    <a:pt x="75316" y="76783"/>
                  </a:lnTo>
                  <a:lnTo>
                    <a:pt x="77734" y="81442"/>
                  </a:lnTo>
                  <a:lnTo>
                    <a:pt x="85895" y="97170"/>
                  </a:lnTo>
                  <a:lnTo>
                    <a:pt x="88753" y="102678"/>
                  </a:lnTo>
                  <a:lnTo>
                    <a:pt x="87608" y="110463"/>
                  </a:lnTo>
                  <a:lnTo>
                    <a:pt x="85947" y="121759"/>
                  </a:lnTo>
                  <a:lnTo>
                    <a:pt x="84835" y="129327"/>
                  </a:lnTo>
                  <a:lnTo>
                    <a:pt x="84313" y="132625"/>
                  </a:lnTo>
                  <a:lnTo>
                    <a:pt x="82894" y="141604"/>
                  </a:lnTo>
                  <a:lnTo>
                    <a:pt x="82644" y="143186"/>
                  </a:lnTo>
                  <a:lnTo>
                    <a:pt x="58070" y="136924"/>
                  </a:lnTo>
                  <a:lnTo>
                    <a:pt x="39312" y="132143"/>
                  </a:lnTo>
                  <a:lnTo>
                    <a:pt x="30881" y="129254"/>
                  </a:lnTo>
                  <a:lnTo>
                    <a:pt x="0" y="1186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31691" y="3970729"/>
              <a:ext cx="127484" cy="86172"/>
            </a:xfrm>
            <a:custGeom>
              <a:avLst/>
              <a:pathLst>
                <a:path w="127484" h="86172">
                  <a:moveTo>
                    <a:pt x="9280" y="22701"/>
                  </a:moveTo>
                  <a:lnTo>
                    <a:pt x="16156" y="0"/>
                  </a:lnTo>
                  <a:lnTo>
                    <a:pt x="23871" y="2554"/>
                  </a:lnTo>
                  <a:lnTo>
                    <a:pt x="29647" y="4466"/>
                  </a:lnTo>
                  <a:lnTo>
                    <a:pt x="34356" y="6025"/>
                  </a:lnTo>
                  <a:lnTo>
                    <a:pt x="39123" y="7604"/>
                  </a:lnTo>
                  <a:lnTo>
                    <a:pt x="45885" y="9842"/>
                  </a:lnTo>
                  <a:lnTo>
                    <a:pt x="50787" y="11466"/>
                  </a:lnTo>
                  <a:lnTo>
                    <a:pt x="56751" y="13440"/>
                  </a:lnTo>
                  <a:lnTo>
                    <a:pt x="62187" y="15240"/>
                  </a:lnTo>
                  <a:lnTo>
                    <a:pt x="69682" y="17721"/>
                  </a:lnTo>
                  <a:lnTo>
                    <a:pt x="76103" y="19847"/>
                  </a:lnTo>
                  <a:lnTo>
                    <a:pt x="81604" y="21669"/>
                  </a:lnTo>
                  <a:lnTo>
                    <a:pt x="89550" y="24300"/>
                  </a:lnTo>
                  <a:lnTo>
                    <a:pt x="94194" y="25837"/>
                  </a:lnTo>
                  <a:lnTo>
                    <a:pt x="99560" y="27614"/>
                  </a:lnTo>
                  <a:lnTo>
                    <a:pt x="105201" y="29482"/>
                  </a:lnTo>
                  <a:lnTo>
                    <a:pt x="114010" y="32398"/>
                  </a:lnTo>
                  <a:lnTo>
                    <a:pt x="125469" y="36192"/>
                  </a:lnTo>
                  <a:lnTo>
                    <a:pt x="127484" y="36859"/>
                  </a:lnTo>
                  <a:lnTo>
                    <a:pt x="123544" y="51414"/>
                  </a:lnTo>
                  <a:lnTo>
                    <a:pt x="119047" y="68027"/>
                  </a:lnTo>
                  <a:lnTo>
                    <a:pt x="114135" y="86172"/>
                  </a:lnTo>
                  <a:lnTo>
                    <a:pt x="108324" y="84447"/>
                  </a:lnTo>
                  <a:lnTo>
                    <a:pt x="102249" y="82644"/>
                  </a:lnTo>
                  <a:lnTo>
                    <a:pt x="96233" y="80859"/>
                  </a:lnTo>
                  <a:lnTo>
                    <a:pt x="89286" y="78798"/>
                  </a:lnTo>
                  <a:lnTo>
                    <a:pt x="82136" y="76676"/>
                  </a:lnTo>
                  <a:lnTo>
                    <a:pt x="76179" y="74909"/>
                  </a:lnTo>
                  <a:lnTo>
                    <a:pt x="63892" y="71262"/>
                  </a:lnTo>
                  <a:lnTo>
                    <a:pt x="56860" y="69176"/>
                  </a:lnTo>
                  <a:lnTo>
                    <a:pt x="49592" y="67019"/>
                  </a:lnTo>
                  <a:lnTo>
                    <a:pt x="38523" y="63734"/>
                  </a:lnTo>
                  <a:lnTo>
                    <a:pt x="34328" y="62490"/>
                  </a:lnTo>
                  <a:lnTo>
                    <a:pt x="25908" y="60245"/>
                  </a:lnTo>
                  <a:lnTo>
                    <a:pt x="17004" y="57872"/>
                  </a:lnTo>
                  <a:lnTo>
                    <a:pt x="6566" y="55091"/>
                  </a:lnTo>
                  <a:lnTo>
                    <a:pt x="0" y="533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55892" y="3857768"/>
              <a:ext cx="130350" cy="110842"/>
            </a:xfrm>
            <a:custGeom>
              <a:avLst/>
              <a:pathLst>
                <a:path w="130350" h="110842">
                  <a:moveTo>
                    <a:pt x="64730" y="14539"/>
                  </a:moveTo>
                  <a:lnTo>
                    <a:pt x="99478" y="25962"/>
                  </a:lnTo>
                  <a:lnTo>
                    <a:pt x="121021" y="56086"/>
                  </a:lnTo>
                  <a:lnTo>
                    <a:pt x="130350" y="65626"/>
                  </a:lnTo>
                  <a:lnTo>
                    <a:pt x="129806" y="81068"/>
                  </a:lnTo>
                  <a:lnTo>
                    <a:pt x="129493" y="89948"/>
                  </a:lnTo>
                  <a:lnTo>
                    <a:pt x="127025" y="97152"/>
                  </a:lnTo>
                  <a:lnTo>
                    <a:pt x="122445" y="110842"/>
                  </a:lnTo>
                  <a:lnTo>
                    <a:pt x="116738" y="108795"/>
                  </a:lnTo>
                  <a:lnTo>
                    <a:pt x="109240" y="106105"/>
                  </a:lnTo>
                  <a:lnTo>
                    <a:pt x="103719" y="104125"/>
                  </a:lnTo>
                  <a:lnTo>
                    <a:pt x="100180" y="102855"/>
                  </a:lnTo>
                  <a:lnTo>
                    <a:pt x="97310" y="101276"/>
                  </a:lnTo>
                  <a:lnTo>
                    <a:pt x="91777" y="98231"/>
                  </a:lnTo>
                  <a:lnTo>
                    <a:pt x="85046" y="94527"/>
                  </a:lnTo>
                  <a:lnTo>
                    <a:pt x="79860" y="91673"/>
                  </a:lnTo>
                  <a:lnTo>
                    <a:pt x="75587" y="89322"/>
                  </a:lnTo>
                  <a:lnTo>
                    <a:pt x="69424" y="85930"/>
                  </a:lnTo>
                  <a:lnTo>
                    <a:pt x="62346" y="82036"/>
                  </a:lnTo>
                  <a:lnTo>
                    <a:pt x="58484" y="79910"/>
                  </a:lnTo>
                  <a:lnTo>
                    <a:pt x="53980" y="77432"/>
                  </a:lnTo>
                  <a:lnTo>
                    <a:pt x="49844" y="75590"/>
                  </a:lnTo>
                  <a:lnTo>
                    <a:pt x="45902" y="73834"/>
                  </a:lnTo>
                  <a:lnTo>
                    <a:pt x="41642" y="71935"/>
                  </a:lnTo>
                  <a:lnTo>
                    <a:pt x="34038" y="68548"/>
                  </a:lnTo>
                  <a:lnTo>
                    <a:pt x="27448" y="65612"/>
                  </a:lnTo>
                  <a:lnTo>
                    <a:pt x="23017" y="63638"/>
                  </a:lnTo>
                  <a:lnTo>
                    <a:pt x="20582" y="62798"/>
                  </a:lnTo>
                  <a:lnTo>
                    <a:pt x="16801" y="62155"/>
                  </a:lnTo>
                  <a:lnTo>
                    <a:pt x="11743" y="61293"/>
                  </a:lnTo>
                  <a:lnTo>
                    <a:pt x="4798" y="60111"/>
                  </a:lnTo>
                  <a:lnTo>
                    <a:pt x="0" y="59294"/>
                  </a:lnTo>
                  <a:lnTo>
                    <a:pt x="2202" y="42483"/>
                  </a:lnTo>
                  <a:lnTo>
                    <a:pt x="4608" y="24118"/>
                  </a:lnTo>
                  <a:lnTo>
                    <a:pt x="6781" y="10939"/>
                  </a:lnTo>
                  <a:lnTo>
                    <a:pt x="205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29368" y="3911017"/>
              <a:ext cx="215410" cy="111207"/>
            </a:xfrm>
            <a:custGeom>
              <a:avLst/>
              <a:pathLst>
                <a:path w="215410" h="111207">
                  <a:moveTo>
                    <a:pt x="151110" y="86220"/>
                  </a:moveTo>
                  <a:lnTo>
                    <a:pt x="146754" y="84276"/>
                  </a:lnTo>
                  <a:lnTo>
                    <a:pt x="141982" y="82147"/>
                  </a:lnTo>
                  <a:lnTo>
                    <a:pt x="134990" y="79027"/>
                  </a:lnTo>
                  <a:lnTo>
                    <a:pt x="129598" y="76620"/>
                  </a:lnTo>
                  <a:lnTo>
                    <a:pt x="123971" y="75090"/>
                  </a:lnTo>
                  <a:lnTo>
                    <a:pt x="117175" y="73243"/>
                  </a:lnTo>
                  <a:lnTo>
                    <a:pt x="111735" y="72230"/>
                  </a:lnTo>
                  <a:lnTo>
                    <a:pt x="105269" y="71026"/>
                  </a:lnTo>
                  <a:lnTo>
                    <a:pt x="100780" y="70191"/>
                  </a:lnTo>
                  <a:lnTo>
                    <a:pt x="95523" y="69212"/>
                  </a:lnTo>
                  <a:lnTo>
                    <a:pt x="87824" y="67779"/>
                  </a:lnTo>
                  <a:lnTo>
                    <a:pt x="81145" y="66535"/>
                  </a:lnTo>
                  <a:lnTo>
                    <a:pt x="75812" y="65607"/>
                  </a:lnTo>
                  <a:lnTo>
                    <a:pt x="69855" y="64569"/>
                  </a:lnTo>
                  <a:lnTo>
                    <a:pt x="64461" y="63630"/>
                  </a:lnTo>
                  <a:lnTo>
                    <a:pt x="57820" y="62473"/>
                  </a:lnTo>
                  <a:lnTo>
                    <a:pt x="52463" y="61540"/>
                  </a:lnTo>
                  <a:lnTo>
                    <a:pt x="46293" y="60465"/>
                  </a:lnTo>
                  <a:lnTo>
                    <a:pt x="41024" y="59548"/>
                  </a:lnTo>
                  <a:lnTo>
                    <a:pt x="34903" y="58482"/>
                  </a:lnTo>
                  <a:lnTo>
                    <a:pt x="29120" y="57474"/>
                  </a:lnTo>
                  <a:lnTo>
                    <a:pt x="21408" y="56131"/>
                  </a:lnTo>
                  <a:lnTo>
                    <a:pt x="13909" y="54825"/>
                  </a:lnTo>
                  <a:lnTo>
                    <a:pt x="7525" y="53713"/>
                  </a:lnTo>
                  <a:lnTo>
                    <a:pt x="0" y="52402"/>
                  </a:lnTo>
                  <a:lnTo>
                    <a:pt x="5772" y="25651"/>
                  </a:lnTo>
                  <a:lnTo>
                    <a:pt x="11307" y="0"/>
                  </a:lnTo>
                  <a:lnTo>
                    <a:pt x="15565" y="638"/>
                  </a:lnTo>
                  <a:lnTo>
                    <a:pt x="22704" y="1708"/>
                  </a:lnTo>
                  <a:lnTo>
                    <a:pt x="27734" y="2463"/>
                  </a:lnTo>
                  <a:lnTo>
                    <a:pt x="33061" y="3261"/>
                  </a:lnTo>
                  <a:lnTo>
                    <a:pt x="38533" y="4082"/>
                  </a:lnTo>
                  <a:lnTo>
                    <a:pt x="43305" y="4797"/>
                  </a:lnTo>
                  <a:lnTo>
                    <a:pt x="48077" y="5513"/>
                  </a:lnTo>
                  <a:lnTo>
                    <a:pt x="53069" y="6261"/>
                  </a:lnTo>
                  <a:lnTo>
                    <a:pt x="58396" y="7060"/>
                  </a:lnTo>
                  <a:lnTo>
                    <a:pt x="63388" y="7808"/>
                  </a:lnTo>
                  <a:lnTo>
                    <a:pt x="69902" y="8785"/>
                  </a:lnTo>
                  <a:lnTo>
                    <a:pt x="77148" y="9872"/>
                  </a:lnTo>
                  <a:lnTo>
                    <a:pt x="84808" y="11020"/>
                  </a:lnTo>
                  <a:lnTo>
                    <a:pt x="88786" y="11971"/>
                  </a:lnTo>
                  <a:lnTo>
                    <a:pt x="94961" y="13448"/>
                  </a:lnTo>
                  <a:lnTo>
                    <a:pt x="99638" y="14566"/>
                  </a:lnTo>
                  <a:lnTo>
                    <a:pt x="106207" y="16137"/>
                  </a:lnTo>
                  <a:lnTo>
                    <a:pt x="110376" y="17134"/>
                  </a:lnTo>
                  <a:lnTo>
                    <a:pt x="116556" y="18612"/>
                  </a:lnTo>
                  <a:lnTo>
                    <a:pt x="122000" y="19796"/>
                  </a:lnTo>
                  <a:lnTo>
                    <a:pt x="127832" y="21064"/>
                  </a:lnTo>
                  <a:lnTo>
                    <a:pt x="134224" y="22455"/>
                  </a:lnTo>
                  <a:lnTo>
                    <a:pt x="141375" y="24010"/>
                  </a:lnTo>
                  <a:lnTo>
                    <a:pt x="146846" y="25201"/>
                  </a:lnTo>
                  <a:lnTo>
                    <a:pt x="154049" y="26767"/>
                  </a:lnTo>
                  <a:lnTo>
                    <a:pt x="158343" y="28913"/>
                  </a:lnTo>
                  <a:lnTo>
                    <a:pt x="162377" y="30928"/>
                  </a:lnTo>
                  <a:lnTo>
                    <a:pt x="165995" y="32736"/>
                  </a:lnTo>
                  <a:lnTo>
                    <a:pt x="172632" y="36052"/>
                  </a:lnTo>
                  <a:lnTo>
                    <a:pt x="177464" y="38466"/>
                  </a:lnTo>
                  <a:lnTo>
                    <a:pt x="183305" y="41384"/>
                  </a:lnTo>
                  <a:lnTo>
                    <a:pt x="189839" y="44648"/>
                  </a:lnTo>
                  <a:lnTo>
                    <a:pt x="195059" y="47771"/>
                  </a:lnTo>
                  <a:lnTo>
                    <a:pt x="203827" y="53018"/>
                  </a:lnTo>
                  <a:lnTo>
                    <a:pt x="215410" y="59948"/>
                  </a:lnTo>
                  <a:lnTo>
                    <a:pt x="209716" y="76856"/>
                  </a:lnTo>
                  <a:lnTo>
                    <a:pt x="206584" y="86158"/>
                  </a:lnTo>
                  <a:lnTo>
                    <a:pt x="202887" y="97136"/>
                  </a:lnTo>
                  <a:lnTo>
                    <a:pt x="198148" y="111207"/>
                  </a:lnTo>
                  <a:lnTo>
                    <a:pt x="195255" y="109648"/>
                  </a:lnTo>
                  <a:lnTo>
                    <a:pt x="191280" y="107507"/>
                  </a:lnTo>
                  <a:lnTo>
                    <a:pt x="185006" y="104128"/>
                  </a:lnTo>
                  <a:lnTo>
                    <a:pt x="179365" y="101090"/>
                  </a:lnTo>
                  <a:lnTo>
                    <a:pt x="173276" y="97810"/>
                  </a:lnTo>
                  <a:lnTo>
                    <a:pt x="170166" y="96135"/>
                  </a:lnTo>
                  <a:lnTo>
                    <a:pt x="166389" y="94083"/>
                  </a:lnTo>
                  <a:lnTo>
                    <a:pt x="161751" y="91563"/>
                  </a:lnTo>
                  <a:lnTo>
                    <a:pt x="155635" y="8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3632" y="3842300"/>
              <a:ext cx="103089" cy="69659"/>
            </a:xfrm>
            <a:custGeom>
              <a:avLst/>
              <a:pathLst>
                <a:path w="103089" h="69659">
                  <a:moveTo>
                    <a:pt x="2859" y="38669"/>
                  </a:moveTo>
                  <a:lnTo>
                    <a:pt x="5250" y="25128"/>
                  </a:lnTo>
                  <a:lnTo>
                    <a:pt x="7521" y="12269"/>
                  </a:lnTo>
                  <a:lnTo>
                    <a:pt x="8883" y="4552"/>
                  </a:lnTo>
                  <a:lnTo>
                    <a:pt x="29050" y="0"/>
                  </a:lnTo>
                  <a:lnTo>
                    <a:pt x="42927" y="450"/>
                  </a:lnTo>
                  <a:lnTo>
                    <a:pt x="56144" y="4728"/>
                  </a:lnTo>
                  <a:lnTo>
                    <a:pt x="59936" y="5983"/>
                  </a:lnTo>
                  <a:lnTo>
                    <a:pt x="78275" y="12052"/>
                  </a:lnTo>
                  <a:lnTo>
                    <a:pt x="98637" y="16434"/>
                  </a:lnTo>
                  <a:lnTo>
                    <a:pt x="103089" y="17392"/>
                  </a:lnTo>
                  <a:lnTo>
                    <a:pt x="101557" y="25754"/>
                  </a:lnTo>
                  <a:lnTo>
                    <a:pt x="100475" y="31660"/>
                  </a:lnTo>
                  <a:lnTo>
                    <a:pt x="99062" y="39371"/>
                  </a:lnTo>
                  <a:lnTo>
                    <a:pt x="97894" y="45748"/>
                  </a:lnTo>
                  <a:lnTo>
                    <a:pt x="97338" y="48780"/>
                  </a:lnTo>
                  <a:lnTo>
                    <a:pt x="95453" y="59069"/>
                  </a:lnTo>
                  <a:lnTo>
                    <a:pt x="93513" y="69659"/>
                  </a:lnTo>
                  <a:lnTo>
                    <a:pt x="89779" y="69068"/>
                  </a:lnTo>
                  <a:lnTo>
                    <a:pt x="85516" y="68394"/>
                  </a:lnTo>
                  <a:lnTo>
                    <a:pt x="81967" y="67832"/>
                  </a:lnTo>
                  <a:lnTo>
                    <a:pt x="78618" y="67302"/>
                  </a:lnTo>
                  <a:lnTo>
                    <a:pt x="75585" y="66822"/>
                  </a:lnTo>
                  <a:lnTo>
                    <a:pt x="72408" y="66319"/>
                  </a:lnTo>
                  <a:lnTo>
                    <a:pt x="69058" y="65789"/>
                  </a:lnTo>
                  <a:lnTo>
                    <a:pt x="65020" y="65150"/>
                  </a:lnTo>
                  <a:lnTo>
                    <a:pt x="59697" y="64307"/>
                  </a:lnTo>
                  <a:lnTo>
                    <a:pt x="56837" y="63855"/>
                  </a:lnTo>
                  <a:lnTo>
                    <a:pt x="53460" y="63321"/>
                  </a:lnTo>
                  <a:lnTo>
                    <a:pt x="48562" y="62545"/>
                  </a:lnTo>
                  <a:lnTo>
                    <a:pt x="45120" y="62001"/>
                  </a:lnTo>
                  <a:lnTo>
                    <a:pt x="40936" y="61339"/>
                  </a:lnTo>
                  <a:lnTo>
                    <a:pt x="36818" y="60687"/>
                  </a:lnTo>
                  <a:lnTo>
                    <a:pt x="32501" y="60004"/>
                  </a:lnTo>
                  <a:lnTo>
                    <a:pt x="28107" y="59308"/>
                  </a:lnTo>
                  <a:lnTo>
                    <a:pt x="23102" y="58516"/>
                  </a:lnTo>
                  <a:lnTo>
                    <a:pt x="18494" y="57787"/>
                  </a:lnTo>
                  <a:lnTo>
                    <a:pt x="14972" y="57229"/>
                  </a:lnTo>
                  <a:lnTo>
                    <a:pt x="11966" y="56754"/>
                  </a:lnTo>
                  <a:lnTo>
                    <a:pt x="9875" y="56423"/>
                  </a:lnTo>
                  <a:lnTo>
                    <a:pt x="7465" y="56041"/>
                  </a:lnTo>
                  <a:lnTo>
                    <a:pt x="4712" y="55606"/>
                  </a:lnTo>
                  <a:lnTo>
                    <a:pt x="2632" y="55277"/>
                  </a:lnTo>
                  <a:lnTo>
                    <a:pt x="0" y="54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08134" y="3889768"/>
              <a:ext cx="221439" cy="107826"/>
            </a:xfrm>
            <a:custGeom>
              <a:avLst/>
              <a:pathLst>
                <a:path w="221439" h="107826">
                  <a:moveTo>
                    <a:pt x="105949" y="52853"/>
                  </a:moveTo>
                  <a:lnTo>
                    <a:pt x="102897" y="52495"/>
                  </a:lnTo>
                  <a:lnTo>
                    <a:pt x="100800" y="52601"/>
                  </a:lnTo>
                  <a:lnTo>
                    <a:pt x="96153" y="52837"/>
                  </a:lnTo>
                  <a:lnTo>
                    <a:pt x="92394" y="53027"/>
                  </a:lnTo>
                  <a:lnTo>
                    <a:pt x="85703" y="54679"/>
                  </a:lnTo>
                  <a:lnTo>
                    <a:pt x="82814" y="55392"/>
                  </a:lnTo>
                  <a:lnTo>
                    <a:pt x="81142" y="56517"/>
                  </a:lnTo>
                  <a:lnTo>
                    <a:pt x="77103" y="59231"/>
                  </a:lnTo>
                  <a:lnTo>
                    <a:pt x="72311" y="62452"/>
                  </a:lnTo>
                  <a:lnTo>
                    <a:pt x="69676" y="65116"/>
                  </a:lnTo>
                  <a:lnTo>
                    <a:pt x="66240" y="68590"/>
                  </a:lnTo>
                  <a:lnTo>
                    <a:pt x="63935" y="70920"/>
                  </a:lnTo>
                  <a:lnTo>
                    <a:pt x="59739" y="76893"/>
                  </a:lnTo>
                  <a:lnTo>
                    <a:pt x="58313" y="78923"/>
                  </a:lnTo>
                  <a:lnTo>
                    <a:pt x="55586" y="84474"/>
                  </a:lnTo>
                  <a:lnTo>
                    <a:pt x="53692" y="88328"/>
                  </a:lnTo>
                  <a:lnTo>
                    <a:pt x="51016" y="96741"/>
                  </a:lnTo>
                  <a:lnTo>
                    <a:pt x="47009" y="107826"/>
                  </a:lnTo>
                  <a:lnTo>
                    <a:pt x="33312" y="103711"/>
                  </a:lnTo>
                  <a:lnTo>
                    <a:pt x="18288" y="99197"/>
                  </a:lnTo>
                  <a:lnTo>
                    <a:pt x="0" y="93703"/>
                  </a:lnTo>
                  <a:lnTo>
                    <a:pt x="1537" y="88591"/>
                  </a:lnTo>
                  <a:lnTo>
                    <a:pt x="3218" y="83006"/>
                  </a:lnTo>
                  <a:lnTo>
                    <a:pt x="5713" y="74711"/>
                  </a:lnTo>
                  <a:lnTo>
                    <a:pt x="7439" y="70876"/>
                  </a:lnTo>
                  <a:lnTo>
                    <a:pt x="9588" y="66104"/>
                  </a:lnTo>
                  <a:lnTo>
                    <a:pt x="12586" y="59445"/>
                  </a:lnTo>
                  <a:lnTo>
                    <a:pt x="16023" y="54190"/>
                  </a:lnTo>
                  <a:lnTo>
                    <a:pt x="19352" y="49104"/>
                  </a:lnTo>
                  <a:lnTo>
                    <a:pt x="22340" y="44537"/>
                  </a:lnTo>
                  <a:lnTo>
                    <a:pt x="26199" y="38639"/>
                  </a:lnTo>
                  <a:lnTo>
                    <a:pt x="29030" y="34670"/>
                  </a:lnTo>
                  <a:lnTo>
                    <a:pt x="31368" y="31394"/>
                  </a:lnTo>
                  <a:lnTo>
                    <a:pt x="34467" y="27050"/>
                  </a:lnTo>
                  <a:lnTo>
                    <a:pt x="38074" y="23818"/>
                  </a:lnTo>
                  <a:lnTo>
                    <a:pt x="42499" y="19852"/>
                  </a:lnTo>
                  <a:lnTo>
                    <a:pt x="49013" y="14015"/>
                  </a:lnTo>
                  <a:lnTo>
                    <a:pt x="51910" y="12810"/>
                  </a:lnTo>
                  <a:lnTo>
                    <a:pt x="56193" y="11029"/>
                  </a:lnTo>
                  <a:lnTo>
                    <a:pt x="60133" y="9391"/>
                  </a:lnTo>
                  <a:lnTo>
                    <a:pt x="65550" y="7138"/>
                  </a:lnTo>
                  <a:lnTo>
                    <a:pt x="68095" y="6079"/>
                  </a:lnTo>
                  <a:lnTo>
                    <a:pt x="74793" y="4162"/>
                  </a:lnTo>
                  <a:lnTo>
                    <a:pt x="79369" y="2852"/>
                  </a:lnTo>
                  <a:lnTo>
                    <a:pt x="84616" y="1350"/>
                  </a:lnTo>
                  <a:lnTo>
                    <a:pt x="89604" y="883"/>
                  </a:lnTo>
                  <a:lnTo>
                    <a:pt x="94907" y="385"/>
                  </a:lnTo>
                  <a:lnTo>
                    <a:pt x="99022" y="0"/>
                  </a:lnTo>
                  <a:lnTo>
                    <a:pt x="103021" y="342"/>
                  </a:lnTo>
                  <a:lnTo>
                    <a:pt x="107633" y="737"/>
                  </a:lnTo>
                  <a:lnTo>
                    <a:pt x="114652" y="1338"/>
                  </a:lnTo>
                  <a:lnTo>
                    <a:pt x="118888" y="1496"/>
                  </a:lnTo>
                  <a:lnTo>
                    <a:pt x="124616" y="1710"/>
                  </a:lnTo>
                  <a:lnTo>
                    <a:pt x="130988" y="1948"/>
                  </a:lnTo>
                  <a:lnTo>
                    <a:pt x="136943" y="2170"/>
                  </a:lnTo>
                  <a:lnTo>
                    <a:pt x="143959" y="2431"/>
                  </a:lnTo>
                  <a:lnTo>
                    <a:pt x="149756" y="3651"/>
                  </a:lnTo>
                  <a:lnTo>
                    <a:pt x="156108" y="4987"/>
                  </a:lnTo>
                  <a:lnTo>
                    <a:pt x="164226" y="6694"/>
                  </a:lnTo>
                  <a:lnTo>
                    <a:pt x="172691" y="8475"/>
                  </a:lnTo>
                  <a:lnTo>
                    <a:pt x="181492" y="10327"/>
                  </a:lnTo>
                  <a:lnTo>
                    <a:pt x="191095" y="12347"/>
                  </a:lnTo>
                  <a:lnTo>
                    <a:pt x="198205" y="13842"/>
                  </a:lnTo>
                  <a:lnTo>
                    <a:pt x="206584" y="15605"/>
                  </a:lnTo>
                  <a:lnTo>
                    <a:pt x="214030" y="17171"/>
                  </a:lnTo>
                  <a:lnTo>
                    <a:pt x="217073" y="17811"/>
                  </a:lnTo>
                  <a:lnTo>
                    <a:pt x="221439" y="18564"/>
                  </a:lnTo>
                  <a:lnTo>
                    <a:pt x="219032" y="36330"/>
                  </a:lnTo>
                  <a:lnTo>
                    <a:pt x="214227" y="71784"/>
                  </a:lnTo>
                  <a:lnTo>
                    <a:pt x="212668" y="71523"/>
                  </a:lnTo>
                  <a:lnTo>
                    <a:pt x="209235" y="70949"/>
                  </a:lnTo>
                  <a:lnTo>
                    <a:pt x="203872" y="70052"/>
                  </a:lnTo>
                  <a:lnTo>
                    <a:pt x="197834" y="69043"/>
                  </a:lnTo>
                  <a:lnTo>
                    <a:pt x="193188" y="68266"/>
                  </a:lnTo>
                  <a:lnTo>
                    <a:pt x="187684" y="67346"/>
                  </a:lnTo>
                  <a:lnTo>
                    <a:pt x="181642" y="66335"/>
                  </a:lnTo>
                  <a:lnTo>
                    <a:pt x="178088" y="65741"/>
                  </a:lnTo>
                  <a:lnTo>
                    <a:pt x="172687" y="64757"/>
                  </a:lnTo>
                  <a:lnTo>
                    <a:pt x="167723" y="63852"/>
                  </a:lnTo>
                  <a:lnTo>
                    <a:pt x="163378" y="63060"/>
                  </a:lnTo>
                  <a:lnTo>
                    <a:pt x="158666" y="62201"/>
                  </a:lnTo>
                  <a:lnTo>
                    <a:pt x="154092" y="61367"/>
                  </a:lnTo>
                  <a:lnTo>
                    <a:pt x="149029" y="60445"/>
                  </a:lnTo>
                  <a:lnTo>
                    <a:pt x="144119" y="59550"/>
                  </a:lnTo>
                  <a:lnTo>
                    <a:pt x="139986" y="58796"/>
                  </a:lnTo>
                  <a:lnTo>
                    <a:pt x="134634" y="57821"/>
                  </a:lnTo>
                  <a:lnTo>
                    <a:pt x="130388" y="57047"/>
                  </a:lnTo>
                  <a:lnTo>
                    <a:pt x="125828" y="56216"/>
                  </a:lnTo>
                  <a:lnTo>
                    <a:pt x="120651" y="55272"/>
                  </a:lnTo>
                  <a:lnTo>
                    <a:pt x="116092" y="54441"/>
                  </a:lnTo>
                  <a:lnTo>
                    <a:pt x="109980" y="533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27936" y="4113937"/>
              <a:ext cx="66344" cy="61544"/>
            </a:xfrm>
            <a:custGeom>
              <a:avLst/>
              <a:pathLst>
                <a:path w="66344" h="61544">
                  <a:moveTo>
                    <a:pt x="10290" y="18268"/>
                  </a:moveTo>
                  <a:lnTo>
                    <a:pt x="19654" y="14434"/>
                  </a:lnTo>
                  <a:lnTo>
                    <a:pt x="29474" y="10413"/>
                  </a:lnTo>
                  <a:lnTo>
                    <a:pt x="42278" y="5171"/>
                  </a:lnTo>
                  <a:lnTo>
                    <a:pt x="54908" y="0"/>
                  </a:lnTo>
                  <a:lnTo>
                    <a:pt x="60355" y="19285"/>
                  </a:lnTo>
                  <a:lnTo>
                    <a:pt x="66344" y="40485"/>
                  </a:lnTo>
                  <a:lnTo>
                    <a:pt x="56915" y="44334"/>
                  </a:lnTo>
                  <a:lnTo>
                    <a:pt x="45883" y="48837"/>
                  </a:lnTo>
                  <a:lnTo>
                    <a:pt x="31091" y="54875"/>
                  </a:lnTo>
                  <a:lnTo>
                    <a:pt x="14752" y="61544"/>
                  </a:lnTo>
                  <a:lnTo>
                    <a:pt x="13647" y="58616"/>
                  </a:lnTo>
                  <a:lnTo>
                    <a:pt x="12099" y="54517"/>
                  </a:lnTo>
                  <a:lnTo>
                    <a:pt x="10127" y="49296"/>
                  </a:lnTo>
                  <a:lnTo>
                    <a:pt x="8384" y="44682"/>
                  </a:lnTo>
                  <a:lnTo>
                    <a:pt x="6696" y="40212"/>
                  </a:lnTo>
                  <a:lnTo>
                    <a:pt x="5000" y="35723"/>
                  </a:lnTo>
                  <a:lnTo>
                    <a:pt x="3042" y="30537"/>
                  </a:lnTo>
                  <a:lnTo>
                    <a:pt x="0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44520" y="4156194"/>
              <a:ext cx="66940" cy="62142"/>
            </a:xfrm>
            <a:custGeom>
              <a:avLst/>
              <a:pathLst>
                <a:path w="66940" h="62142">
                  <a:moveTo>
                    <a:pt x="15869" y="14470"/>
                  </a:moveTo>
                  <a:lnTo>
                    <a:pt x="27717" y="9693"/>
                  </a:lnTo>
                  <a:lnTo>
                    <a:pt x="36757" y="6047"/>
                  </a:lnTo>
                  <a:lnTo>
                    <a:pt x="51753" y="0"/>
                  </a:lnTo>
                  <a:lnTo>
                    <a:pt x="59190" y="20683"/>
                  </a:lnTo>
                  <a:lnTo>
                    <a:pt x="66261" y="40348"/>
                  </a:lnTo>
                  <a:lnTo>
                    <a:pt x="66940" y="42237"/>
                  </a:lnTo>
                  <a:lnTo>
                    <a:pt x="54950" y="46867"/>
                  </a:lnTo>
                  <a:lnTo>
                    <a:pt x="49278" y="49058"/>
                  </a:lnTo>
                  <a:lnTo>
                    <a:pt x="36196" y="54110"/>
                  </a:lnTo>
                  <a:lnTo>
                    <a:pt x="15395" y="62142"/>
                  </a:lnTo>
                  <a:lnTo>
                    <a:pt x="14587" y="59976"/>
                  </a:lnTo>
                  <a:lnTo>
                    <a:pt x="12768" y="55098"/>
                  </a:lnTo>
                  <a:lnTo>
                    <a:pt x="11473" y="51627"/>
                  </a:lnTo>
                  <a:lnTo>
                    <a:pt x="9935" y="47504"/>
                  </a:lnTo>
                  <a:lnTo>
                    <a:pt x="8359" y="43279"/>
                  </a:lnTo>
                  <a:lnTo>
                    <a:pt x="6733" y="38920"/>
                  </a:lnTo>
                  <a:lnTo>
                    <a:pt x="4853" y="33881"/>
                  </a:lnTo>
                  <a:lnTo>
                    <a:pt x="3017" y="28960"/>
                  </a:lnTo>
                  <a:lnTo>
                    <a:pt x="0" y="20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61546" y="4199963"/>
              <a:ext cx="67079" cy="62611"/>
            </a:xfrm>
            <a:custGeom>
              <a:avLst/>
              <a:pathLst>
                <a:path w="67079" h="62611">
                  <a:moveTo>
                    <a:pt x="5728" y="33845"/>
                  </a:moveTo>
                  <a:lnTo>
                    <a:pt x="3244" y="27908"/>
                  </a:lnTo>
                  <a:lnTo>
                    <a:pt x="0" y="20152"/>
                  </a:lnTo>
                  <a:lnTo>
                    <a:pt x="7404" y="17232"/>
                  </a:lnTo>
                  <a:lnTo>
                    <a:pt x="13283" y="14914"/>
                  </a:lnTo>
                  <a:lnTo>
                    <a:pt x="19967" y="12278"/>
                  </a:lnTo>
                  <a:lnTo>
                    <a:pt x="26766" y="9597"/>
                  </a:lnTo>
                  <a:lnTo>
                    <a:pt x="32476" y="7345"/>
                  </a:lnTo>
                  <a:lnTo>
                    <a:pt x="40745" y="4085"/>
                  </a:lnTo>
                  <a:lnTo>
                    <a:pt x="51104" y="0"/>
                  </a:lnTo>
                  <a:lnTo>
                    <a:pt x="52838" y="2720"/>
                  </a:lnTo>
                  <a:lnTo>
                    <a:pt x="58446" y="15537"/>
                  </a:lnTo>
                  <a:lnTo>
                    <a:pt x="61653" y="22866"/>
                  </a:lnTo>
                  <a:lnTo>
                    <a:pt x="67079" y="39066"/>
                  </a:lnTo>
                  <a:lnTo>
                    <a:pt x="64388" y="44494"/>
                  </a:lnTo>
                  <a:lnTo>
                    <a:pt x="55421" y="47946"/>
                  </a:lnTo>
                  <a:lnTo>
                    <a:pt x="42798" y="52804"/>
                  </a:lnTo>
                  <a:lnTo>
                    <a:pt x="17322" y="62611"/>
                  </a:lnTo>
                  <a:lnTo>
                    <a:pt x="16014" y="59351"/>
                  </a:lnTo>
                  <a:lnTo>
                    <a:pt x="14122" y="54633"/>
                  </a:lnTo>
                  <a:lnTo>
                    <a:pt x="11923" y="49153"/>
                  </a:lnTo>
                  <a:lnTo>
                    <a:pt x="10109" y="44631"/>
                  </a:lnTo>
                  <a:lnTo>
                    <a:pt x="7865" y="39036"/>
                  </a:lnTo>
                  <a:lnTo>
                    <a:pt x="7041" y="369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86561" y="4240040"/>
              <a:ext cx="160540" cy="218825"/>
            </a:xfrm>
            <a:custGeom>
              <a:avLst/>
              <a:pathLst>
                <a:path w="160540" h="218825">
                  <a:moveTo>
                    <a:pt x="63371" y="0"/>
                  </a:moveTo>
                  <a:lnTo>
                    <a:pt x="113024" y="49919"/>
                  </a:lnTo>
                  <a:lnTo>
                    <a:pt x="127627" y="64600"/>
                  </a:lnTo>
                  <a:lnTo>
                    <a:pt x="131993" y="93180"/>
                  </a:lnTo>
                  <a:lnTo>
                    <a:pt x="138866" y="109122"/>
                  </a:lnTo>
                  <a:lnTo>
                    <a:pt x="152081" y="109664"/>
                  </a:lnTo>
                  <a:lnTo>
                    <a:pt x="153933" y="126685"/>
                  </a:lnTo>
                  <a:lnTo>
                    <a:pt x="160540" y="128847"/>
                  </a:lnTo>
                  <a:lnTo>
                    <a:pt x="159219" y="141818"/>
                  </a:lnTo>
                  <a:lnTo>
                    <a:pt x="105855" y="138504"/>
                  </a:lnTo>
                  <a:lnTo>
                    <a:pt x="105479" y="146611"/>
                  </a:lnTo>
                  <a:lnTo>
                    <a:pt x="115925" y="147025"/>
                  </a:lnTo>
                  <a:lnTo>
                    <a:pt x="114443" y="162482"/>
                  </a:lnTo>
                  <a:lnTo>
                    <a:pt x="102656" y="162051"/>
                  </a:lnTo>
                  <a:lnTo>
                    <a:pt x="101339" y="180433"/>
                  </a:lnTo>
                  <a:lnTo>
                    <a:pt x="101339" y="194556"/>
                  </a:lnTo>
                  <a:lnTo>
                    <a:pt x="113154" y="195124"/>
                  </a:lnTo>
                  <a:lnTo>
                    <a:pt x="121127" y="218108"/>
                  </a:lnTo>
                  <a:lnTo>
                    <a:pt x="106127" y="218515"/>
                  </a:lnTo>
                  <a:lnTo>
                    <a:pt x="94722" y="218825"/>
                  </a:lnTo>
                  <a:lnTo>
                    <a:pt x="92525" y="213180"/>
                  </a:lnTo>
                  <a:lnTo>
                    <a:pt x="88996" y="204109"/>
                  </a:lnTo>
                  <a:lnTo>
                    <a:pt x="85181" y="194305"/>
                  </a:lnTo>
                  <a:lnTo>
                    <a:pt x="82551" y="186404"/>
                  </a:lnTo>
                  <a:lnTo>
                    <a:pt x="80819" y="181200"/>
                  </a:lnTo>
                  <a:lnTo>
                    <a:pt x="80156" y="177393"/>
                  </a:lnTo>
                  <a:lnTo>
                    <a:pt x="78625" y="168601"/>
                  </a:lnTo>
                  <a:lnTo>
                    <a:pt x="78044" y="165258"/>
                  </a:lnTo>
                  <a:lnTo>
                    <a:pt x="77961" y="159645"/>
                  </a:lnTo>
                  <a:lnTo>
                    <a:pt x="77830" y="150656"/>
                  </a:lnTo>
                  <a:lnTo>
                    <a:pt x="77698" y="141652"/>
                  </a:lnTo>
                  <a:lnTo>
                    <a:pt x="77592" y="134432"/>
                  </a:lnTo>
                  <a:lnTo>
                    <a:pt x="77515" y="129186"/>
                  </a:lnTo>
                  <a:lnTo>
                    <a:pt x="77486" y="124327"/>
                  </a:lnTo>
                  <a:lnTo>
                    <a:pt x="77455" y="119104"/>
                  </a:lnTo>
                  <a:lnTo>
                    <a:pt x="77426" y="114240"/>
                  </a:lnTo>
                  <a:lnTo>
                    <a:pt x="77395" y="109014"/>
                  </a:lnTo>
                  <a:lnTo>
                    <a:pt x="77383" y="107029"/>
                  </a:lnTo>
                  <a:lnTo>
                    <a:pt x="76643" y="104318"/>
                  </a:lnTo>
                  <a:lnTo>
                    <a:pt x="75797" y="101219"/>
                  </a:lnTo>
                  <a:lnTo>
                    <a:pt x="73814" y="96356"/>
                  </a:lnTo>
                  <a:lnTo>
                    <a:pt x="73108" y="94911"/>
                  </a:lnTo>
                  <a:lnTo>
                    <a:pt x="71171" y="90952"/>
                  </a:lnTo>
                  <a:lnTo>
                    <a:pt x="70573" y="83850"/>
                  </a:lnTo>
                  <a:lnTo>
                    <a:pt x="70246" y="80413"/>
                  </a:lnTo>
                  <a:lnTo>
                    <a:pt x="65099" y="76500"/>
                  </a:lnTo>
                  <a:lnTo>
                    <a:pt x="58596" y="71557"/>
                  </a:lnTo>
                  <a:lnTo>
                    <a:pt x="52998" y="67301"/>
                  </a:lnTo>
                  <a:lnTo>
                    <a:pt x="44880" y="61130"/>
                  </a:lnTo>
                  <a:lnTo>
                    <a:pt x="38790" y="56500"/>
                  </a:lnTo>
                  <a:lnTo>
                    <a:pt x="35977" y="54545"/>
                  </a:lnTo>
                  <a:lnTo>
                    <a:pt x="29355" y="49940"/>
                  </a:lnTo>
                  <a:lnTo>
                    <a:pt x="23610" y="45946"/>
                  </a:lnTo>
                  <a:lnTo>
                    <a:pt x="16365" y="40908"/>
                  </a:lnTo>
                  <a:lnTo>
                    <a:pt x="10097" y="36803"/>
                  </a:lnTo>
                  <a:lnTo>
                    <a:pt x="3568" y="32527"/>
                  </a:lnTo>
                  <a:lnTo>
                    <a:pt x="1189" y="29960"/>
                  </a:lnTo>
                  <a:lnTo>
                    <a:pt x="528" y="28204"/>
                  </a:lnTo>
                  <a:lnTo>
                    <a:pt x="264" y="25637"/>
                  </a:lnTo>
                  <a:lnTo>
                    <a:pt x="0" y="24286"/>
                  </a:lnTo>
                  <a:lnTo>
                    <a:pt x="29961" y="11816"/>
                  </a:lnTo>
                  <a:lnTo>
                    <a:pt x="37006" y="8884"/>
                  </a:lnTo>
                  <a:lnTo>
                    <a:pt x="46687" y="49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21360" y="4347253"/>
              <a:ext cx="41182" cy="94102"/>
            </a:xfrm>
            <a:custGeom>
              <a:avLst/>
              <a:pathLst>
                <a:path w="41182" h="94102">
                  <a:moveTo>
                    <a:pt x="13892" y="31607"/>
                  </a:moveTo>
                  <a:lnTo>
                    <a:pt x="16335" y="0"/>
                  </a:lnTo>
                  <a:lnTo>
                    <a:pt x="25699" y="376"/>
                  </a:lnTo>
                  <a:lnTo>
                    <a:pt x="33120" y="675"/>
                  </a:lnTo>
                  <a:lnTo>
                    <a:pt x="33478" y="5676"/>
                  </a:lnTo>
                  <a:lnTo>
                    <a:pt x="34134" y="14834"/>
                  </a:lnTo>
                  <a:lnTo>
                    <a:pt x="34706" y="22832"/>
                  </a:lnTo>
                  <a:lnTo>
                    <a:pt x="34857" y="34853"/>
                  </a:lnTo>
                  <a:lnTo>
                    <a:pt x="34971" y="43908"/>
                  </a:lnTo>
                  <a:lnTo>
                    <a:pt x="35026" y="51507"/>
                  </a:lnTo>
                  <a:lnTo>
                    <a:pt x="35075" y="58263"/>
                  </a:lnTo>
                  <a:lnTo>
                    <a:pt x="35103" y="62147"/>
                  </a:lnTo>
                  <a:lnTo>
                    <a:pt x="35356" y="66190"/>
                  </a:lnTo>
                  <a:lnTo>
                    <a:pt x="35543" y="69172"/>
                  </a:lnTo>
                  <a:lnTo>
                    <a:pt x="37669" y="76334"/>
                  </a:lnTo>
                  <a:lnTo>
                    <a:pt x="41182" y="88177"/>
                  </a:lnTo>
                  <a:lnTo>
                    <a:pt x="39620" y="88713"/>
                  </a:lnTo>
                  <a:lnTo>
                    <a:pt x="32855" y="91038"/>
                  </a:lnTo>
                  <a:lnTo>
                    <a:pt x="23935" y="94102"/>
                  </a:lnTo>
                  <a:lnTo>
                    <a:pt x="17606" y="83241"/>
                  </a:lnTo>
                  <a:lnTo>
                    <a:pt x="11976" y="73579"/>
                  </a:lnTo>
                  <a:lnTo>
                    <a:pt x="5761" y="58516"/>
                  </a:lnTo>
                  <a:lnTo>
                    <a:pt x="2985" y="45912"/>
                  </a:lnTo>
                  <a:lnTo>
                    <a:pt x="0" y="32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396269" y="4179546"/>
              <a:ext cx="56963" cy="55642"/>
            </a:xfrm>
            <a:custGeom>
              <a:avLst/>
              <a:pathLst>
                <a:path w="56963" h="55642">
                  <a:moveTo>
                    <a:pt x="9312" y="12469"/>
                  </a:moveTo>
                  <a:lnTo>
                    <a:pt x="15617" y="9948"/>
                  </a:lnTo>
                  <a:lnTo>
                    <a:pt x="20939" y="7821"/>
                  </a:lnTo>
                  <a:lnTo>
                    <a:pt x="29446" y="4420"/>
                  </a:lnTo>
                  <a:lnTo>
                    <a:pt x="40502" y="0"/>
                  </a:lnTo>
                  <a:lnTo>
                    <a:pt x="41911" y="3571"/>
                  </a:lnTo>
                  <a:lnTo>
                    <a:pt x="43784" y="8319"/>
                  </a:lnTo>
                  <a:lnTo>
                    <a:pt x="45492" y="12647"/>
                  </a:lnTo>
                  <a:lnTo>
                    <a:pt x="47189" y="16950"/>
                  </a:lnTo>
                  <a:lnTo>
                    <a:pt x="48621" y="20581"/>
                  </a:lnTo>
                  <a:lnTo>
                    <a:pt x="52468" y="30331"/>
                  </a:lnTo>
                  <a:lnTo>
                    <a:pt x="56963" y="41727"/>
                  </a:lnTo>
                  <a:lnTo>
                    <a:pt x="50909" y="43963"/>
                  </a:lnTo>
                  <a:lnTo>
                    <a:pt x="43050" y="46867"/>
                  </a:lnTo>
                  <a:lnTo>
                    <a:pt x="32791" y="50657"/>
                  </a:lnTo>
                  <a:lnTo>
                    <a:pt x="19296" y="55642"/>
                  </a:lnTo>
                  <a:lnTo>
                    <a:pt x="12920" y="42420"/>
                  </a:lnTo>
                  <a:lnTo>
                    <a:pt x="8872" y="34204"/>
                  </a:lnTo>
                  <a:lnTo>
                    <a:pt x="0" y="16192"/>
                  </a:lnTo>
                  <a:lnTo>
                    <a:pt x="2260" y="15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65342" y="4139176"/>
              <a:ext cx="69960" cy="55518"/>
            </a:xfrm>
            <a:custGeom>
              <a:avLst/>
              <a:pathLst>
                <a:path w="69960" h="55518">
                  <a:moveTo>
                    <a:pt x="6696" y="39089"/>
                  </a:moveTo>
                  <a:lnTo>
                    <a:pt x="0" y="18373"/>
                  </a:lnTo>
                  <a:lnTo>
                    <a:pt x="13921" y="7205"/>
                  </a:lnTo>
                  <a:lnTo>
                    <a:pt x="23966" y="3422"/>
                  </a:lnTo>
                  <a:lnTo>
                    <a:pt x="26950" y="9509"/>
                  </a:lnTo>
                  <a:lnTo>
                    <a:pt x="41635" y="4679"/>
                  </a:lnTo>
                  <a:lnTo>
                    <a:pt x="46968" y="2925"/>
                  </a:lnTo>
                  <a:lnTo>
                    <a:pt x="55862" y="0"/>
                  </a:lnTo>
                  <a:lnTo>
                    <a:pt x="58287" y="6413"/>
                  </a:lnTo>
                  <a:lnTo>
                    <a:pt x="59940" y="10785"/>
                  </a:lnTo>
                  <a:lnTo>
                    <a:pt x="61514" y="14949"/>
                  </a:lnTo>
                  <a:lnTo>
                    <a:pt x="63668" y="20648"/>
                  </a:lnTo>
                  <a:lnTo>
                    <a:pt x="65157" y="24584"/>
                  </a:lnTo>
                  <a:lnTo>
                    <a:pt x="66468" y="28053"/>
                  </a:lnTo>
                  <a:lnTo>
                    <a:pt x="67899" y="31837"/>
                  </a:lnTo>
                  <a:lnTo>
                    <a:pt x="69960" y="37288"/>
                  </a:lnTo>
                  <a:lnTo>
                    <a:pt x="61179" y="40666"/>
                  </a:lnTo>
                  <a:lnTo>
                    <a:pt x="50320" y="44843"/>
                  </a:lnTo>
                  <a:lnTo>
                    <a:pt x="41826" y="48110"/>
                  </a:lnTo>
                  <a:lnTo>
                    <a:pt x="32199" y="51813"/>
                  </a:lnTo>
                  <a:lnTo>
                    <a:pt x="22569" y="55518"/>
                  </a:lnTo>
                  <a:lnTo>
                    <a:pt x="12818" y="37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37845" y="4180750"/>
              <a:ext cx="58260" cy="62557"/>
            </a:xfrm>
            <a:custGeom>
              <a:avLst/>
              <a:pathLst>
                <a:path w="58260" h="62557">
                  <a:moveTo>
                    <a:pt x="14764" y="1289"/>
                  </a:moveTo>
                  <a:lnTo>
                    <a:pt x="18176" y="3537"/>
                  </a:lnTo>
                  <a:lnTo>
                    <a:pt x="18571" y="3797"/>
                  </a:lnTo>
                  <a:lnTo>
                    <a:pt x="20990" y="5390"/>
                  </a:lnTo>
                  <a:lnTo>
                    <a:pt x="27486" y="9670"/>
                  </a:lnTo>
                  <a:lnTo>
                    <a:pt x="38335" y="16818"/>
                  </a:lnTo>
                  <a:lnTo>
                    <a:pt x="47538" y="22881"/>
                  </a:lnTo>
                  <a:lnTo>
                    <a:pt x="58260" y="29945"/>
                  </a:lnTo>
                  <a:lnTo>
                    <a:pt x="57210" y="31213"/>
                  </a:lnTo>
                  <a:lnTo>
                    <a:pt x="46197" y="44510"/>
                  </a:lnTo>
                  <a:lnTo>
                    <a:pt x="40556" y="54567"/>
                  </a:lnTo>
                  <a:lnTo>
                    <a:pt x="29121" y="62557"/>
                  </a:lnTo>
                  <a:lnTo>
                    <a:pt x="23445" y="56254"/>
                  </a:lnTo>
                  <a:lnTo>
                    <a:pt x="15418" y="47339"/>
                  </a:lnTo>
                  <a:lnTo>
                    <a:pt x="12174" y="43737"/>
                  </a:lnTo>
                  <a:lnTo>
                    <a:pt x="6817" y="32835"/>
                  </a:lnTo>
                  <a:lnTo>
                    <a:pt x="0" y="18958"/>
                  </a:lnTo>
                  <a:lnTo>
                    <a:pt x="6957" y="8660"/>
                  </a:lnTo>
                  <a:lnTo>
                    <a:pt x="12808" y="0"/>
                  </a:lnTo>
                  <a:lnTo>
                    <a:pt x="13466" y="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93875" y="4101648"/>
              <a:ext cx="87560" cy="96624"/>
            </a:xfrm>
            <a:custGeom>
              <a:avLst/>
              <a:pathLst>
                <a:path w="87560" h="96624">
                  <a:moveTo>
                    <a:pt x="38371" y="96624"/>
                  </a:moveTo>
                  <a:lnTo>
                    <a:pt x="30485" y="88939"/>
                  </a:lnTo>
                  <a:lnTo>
                    <a:pt x="18428" y="77190"/>
                  </a:lnTo>
                  <a:lnTo>
                    <a:pt x="9571" y="68559"/>
                  </a:lnTo>
                  <a:lnTo>
                    <a:pt x="4626" y="63095"/>
                  </a:lnTo>
                  <a:lnTo>
                    <a:pt x="0" y="57981"/>
                  </a:lnTo>
                  <a:lnTo>
                    <a:pt x="9621" y="47855"/>
                  </a:lnTo>
                  <a:lnTo>
                    <a:pt x="19183" y="37792"/>
                  </a:lnTo>
                  <a:lnTo>
                    <a:pt x="28625" y="27855"/>
                  </a:lnTo>
                  <a:lnTo>
                    <a:pt x="38180" y="17799"/>
                  </a:lnTo>
                  <a:lnTo>
                    <a:pt x="47103" y="8408"/>
                  </a:lnTo>
                  <a:lnTo>
                    <a:pt x="48496" y="7132"/>
                  </a:lnTo>
                  <a:lnTo>
                    <a:pt x="56280" y="0"/>
                  </a:lnTo>
                  <a:lnTo>
                    <a:pt x="61045" y="5178"/>
                  </a:lnTo>
                  <a:lnTo>
                    <a:pt x="66184" y="10765"/>
                  </a:lnTo>
                  <a:lnTo>
                    <a:pt x="71860" y="16934"/>
                  </a:lnTo>
                  <a:lnTo>
                    <a:pt x="79985" y="25767"/>
                  </a:lnTo>
                  <a:lnTo>
                    <a:pt x="87560" y="34000"/>
                  </a:lnTo>
                  <a:lnTo>
                    <a:pt x="86670" y="35109"/>
                  </a:lnTo>
                  <a:lnTo>
                    <a:pt x="78682" y="45057"/>
                  </a:lnTo>
                  <a:lnTo>
                    <a:pt x="64375" y="62876"/>
                  </a:lnTo>
                  <a:lnTo>
                    <a:pt x="60123" y="68171"/>
                  </a:lnTo>
                  <a:lnTo>
                    <a:pt x="47197" y="86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61490" y="4090316"/>
              <a:ext cx="68096" cy="74995"/>
            </a:xfrm>
            <a:custGeom>
              <a:avLst/>
              <a:pathLst>
                <a:path w="68096" h="74995">
                  <a:moveTo>
                    <a:pt x="1917" y="59961"/>
                  </a:moveTo>
                  <a:lnTo>
                    <a:pt x="19349" y="35883"/>
                  </a:lnTo>
                  <a:lnTo>
                    <a:pt x="12790" y="25857"/>
                  </a:lnTo>
                  <a:lnTo>
                    <a:pt x="12150" y="24878"/>
                  </a:lnTo>
                  <a:lnTo>
                    <a:pt x="15159" y="20727"/>
                  </a:lnTo>
                  <a:lnTo>
                    <a:pt x="22356" y="10796"/>
                  </a:lnTo>
                  <a:lnTo>
                    <a:pt x="34605" y="2875"/>
                  </a:lnTo>
                  <a:lnTo>
                    <a:pt x="38861" y="2314"/>
                  </a:lnTo>
                  <a:lnTo>
                    <a:pt x="48272" y="1073"/>
                  </a:lnTo>
                  <a:lnTo>
                    <a:pt x="56415" y="0"/>
                  </a:lnTo>
                  <a:lnTo>
                    <a:pt x="58916" y="1733"/>
                  </a:lnTo>
                  <a:lnTo>
                    <a:pt x="66552" y="7022"/>
                  </a:lnTo>
                  <a:lnTo>
                    <a:pt x="68096" y="8092"/>
                  </a:lnTo>
                  <a:lnTo>
                    <a:pt x="61027" y="17770"/>
                  </a:lnTo>
                  <a:lnTo>
                    <a:pt x="53357" y="28272"/>
                  </a:lnTo>
                  <a:lnTo>
                    <a:pt x="46451" y="37728"/>
                  </a:lnTo>
                  <a:lnTo>
                    <a:pt x="39277" y="47550"/>
                  </a:lnTo>
                  <a:lnTo>
                    <a:pt x="38018" y="49275"/>
                  </a:lnTo>
                  <a:lnTo>
                    <a:pt x="28330" y="62540"/>
                  </a:lnTo>
                  <a:lnTo>
                    <a:pt x="19233" y="74995"/>
                  </a:lnTo>
                  <a:lnTo>
                    <a:pt x="15376" y="74335"/>
                  </a:lnTo>
                  <a:lnTo>
                    <a:pt x="7417" y="68266"/>
                  </a:lnTo>
                  <a:lnTo>
                    <a:pt x="970" y="63350"/>
                  </a:lnTo>
                  <a:lnTo>
                    <a:pt x="0" y="626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82344" y="3871732"/>
              <a:ext cx="140573" cy="73793"/>
            </a:xfrm>
            <a:custGeom>
              <a:avLst/>
              <a:pathLst>
                <a:path w="140573" h="73793">
                  <a:moveTo>
                    <a:pt x="83551" y="7083"/>
                  </a:moveTo>
                  <a:lnTo>
                    <a:pt x="98051" y="0"/>
                  </a:lnTo>
                  <a:lnTo>
                    <a:pt x="100366" y="1522"/>
                  </a:lnTo>
                  <a:lnTo>
                    <a:pt x="116306" y="9823"/>
                  </a:lnTo>
                  <a:lnTo>
                    <a:pt x="127408" y="12885"/>
                  </a:lnTo>
                  <a:lnTo>
                    <a:pt x="128829" y="23782"/>
                  </a:lnTo>
                  <a:lnTo>
                    <a:pt x="129875" y="31799"/>
                  </a:lnTo>
                  <a:lnTo>
                    <a:pt x="132877" y="40377"/>
                  </a:lnTo>
                  <a:lnTo>
                    <a:pt x="136954" y="52023"/>
                  </a:lnTo>
                  <a:lnTo>
                    <a:pt x="140573" y="62360"/>
                  </a:lnTo>
                  <a:lnTo>
                    <a:pt x="139557" y="73793"/>
                  </a:lnTo>
                  <a:lnTo>
                    <a:pt x="130111" y="73563"/>
                  </a:lnTo>
                  <a:lnTo>
                    <a:pt x="121103" y="73343"/>
                  </a:lnTo>
                  <a:lnTo>
                    <a:pt x="111064" y="73099"/>
                  </a:lnTo>
                  <a:lnTo>
                    <a:pt x="102611" y="72893"/>
                  </a:lnTo>
                  <a:lnTo>
                    <a:pt x="97488" y="72768"/>
                  </a:lnTo>
                  <a:lnTo>
                    <a:pt x="94922" y="72039"/>
                  </a:lnTo>
                  <a:lnTo>
                    <a:pt x="85898" y="69473"/>
                  </a:lnTo>
                  <a:lnTo>
                    <a:pt x="71083" y="65260"/>
                  </a:lnTo>
                  <a:lnTo>
                    <a:pt x="57936" y="65102"/>
                  </a:lnTo>
                  <a:lnTo>
                    <a:pt x="45240" y="64949"/>
                  </a:lnTo>
                  <a:lnTo>
                    <a:pt x="33347" y="64806"/>
                  </a:lnTo>
                  <a:lnTo>
                    <a:pt x="15627" y="64592"/>
                  </a:lnTo>
                  <a:lnTo>
                    <a:pt x="0" y="64404"/>
                  </a:lnTo>
                  <a:lnTo>
                    <a:pt x="1180" y="50999"/>
                  </a:lnTo>
                  <a:lnTo>
                    <a:pt x="1585" y="46390"/>
                  </a:lnTo>
                  <a:lnTo>
                    <a:pt x="3640" y="34011"/>
                  </a:lnTo>
                  <a:lnTo>
                    <a:pt x="4934" y="26215"/>
                  </a:lnTo>
                  <a:lnTo>
                    <a:pt x="7119" y="21612"/>
                  </a:lnTo>
                  <a:lnTo>
                    <a:pt x="8456" y="18798"/>
                  </a:lnTo>
                  <a:lnTo>
                    <a:pt x="62684" y="18098"/>
                  </a:lnTo>
                  <a:lnTo>
                    <a:pt x="75775" y="179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46793" y="3803902"/>
              <a:ext cx="66894" cy="105449"/>
            </a:xfrm>
            <a:custGeom>
              <a:avLst/>
              <a:pathLst>
                <a:path w="66894" h="105449">
                  <a:moveTo>
                    <a:pt x="18978" y="76333"/>
                  </a:moveTo>
                  <a:lnTo>
                    <a:pt x="13418" y="67085"/>
                  </a:lnTo>
                  <a:lnTo>
                    <a:pt x="12450" y="65475"/>
                  </a:lnTo>
                  <a:lnTo>
                    <a:pt x="9381" y="60372"/>
                  </a:lnTo>
                  <a:lnTo>
                    <a:pt x="5124" y="51216"/>
                  </a:lnTo>
                  <a:lnTo>
                    <a:pt x="0" y="40193"/>
                  </a:lnTo>
                  <a:lnTo>
                    <a:pt x="3999" y="36904"/>
                  </a:lnTo>
                  <a:lnTo>
                    <a:pt x="11323" y="30882"/>
                  </a:lnTo>
                  <a:lnTo>
                    <a:pt x="19241" y="25452"/>
                  </a:lnTo>
                  <a:lnTo>
                    <a:pt x="26698" y="20339"/>
                  </a:lnTo>
                  <a:lnTo>
                    <a:pt x="35224" y="14492"/>
                  </a:lnTo>
                  <a:lnTo>
                    <a:pt x="45827" y="7221"/>
                  </a:lnTo>
                  <a:lnTo>
                    <a:pt x="52930" y="2350"/>
                  </a:lnTo>
                  <a:lnTo>
                    <a:pt x="56123" y="160"/>
                  </a:lnTo>
                  <a:lnTo>
                    <a:pt x="60780" y="91"/>
                  </a:lnTo>
                  <a:lnTo>
                    <a:pt x="66894" y="0"/>
                  </a:lnTo>
                  <a:lnTo>
                    <a:pt x="66831" y="7270"/>
                  </a:lnTo>
                  <a:lnTo>
                    <a:pt x="66766" y="14859"/>
                  </a:lnTo>
                  <a:lnTo>
                    <a:pt x="66701" y="22416"/>
                  </a:lnTo>
                  <a:lnTo>
                    <a:pt x="42222" y="31168"/>
                  </a:lnTo>
                  <a:lnTo>
                    <a:pt x="51535" y="43217"/>
                  </a:lnTo>
                  <a:lnTo>
                    <a:pt x="56477" y="49610"/>
                  </a:lnTo>
                  <a:lnTo>
                    <a:pt x="52625" y="62185"/>
                  </a:lnTo>
                  <a:lnTo>
                    <a:pt x="49625" y="71977"/>
                  </a:lnTo>
                  <a:lnTo>
                    <a:pt x="48475" y="79067"/>
                  </a:lnTo>
                  <a:lnTo>
                    <a:pt x="44923" y="100945"/>
                  </a:lnTo>
                  <a:lnTo>
                    <a:pt x="39757" y="103008"/>
                  </a:lnTo>
                  <a:lnTo>
                    <a:pt x="33645" y="105449"/>
                  </a:lnTo>
                  <a:lnTo>
                    <a:pt x="30492" y="98637"/>
                  </a:lnTo>
                  <a:lnTo>
                    <a:pt x="27319" y="91782"/>
                  </a:lnTo>
                  <a:lnTo>
                    <a:pt x="24143" y="84923"/>
                  </a:lnTo>
                  <a:lnTo>
                    <a:pt x="22430" y="820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54344" y="4054088"/>
              <a:ext cx="26562" cy="26225"/>
            </a:xfrm>
            <a:custGeom>
              <a:avLst/>
              <a:pathLst>
                <a:path w="26562" h="26225">
                  <a:moveTo>
                    <a:pt x="10454" y="3468"/>
                  </a:moveTo>
                  <a:lnTo>
                    <a:pt x="20073" y="0"/>
                  </a:lnTo>
                  <a:lnTo>
                    <a:pt x="23053" y="8321"/>
                  </a:lnTo>
                  <a:lnTo>
                    <a:pt x="26562" y="18120"/>
                  </a:lnTo>
                  <a:lnTo>
                    <a:pt x="17898" y="21662"/>
                  </a:lnTo>
                  <a:lnTo>
                    <a:pt x="6737" y="26225"/>
                  </a:lnTo>
                  <a:lnTo>
                    <a:pt x="3585" y="17341"/>
                  </a:lnTo>
                  <a:lnTo>
                    <a:pt x="0" y="7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809220" y="4038815"/>
              <a:ext cx="60307" cy="54628"/>
            </a:xfrm>
            <a:custGeom>
              <a:avLst/>
              <a:pathLst>
                <a:path w="60307" h="54628">
                  <a:moveTo>
                    <a:pt x="8516" y="16229"/>
                  </a:moveTo>
                  <a:lnTo>
                    <a:pt x="15618" y="0"/>
                  </a:lnTo>
                  <a:lnTo>
                    <a:pt x="33882" y="6355"/>
                  </a:lnTo>
                  <a:lnTo>
                    <a:pt x="60307" y="15551"/>
                  </a:lnTo>
                  <a:lnTo>
                    <a:pt x="53502" y="34170"/>
                  </a:lnTo>
                  <a:lnTo>
                    <a:pt x="46025" y="54628"/>
                  </a:lnTo>
                  <a:lnTo>
                    <a:pt x="21599" y="44579"/>
                  </a:lnTo>
                  <a:lnTo>
                    <a:pt x="0" y="35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64439" y="4055312"/>
              <a:ext cx="58812" cy="34895"/>
            </a:xfrm>
            <a:custGeom>
              <a:avLst/>
              <a:pathLst>
                <a:path w="58812" h="34895">
                  <a:moveTo>
                    <a:pt x="5865" y="15815"/>
                  </a:moveTo>
                  <a:lnTo>
                    <a:pt x="11232" y="0"/>
                  </a:lnTo>
                  <a:lnTo>
                    <a:pt x="19013" y="2209"/>
                  </a:lnTo>
                  <a:lnTo>
                    <a:pt x="27386" y="4587"/>
                  </a:lnTo>
                  <a:lnTo>
                    <a:pt x="36156" y="7077"/>
                  </a:lnTo>
                  <a:lnTo>
                    <a:pt x="47233" y="10223"/>
                  </a:lnTo>
                  <a:lnTo>
                    <a:pt x="58812" y="13510"/>
                  </a:lnTo>
                  <a:lnTo>
                    <a:pt x="57305" y="18041"/>
                  </a:lnTo>
                  <a:lnTo>
                    <a:pt x="26955" y="28016"/>
                  </a:lnTo>
                  <a:lnTo>
                    <a:pt x="6022" y="34895"/>
                  </a:lnTo>
                  <a:lnTo>
                    <a:pt x="0" y="331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78458" y="4058702"/>
              <a:ext cx="64616" cy="78777"/>
            </a:xfrm>
            <a:custGeom>
              <a:avLst/>
              <a:pathLst>
                <a:path w="64616" h="78777">
                  <a:moveTo>
                    <a:pt x="23512" y="8919"/>
                  </a:moveTo>
                  <a:lnTo>
                    <a:pt x="44496" y="0"/>
                  </a:lnTo>
                  <a:lnTo>
                    <a:pt x="54645" y="31163"/>
                  </a:lnTo>
                  <a:lnTo>
                    <a:pt x="64616" y="61781"/>
                  </a:lnTo>
                  <a:lnTo>
                    <a:pt x="59340" y="63721"/>
                  </a:lnTo>
                  <a:lnTo>
                    <a:pt x="40589" y="70617"/>
                  </a:lnTo>
                  <a:lnTo>
                    <a:pt x="18398" y="78777"/>
                  </a:lnTo>
                  <a:lnTo>
                    <a:pt x="8876" y="47797"/>
                  </a:lnTo>
                  <a:lnTo>
                    <a:pt x="0" y="18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394246" y="4003827"/>
              <a:ext cx="56106" cy="59826"/>
            </a:xfrm>
            <a:custGeom>
              <a:avLst/>
              <a:pathLst>
                <a:path w="56106" h="59826">
                  <a:moveTo>
                    <a:pt x="0" y="59826"/>
                  </a:moveTo>
                  <a:lnTo>
                    <a:pt x="399" y="41133"/>
                  </a:lnTo>
                  <a:lnTo>
                    <a:pt x="431" y="39648"/>
                  </a:lnTo>
                  <a:lnTo>
                    <a:pt x="1412" y="36324"/>
                  </a:lnTo>
                  <a:lnTo>
                    <a:pt x="4857" y="24650"/>
                  </a:lnTo>
                  <a:lnTo>
                    <a:pt x="11328" y="2723"/>
                  </a:lnTo>
                  <a:lnTo>
                    <a:pt x="12132" y="0"/>
                  </a:lnTo>
                  <a:lnTo>
                    <a:pt x="14353" y="679"/>
                  </a:lnTo>
                  <a:lnTo>
                    <a:pt x="34138" y="6732"/>
                  </a:lnTo>
                  <a:lnTo>
                    <a:pt x="52507" y="12353"/>
                  </a:lnTo>
                  <a:lnTo>
                    <a:pt x="56106" y="13455"/>
                  </a:lnTo>
                  <a:lnTo>
                    <a:pt x="54978" y="17071"/>
                  </a:lnTo>
                  <a:lnTo>
                    <a:pt x="52699" y="24381"/>
                  </a:lnTo>
                  <a:lnTo>
                    <a:pt x="48227" y="38721"/>
                  </a:lnTo>
                  <a:lnTo>
                    <a:pt x="31456" y="46061"/>
                  </a:lnTo>
                  <a:lnTo>
                    <a:pt x="28018" y="47565"/>
                  </a:lnTo>
                  <a:lnTo>
                    <a:pt x="24753" y="48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73212" y="3824134"/>
              <a:ext cx="86605" cy="72054"/>
            </a:xfrm>
            <a:custGeom>
              <a:avLst/>
              <a:pathLst>
                <a:path w="86605" h="72054">
                  <a:moveTo>
                    <a:pt x="5046" y="26878"/>
                  </a:moveTo>
                  <a:lnTo>
                    <a:pt x="9884" y="13266"/>
                  </a:lnTo>
                  <a:lnTo>
                    <a:pt x="33739" y="0"/>
                  </a:lnTo>
                  <a:lnTo>
                    <a:pt x="49422" y="1080"/>
                  </a:lnTo>
                  <a:lnTo>
                    <a:pt x="54078" y="3460"/>
                  </a:lnTo>
                  <a:lnTo>
                    <a:pt x="66692" y="9907"/>
                  </a:lnTo>
                  <a:lnTo>
                    <a:pt x="86605" y="19815"/>
                  </a:lnTo>
                  <a:lnTo>
                    <a:pt x="85530" y="25828"/>
                  </a:lnTo>
                  <a:lnTo>
                    <a:pt x="84368" y="32327"/>
                  </a:lnTo>
                  <a:lnTo>
                    <a:pt x="83195" y="38889"/>
                  </a:lnTo>
                  <a:lnTo>
                    <a:pt x="81722" y="47130"/>
                  </a:lnTo>
                  <a:lnTo>
                    <a:pt x="80157" y="55880"/>
                  </a:lnTo>
                  <a:lnTo>
                    <a:pt x="78839" y="63252"/>
                  </a:lnTo>
                  <a:lnTo>
                    <a:pt x="77265" y="72054"/>
                  </a:lnTo>
                  <a:lnTo>
                    <a:pt x="67191" y="70199"/>
                  </a:lnTo>
                  <a:lnTo>
                    <a:pt x="57946" y="68496"/>
                  </a:lnTo>
                  <a:lnTo>
                    <a:pt x="50976" y="67212"/>
                  </a:lnTo>
                  <a:lnTo>
                    <a:pt x="47108" y="66560"/>
                  </a:lnTo>
                  <a:lnTo>
                    <a:pt x="32729" y="64138"/>
                  </a:lnTo>
                  <a:lnTo>
                    <a:pt x="16122" y="61341"/>
                  </a:lnTo>
                  <a:lnTo>
                    <a:pt x="0" y="58625"/>
                  </a:lnTo>
                  <a:lnTo>
                    <a:pt x="571" y="39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89217" y="3781725"/>
              <a:ext cx="24292" cy="12493"/>
            </a:xfrm>
            <a:custGeom>
              <a:avLst/>
              <a:pathLst>
                <a:path w="24292" h="12493">
                  <a:moveTo>
                    <a:pt x="815" y="7950"/>
                  </a:moveTo>
                  <a:lnTo>
                    <a:pt x="1476" y="5020"/>
                  </a:lnTo>
                  <a:lnTo>
                    <a:pt x="2128" y="2136"/>
                  </a:lnTo>
                  <a:lnTo>
                    <a:pt x="2611" y="0"/>
                  </a:lnTo>
                  <a:lnTo>
                    <a:pt x="8965" y="628"/>
                  </a:lnTo>
                  <a:lnTo>
                    <a:pt x="13016" y="1029"/>
                  </a:lnTo>
                  <a:lnTo>
                    <a:pt x="17955" y="1518"/>
                  </a:lnTo>
                  <a:lnTo>
                    <a:pt x="24292" y="2145"/>
                  </a:lnTo>
                  <a:lnTo>
                    <a:pt x="23573" y="4560"/>
                  </a:lnTo>
                  <a:lnTo>
                    <a:pt x="22641" y="7688"/>
                  </a:lnTo>
                  <a:lnTo>
                    <a:pt x="22036" y="9721"/>
                  </a:lnTo>
                  <a:lnTo>
                    <a:pt x="21210" y="12493"/>
                  </a:lnTo>
                  <a:lnTo>
                    <a:pt x="15613" y="12246"/>
                  </a:lnTo>
                  <a:lnTo>
                    <a:pt x="7753" y="11898"/>
                  </a:lnTo>
                  <a:lnTo>
                    <a:pt x="3337" y="11703"/>
                  </a:lnTo>
                  <a:lnTo>
                    <a:pt x="0" y="11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28056" y="3757254"/>
              <a:ext cx="45038" cy="85545"/>
            </a:xfrm>
            <a:custGeom>
              <a:avLst/>
              <a:pathLst>
                <a:path w="45038" h="85545">
                  <a:moveTo>
                    <a:pt x="14" y="51629"/>
                  </a:moveTo>
                  <a:lnTo>
                    <a:pt x="33" y="42622"/>
                  </a:lnTo>
                  <a:lnTo>
                    <a:pt x="52" y="33613"/>
                  </a:lnTo>
                  <a:lnTo>
                    <a:pt x="71" y="24246"/>
                  </a:lnTo>
                  <a:lnTo>
                    <a:pt x="88" y="15963"/>
                  </a:lnTo>
                  <a:lnTo>
                    <a:pt x="102" y="9547"/>
                  </a:lnTo>
                  <a:lnTo>
                    <a:pt x="6622" y="0"/>
                  </a:lnTo>
                  <a:lnTo>
                    <a:pt x="17591" y="5408"/>
                  </a:lnTo>
                  <a:lnTo>
                    <a:pt x="21601" y="7385"/>
                  </a:lnTo>
                  <a:lnTo>
                    <a:pt x="20720" y="23237"/>
                  </a:lnTo>
                  <a:lnTo>
                    <a:pt x="23363" y="26480"/>
                  </a:lnTo>
                  <a:lnTo>
                    <a:pt x="38838" y="30081"/>
                  </a:lnTo>
                  <a:lnTo>
                    <a:pt x="45038" y="31524"/>
                  </a:lnTo>
                  <a:lnTo>
                    <a:pt x="42885" y="38577"/>
                  </a:lnTo>
                  <a:lnTo>
                    <a:pt x="35353" y="63260"/>
                  </a:lnTo>
                  <a:lnTo>
                    <a:pt x="33933" y="67910"/>
                  </a:lnTo>
                  <a:lnTo>
                    <a:pt x="19417" y="79298"/>
                  </a:lnTo>
                  <a:lnTo>
                    <a:pt x="11454" y="85545"/>
                  </a:lnTo>
                  <a:lnTo>
                    <a:pt x="979" y="85140"/>
                  </a:lnTo>
                  <a:lnTo>
                    <a:pt x="620" y="75456"/>
                  </a:lnTo>
                  <a:lnTo>
                    <a:pt x="313" y="67168"/>
                  </a:lnTo>
                  <a:lnTo>
                    <a:pt x="0" y="58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75849" y="3744329"/>
              <a:ext cx="45370" cy="109395"/>
            </a:xfrm>
            <a:custGeom>
              <a:avLst/>
              <a:pathLst>
                <a:path w="45370" h="109395">
                  <a:moveTo>
                    <a:pt x="2282" y="85384"/>
                  </a:moveTo>
                  <a:lnTo>
                    <a:pt x="4709" y="72617"/>
                  </a:lnTo>
                  <a:lnTo>
                    <a:pt x="7413" y="58393"/>
                  </a:lnTo>
                  <a:lnTo>
                    <a:pt x="9998" y="44796"/>
                  </a:lnTo>
                  <a:lnTo>
                    <a:pt x="11884" y="34878"/>
                  </a:lnTo>
                  <a:lnTo>
                    <a:pt x="12515" y="31491"/>
                  </a:lnTo>
                  <a:lnTo>
                    <a:pt x="15660" y="14622"/>
                  </a:lnTo>
                  <a:lnTo>
                    <a:pt x="18386" y="0"/>
                  </a:lnTo>
                  <a:lnTo>
                    <a:pt x="29017" y="2153"/>
                  </a:lnTo>
                  <a:lnTo>
                    <a:pt x="42837" y="4953"/>
                  </a:lnTo>
                  <a:lnTo>
                    <a:pt x="42401" y="15157"/>
                  </a:lnTo>
                  <a:lnTo>
                    <a:pt x="41983" y="24929"/>
                  </a:lnTo>
                  <a:lnTo>
                    <a:pt x="41460" y="37155"/>
                  </a:lnTo>
                  <a:lnTo>
                    <a:pt x="41075" y="46160"/>
                  </a:lnTo>
                  <a:lnTo>
                    <a:pt x="41335" y="50167"/>
                  </a:lnTo>
                  <a:lnTo>
                    <a:pt x="42196" y="63415"/>
                  </a:lnTo>
                  <a:lnTo>
                    <a:pt x="42950" y="75012"/>
                  </a:lnTo>
                  <a:lnTo>
                    <a:pt x="43952" y="90436"/>
                  </a:lnTo>
                  <a:lnTo>
                    <a:pt x="44576" y="100045"/>
                  </a:lnTo>
                  <a:lnTo>
                    <a:pt x="45370" y="109395"/>
                  </a:lnTo>
                  <a:lnTo>
                    <a:pt x="23783" y="107369"/>
                  </a:lnTo>
                  <a:lnTo>
                    <a:pt x="0" y="973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05436" y="3739183"/>
              <a:ext cx="82952" cy="101511"/>
            </a:xfrm>
            <a:custGeom>
              <a:avLst/>
              <a:pathLst>
                <a:path w="82952" h="101511">
                  <a:moveTo>
                    <a:pt x="16304" y="77029"/>
                  </a:moveTo>
                  <a:lnTo>
                    <a:pt x="8911" y="80135"/>
                  </a:lnTo>
                  <a:lnTo>
                    <a:pt x="5475" y="81578"/>
                  </a:lnTo>
                  <a:lnTo>
                    <a:pt x="4237" y="79580"/>
                  </a:lnTo>
                  <a:lnTo>
                    <a:pt x="0" y="72740"/>
                  </a:lnTo>
                  <a:lnTo>
                    <a:pt x="6212" y="68149"/>
                  </a:lnTo>
                  <a:lnTo>
                    <a:pt x="6993" y="66081"/>
                  </a:lnTo>
                  <a:lnTo>
                    <a:pt x="11147" y="55086"/>
                  </a:lnTo>
                  <a:lnTo>
                    <a:pt x="13085" y="49956"/>
                  </a:lnTo>
                  <a:lnTo>
                    <a:pt x="13157" y="49762"/>
                  </a:lnTo>
                  <a:lnTo>
                    <a:pt x="16522" y="45112"/>
                  </a:lnTo>
                  <a:lnTo>
                    <a:pt x="18371" y="42557"/>
                  </a:lnTo>
                  <a:lnTo>
                    <a:pt x="21014" y="38504"/>
                  </a:lnTo>
                  <a:lnTo>
                    <a:pt x="23182" y="36383"/>
                  </a:lnTo>
                  <a:lnTo>
                    <a:pt x="26080" y="33550"/>
                  </a:lnTo>
                  <a:lnTo>
                    <a:pt x="30385" y="30533"/>
                  </a:lnTo>
                  <a:lnTo>
                    <a:pt x="33790" y="28146"/>
                  </a:lnTo>
                  <a:lnTo>
                    <a:pt x="40553" y="21884"/>
                  </a:lnTo>
                  <a:lnTo>
                    <a:pt x="49195" y="13882"/>
                  </a:lnTo>
                  <a:lnTo>
                    <a:pt x="56101" y="7487"/>
                  </a:lnTo>
                  <a:lnTo>
                    <a:pt x="61439" y="2545"/>
                  </a:lnTo>
                  <a:lnTo>
                    <a:pt x="64188" y="0"/>
                  </a:lnTo>
                  <a:lnTo>
                    <a:pt x="67933" y="450"/>
                  </a:lnTo>
                  <a:lnTo>
                    <a:pt x="74900" y="14107"/>
                  </a:lnTo>
                  <a:lnTo>
                    <a:pt x="76754" y="17742"/>
                  </a:lnTo>
                  <a:lnTo>
                    <a:pt x="82952" y="29891"/>
                  </a:lnTo>
                  <a:lnTo>
                    <a:pt x="81266" y="35518"/>
                  </a:lnTo>
                  <a:lnTo>
                    <a:pt x="79035" y="42962"/>
                  </a:lnTo>
                  <a:lnTo>
                    <a:pt x="78335" y="46609"/>
                  </a:lnTo>
                  <a:lnTo>
                    <a:pt x="75342" y="50618"/>
                  </a:lnTo>
                  <a:lnTo>
                    <a:pt x="74735" y="55646"/>
                  </a:lnTo>
                  <a:lnTo>
                    <a:pt x="74193" y="60136"/>
                  </a:lnTo>
                  <a:lnTo>
                    <a:pt x="73658" y="64572"/>
                  </a:lnTo>
                  <a:lnTo>
                    <a:pt x="72973" y="70254"/>
                  </a:lnTo>
                  <a:lnTo>
                    <a:pt x="72237" y="76352"/>
                  </a:lnTo>
                  <a:lnTo>
                    <a:pt x="71582" y="81788"/>
                  </a:lnTo>
                  <a:lnTo>
                    <a:pt x="70893" y="85378"/>
                  </a:lnTo>
                  <a:lnTo>
                    <a:pt x="69079" y="94825"/>
                  </a:lnTo>
                  <a:lnTo>
                    <a:pt x="67796" y="101511"/>
                  </a:lnTo>
                  <a:lnTo>
                    <a:pt x="56416" y="99405"/>
                  </a:lnTo>
                  <a:lnTo>
                    <a:pt x="34080" y="88130"/>
                  </a:lnTo>
                  <a:lnTo>
                    <a:pt x="25088" y="83590"/>
                  </a:lnTo>
                  <a:lnTo>
                    <a:pt x="22456" y="82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84840" y="3730760"/>
              <a:ext cx="79108" cy="81982"/>
            </a:xfrm>
            <a:custGeom>
              <a:avLst/>
              <a:pathLst>
                <a:path w="79108" h="81982">
                  <a:moveTo>
                    <a:pt x="23156" y="33906"/>
                  </a:moveTo>
                  <a:lnTo>
                    <a:pt x="23957" y="31880"/>
                  </a:lnTo>
                  <a:lnTo>
                    <a:pt x="28194" y="21179"/>
                  </a:lnTo>
                  <a:lnTo>
                    <a:pt x="33524" y="7712"/>
                  </a:lnTo>
                  <a:lnTo>
                    <a:pt x="36577" y="0"/>
                  </a:lnTo>
                  <a:lnTo>
                    <a:pt x="56262" y="1447"/>
                  </a:lnTo>
                  <a:lnTo>
                    <a:pt x="67830" y="2298"/>
                  </a:lnTo>
                  <a:lnTo>
                    <a:pt x="79108" y="5721"/>
                  </a:lnTo>
                  <a:lnTo>
                    <a:pt x="69142" y="15445"/>
                  </a:lnTo>
                  <a:lnTo>
                    <a:pt x="60246" y="24126"/>
                  </a:lnTo>
                  <a:lnTo>
                    <a:pt x="55847" y="28418"/>
                  </a:lnTo>
                  <a:lnTo>
                    <a:pt x="53869" y="30194"/>
                  </a:lnTo>
                  <a:lnTo>
                    <a:pt x="44438" y="37727"/>
                  </a:lnTo>
                  <a:lnTo>
                    <a:pt x="37536" y="43240"/>
                  </a:lnTo>
                  <a:lnTo>
                    <a:pt x="35719" y="46836"/>
                  </a:lnTo>
                  <a:lnTo>
                    <a:pt x="32204" y="53790"/>
                  </a:lnTo>
                  <a:lnTo>
                    <a:pt x="29076" y="60185"/>
                  </a:lnTo>
                  <a:lnTo>
                    <a:pt x="27650" y="63586"/>
                  </a:lnTo>
                  <a:lnTo>
                    <a:pt x="25375" y="69012"/>
                  </a:lnTo>
                  <a:lnTo>
                    <a:pt x="16917" y="81982"/>
                  </a:lnTo>
                  <a:lnTo>
                    <a:pt x="8876" y="80098"/>
                  </a:lnTo>
                  <a:lnTo>
                    <a:pt x="0" y="78019"/>
                  </a:lnTo>
                  <a:lnTo>
                    <a:pt x="2819" y="69012"/>
                  </a:lnTo>
                  <a:lnTo>
                    <a:pt x="5654" y="66732"/>
                  </a:lnTo>
                  <a:lnTo>
                    <a:pt x="16036" y="58384"/>
                  </a:lnTo>
                  <a:lnTo>
                    <a:pt x="19709" y="45345"/>
                  </a:lnTo>
                  <a:lnTo>
                    <a:pt x="22380" y="3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43222" y="3699332"/>
              <a:ext cx="45727" cy="139813"/>
            </a:xfrm>
            <a:custGeom>
              <a:avLst/>
              <a:pathLst>
                <a:path w="45727" h="139813">
                  <a:moveTo>
                    <a:pt x="13918" y="68992"/>
                  </a:moveTo>
                  <a:lnTo>
                    <a:pt x="14661" y="66046"/>
                  </a:lnTo>
                  <a:lnTo>
                    <a:pt x="17503" y="54785"/>
                  </a:lnTo>
                  <a:lnTo>
                    <a:pt x="26078" y="0"/>
                  </a:lnTo>
                  <a:lnTo>
                    <a:pt x="35314" y="1075"/>
                  </a:lnTo>
                  <a:lnTo>
                    <a:pt x="45727" y="2286"/>
                  </a:lnTo>
                  <a:lnTo>
                    <a:pt x="44779" y="17435"/>
                  </a:lnTo>
                  <a:lnTo>
                    <a:pt x="43882" y="31764"/>
                  </a:lnTo>
                  <a:lnTo>
                    <a:pt x="42739" y="50022"/>
                  </a:lnTo>
                  <a:lnTo>
                    <a:pt x="40538" y="67231"/>
                  </a:lnTo>
                  <a:lnTo>
                    <a:pt x="38758" y="73936"/>
                  </a:lnTo>
                  <a:lnTo>
                    <a:pt x="34251" y="90920"/>
                  </a:lnTo>
                  <a:lnTo>
                    <a:pt x="29086" y="110380"/>
                  </a:lnTo>
                  <a:lnTo>
                    <a:pt x="21293" y="139813"/>
                  </a:lnTo>
                  <a:lnTo>
                    <a:pt x="9807" y="136610"/>
                  </a:lnTo>
                  <a:lnTo>
                    <a:pt x="0" y="133875"/>
                  </a:lnTo>
                  <a:lnTo>
                    <a:pt x="8754" y="88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2615" y="3678850"/>
              <a:ext cx="87257" cy="162303"/>
            </a:xfrm>
            <a:custGeom>
              <a:avLst/>
              <a:pathLst>
                <a:path w="87257" h="162303">
                  <a:moveTo>
                    <a:pt x="3870" y="136071"/>
                  </a:moveTo>
                  <a:lnTo>
                    <a:pt x="14291" y="99449"/>
                  </a:lnTo>
                  <a:lnTo>
                    <a:pt x="17614" y="88245"/>
                  </a:lnTo>
                  <a:lnTo>
                    <a:pt x="18663" y="84709"/>
                  </a:lnTo>
                  <a:lnTo>
                    <a:pt x="24885" y="85203"/>
                  </a:lnTo>
                  <a:lnTo>
                    <a:pt x="28383" y="78213"/>
                  </a:lnTo>
                  <a:lnTo>
                    <a:pt x="37988" y="59023"/>
                  </a:lnTo>
                  <a:lnTo>
                    <a:pt x="49557" y="35906"/>
                  </a:lnTo>
                  <a:lnTo>
                    <a:pt x="51661" y="31704"/>
                  </a:lnTo>
                  <a:lnTo>
                    <a:pt x="57822" y="17707"/>
                  </a:lnTo>
                  <a:lnTo>
                    <a:pt x="64348" y="2882"/>
                  </a:lnTo>
                  <a:lnTo>
                    <a:pt x="76860" y="0"/>
                  </a:lnTo>
                  <a:lnTo>
                    <a:pt x="87257" y="2161"/>
                  </a:lnTo>
                  <a:lnTo>
                    <a:pt x="83928" y="17361"/>
                  </a:lnTo>
                  <a:lnTo>
                    <a:pt x="79327" y="38369"/>
                  </a:lnTo>
                  <a:lnTo>
                    <a:pt x="73055" y="64674"/>
                  </a:lnTo>
                  <a:lnTo>
                    <a:pt x="70946" y="73517"/>
                  </a:lnTo>
                  <a:lnTo>
                    <a:pt x="68476" y="83875"/>
                  </a:lnTo>
                  <a:lnTo>
                    <a:pt x="65582" y="96012"/>
                  </a:lnTo>
                  <a:lnTo>
                    <a:pt x="63579" y="105072"/>
                  </a:lnTo>
                  <a:lnTo>
                    <a:pt x="57206" y="133890"/>
                  </a:lnTo>
                  <a:lnTo>
                    <a:pt x="55185" y="143028"/>
                  </a:lnTo>
                  <a:lnTo>
                    <a:pt x="49017" y="162303"/>
                  </a:lnTo>
                  <a:lnTo>
                    <a:pt x="24123" y="158098"/>
                  </a:lnTo>
                  <a:lnTo>
                    <a:pt x="0" y="154022"/>
                  </a:lnTo>
                  <a:lnTo>
                    <a:pt x="2233" y="141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3927" y="3685163"/>
              <a:ext cx="22162" cy="35929"/>
            </a:xfrm>
            <a:custGeom>
              <a:avLst/>
              <a:pathLst>
                <a:path w="22162" h="35929">
                  <a:moveTo>
                    <a:pt x="461" y="21028"/>
                  </a:moveTo>
                  <a:lnTo>
                    <a:pt x="940" y="16907"/>
                  </a:lnTo>
                  <a:lnTo>
                    <a:pt x="1421" y="12759"/>
                  </a:lnTo>
                  <a:lnTo>
                    <a:pt x="1945" y="8239"/>
                  </a:lnTo>
                  <a:lnTo>
                    <a:pt x="2447" y="3915"/>
                  </a:lnTo>
                  <a:lnTo>
                    <a:pt x="2901" y="0"/>
                  </a:lnTo>
                  <a:lnTo>
                    <a:pt x="7829" y="692"/>
                  </a:lnTo>
                  <a:lnTo>
                    <a:pt x="12660" y="1371"/>
                  </a:lnTo>
                  <a:lnTo>
                    <a:pt x="16812" y="1955"/>
                  </a:lnTo>
                  <a:lnTo>
                    <a:pt x="22162" y="2707"/>
                  </a:lnTo>
                  <a:lnTo>
                    <a:pt x="20753" y="6944"/>
                  </a:lnTo>
                  <a:lnTo>
                    <a:pt x="18095" y="14930"/>
                  </a:lnTo>
                  <a:lnTo>
                    <a:pt x="15964" y="21336"/>
                  </a:lnTo>
                  <a:lnTo>
                    <a:pt x="13128" y="29859"/>
                  </a:lnTo>
                  <a:lnTo>
                    <a:pt x="11109" y="35929"/>
                  </a:lnTo>
                  <a:lnTo>
                    <a:pt x="5757" y="35206"/>
                  </a:lnTo>
                  <a:lnTo>
                    <a:pt x="402" y="34482"/>
                  </a:lnTo>
                  <a:lnTo>
                    <a:pt x="234" y="30516"/>
                  </a:lnTo>
                  <a:lnTo>
                    <a:pt x="0" y="250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5858" y="3664446"/>
              <a:ext cx="77197" cy="81231"/>
            </a:xfrm>
            <a:custGeom>
              <a:avLst/>
              <a:pathLst>
                <a:path w="77197" h="81231">
                  <a:moveTo>
                    <a:pt x="73814" y="20378"/>
                  </a:moveTo>
                  <a:lnTo>
                    <a:pt x="72231" y="24267"/>
                  </a:lnTo>
                  <a:lnTo>
                    <a:pt x="70441" y="28417"/>
                  </a:lnTo>
                  <a:lnTo>
                    <a:pt x="67807" y="34528"/>
                  </a:lnTo>
                  <a:lnTo>
                    <a:pt x="65111" y="40782"/>
                  </a:lnTo>
                  <a:lnTo>
                    <a:pt x="61637" y="48839"/>
                  </a:lnTo>
                  <a:lnTo>
                    <a:pt x="57272" y="58963"/>
                  </a:lnTo>
                  <a:lnTo>
                    <a:pt x="53087" y="68670"/>
                  </a:lnTo>
                  <a:lnTo>
                    <a:pt x="48645" y="75135"/>
                  </a:lnTo>
                  <a:lnTo>
                    <a:pt x="44456" y="81231"/>
                  </a:lnTo>
                  <a:lnTo>
                    <a:pt x="24452" y="72134"/>
                  </a:lnTo>
                  <a:lnTo>
                    <a:pt x="0" y="61014"/>
                  </a:lnTo>
                  <a:lnTo>
                    <a:pt x="754" y="59615"/>
                  </a:lnTo>
                  <a:lnTo>
                    <a:pt x="2250" y="56841"/>
                  </a:lnTo>
                  <a:lnTo>
                    <a:pt x="4026" y="53548"/>
                  </a:lnTo>
                  <a:lnTo>
                    <a:pt x="6204" y="49511"/>
                  </a:lnTo>
                  <a:lnTo>
                    <a:pt x="7721" y="46699"/>
                  </a:lnTo>
                  <a:lnTo>
                    <a:pt x="9344" y="43689"/>
                  </a:lnTo>
                  <a:lnTo>
                    <a:pt x="11018" y="40586"/>
                  </a:lnTo>
                  <a:lnTo>
                    <a:pt x="13191" y="36556"/>
                  </a:lnTo>
                  <a:lnTo>
                    <a:pt x="15269" y="32703"/>
                  </a:lnTo>
                  <a:lnTo>
                    <a:pt x="17390" y="28772"/>
                  </a:lnTo>
                  <a:lnTo>
                    <a:pt x="20035" y="23868"/>
                  </a:lnTo>
                  <a:lnTo>
                    <a:pt x="22468" y="19357"/>
                  </a:lnTo>
                  <a:lnTo>
                    <a:pt x="33373" y="21598"/>
                  </a:lnTo>
                  <a:lnTo>
                    <a:pt x="40826" y="23130"/>
                  </a:lnTo>
                  <a:lnTo>
                    <a:pt x="41368" y="22290"/>
                  </a:lnTo>
                  <a:lnTo>
                    <a:pt x="46969" y="13621"/>
                  </a:lnTo>
                  <a:lnTo>
                    <a:pt x="50875" y="7401"/>
                  </a:lnTo>
                  <a:lnTo>
                    <a:pt x="55522" y="0"/>
                  </a:lnTo>
                  <a:lnTo>
                    <a:pt x="55731" y="116"/>
                  </a:lnTo>
                  <a:lnTo>
                    <a:pt x="69918" y="8016"/>
                  </a:lnTo>
                  <a:lnTo>
                    <a:pt x="77197" y="12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63270" y="3675289"/>
              <a:ext cx="42469" cy="121266"/>
            </a:xfrm>
            <a:custGeom>
              <a:avLst/>
              <a:pathLst>
                <a:path w="42469" h="121266">
                  <a:moveTo>
                    <a:pt x="4882" y="115929"/>
                  </a:moveTo>
                  <a:lnTo>
                    <a:pt x="5018" y="108546"/>
                  </a:lnTo>
                  <a:lnTo>
                    <a:pt x="5180" y="99767"/>
                  </a:lnTo>
                  <a:lnTo>
                    <a:pt x="5357" y="90193"/>
                  </a:lnTo>
                  <a:lnTo>
                    <a:pt x="4916" y="81520"/>
                  </a:lnTo>
                  <a:lnTo>
                    <a:pt x="4644" y="76165"/>
                  </a:lnTo>
                  <a:lnTo>
                    <a:pt x="4300" y="69387"/>
                  </a:lnTo>
                  <a:lnTo>
                    <a:pt x="3803" y="61366"/>
                  </a:lnTo>
                  <a:lnTo>
                    <a:pt x="3201" y="51651"/>
                  </a:lnTo>
                  <a:lnTo>
                    <a:pt x="2657" y="42876"/>
                  </a:lnTo>
                  <a:lnTo>
                    <a:pt x="2056" y="33175"/>
                  </a:lnTo>
                  <a:lnTo>
                    <a:pt x="1512" y="24401"/>
                  </a:lnTo>
                  <a:lnTo>
                    <a:pt x="775" y="12514"/>
                  </a:lnTo>
                  <a:lnTo>
                    <a:pt x="0" y="0"/>
                  </a:lnTo>
                  <a:lnTo>
                    <a:pt x="13764" y="1592"/>
                  </a:lnTo>
                  <a:lnTo>
                    <a:pt x="27185" y="3144"/>
                  </a:lnTo>
                  <a:lnTo>
                    <a:pt x="27464" y="11945"/>
                  </a:lnTo>
                  <a:lnTo>
                    <a:pt x="27794" y="22306"/>
                  </a:lnTo>
                  <a:lnTo>
                    <a:pt x="28123" y="32639"/>
                  </a:lnTo>
                  <a:lnTo>
                    <a:pt x="28496" y="44357"/>
                  </a:lnTo>
                  <a:lnTo>
                    <a:pt x="28961" y="58991"/>
                  </a:lnTo>
                  <a:lnTo>
                    <a:pt x="30901" y="60520"/>
                  </a:lnTo>
                  <a:lnTo>
                    <a:pt x="42469" y="69639"/>
                  </a:lnTo>
                  <a:lnTo>
                    <a:pt x="41588" y="79367"/>
                  </a:lnTo>
                  <a:lnTo>
                    <a:pt x="33130" y="79547"/>
                  </a:lnTo>
                  <a:lnTo>
                    <a:pt x="32652" y="83313"/>
                  </a:lnTo>
                  <a:lnTo>
                    <a:pt x="31650" y="91207"/>
                  </a:lnTo>
                  <a:lnTo>
                    <a:pt x="31110" y="95462"/>
                  </a:lnTo>
                  <a:lnTo>
                    <a:pt x="30545" y="99909"/>
                  </a:lnTo>
                  <a:lnTo>
                    <a:pt x="29684" y="106696"/>
                  </a:lnTo>
                  <a:lnTo>
                    <a:pt x="28900" y="112872"/>
                  </a:lnTo>
                  <a:lnTo>
                    <a:pt x="26525" y="115380"/>
                  </a:lnTo>
                  <a:lnTo>
                    <a:pt x="20953" y="121266"/>
                  </a:lnTo>
                  <a:lnTo>
                    <a:pt x="13489" y="118788"/>
                  </a:lnTo>
                  <a:lnTo>
                    <a:pt x="11022" y="1179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595810" y="3681017"/>
              <a:ext cx="58167" cy="43232"/>
            </a:xfrm>
            <a:custGeom>
              <a:avLst/>
              <a:pathLst>
                <a:path w="58167" h="43232">
                  <a:moveTo>
                    <a:pt x="23357" y="42209"/>
                  </a:moveTo>
                  <a:lnTo>
                    <a:pt x="176" y="42332"/>
                  </a:lnTo>
                  <a:lnTo>
                    <a:pt x="84" y="28131"/>
                  </a:lnTo>
                  <a:lnTo>
                    <a:pt x="0" y="14951"/>
                  </a:lnTo>
                  <a:lnTo>
                    <a:pt x="2643" y="0"/>
                  </a:lnTo>
                  <a:lnTo>
                    <a:pt x="9936" y="494"/>
                  </a:lnTo>
                  <a:lnTo>
                    <a:pt x="21165" y="1255"/>
                  </a:lnTo>
                  <a:lnTo>
                    <a:pt x="31147" y="1931"/>
                  </a:lnTo>
                  <a:lnTo>
                    <a:pt x="37400" y="1988"/>
                  </a:lnTo>
                  <a:lnTo>
                    <a:pt x="44950" y="2057"/>
                  </a:lnTo>
                  <a:lnTo>
                    <a:pt x="58167" y="2178"/>
                  </a:lnTo>
                  <a:lnTo>
                    <a:pt x="57299" y="11770"/>
                  </a:lnTo>
                  <a:lnTo>
                    <a:pt x="56471" y="20923"/>
                  </a:lnTo>
                  <a:lnTo>
                    <a:pt x="55328" y="33550"/>
                  </a:lnTo>
                  <a:lnTo>
                    <a:pt x="54452" y="43232"/>
                  </a:lnTo>
                  <a:lnTo>
                    <a:pt x="34186" y="421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82393" y="4222693"/>
              <a:ext cx="31344" cy="30877"/>
            </a:xfrm>
            <a:custGeom>
              <a:avLst/>
              <a:pathLst>
                <a:path w="31344" h="30877">
                  <a:moveTo>
                    <a:pt x="6206" y="7847"/>
                  </a:moveTo>
                  <a:lnTo>
                    <a:pt x="7494" y="6913"/>
                  </a:lnTo>
                  <a:lnTo>
                    <a:pt x="8115" y="6463"/>
                  </a:lnTo>
                  <a:lnTo>
                    <a:pt x="12407" y="0"/>
                  </a:lnTo>
                  <a:lnTo>
                    <a:pt x="13360" y="557"/>
                  </a:lnTo>
                  <a:lnTo>
                    <a:pt x="22117" y="5684"/>
                  </a:lnTo>
                  <a:lnTo>
                    <a:pt x="30164" y="10395"/>
                  </a:lnTo>
                  <a:lnTo>
                    <a:pt x="31344" y="11086"/>
                  </a:lnTo>
                  <a:lnTo>
                    <a:pt x="26332" y="19742"/>
                  </a:lnTo>
                  <a:lnTo>
                    <a:pt x="20283" y="30191"/>
                  </a:lnTo>
                  <a:lnTo>
                    <a:pt x="19886" y="30877"/>
                  </a:lnTo>
                  <a:lnTo>
                    <a:pt x="18802" y="29820"/>
                  </a:lnTo>
                  <a:lnTo>
                    <a:pt x="17992" y="29030"/>
                  </a:lnTo>
                  <a:lnTo>
                    <a:pt x="16989" y="28053"/>
                  </a:lnTo>
                  <a:lnTo>
                    <a:pt x="12334" y="23512"/>
                  </a:lnTo>
                  <a:lnTo>
                    <a:pt x="10730" y="21948"/>
                  </a:lnTo>
                  <a:lnTo>
                    <a:pt x="8986" y="24469"/>
                  </a:lnTo>
                  <a:lnTo>
                    <a:pt x="8586" y="25048"/>
                  </a:lnTo>
                  <a:lnTo>
                    <a:pt x="7127" y="23317"/>
                  </a:lnTo>
                  <a:lnTo>
                    <a:pt x="4500" y="20199"/>
                  </a:lnTo>
                  <a:lnTo>
                    <a:pt x="476" y="15423"/>
                  </a:lnTo>
                  <a:lnTo>
                    <a:pt x="0" y="14858"/>
                  </a:lnTo>
                  <a:lnTo>
                    <a:pt x="1860" y="10998"/>
                  </a:lnTo>
                  <a:lnTo>
                    <a:pt x="3492" y="98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17151" y="4223840"/>
              <a:ext cx="101893" cy="98118"/>
            </a:xfrm>
            <a:custGeom>
              <a:avLst/>
              <a:pathLst>
                <a:path w="101893" h="98118">
                  <a:moveTo>
                    <a:pt x="58858" y="46925"/>
                  </a:moveTo>
                  <a:lnTo>
                    <a:pt x="67102" y="52238"/>
                  </a:lnTo>
                  <a:lnTo>
                    <a:pt x="68091" y="53165"/>
                  </a:lnTo>
                  <a:lnTo>
                    <a:pt x="77319" y="59454"/>
                  </a:lnTo>
                  <a:lnTo>
                    <a:pt x="91219" y="68927"/>
                  </a:lnTo>
                  <a:lnTo>
                    <a:pt x="101893" y="76199"/>
                  </a:lnTo>
                  <a:lnTo>
                    <a:pt x="97744" y="81469"/>
                  </a:lnTo>
                  <a:lnTo>
                    <a:pt x="95081" y="85558"/>
                  </a:lnTo>
                  <a:lnTo>
                    <a:pt x="86902" y="98118"/>
                  </a:lnTo>
                  <a:lnTo>
                    <a:pt x="77876" y="92187"/>
                  </a:lnTo>
                  <a:lnTo>
                    <a:pt x="50554" y="74294"/>
                  </a:lnTo>
                  <a:lnTo>
                    <a:pt x="35897" y="62100"/>
                  </a:lnTo>
                  <a:lnTo>
                    <a:pt x="32806" y="59529"/>
                  </a:lnTo>
                  <a:lnTo>
                    <a:pt x="15315" y="37405"/>
                  </a:lnTo>
                  <a:lnTo>
                    <a:pt x="0" y="13510"/>
                  </a:lnTo>
                  <a:lnTo>
                    <a:pt x="11699" y="9223"/>
                  </a:lnTo>
                  <a:lnTo>
                    <a:pt x="25696" y="4095"/>
                  </a:lnTo>
                  <a:lnTo>
                    <a:pt x="36874" y="0"/>
                  </a:lnTo>
                  <a:lnTo>
                    <a:pt x="38345" y="3571"/>
                  </a:lnTo>
                  <a:lnTo>
                    <a:pt x="39530" y="6448"/>
                  </a:lnTo>
                  <a:lnTo>
                    <a:pt x="40417" y="8602"/>
                  </a:lnTo>
                  <a:lnTo>
                    <a:pt x="42500" y="13658"/>
                  </a:lnTo>
                  <a:lnTo>
                    <a:pt x="45170" y="20140"/>
                  </a:lnTo>
                  <a:lnTo>
                    <a:pt x="47447" y="25669"/>
                  </a:lnTo>
                  <a:lnTo>
                    <a:pt x="51437" y="34991"/>
                  </a:lnTo>
                  <a:lnTo>
                    <a:pt x="52998" y="38639"/>
                  </a:lnTo>
                  <a:lnTo>
                    <a:pt x="54716" y="41881"/>
                  </a:lnTo>
                  <a:lnTo>
                    <a:pt x="56523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23225" y="4097805"/>
              <a:ext cx="39744" cy="41762"/>
            </a:xfrm>
            <a:custGeom>
              <a:avLst/>
              <a:pathLst>
                <a:path w="39744" h="41762">
                  <a:moveTo>
                    <a:pt x="16245" y="36157"/>
                  </a:moveTo>
                  <a:lnTo>
                    <a:pt x="0" y="30308"/>
                  </a:lnTo>
                  <a:lnTo>
                    <a:pt x="4420" y="15165"/>
                  </a:lnTo>
                  <a:lnTo>
                    <a:pt x="8846" y="0"/>
                  </a:lnTo>
                  <a:lnTo>
                    <a:pt x="22210" y="3892"/>
                  </a:lnTo>
                  <a:lnTo>
                    <a:pt x="31581" y="6622"/>
                  </a:lnTo>
                  <a:lnTo>
                    <a:pt x="39744" y="3603"/>
                  </a:lnTo>
                  <a:lnTo>
                    <a:pt x="39610" y="22314"/>
                  </a:lnTo>
                  <a:lnTo>
                    <a:pt x="39471" y="41762"/>
                  </a:lnTo>
                  <a:lnTo>
                    <a:pt x="20391" y="37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41851" y="4189518"/>
              <a:ext cx="186446" cy="127725"/>
            </a:xfrm>
            <a:custGeom>
              <a:avLst/>
              <a:pathLst>
                <a:path w="186446" h="127725">
                  <a:moveTo>
                    <a:pt x="55816" y="123202"/>
                  </a:moveTo>
                  <a:lnTo>
                    <a:pt x="54793" y="122304"/>
                  </a:lnTo>
                  <a:lnTo>
                    <a:pt x="54235" y="122321"/>
                  </a:lnTo>
                  <a:lnTo>
                    <a:pt x="47561" y="117568"/>
                  </a:lnTo>
                  <a:lnTo>
                    <a:pt x="42099" y="111844"/>
                  </a:lnTo>
                  <a:lnTo>
                    <a:pt x="35755" y="97759"/>
                  </a:lnTo>
                  <a:lnTo>
                    <a:pt x="35746" y="97449"/>
                  </a:lnTo>
                  <a:lnTo>
                    <a:pt x="35698" y="95897"/>
                  </a:lnTo>
                  <a:lnTo>
                    <a:pt x="32907" y="86043"/>
                  </a:lnTo>
                  <a:lnTo>
                    <a:pt x="32878" y="85112"/>
                  </a:lnTo>
                  <a:lnTo>
                    <a:pt x="32530" y="83880"/>
                  </a:lnTo>
                  <a:lnTo>
                    <a:pt x="28581" y="76858"/>
                  </a:lnTo>
                  <a:lnTo>
                    <a:pt x="27912" y="75326"/>
                  </a:lnTo>
                  <a:lnTo>
                    <a:pt x="23352" y="68632"/>
                  </a:lnTo>
                  <a:lnTo>
                    <a:pt x="15379" y="62354"/>
                  </a:lnTo>
                  <a:lnTo>
                    <a:pt x="9956" y="58171"/>
                  </a:lnTo>
                  <a:lnTo>
                    <a:pt x="2625" y="52802"/>
                  </a:lnTo>
                  <a:lnTo>
                    <a:pt x="281" y="47589"/>
                  </a:lnTo>
                  <a:lnTo>
                    <a:pt x="48" y="40134"/>
                  </a:lnTo>
                  <a:lnTo>
                    <a:pt x="0" y="38581"/>
                  </a:lnTo>
                  <a:lnTo>
                    <a:pt x="252" y="36708"/>
                  </a:lnTo>
                  <a:lnTo>
                    <a:pt x="1002" y="30777"/>
                  </a:lnTo>
                  <a:lnTo>
                    <a:pt x="8937" y="25562"/>
                  </a:lnTo>
                  <a:lnTo>
                    <a:pt x="15412" y="23501"/>
                  </a:lnTo>
                  <a:lnTo>
                    <a:pt x="24129" y="23549"/>
                  </a:lnTo>
                  <a:lnTo>
                    <a:pt x="35592" y="21960"/>
                  </a:lnTo>
                  <a:lnTo>
                    <a:pt x="45721" y="17615"/>
                  </a:lnTo>
                  <a:lnTo>
                    <a:pt x="47245" y="16637"/>
                  </a:lnTo>
                  <a:lnTo>
                    <a:pt x="62249" y="9354"/>
                  </a:lnTo>
                  <a:lnTo>
                    <a:pt x="84322" y="0"/>
                  </a:lnTo>
                  <a:lnTo>
                    <a:pt x="93369" y="817"/>
                  </a:lnTo>
                  <a:lnTo>
                    <a:pt x="102371" y="1631"/>
                  </a:lnTo>
                  <a:lnTo>
                    <a:pt x="121281" y="11616"/>
                  </a:lnTo>
                  <a:lnTo>
                    <a:pt x="140237" y="23761"/>
                  </a:lnTo>
                  <a:lnTo>
                    <a:pt x="146717" y="28164"/>
                  </a:lnTo>
                  <a:lnTo>
                    <a:pt x="164249" y="40076"/>
                  </a:lnTo>
                  <a:lnTo>
                    <a:pt x="186446" y="58284"/>
                  </a:lnTo>
                  <a:lnTo>
                    <a:pt x="186078" y="69824"/>
                  </a:lnTo>
                  <a:lnTo>
                    <a:pt x="185506" y="87734"/>
                  </a:lnTo>
                  <a:lnTo>
                    <a:pt x="139271" y="62852"/>
                  </a:lnTo>
                  <a:lnTo>
                    <a:pt x="126329" y="54883"/>
                  </a:lnTo>
                  <a:lnTo>
                    <a:pt x="114487" y="52768"/>
                  </a:lnTo>
                  <a:lnTo>
                    <a:pt x="106218" y="56127"/>
                  </a:lnTo>
                  <a:lnTo>
                    <a:pt x="100868" y="63740"/>
                  </a:lnTo>
                  <a:lnTo>
                    <a:pt x="94324" y="72943"/>
                  </a:lnTo>
                  <a:lnTo>
                    <a:pt x="93413" y="73593"/>
                  </a:lnTo>
                  <a:lnTo>
                    <a:pt x="91475" y="76641"/>
                  </a:lnTo>
                  <a:lnTo>
                    <a:pt x="88380" y="81509"/>
                  </a:lnTo>
                  <a:lnTo>
                    <a:pt x="87798" y="82769"/>
                  </a:lnTo>
                  <a:lnTo>
                    <a:pt x="83074" y="90678"/>
                  </a:lnTo>
                  <a:lnTo>
                    <a:pt x="83094" y="91298"/>
                  </a:lnTo>
                  <a:lnTo>
                    <a:pt x="82540" y="93488"/>
                  </a:lnTo>
                  <a:lnTo>
                    <a:pt x="82588" y="95039"/>
                  </a:lnTo>
                  <a:lnTo>
                    <a:pt x="84463" y="105532"/>
                  </a:lnTo>
                  <a:lnTo>
                    <a:pt x="85450" y="107363"/>
                  </a:lnTo>
                  <a:lnTo>
                    <a:pt x="86579" y="110046"/>
                  </a:lnTo>
                  <a:lnTo>
                    <a:pt x="88799" y="115322"/>
                  </a:lnTo>
                  <a:lnTo>
                    <a:pt x="77650" y="126226"/>
                  </a:lnTo>
                  <a:lnTo>
                    <a:pt x="69623" y="127725"/>
                  </a:lnTo>
                  <a:lnTo>
                    <a:pt x="68683" y="127445"/>
                  </a:lnTo>
                  <a:lnTo>
                    <a:pt x="67423" y="126864"/>
                  </a:lnTo>
                  <a:lnTo>
                    <a:pt x="58657" y="12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319596" y="4104812"/>
              <a:ext cx="46269" cy="48955"/>
            </a:xfrm>
            <a:custGeom>
              <a:avLst/>
              <a:pathLst>
                <a:path w="46269" h="48955">
                  <a:moveTo>
                    <a:pt x="46269" y="19334"/>
                  </a:moveTo>
                  <a:lnTo>
                    <a:pt x="37354" y="32126"/>
                  </a:lnTo>
                  <a:lnTo>
                    <a:pt x="25625" y="48955"/>
                  </a:lnTo>
                  <a:lnTo>
                    <a:pt x="19467" y="43996"/>
                  </a:lnTo>
                  <a:lnTo>
                    <a:pt x="9805" y="36215"/>
                  </a:lnTo>
                  <a:lnTo>
                    <a:pt x="6424" y="33492"/>
                  </a:lnTo>
                  <a:lnTo>
                    <a:pt x="0" y="28318"/>
                  </a:lnTo>
                  <a:lnTo>
                    <a:pt x="8956" y="15023"/>
                  </a:lnTo>
                  <a:lnTo>
                    <a:pt x="19077" y="0"/>
                  </a:lnTo>
                  <a:lnTo>
                    <a:pt x="31086" y="8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53476" y="4135931"/>
              <a:ext cx="67406" cy="54686"/>
            </a:xfrm>
            <a:custGeom>
              <a:avLst/>
              <a:pathLst>
                <a:path w="67406" h="54686">
                  <a:moveTo>
                    <a:pt x="39948" y="1866"/>
                  </a:moveTo>
                  <a:lnTo>
                    <a:pt x="45293" y="5676"/>
                  </a:lnTo>
                  <a:lnTo>
                    <a:pt x="49970" y="9010"/>
                  </a:lnTo>
                  <a:lnTo>
                    <a:pt x="55715" y="13104"/>
                  </a:lnTo>
                  <a:lnTo>
                    <a:pt x="60378" y="16428"/>
                  </a:lnTo>
                  <a:lnTo>
                    <a:pt x="67406" y="21437"/>
                  </a:lnTo>
                  <a:lnTo>
                    <a:pt x="56158" y="36296"/>
                  </a:lnTo>
                  <a:lnTo>
                    <a:pt x="42237" y="54686"/>
                  </a:lnTo>
                  <a:lnTo>
                    <a:pt x="23860" y="39810"/>
                  </a:lnTo>
                  <a:lnTo>
                    <a:pt x="0" y="20493"/>
                  </a:lnTo>
                  <a:lnTo>
                    <a:pt x="8196" y="12373"/>
                  </a:lnTo>
                  <a:lnTo>
                    <a:pt x="14339" y="6288"/>
                  </a:lnTo>
                  <a:lnTo>
                    <a:pt x="24397" y="16239"/>
                  </a:lnTo>
                  <a:lnTo>
                    <a:pt x="37054" y="344"/>
                  </a:lnTo>
                  <a:lnTo>
                    <a:pt x="3732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97676" y="4161880"/>
              <a:ext cx="61391" cy="64471"/>
            </a:xfrm>
            <a:custGeom>
              <a:avLst/>
              <a:pathLst>
                <a:path w="61391" h="64471">
                  <a:moveTo>
                    <a:pt x="50714" y="16065"/>
                  </a:moveTo>
                  <a:lnTo>
                    <a:pt x="58427" y="22044"/>
                  </a:lnTo>
                  <a:lnTo>
                    <a:pt x="50289" y="33485"/>
                  </a:lnTo>
                  <a:lnTo>
                    <a:pt x="53836" y="37030"/>
                  </a:lnTo>
                  <a:lnTo>
                    <a:pt x="61391" y="44580"/>
                  </a:lnTo>
                  <a:lnTo>
                    <a:pt x="53584" y="54397"/>
                  </a:lnTo>
                  <a:lnTo>
                    <a:pt x="45571" y="64471"/>
                  </a:lnTo>
                  <a:lnTo>
                    <a:pt x="34515" y="56633"/>
                  </a:lnTo>
                  <a:lnTo>
                    <a:pt x="21259" y="47234"/>
                  </a:lnTo>
                  <a:lnTo>
                    <a:pt x="9662" y="39013"/>
                  </a:lnTo>
                  <a:lnTo>
                    <a:pt x="0" y="32162"/>
                  </a:lnTo>
                  <a:lnTo>
                    <a:pt x="12877" y="18353"/>
                  </a:lnTo>
                  <a:lnTo>
                    <a:pt x="29991" y="0"/>
                  </a:lnTo>
                  <a:lnTo>
                    <a:pt x="36113" y="4746"/>
                  </a:lnTo>
                  <a:lnTo>
                    <a:pt x="42332" y="9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446258" y="4170072"/>
              <a:ext cx="81526" cy="108583"/>
            </a:xfrm>
            <a:custGeom>
              <a:avLst/>
              <a:pathLst>
                <a:path w="81526" h="108583">
                  <a:moveTo>
                    <a:pt x="33767" y="49171"/>
                  </a:moveTo>
                  <a:lnTo>
                    <a:pt x="30878" y="54386"/>
                  </a:lnTo>
                  <a:lnTo>
                    <a:pt x="26158" y="62908"/>
                  </a:lnTo>
                  <a:lnTo>
                    <a:pt x="52984" y="82297"/>
                  </a:lnTo>
                  <a:lnTo>
                    <a:pt x="59956" y="74820"/>
                  </a:lnTo>
                  <a:lnTo>
                    <a:pt x="81526" y="92101"/>
                  </a:lnTo>
                  <a:lnTo>
                    <a:pt x="78316" y="95815"/>
                  </a:lnTo>
                  <a:lnTo>
                    <a:pt x="74750" y="99941"/>
                  </a:lnTo>
                  <a:lnTo>
                    <a:pt x="71349" y="103877"/>
                  </a:lnTo>
                  <a:lnTo>
                    <a:pt x="67281" y="108583"/>
                  </a:lnTo>
                  <a:lnTo>
                    <a:pt x="58764" y="102648"/>
                  </a:lnTo>
                  <a:lnTo>
                    <a:pt x="49069" y="95891"/>
                  </a:lnTo>
                  <a:lnTo>
                    <a:pt x="36350" y="87027"/>
                  </a:lnTo>
                  <a:lnTo>
                    <a:pt x="25118" y="79200"/>
                  </a:lnTo>
                  <a:lnTo>
                    <a:pt x="12355" y="70305"/>
                  </a:lnTo>
                  <a:lnTo>
                    <a:pt x="0" y="61694"/>
                  </a:lnTo>
                  <a:lnTo>
                    <a:pt x="19076" y="32441"/>
                  </a:lnTo>
                  <a:lnTo>
                    <a:pt x="40232" y="0"/>
                  </a:lnTo>
                  <a:lnTo>
                    <a:pt x="48626" y="5179"/>
                  </a:lnTo>
                  <a:lnTo>
                    <a:pt x="55712" y="9552"/>
                  </a:lnTo>
                  <a:lnTo>
                    <a:pt x="42840" y="327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520042" y="4261266"/>
              <a:ext cx="66983" cy="50489"/>
            </a:xfrm>
            <a:custGeom>
              <a:avLst/>
              <a:pathLst>
                <a:path w="66983" h="50489">
                  <a:moveTo>
                    <a:pt x="36622" y="13705"/>
                  </a:moveTo>
                  <a:lnTo>
                    <a:pt x="66983" y="31013"/>
                  </a:lnTo>
                  <a:lnTo>
                    <a:pt x="63080" y="37305"/>
                  </a:lnTo>
                  <a:lnTo>
                    <a:pt x="59380" y="43271"/>
                  </a:lnTo>
                  <a:lnTo>
                    <a:pt x="54903" y="50489"/>
                  </a:lnTo>
                  <a:lnTo>
                    <a:pt x="53475" y="50219"/>
                  </a:lnTo>
                  <a:lnTo>
                    <a:pt x="53334" y="50171"/>
                  </a:lnTo>
                  <a:lnTo>
                    <a:pt x="46508" y="46768"/>
                  </a:lnTo>
                  <a:lnTo>
                    <a:pt x="38813" y="44835"/>
                  </a:lnTo>
                  <a:lnTo>
                    <a:pt x="33934" y="44304"/>
                  </a:lnTo>
                  <a:lnTo>
                    <a:pt x="24872" y="40102"/>
                  </a:lnTo>
                  <a:lnTo>
                    <a:pt x="19211" y="35763"/>
                  </a:lnTo>
                  <a:lnTo>
                    <a:pt x="0" y="21035"/>
                  </a:lnTo>
                  <a:lnTo>
                    <a:pt x="6477" y="10205"/>
                  </a:lnTo>
                  <a:lnTo>
                    <a:pt x="12581" y="0"/>
                  </a:lnTo>
                  <a:lnTo>
                    <a:pt x="30079" y="9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97327" y="4308985"/>
              <a:ext cx="95136" cy="63838"/>
            </a:xfrm>
            <a:custGeom>
              <a:avLst/>
              <a:pathLst>
                <a:path w="95136" h="63838">
                  <a:moveTo>
                    <a:pt x="36134" y="15883"/>
                  </a:moveTo>
                  <a:lnTo>
                    <a:pt x="47067" y="23138"/>
                  </a:lnTo>
                  <a:lnTo>
                    <a:pt x="50892" y="24168"/>
                  </a:lnTo>
                  <a:lnTo>
                    <a:pt x="82404" y="32660"/>
                  </a:lnTo>
                  <a:lnTo>
                    <a:pt x="95136" y="36090"/>
                  </a:lnTo>
                  <a:lnTo>
                    <a:pt x="91216" y="48507"/>
                  </a:lnTo>
                  <a:lnTo>
                    <a:pt x="86376" y="63838"/>
                  </a:lnTo>
                  <a:lnTo>
                    <a:pt x="83488" y="62613"/>
                  </a:lnTo>
                  <a:lnTo>
                    <a:pt x="82268" y="62096"/>
                  </a:lnTo>
                  <a:lnTo>
                    <a:pt x="77458" y="60055"/>
                  </a:lnTo>
                  <a:lnTo>
                    <a:pt x="68892" y="56422"/>
                  </a:lnTo>
                  <a:lnTo>
                    <a:pt x="55118" y="50579"/>
                  </a:lnTo>
                  <a:lnTo>
                    <a:pt x="44102" y="45906"/>
                  </a:lnTo>
                  <a:lnTo>
                    <a:pt x="36029" y="42481"/>
                  </a:lnTo>
                  <a:lnTo>
                    <a:pt x="33065" y="41079"/>
                  </a:lnTo>
                  <a:lnTo>
                    <a:pt x="31658" y="40142"/>
                  </a:lnTo>
                  <a:lnTo>
                    <a:pt x="19459" y="32018"/>
                  </a:lnTo>
                  <a:lnTo>
                    <a:pt x="8713" y="24861"/>
                  </a:lnTo>
                  <a:lnTo>
                    <a:pt x="5005" y="22392"/>
                  </a:lnTo>
                  <a:lnTo>
                    <a:pt x="2933" y="21012"/>
                  </a:lnTo>
                  <a:lnTo>
                    <a:pt x="0" y="19058"/>
                  </a:lnTo>
                  <a:lnTo>
                    <a:pt x="939" y="17525"/>
                  </a:lnTo>
                  <a:lnTo>
                    <a:pt x="2975" y="14202"/>
                  </a:lnTo>
                  <a:lnTo>
                    <a:pt x="5378" y="10281"/>
                  </a:lnTo>
                  <a:lnTo>
                    <a:pt x="9496" y="3559"/>
                  </a:lnTo>
                  <a:lnTo>
                    <a:pt x="10039" y="2673"/>
                  </a:lnTo>
                  <a:lnTo>
                    <a:pt x="11677" y="0"/>
                  </a:lnTo>
                  <a:lnTo>
                    <a:pt x="26965" y="9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69129" y="4104263"/>
              <a:ext cx="44381" cy="58419"/>
            </a:xfrm>
            <a:custGeom>
              <a:avLst/>
              <a:pathLst>
                <a:path w="44381" h="58419">
                  <a:moveTo>
                    <a:pt x="34704" y="29331"/>
                  </a:moveTo>
                  <a:lnTo>
                    <a:pt x="44381" y="49076"/>
                  </a:lnTo>
                  <a:lnTo>
                    <a:pt x="43661" y="49422"/>
                  </a:lnTo>
                  <a:lnTo>
                    <a:pt x="40546" y="50919"/>
                  </a:lnTo>
                  <a:lnTo>
                    <a:pt x="35320" y="53432"/>
                  </a:lnTo>
                  <a:lnTo>
                    <a:pt x="31090" y="55465"/>
                  </a:lnTo>
                  <a:lnTo>
                    <a:pt x="24943" y="58419"/>
                  </a:lnTo>
                  <a:lnTo>
                    <a:pt x="24530" y="57597"/>
                  </a:lnTo>
                  <a:lnTo>
                    <a:pt x="20588" y="49753"/>
                  </a:lnTo>
                  <a:lnTo>
                    <a:pt x="16200" y="41020"/>
                  </a:lnTo>
                  <a:lnTo>
                    <a:pt x="8710" y="26115"/>
                  </a:lnTo>
                  <a:lnTo>
                    <a:pt x="167" y="9115"/>
                  </a:lnTo>
                  <a:lnTo>
                    <a:pt x="0" y="8782"/>
                  </a:lnTo>
                  <a:lnTo>
                    <a:pt x="8103" y="5281"/>
                  </a:lnTo>
                  <a:lnTo>
                    <a:pt x="11024" y="4019"/>
                  </a:lnTo>
                  <a:lnTo>
                    <a:pt x="20329" y="0"/>
                  </a:lnTo>
                  <a:lnTo>
                    <a:pt x="25023" y="9576"/>
                  </a:lnTo>
                  <a:lnTo>
                    <a:pt x="33090" y="26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97414" y="4182113"/>
              <a:ext cx="47101" cy="48739"/>
            </a:xfrm>
            <a:custGeom>
              <a:avLst/>
              <a:pathLst>
                <a:path w="47101" h="48739">
                  <a:moveTo>
                    <a:pt x="36214" y="32706"/>
                  </a:moveTo>
                  <a:lnTo>
                    <a:pt x="34178" y="35449"/>
                  </a:lnTo>
                  <a:lnTo>
                    <a:pt x="30030" y="40157"/>
                  </a:lnTo>
                  <a:lnTo>
                    <a:pt x="28327" y="42529"/>
                  </a:lnTo>
                  <a:lnTo>
                    <a:pt x="27171" y="44138"/>
                  </a:lnTo>
                  <a:lnTo>
                    <a:pt x="24296" y="47920"/>
                  </a:lnTo>
                  <a:lnTo>
                    <a:pt x="22062" y="48739"/>
                  </a:lnTo>
                  <a:lnTo>
                    <a:pt x="18847" y="47737"/>
                  </a:lnTo>
                  <a:lnTo>
                    <a:pt x="14112" y="45355"/>
                  </a:lnTo>
                  <a:lnTo>
                    <a:pt x="11250" y="44118"/>
                  </a:lnTo>
                  <a:lnTo>
                    <a:pt x="6229" y="42726"/>
                  </a:lnTo>
                  <a:lnTo>
                    <a:pt x="2761" y="41358"/>
                  </a:lnTo>
                  <a:lnTo>
                    <a:pt x="0" y="37776"/>
                  </a:lnTo>
                  <a:lnTo>
                    <a:pt x="6135" y="26410"/>
                  </a:lnTo>
                  <a:lnTo>
                    <a:pt x="8496" y="22036"/>
                  </a:lnTo>
                  <a:lnTo>
                    <a:pt x="17057" y="12542"/>
                  </a:lnTo>
                  <a:lnTo>
                    <a:pt x="28365" y="0"/>
                  </a:lnTo>
                  <a:lnTo>
                    <a:pt x="36720" y="7712"/>
                  </a:lnTo>
                  <a:lnTo>
                    <a:pt x="41202" y="11850"/>
                  </a:lnTo>
                  <a:lnTo>
                    <a:pt x="46771" y="20269"/>
                  </a:lnTo>
                  <a:lnTo>
                    <a:pt x="47101" y="25308"/>
                  </a:lnTo>
                  <a:lnTo>
                    <a:pt x="44224" y="27566"/>
                  </a:lnTo>
                  <a:lnTo>
                    <a:pt x="39853" y="30371"/>
                  </a:lnTo>
                  <a:lnTo>
                    <a:pt x="38701" y="311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52911" y="4138045"/>
              <a:ext cx="71244" cy="69521"/>
            </a:xfrm>
            <a:custGeom>
              <a:avLst/>
              <a:pathLst>
                <a:path w="71244" h="69521">
                  <a:moveTo>
                    <a:pt x="69562" y="39034"/>
                  </a:moveTo>
                  <a:lnTo>
                    <a:pt x="71244" y="40819"/>
                  </a:lnTo>
                  <a:lnTo>
                    <a:pt x="58952" y="53248"/>
                  </a:lnTo>
                  <a:lnTo>
                    <a:pt x="55780" y="57454"/>
                  </a:lnTo>
                  <a:lnTo>
                    <a:pt x="45786" y="69521"/>
                  </a:lnTo>
                  <a:lnTo>
                    <a:pt x="30221" y="59517"/>
                  </a:lnTo>
                  <a:lnTo>
                    <a:pt x="24032" y="55539"/>
                  </a:lnTo>
                  <a:lnTo>
                    <a:pt x="0" y="40092"/>
                  </a:lnTo>
                  <a:lnTo>
                    <a:pt x="3350" y="35994"/>
                  </a:lnTo>
                  <a:lnTo>
                    <a:pt x="7341" y="31115"/>
                  </a:lnTo>
                  <a:lnTo>
                    <a:pt x="22535" y="12535"/>
                  </a:lnTo>
                  <a:lnTo>
                    <a:pt x="24803" y="9762"/>
                  </a:lnTo>
                  <a:lnTo>
                    <a:pt x="32787" y="0"/>
                  </a:lnTo>
                  <a:lnTo>
                    <a:pt x="41984" y="9762"/>
                  </a:lnTo>
                  <a:lnTo>
                    <a:pt x="50356" y="18648"/>
                  </a:lnTo>
                  <a:lnTo>
                    <a:pt x="50963" y="19292"/>
                  </a:lnTo>
                  <a:lnTo>
                    <a:pt x="56834" y="25524"/>
                  </a:lnTo>
                  <a:lnTo>
                    <a:pt x="57807" y="26557"/>
                  </a:lnTo>
                  <a:lnTo>
                    <a:pt x="62238" y="31260"/>
                  </a:lnTo>
                  <a:lnTo>
                    <a:pt x="66699" y="35994"/>
                  </a:lnTo>
                  <a:lnTo>
                    <a:pt x="68502" y="3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312075" y="3815886"/>
              <a:ext cx="52737" cy="30942"/>
            </a:xfrm>
            <a:custGeom>
              <a:avLst/>
              <a:pathLst>
                <a:path w="52737" h="30942">
                  <a:moveTo>
                    <a:pt x="26772" y="9259"/>
                  </a:moveTo>
                  <a:lnTo>
                    <a:pt x="39237" y="16312"/>
                  </a:lnTo>
                  <a:lnTo>
                    <a:pt x="52737" y="23950"/>
                  </a:lnTo>
                  <a:lnTo>
                    <a:pt x="50574" y="27679"/>
                  </a:lnTo>
                  <a:lnTo>
                    <a:pt x="48681" y="30942"/>
                  </a:lnTo>
                  <a:lnTo>
                    <a:pt x="27108" y="27935"/>
                  </a:lnTo>
                  <a:lnTo>
                    <a:pt x="24450" y="27564"/>
                  </a:lnTo>
                  <a:lnTo>
                    <a:pt x="20485" y="26664"/>
                  </a:lnTo>
                  <a:lnTo>
                    <a:pt x="7929" y="21710"/>
                  </a:lnTo>
                  <a:lnTo>
                    <a:pt x="0" y="13829"/>
                  </a:lnTo>
                  <a:lnTo>
                    <a:pt x="5173" y="6955"/>
                  </a:lnTo>
                  <a:lnTo>
                    <a:pt x="104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68864" y="4076931"/>
              <a:ext cx="60308" cy="75616"/>
            </a:xfrm>
            <a:custGeom>
              <a:avLst/>
              <a:pathLst>
                <a:path w="60308" h="75616">
                  <a:moveTo>
                    <a:pt x="19738" y="15000"/>
                  </a:moveTo>
                  <a:lnTo>
                    <a:pt x="60308" y="0"/>
                  </a:lnTo>
                  <a:lnTo>
                    <a:pt x="58908" y="15432"/>
                  </a:lnTo>
                  <a:lnTo>
                    <a:pt x="57208" y="34152"/>
                  </a:lnTo>
                  <a:lnTo>
                    <a:pt x="53445" y="75616"/>
                  </a:lnTo>
                  <a:lnTo>
                    <a:pt x="51080" y="75085"/>
                  </a:lnTo>
                  <a:lnTo>
                    <a:pt x="38295" y="72216"/>
                  </a:lnTo>
                  <a:lnTo>
                    <a:pt x="26213" y="69613"/>
                  </a:lnTo>
                  <a:lnTo>
                    <a:pt x="1015" y="64183"/>
                  </a:lnTo>
                  <a:lnTo>
                    <a:pt x="287" y="34173"/>
                  </a:lnTo>
                  <a:lnTo>
                    <a:pt x="0" y="22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36593" y="4076946"/>
              <a:ext cx="62471" cy="38655"/>
            </a:xfrm>
            <a:custGeom>
              <a:avLst/>
              <a:pathLst>
                <a:path w="62471" h="38655">
                  <a:moveTo>
                    <a:pt x="495" y="28294"/>
                  </a:moveTo>
                  <a:lnTo>
                    <a:pt x="1198" y="14623"/>
                  </a:lnTo>
                  <a:lnTo>
                    <a:pt x="1622" y="6378"/>
                  </a:lnTo>
                  <a:lnTo>
                    <a:pt x="1950" y="0"/>
                  </a:lnTo>
                  <a:lnTo>
                    <a:pt x="8069" y="10"/>
                  </a:lnTo>
                  <a:lnTo>
                    <a:pt x="31177" y="47"/>
                  </a:lnTo>
                  <a:lnTo>
                    <a:pt x="60542" y="95"/>
                  </a:lnTo>
                  <a:lnTo>
                    <a:pt x="61069" y="10631"/>
                  </a:lnTo>
                  <a:lnTo>
                    <a:pt x="61804" y="25320"/>
                  </a:lnTo>
                  <a:lnTo>
                    <a:pt x="62471" y="38655"/>
                  </a:lnTo>
                  <a:lnTo>
                    <a:pt x="29375" y="38266"/>
                  </a:lnTo>
                  <a:lnTo>
                    <a:pt x="0" y="379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4004185" y="4077053"/>
              <a:ext cx="51162" cy="73664"/>
            </a:xfrm>
            <a:custGeom>
              <a:avLst/>
              <a:pathLst>
                <a:path w="51162" h="73664">
                  <a:moveTo>
                    <a:pt x="5789" y="47354"/>
                  </a:moveTo>
                  <a:lnTo>
                    <a:pt x="3539" y="28952"/>
                  </a:lnTo>
                  <a:lnTo>
                    <a:pt x="1501" y="12280"/>
                  </a:lnTo>
                  <a:lnTo>
                    <a:pt x="0" y="0"/>
                  </a:lnTo>
                  <a:lnTo>
                    <a:pt x="25264" y="41"/>
                  </a:lnTo>
                  <a:lnTo>
                    <a:pt x="51162" y="83"/>
                  </a:lnTo>
                  <a:lnTo>
                    <a:pt x="50892" y="4774"/>
                  </a:lnTo>
                  <a:lnTo>
                    <a:pt x="50295" y="15143"/>
                  </a:lnTo>
                  <a:lnTo>
                    <a:pt x="49301" y="32409"/>
                  </a:lnTo>
                  <a:lnTo>
                    <a:pt x="49138" y="35235"/>
                  </a:lnTo>
                  <a:lnTo>
                    <a:pt x="28703" y="63244"/>
                  </a:lnTo>
                  <a:lnTo>
                    <a:pt x="9006" y="73664"/>
                  </a:lnTo>
                  <a:lnTo>
                    <a:pt x="7840" y="64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30946" y="4118749"/>
              <a:ext cx="84057" cy="55616"/>
            </a:xfrm>
            <a:custGeom>
              <a:avLst/>
              <a:pathLst>
                <a:path w="84057" h="55616">
                  <a:moveTo>
                    <a:pt x="22459" y="525"/>
                  </a:moveTo>
                  <a:lnTo>
                    <a:pt x="34423" y="856"/>
                  </a:lnTo>
                  <a:lnTo>
                    <a:pt x="56268" y="1461"/>
                  </a:lnTo>
                  <a:lnTo>
                    <a:pt x="70408" y="1852"/>
                  </a:lnTo>
                  <a:lnTo>
                    <a:pt x="73757" y="23715"/>
                  </a:lnTo>
                  <a:lnTo>
                    <a:pt x="74779" y="30388"/>
                  </a:lnTo>
                  <a:lnTo>
                    <a:pt x="84057" y="46059"/>
                  </a:lnTo>
                  <a:lnTo>
                    <a:pt x="77084" y="55616"/>
                  </a:lnTo>
                  <a:lnTo>
                    <a:pt x="67836" y="49076"/>
                  </a:lnTo>
                  <a:lnTo>
                    <a:pt x="34485" y="42972"/>
                  </a:lnTo>
                  <a:lnTo>
                    <a:pt x="22368" y="40754"/>
                  </a:lnTo>
                  <a:lnTo>
                    <a:pt x="0" y="35735"/>
                  </a:lnTo>
                  <a:lnTo>
                    <a:pt x="1839" y="16958"/>
                  </a:lnTo>
                  <a:lnTo>
                    <a:pt x="35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36007" y="3914795"/>
              <a:ext cx="58153" cy="60120"/>
            </a:xfrm>
            <a:custGeom>
              <a:avLst/>
              <a:pathLst>
                <a:path w="58153" h="60120">
                  <a:moveTo>
                    <a:pt x="374" y="17248"/>
                  </a:moveTo>
                  <a:lnTo>
                    <a:pt x="660" y="8556"/>
                  </a:lnTo>
                  <a:lnTo>
                    <a:pt x="10865" y="7037"/>
                  </a:lnTo>
                  <a:lnTo>
                    <a:pt x="33123" y="3725"/>
                  </a:lnTo>
                  <a:lnTo>
                    <a:pt x="58153" y="0"/>
                  </a:lnTo>
                  <a:lnTo>
                    <a:pt x="57043" y="6010"/>
                  </a:lnTo>
                  <a:lnTo>
                    <a:pt x="55950" y="11933"/>
                  </a:lnTo>
                  <a:lnTo>
                    <a:pt x="45225" y="23664"/>
                  </a:lnTo>
                  <a:lnTo>
                    <a:pt x="35336" y="34480"/>
                  </a:lnTo>
                  <a:lnTo>
                    <a:pt x="11895" y="60120"/>
                  </a:lnTo>
                  <a:lnTo>
                    <a:pt x="2305" y="34706"/>
                  </a:lnTo>
                  <a:lnTo>
                    <a:pt x="0" y="28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55036" y="3872783"/>
              <a:ext cx="87963" cy="49429"/>
            </a:xfrm>
            <a:custGeom>
              <a:avLst/>
              <a:pathLst>
                <a:path w="87963" h="49429">
                  <a:moveTo>
                    <a:pt x="12114" y="28868"/>
                  </a:moveTo>
                  <a:lnTo>
                    <a:pt x="4645" y="16769"/>
                  </a:lnTo>
                  <a:lnTo>
                    <a:pt x="0" y="9243"/>
                  </a:lnTo>
                  <a:lnTo>
                    <a:pt x="5594" y="7553"/>
                  </a:lnTo>
                  <a:lnTo>
                    <a:pt x="17812" y="6394"/>
                  </a:lnTo>
                  <a:lnTo>
                    <a:pt x="33020" y="4141"/>
                  </a:lnTo>
                  <a:lnTo>
                    <a:pt x="52359" y="1276"/>
                  </a:lnTo>
                  <a:lnTo>
                    <a:pt x="83807" y="0"/>
                  </a:lnTo>
                  <a:lnTo>
                    <a:pt x="87963" y="11199"/>
                  </a:lnTo>
                  <a:lnTo>
                    <a:pt x="70105" y="15740"/>
                  </a:lnTo>
                  <a:lnTo>
                    <a:pt x="74055" y="21263"/>
                  </a:lnTo>
                  <a:lnTo>
                    <a:pt x="76370" y="25695"/>
                  </a:lnTo>
                  <a:lnTo>
                    <a:pt x="81252" y="47646"/>
                  </a:lnTo>
                  <a:lnTo>
                    <a:pt x="82822" y="49429"/>
                  </a:lnTo>
                  <a:lnTo>
                    <a:pt x="57210" y="48057"/>
                  </a:lnTo>
                  <a:lnTo>
                    <a:pt x="48739" y="47603"/>
                  </a:lnTo>
                  <a:lnTo>
                    <a:pt x="29380" y="39297"/>
                  </a:lnTo>
                  <a:lnTo>
                    <a:pt x="29703" y="38326"/>
                  </a:lnTo>
                  <a:lnTo>
                    <a:pt x="23891" y="34946"/>
                  </a:lnTo>
                  <a:lnTo>
                    <a:pt x="16842" y="36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978248" y="3811126"/>
              <a:ext cx="66613" cy="121209"/>
            </a:xfrm>
            <a:custGeom>
              <a:avLst/>
              <a:pathLst>
                <a:path w="66613" h="121209">
                  <a:moveTo>
                    <a:pt x="58401" y="70455"/>
                  </a:moveTo>
                  <a:lnTo>
                    <a:pt x="56929" y="79617"/>
                  </a:lnTo>
                  <a:lnTo>
                    <a:pt x="54372" y="95529"/>
                  </a:lnTo>
                  <a:lnTo>
                    <a:pt x="50247" y="121209"/>
                  </a:lnTo>
                  <a:lnTo>
                    <a:pt x="33506" y="117246"/>
                  </a:lnTo>
                  <a:lnTo>
                    <a:pt x="25992" y="116388"/>
                  </a:lnTo>
                  <a:lnTo>
                    <a:pt x="0" y="113421"/>
                  </a:lnTo>
                  <a:lnTo>
                    <a:pt x="1863" y="104282"/>
                  </a:lnTo>
                  <a:lnTo>
                    <a:pt x="3851" y="94527"/>
                  </a:lnTo>
                  <a:lnTo>
                    <a:pt x="5406" y="86899"/>
                  </a:lnTo>
                  <a:lnTo>
                    <a:pt x="7223" y="77986"/>
                  </a:lnTo>
                  <a:lnTo>
                    <a:pt x="9266" y="67962"/>
                  </a:lnTo>
                  <a:lnTo>
                    <a:pt x="11544" y="56788"/>
                  </a:lnTo>
                  <a:lnTo>
                    <a:pt x="16039" y="39208"/>
                  </a:lnTo>
                  <a:lnTo>
                    <a:pt x="24717" y="5268"/>
                  </a:lnTo>
                  <a:lnTo>
                    <a:pt x="31051" y="4300"/>
                  </a:lnTo>
                  <a:lnTo>
                    <a:pt x="35292" y="3652"/>
                  </a:lnTo>
                  <a:lnTo>
                    <a:pt x="41625" y="2683"/>
                  </a:lnTo>
                  <a:lnTo>
                    <a:pt x="50312" y="1355"/>
                  </a:lnTo>
                  <a:lnTo>
                    <a:pt x="55644" y="540"/>
                  </a:lnTo>
                  <a:lnTo>
                    <a:pt x="66613" y="0"/>
                  </a:lnTo>
                  <a:lnTo>
                    <a:pt x="65935" y="7393"/>
                  </a:lnTo>
                  <a:lnTo>
                    <a:pt x="65343" y="13854"/>
                  </a:lnTo>
                  <a:lnTo>
                    <a:pt x="64973" y="17890"/>
                  </a:lnTo>
                  <a:lnTo>
                    <a:pt x="64709" y="20765"/>
                  </a:lnTo>
                  <a:lnTo>
                    <a:pt x="63748" y="28649"/>
                  </a:lnTo>
                  <a:lnTo>
                    <a:pt x="62418" y="39558"/>
                  </a:lnTo>
                  <a:lnTo>
                    <a:pt x="61275" y="48936"/>
                  </a:lnTo>
                  <a:lnTo>
                    <a:pt x="60046" y="59014"/>
                  </a:lnTo>
                  <a:lnTo>
                    <a:pt x="59440" y="63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40731" y="3861990"/>
              <a:ext cx="85978" cy="47535"/>
            </a:xfrm>
            <a:custGeom>
              <a:avLst/>
              <a:pathLst>
                <a:path w="85978" h="47535">
                  <a:moveTo>
                    <a:pt x="67656" y="43042"/>
                  </a:moveTo>
                  <a:lnTo>
                    <a:pt x="46750" y="46116"/>
                  </a:lnTo>
                  <a:lnTo>
                    <a:pt x="37106" y="47535"/>
                  </a:lnTo>
                  <a:lnTo>
                    <a:pt x="14960" y="46744"/>
                  </a:lnTo>
                  <a:lnTo>
                    <a:pt x="0" y="46210"/>
                  </a:lnTo>
                  <a:lnTo>
                    <a:pt x="1164" y="37346"/>
                  </a:lnTo>
                  <a:lnTo>
                    <a:pt x="2362" y="28231"/>
                  </a:lnTo>
                  <a:lnTo>
                    <a:pt x="3278" y="21256"/>
                  </a:lnTo>
                  <a:lnTo>
                    <a:pt x="5323" y="5694"/>
                  </a:lnTo>
                  <a:lnTo>
                    <a:pt x="18641" y="4723"/>
                  </a:lnTo>
                  <a:lnTo>
                    <a:pt x="25998" y="4187"/>
                  </a:lnTo>
                  <a:lnTo>
                    <a:pt x="34389" y="3575"/>
                  </a:lnTo>
                  <a:lnTo>
                    <a:pt x="43797" y="2890"/>
                  </a:lnTo>
                  <a:lnTo>
                    <a:pt x="52564" y="2251"/>
                  </a:lnTo>
                  <a:lnTo>
                    <a:pt x="62504" y="1526"/>
                  </a:lnTo>
                  <a:lnTo>
                    <a:pt x="80923" y="183"/>
                  </a:lnTo>
                  <a:lnTo>
                    <a:pt x="83447" y="0"/>
                  </a:lnTo>
                  <a:lnTo>
                    <a:pt x="84375" y="14795"/>
                  </a:lnTo>
                  <a:lnTo>
                    <a:pt x="85978" y="403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863049" y="3859559"/>
              <a:ext cx="47328" cy="126264"/>
            </a:xfrm>
            <a:custGeom>
              <a:avLst/>
              <a:pathLst>
                <a:path w="47328" h="126264">
                  <a:moveTo>
                    <a:pt x="34293" y="126264"/>
                  </a:moveTo>
                  <a:lnTo>
                    <a:pt x="21915" y="125933"/>
                  </a:lnTo>
                  <a:lnTo>
                    <a:pt x="12087" y="125670"/>
                  </a:lnTo>
                  <a:lnTo>
                    <a:pt x="19322" y="93124"/>
                  </a:lnTo>
                  <a:lnTo>
                    <a:pt x="18268" y="83796"/>
                  </a:lnTo>
                  <a:lnTo>
                    <a:pt x="16549" y="49353"/>
                  </a:lnTo>
                  <a:lnTo>
                    <a:pt x="7705" y="25686"/>
                  </a:lnTo>
                  <a:lnTo>
                    <a:pt x="5335" y="19345"/>
                  </a:lnTo>
                  <a:lnTo>
                    <a:pt x="0" y="7739"/>
                  </a:lnTo>
                  <a:lnTo>
                    <a:pt x="14444" y="3283"/>
                  </a:lnTo>
                  <a:lnTo>
                    <a:pt x="25086" y="0"/>
                  </a:lnTo>
                  <a:lnTo>
                    <a:pt x="26765" y="4655"/>
                  </a:lnTo>
                  <a:lnTo>
                    <a:pt x="28890" y="10548"/>
                  </a:lnTo>
                  <a:lnTo>
                    <a:pt x="31347" y="17361"/>
                  </a:lnTo>
                  <a:lnTo>
                    <a:pt x="34358" y="25709"/>
                  </a:lnTo>
                  <a:lnTo>
                    <a:pt x="36714" y="33056"/>
                  </a:lnTo>
                  <a:lnTo>
                    <a:pt x="39009" y="40213"/>
                  </a:lnTo>
                  <a:lnTo>
                    <a:pt x="40743" y="45620"/>
                  </a:lnTo>
                  <a:lnTo>
                    <a:pt x="43348" y="53742"/>
                  </a:lnTo>
                  <a:lnTo>
                    <a:pt x="46071" y="62233"/>
                  </a:lnTo>
                  <a:lnTo>
                    <a:pt x="47328" y="70994"/>
                  </a:lnTo>
                  <a:lnTo>
                    <a:pt x="45809" y="80908"/>
                  </a:lnTo>
                  <a:lnTo>
                    <a:pt x="45257" y="84512"/>
                  </a:lnTo>
                  <a:lnTo>
                    <a:pt x="41820" y="95940"/>
                  </a:lnTo>
                  <a:lnTo>
                    <a:pt x="38683" y="106371"/>
                  </a:lnTo>
                  <a:lnTo>
                    <a:pt x="37580" y="110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07907" y="3824862"/>
              <a:ext cx="75190" cy="155565"/>
            </a:xfrm>
            <a:custGeom>
              <a:avLst/>
              <a:pathLst>
                <a:path w="75190" h="155565">
                  <a:moveTo>
                    <a:pt x="2029" y="139344"/>
                  </a:moveTo>
                  <a:lnTo>
                    <a:pt x="3267" y="133473"/>
                  </a:lnTo>
                  <a:lnTo>
                    <a:pt x="4949" y="125492"/>
                  </a:lnTo>
                  <a:lnTo>
                    <a:pt x="6456" y="118344"/>
                  </a:lnTo>
                  <a:lnTo>
                    <a:pt x="8183" y="110153"/>
                  </a:lnTo>
                  <a:lnTo>
                    <a:pt x="9288" y="104913"/>
                  </a:lnTo>
                  <a:lnTo>
                    <a:pt x="10253" y="100336"/>
                  </a:lnTo>
                  <a:lnTo>
                    <a:pt x="10933" y="94552"/>
                  </a:lnTo>
                  <a:lnTo>
                    <a:pt x="11629" y="88628"/>
                  </a:lnTo>
                  <a:lnTo>
                    <a:pt x="12448" y="81662"/>
                  </a:lnTo>
                  <a:lnTo>
                    <a:pt x="13131" y="75853"/>
                  </a:lnTo>
                  <a:lnTo>
                    <a:pt x="13596" y="71890"/>
                  </a:lnTo>
                  <a:lnTo>
                    <a:pt x="14335" y="65604"/>
                  </a:lnTo>
                  <a:lnTo>
                    <a:pt x="15039" y="59616"/>
                  </a:lnTo>
                  <a:lnTo>
                    <a:pt x="15885" y="52424"/>
                  </a:lnTo>
                  <a:lnTo>
                    <a:pt x="16506" y="47139"/>
                  </a:lnTo>
                  <a:lnTo>
                    <a:pt x="17484" y="38815"/>
                  </a:lnTo>
                  <a:lnTo>
                    <a:pt x="18782" y="31879"/>
                  </a:lnTo>
                  <a:lnTo>
                    <a:pt x="24747" y="0"/>
                  </a:lnTo>
                  <a:lnTo>
                    <a:pt x="47610" y="918"/>
                  </a:lnTo>
                  <a:lnTo>
                    <a:pt x="75190" y="2026"/>
                  </a:lnTo>
                  <a:lnTo>
                    <a:pt x="74300" y="7538"/>
                  </a:lnTo>
                  <a:lnTo>
                    <a:pt x="73356" y="13381"/>
                  </a:lnTo>
                  <a:lnTo>
                    <a:pt x="72425" y="19149"/>
                  </a:lnTo>
                  <a:lnTo>
                    <a:pt x="71363" y="25725"/>
                  </a:lnTo>
                  <a:lnTo>
                    <a:pt x="70431" y="31496"/>
                  </a:lnTo>
                  <a:lnTo>
                    <a:pt x="69556" y="36915"/>
                  </a:lnTo>
                  <a:lnTo>
                    <a:pt x="69002" y="40343"/>
                  </a:lnTo>
                  <a:lnTo>
                    <a:pt x="68166" y="45521"/>
                  </a:lnTo>
                  <a:lnTo>
                    <a:pt x="66986" y="52825"/>
                  </a:lnTo>
                  <a:lnTo>
                    <a:pt x="65983" y="59034"/>
                  </a:lnTo>
                  <a:lnTo>
                    <a:pt x="64006" y="71280"/>
                  </a:lnTo>
                  <a:lnTo>
                    <a:pt x="62579" y="80798"/>
                  </a:lnTo>
                  <a:lnTo>
                    <a:pt x="61068" y="90883"/>
                  </a:lnTo>
                  <a:lnTo>
                    <a:pt x="58852" y="105673"/>
                  </a:lnTo>
                  <a:lnTo>
                    <a:pt x="56648" y="120376"/>
                  </a:lnTo>
                  <a:lnTo>
                    <a:pt x="52261" y="126537"/>
                  </a:lnTo>
                  <a:lnTo>
                    <a:pt x="45168" y="136495"/>
                  </a:lnTo>
                  <a:lnTo>
                    <a:pt x="31585" y="155565"/>
                  </a:lnTo>
                  <a:lnTo>
                    <a:pt x="21914" y="153546"/>
                  </a:lnTo>
                  <a:lnTo>
                    <a:pt x="0" y="1489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892715" y="3825322"/>
              <a:ext cx="30908" cy="80160"/>
            </a:xfrm>
            <a:custGeom>
              <a:avLst/>
              <a:pathLst>
                <a:path w="30908" h="80160">
                  <a:moveTo>
                    <a:pt x="785" y="19155"/>
                  </a:moveTo>
                  <a:lnTo>
                    <a:pt x="1744" y="11173"/>
                  </a:lnTo>
                  <a:lnTo>
                    <a:pt x="2867" y="1820"/>
                  </a:lnTo>
                  <a:lnTo>
                    <a:pt x="8916" y="1404"/>
                  </a:lnTo>
                  <a:lnTo>
                    <a:pt x="19149" y="701"/>
                  </a:lnTo>
                  <a:lnTo>
                    <a:pt x="29365" y="0"/>
                  </a:lnTo>
                  <a:lnTo>
                    <a:pt x="30908" y="9740"/>
                  </a:lnTo>
                  <a:lnTo>
                    <a:pt x="28180" y="33297"/>
                  </a:lnTo>
                  <a:lnTo>
                    <a:pt x="26913" y="44246"/>
                  </a:lnTo>
                  <a:lnTo>
                    <a:pt x="23609" y="80160"/>
                  </a:lnTo>
                  <a:lnTo>
                    <a:pt x="19724" y="79672"/>
                  </a:lnTo>
                  <a:lnTo>
                    <a:pt x="16450" y="79260"/>
                  </a:lnTo>
                  <a:lnTo>
                    <a:pt x="0" y="25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653244" y="3792231"/>
              <a:ext cx="134404" cy="82277"/>
            </a:xfrm>
            <a:custGeom>
              <a:avLst/>
              <a:pathLst>
                <a:path w="134404" h="82277">
                  <a:moveTo>
                    <a:pt x="59083" y="81040"/>
                  </a:moveTo>
                  <a:lnTo>
                    <a:pt x="52254" y="81483"/>
                  </a:lnTo>
                  <a:lnTo>
                    <a:pt x="40037" y="82277"/>
                  </a:lnTo>
                  <a:lnTo>
                    <a:pt x="35575" y="81074"/>
                  </a:lnTo>
                  <a:lnTo>
                    <a:pt x="7418" y="73485"/>
                  </a:lnTo>
                  <a:lnTo>
                    <a:pt x="0" y="66735"/>
                  </a:lnTo>
                  <a:lnTo>
                    <a:pt x="30" y="62446"/>
                  </a:lnTo>
                  <a:lnTo>
                    <a:pt x="64" y="57633"/>
                  </a:lnTo>
                  <a:lnTo>
                    <a:pt x="23099" y="56350"/>
                  </a:lnTo>
                  <a:lnTo>
                    <a:pt x="28227" y="50023"/>
                  </a:lnTo>
                  <a:lnTo>
                    <a:pt x="36538" y="39769"/>
                  </a:lnTo>
                  <a:lnTo>
                    <a:pt x="46812" y="27093"/>
                  </a:lnTo>
                  <a:lnTo>
                    <a:pt x="59340" y="9059"/>
                  </a:lnTo>
                  <a:lnTo>
                    <a:pt x="65014" y="891"/>
                  </a:lnTo>
                  <a:lnTo>
                    <a:pt x="65633" y="0"/>
                  </a:lnTo>
                  <a:lnTo>
                    <a:pt x="76664" y="9205"/>
                  </a:lnTo>
                  <a:lnTo>
                    <a:pt x="86150" y="17120"/>
                  </a:lnTo>
                  <a:lnTo>
                    <a:pt x="94528" y="24112"/>
                  </a:lnTo>
                  <a:lnTo>
                    <a:pt x="103857" y="31897"/>
                  </a:lnTo>
                  <a:lnTo>
                    <a:pt x="116091" y="42106"/>
                  </a:lnTo>
                  <a:lnTo>
                    <a:pt x="124888" y="49447"/>
                  </a:lnTo>
                  <a:lnTo>
                    <a:pt x="134404" y="61606"/>
                  </a:lnTo>
                  <a:lnTo>
                    <a:pt x="133875" y="76333"/>
                  </a:lnTo>
                  <a:lnTo>
                    <a:pt x="128463" y="76672"/>
                  </a:lnTo>
                  <a:lnTo>
                    <a:pt x="120303" y="77184"/>
                  </a:lnTo>
                  <a:lnTo>
                    <a:pt x="109675" y="77851"/>
                  </a:lnTo>
                  <a:lnTo>
                    <a:pt x="101968" y="78334"/>
                  </a:lnTo>
                  <a:lnTo>
                    <a:pt x="94945" y="78775"/>
                  </a:lnTo>
                  <a:lnTo>
                    <a:pt x="86660" y="79294"/>
                  </a:lnTo>
                  <a:lnTo>
                    <a:pt x="79158" y="79765"/>
                  </a:lnTo>
                  <a:lnTo>
                    <a:pt x="71988" y="80215"/>
                  </a:lnTo>
                  <a:lnTo>
                    <a:pt x="66061" y="80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49612" y="3798124"/>
              <a:ext cx="68889" cy="62723"/>
            </a:xfrm>
            <a:custGeom>
              <a:avLst/>
              <a:pathLst>
                <a:path w="68889" h="62723">
                  <a:moveTo>
                    <a:pt x="893" y="46448"/>
                  </a:moveTo>
                  <a:lnTo>
                    <a:pt x="2506" y="17078"/>
                  </a:lnTo>
                  <a:lnTo>
                    <a:pt x="2937" y="9218"/>
                  </a:lnTo>
                  <a:lnTo>
                    <a:pt x="9985" y="8134"/>
                  </a:lnTo>
                  <a:lnTo>
                    <a:pt x="15166" y="7336"/>
                  </a:lnTo>
                  <a:lnTo>
                    <a:pt x="21489" y="6363"/>
                  </a:lnTo>
                  <a:lnTo>
                    <a:pt x="28113" y="5344"/>
                  </a:lnTo>
                  <a:lnTo>
                    <a:pt x="34628" y="4341"/>
                  </a:lnTo>
                  <a:lnTo>
                    <a:pt x="41403" y="3299"/>
                  </a:lnTo>
                  <a:lnTo>
                    <a:pt x="49234" y="2094"/>
                  </a:lnTo>
                  <a:lnTo>
                    <a:pt x="62845" y="0"/>
                  </a:lnTo>
                  <a:lnTo>
                    <a:pt x="65124" y="21251"/>
                  </a:lnTo>
                  <a:lnTo>
                    <a:pt x="68889" y="56357"/>
                  </a:lnTo>
                  <a:lnTo>
                    <a:pt x="58551" y="57312"/>
                  </a:lnTo>
                  <a:lnTo>
                    <a:pt x="49634" y="58136"/>
                  </a:lnTo>
                  <a:lnTo>
                    <a:pt x="40557" y="58975"/>
                  </a:lnTo>
                  <a:lnTo>
                    <a:pt x="30090" y="59942"/>
                  </a:lnTo>
                  <a:lnTo>
                    <a:pt x="16584" y="61190"/>
                  </a:lnTo>
                  <a:lnTo>
                    <a:pt x="0" y="62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789983" y="3826273"/>
              <a:ext cx="89750" cy="39723"/>
            </a:xfrm>
            <a:custGeom>
              <a:avLst/>
              <a:pathLst>
                <a:path w="89750" h="39723">
                  <a:moveTo>
                    <a:pt x="12280" y="30507"/>
                  </a:moveTo>
                  <a:lnTo>
                    <a:pt x="0" y="16778"/>
                  </a:lnTo>
                  <a:lnTo>
                    <a:pt x="9829" y="13829"/>
                  </a:lnTo>
                  <a:lnTo>
                    <a:pt x="20265" y="10698"/>
                  </a:lnTo>
                  <a:lnTo>
                    <a:pt x="26389" y="13423"/>
                  </a:lnTo>
                  <a:lnTo>
                    <a:pt x="31000" y="12753"/>
                  </a:lnTo>
                  <a:lnTo>
                    <a:pt x="49906" y="10005"/>
                  </a:lnTo>
                  <a:lnTo>
                    <a:pt x="65389" y="7754"/>
                  </a:lnTo>
                  <a:lnTo>
                    <a:pt x="64471" y="1446"/>
                  </a:lnTo>
                  <a:lnTo>
                    <a:pt x="88397" y="0"/>
                  </a:lnTo>
                  <a:lnTo>
                    <a:pt x="88773" y="4121"/>
                  </a:lnTo>
                  <a:lnTo>
                    <a:pt x="89354" y="10503"/>
                  </a:lnTo>
                  <a:lnTo>
                    <a:pt x="89750" y="14850"/>
                  </a:lnTo>
                  <a:lnTo>
                    <a:pt x="80313" y="20212"/>
                  </a:lnTo>
                  <a:lnTo>
                    <a:pt x="59288" y="32158"/>
                  </a:lnTo>
                  <a:lnTo>
                    <a:pt x="46645" y="35018"/>
                  </a:lnTo>
                  <a:lnTo>
                    <a:pt x="20525" y="39723"/>
                  </a:lnTo>
                  <a:lnTo>
                    <a:pt x="16600" y="35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26297" y="3760257"/>
              <a:ext cx="76638" cy="77819"/>
            </a:xfrm>
            <a:custGeom>
              <a:avLst/>
              <a:pathLst>
                <a:path w="76638" h="77819">
                  <a:moveTo>
                    <a:pt x="6727" y="18198"/>
                  </a:moveTo>
                  <a:lnTo>
                    <a:pt x="17440" y="6037"/>
                  </a:lnTo>
                  <a:lnTo>
                    <a:pt x="22759" y="0"/>
                  </a:lnTo>
                  <a:lnTo>
                    <a:pt x="35369" y="13104"/>
                  </a:lnTo>
                  <a:lnTo>
                    <a:pt x="49280" y="27560"/>
                  </a:lnTo>
                  <a:lnTo>
                    <a:pt x="76638" y="67956"/>
                  </a:lnTo>
                  <a:lnTo>
                    <a:pt x="71630" y="71293"/>
                  </a:lnTo>
                  <a:lnTo>
                    <a:pt x="61836" y="77819"/>
                  </a:lnTo>
                  <a:lnTo>
                    <a:pt x="56134" y="72043"/>
                  </a:lnTo>
                  <a:lnTo>
                    <a:pt x="51769" y="67622"/>
                  </a:lnTo>
                  <a:lnTo>
                    <a:pt x="49383" y="65751"/>
                  </a:lnTo>
                  <a:lnTo>
                    <a:pt x="40156" y="58513"/>
                  </a:lnTo>
                  <a:lnTo>
                    <a:pt x="33420" y="53230"/>
                  </a:lnTo>
                  <a:lnTo>
                    <a:pt x="26597" y="47637"/>
                  </a:lnTo>
                  <a:lnTo>
                    <a:pt x="20449" y="42597"/>
                  </a:lnTo>
                  <a:lnTo>
                    <a:pt x="13606" y="36988"/>
                  </a:lnTo>
                  <a:lnTo>
                    <a:pt x="4240" y="29311"/>
                  </a:lnTo>
                  <a:lnTo>
                    <a:pt x="0" y="258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792034" y="3758611"/>
              <a:ext cx="58725" cy="48958"/>
            </a:xfrm>
            <a:custGeom>
              <a:avLst/>
              <a:pathLst>
                <a:path w="58725" h="48958">
                  <a:moveTo>
                    <a:pt x="19929" y="12329"/>
                  </a:moveTo>
                  <a:lnTo>
                    <a:pt x="41502" y="0"/>
                  </a:lnTo>
                  <a:lnTo>
                    <a:pt x="43508" y="2191"/>
                  </a:lnTo>
                  <a:lnTo>
                    <a:pt x="45872" y="4773"/>
                  </a:lnTo>
                  <a:lnTo>
                    <a:pt x="49150" y="8353"/>
                  </a:lnTo>
                  <a:lnTo>
                    <a:pt x="52584" y="16254"/>
                  </a:lnTo>
                  <a:lnTo>
                    <a:pt x="58725" y="30380"/>
                  </a:lnTo>
                  <a:lnTo>
                    <a:pt x="35788" y="39327"/>
                  </a:lnTo>
                  <a:lnTo>
                    <a:pt x="18143" y="46211"/>
                  </a:lnTo>
                  <a:lnTo>
                    <a:pt x="11099" y="48958"/>
                  </a:lnTo>
                  <a:lnTo>
                    <a:pt x="4712" y="36113"/>
                  </a:lnTo>
                  <a:lnTo>
                    <a:pt x="3890" y="34459"/>
                  </a:lnTo>
                  <a:lnTo>
                    <a:pt x="0" y="26634"/>
                  </a:lnTo>
                  <a:lnTo>
                    <a:pt x="1461" y="228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852838" y="3740477"/>
              <a:ext cx="79166" cy="75469"/>
            </a:xfrm>
            <a:custGeom>
              <a:avLst/>
              <a:pathLst>
                <a:path w="79166" h="75469">
                  <a:moveTo>
                    <a:pt x="0" y="21564"/>
                  </a:moveTo>
                  <a:lnTo>
                    <a:pt x="6681" y="18262"/>
                  </a:lnTo>
                  <a:lnTo>
                    <a:pt x="19565" y="11220"/>
                  </a:lnTo>
                  <a:lnTo>
                    <a:pt x="33089" y="10318"/>
                  </a:lnTo>
                  <a:lnTo>
                    <a:pt x="34235" y="3202"/>
                  </a:lnTo>
                  <a:lnTo>
                    <a:pt x="52662" y="1643"/>
                  </a:lnTo>
                  <a:lnTo>
                    <a:pt x="72078" y="0"/>
                  </a:lnTo>
                  <a:lnTo>
                    <a:pt x="73432" y="13342"/>
                  </a:lnTo>
                  <a:lnTo>
                    <a:pt x="75153" y="30298"/>
                  </a:lnTo>
                  <a:lnTo>
                    <a:pt x="79166" y="69836"/>
                  </a:lnTo>
                  <a:lnTo>
                    <a:pt x="57823" y="72365"/>
                  </a:lnTo>
                  <a:lnTo>
                    <a:pt x="31637" y="75469"/>
                  </a:lnTo>
                  <a:lnTo>
                    <a:pt x="23450" y="67110"/>
                  </a:lnTo>
                  <a:lnTo>
                    <a:pt x="17102" y="58079"/>
                  </a:lnTo>
                  <a:lnTo>
                    <a:pt x="14202" y="53952"/>
                  </a:lnTo>
                  <a:lnTo>
                    <a:pt x="3715" y="33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32314" y="3732280"/>
              <a:ext cx="60223" cy="76366"/>
            </a:xfrm>
            <a:custGeom>
              <a:avLst/>
              <a:pathLst>
                <a:path w="60223" h="76366">
                  <a:moveTo>
                    <a:pt x="7690" y="68903"/>
                  </a:moveTo>
                  <a:lnTo>
                    <a:pt x="7005" y="62946"/>
                  </a:lnTo>
                  <a:lnTo>
                    <a:pt x="6290" y="56722"/>
                  </a:lnTo>
                  <a:lnTo>
                    <a:pt x="5509" y="49933"/>
                  </a:lnTo>
                  <a:lnTo>
                    <a:pt x="4626" y="42252"/>
                  </a:lnTo>
                  <a:lnTo>
                    <a:pt x="3621" y="33519"/>
                  </a:lnTo>
                  <a:lnTo>
                    <a:pt x="3089" y="28894"/>
                  </a:lnTo>
                  <a:lnTo>
                    <a:pt x="2339" y="22372"/>
                  </a:lnTo>
                  <a:lnTo>
                    <a:pt x="0" y="2026"/>
                  </a:lnTo>
                  <a:lnTo>
                    <a:pt x="14318" y="1437"/>
                  </a:lnTo>
                  <a:lnTo>
                    <a:pt x="26511" y="936"/>
                  </a:lnTo>
                  <a:lnTo>
                    <a:pt x="49298" y="0"/>
                  </a:lnTo>
                  <a:lnTo>
                    <a:pt x="50230" y="7075"/>
                  </a:lnTo>
                  <a:lnTo>
                    <a:pt x="51786" y="18880"/>
                  </a:lnTo>
                  <a:lnTo>
                    <a:pt x="53191" y="29536"/>
                  </a:lnTo>
                  <a:lnTo>
                    <a:pt x="53755" y="33817"/>
                  </a:lnTo>
                  <a:lnTo>
                    <a:pt x="55100" y="41812"/>
                  </a:lnTo>
                  <a:lnTo>
                    <a:pt x="57038" y="53331"/>
                  </a:lnTo>
                  <a:lnTo>
                    <a:pt x="57787" y="57784"/>
                  </a:lnTo>
                  <a:lnTo>
                    <a:pt x="59857" y="71764"/>
                  </a:lnTo>
                  <a:lnTo>
                    <a:pt x="60223" y="74238"/>
                  </a:lnTo>
                  <a:lnTo>
                    <a:pt x="33209" y="75351"/>
                  </a:lnTo>
                  <a:lnTo>
                    <a:pt x="8549" y="76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988331" y="3726088"/>
              <a:ext cx="55906" cy="79634"/>
            </a:xfrm>
            <a:custGeom>
              <a:avLst/>
              <a:pathLst>
                <a:path w="55906" h="79634">
                  <a:moveTo>
                    <a:pt x="25292" y="3210"/>
                  </a:moveTo>
                  <a:lnTo>
                    <a:pt x="50091" y="0"/>
                  </a:lnTo>
                  <a:lnTo>
                    <a:pt x="50859" y="9082"/>
                  </a:lnTo>
                  <a:lnTo>
                    <a:pt x="51475" y="16370"/>
                  </a:lnTo>
                  <a:lnTo>
                    <a:pt x="52150" y="24356"/>
                  </a:lnTo>
                  <a:lnTo>
                    <a:pt x="52736" y="31283"/>
                  </a:lnTo>
                  <a:lnTo>
                    <a:pt x="53363" y="38700"/>
                  </a:lnTo>
                  <a:lnTo>
                    <a:pt x="54107" y="47491"/>
                  </a:lnTo>
                  <a:lnTo>
                    <a:pt x="54934" y="57275"/>
                  </a:lnTo>
                  <a:lnTo>
                    <a:pt x="55906" y="68767"/>
                  </a:lnTo>
                  <a:lnTo>
                    <a:pt x="53875" y="69248"/>
                  </a:lnTo>
                  <a:lnTo>
                    <a:pt x="37612" y="73106"/>
                  </a:lnTo>
                  <a:lnTo>
                    <a:pt x="10089" y="79634"/>
                  </a:lnTo>
                  <a:lnTo>
                    <a:pt x="9494" y="75317"/>
                  </a:lnTo>
                  <a:lnTo>
                    <a:pt x="8711" y="69641"/>
                  </a:lnTo>
                  <a:lnTo>
                    <a:pt x="7642" y="61887"/>
                  </a:lnTo>
                  <a:lnTo>
                    <a:pt x="6723" y="55226"/>
                  </a:lnTo>
                  <a:lnTo>
                    <a:pt x="5783" y="48416"/>
                  </a:lnTo>
                  <a:lnTo>
                    <a:pt x="5026" y="42927"/>
                  </a:lnTo>
                  <a:lnTo>
                    <a:pt x="4264" y="37404"/>
                  </a:lnTo>
                  <a:lnTo>
                    <a:pt x="3664" y="33053"/>
                  </a:lnTo>
                  <a:lnTo>
                    <a:pt x="2907" y="27567"/>
                  </a:lnTo>
                  <a:lnTo>
                    <a:pt x="1702" y="18824"/>
                  </a:lnTo>
                  <a:lnTo>
                    <a:pt x="0" y="6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46285" y="3716335"/>
              <a:ext cx="55509" cy="77203"/>
            </a:xfrm>
            <a:custGeom>
              <a:avLst/>
              <a:pathLst>
                <a:path w="55509" h="77203">
                  <a:moveTo>
                    <a:pt x="3920" y="70725"/>
                  </a:moveTo>
                  <a:lnTo>
                    <a:pt x="3609" y="65538"/>
                  </a:lnTo>
                  <a:lnTo>
                    <a:pt x="3203" y="58780"/>
                  </a:lnTo>
                  <a:lnTo>
                    <a:pt x="2753" y="51295"/>
                  </a:lnTo>
                  <a:lnTo>
                    <a:pt x="2362" y="44776"/>
                  </a:lnTo>
                  <a:lnTo>
                    <a:pt x="1994" y="38664"/>
                  </a:lnTo>
                  <a:lnTo>
                    <a:pt x="1574" y="31669"/>
                  </a:lnTo>
                  <a:lnTo>
                    <a:pt x="0" y="5451"/>
                  </a:lnTo>
                  <a:lnTo>
                    <a:pt x="1667" y="5264"/>
                  </a:lnTo>
                  <a:lnTo>
                    <a:pt x="13092" y="3984"/>
                  </a:lnTo>
                  <a:lnTo>
                    <a:pt x="24626" y="2692"/>
                  </a:lnTo>
                  <a:lnTo>
                    <a:pt x="48647" y="0"/>
                  </a:lnTo>
                  <a:lnTo>
                    <a:pt x="49624" y="9950"/>
                  </a:lnTo>
                  <a:lnTo>
                    <a:pt x="50213" y="15947"/>
                  </a:lnTo>
                  <a:lnTo>
                    <a:pt x="50973" y="23682"/>
                  </a:lnTo>
                  <a:lnTo>
                    <a:pt x="52003" y="34161"/>
                  </a:lnTo>
                  <a:lnTo>
                    <a:pt x="53194" y="46289"/>
                  </a:lnTo>
                  <a:lnTo>
                    <a:pt x="55509" y="69850"/>
                  </a:lnTo>
                  <a:lnTo>
                    <a:pt x="53799" y="70155"/>
                  </a:lnTo>
                  <a:lnTo>
                    <a:pt x="36634" y="73211"/>
                  </a:lnTo>
                  <a:lnTo>
                    <a:pt x="33302" y="73622"/>
                  </a:lnTo>
                  <a:lnTo>
                    <a:pt x="4310" y="77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39879" y="3654846"/>
              <a:ext cx="52575" cy="34502"/>
            </a:xfrm>
            <a:custGeom>
              <a:avLst/>
              <a:pathLst>
                <a:path w="52575" h="34502">
                  <a:moveTo>
                    <a:pt x="37687" y="27272"/>
                  </a:moveTo>
                  <a:lnTo>
                    <a:pt x="2518" y="34502"/>
                  </a:lnTo>
                  <a:lnTo>
                    <a:pt x="2259" y="31839"/>
                  </a:lnTo>
                  <a:lnTo>
                    <a:pt x="1426" y="23264"/>
                  </a:lnTo>
                  <a:lnTo>
                    <a:pt x="1163" y="20554"/>
                  </a:lnTo>
                  <a:lnTo>
                    <a:pt x="438" y="13089"/>
                  </a:lnTo>
                  <a:lnTo>
                    <a:pt x="0" y="8577"/>
                  </a:lnTo>
                  <a:lnTo>
                    <a:pt x="25015" y="4246"/>
                  </a:lnTo>
                  <a:lnTo>
                    <a:pt x="49544" y="0"/>
                  </a:lnTo>
                  <a:lnTo>
                    <a:pt x="50682" y="9091"/>
                  </a:lnTo>
                  <a:lnTo>
                    <a:pt x="52575" y="24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06592" y="3982012"/>
              <a:ext cx="19056" cy="44509"/>
            </a:xfrm>
            <a:custGeom>
              <a:avLst/>
              <a:pathLst>
                <a:path w="19056" h="44509">
                  <a:moveTo>
                    <a:pt x="689" y="16907"/>
                  </a:moveTo>
                  <a:lnTo>
                    <a:pt x="5761" y="0"/>
                  </a:lnTo>
                  <a:lnTo>
                    <a:pt x="13059" y="1136"/>
                  </a:lnTo>
                  <a:lnTo>
                    <a:pt x="19056" y="2069"/>
                  </a:lnTo>
                  <a:lnTo>
                    <a:pt x="18356" y="8901"/>
                  </a:lnTo>
                  <a:lnTo>
                    <a:pt x="17323" y="18987"/>
                  </a:lnTo>
                  <a:lnTo>
                    <a:pt x="14709" y="44509"/>
                  </a:lnTo>
                  <a:lnTo>
                    <a:pt x="11692" y="43355"/>
                  </a:lnTo>
                  <a:lnTo>
                    <a:pt x="6803" y="41484"/>
                  </a:lnTo>
                  <a:lnTo>
                    <a:pt x="0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00615" y="3688615"/>
              <a:ext cx="59043" cy="59042"/>
            </a:xfrm>
            <a:custGeom>
              <a:avLst/>
              <a:pathLst>
                <a:path w="59043" h="59042">
                  <a:moveTo>
                    <a:pt x="26864" y="57542"/>
                  </a:moveTo>
                  <a:lnTo>
                    <a:pt x="3880" y="59042"/>
                  </a:lnTo>
                  <a:lnTo>
                    <a:pt x="0" y="20169"/>
                  </a:lnTo>
                  <a:lnTo>
                    <a:pt x="51658" y="0"/>
                  </a:lnTo>
                  <a:lnTo>
                    <a:pt x="58169" y="13825"/>
                  </a:lnTo>
                  <a:lnTo>
                    <a:pt x="59043" y="1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15229" y="3974665"/>
              <a:ext cx="290960" cy="869437"/>
            </a:xfrm>
            <a:custGeom>
              <a:avLst/>
              <a:pathLst>
                <a:path w="290960" h="869437">
                  <a:moveTo>
                    <a:pt x="202237" y="71203"/>
                  </a:moveTo>
                  <a:lnTo>
                    <a:pt x="213521" y="95451"/>
                  </a:lnTo>
                  <a:lnTo>
                    <a:pt x="215201" y="104166"/>
                  </a:lnTo>
                  <a:lnTo>
                    <a:pt x="220669" y="132525"/>
                  </a:lnTo>
                  <a:lnTo>
                    <a:pt x="224111" y="150374"/>
                  </a:lnTo>
                  <a:lnTo>
                    <a:pt x="240709" y="189561"/>
                  </a:lnTo>
                  <a:lnTo>
                    <a:pt x="243545" y="223874"/>
                  </a:lnTo>
                  <a:lnTo>
                    <a:pt x="274480" y="346736"/>
                  </a:lnTo>
                  <a:lnTo>
                    <a:pt x="247223" y="408278"/>
                  </a:lnTo>
                  <a:lnTo>
                    <a:pt x="290772" y="445513"/>
                  </a:lnTo>
                  <a:lnTo>
                    <a:pt x="290960" y="447239"/>
                  </a:lnTo>
                  <a:lnTo>
                    <a:pt x="290898" y="449693"/>
                  </a:lnTo>
                  <a:lnTo>
                    <a:pt x="290836" y="452143"/>
                  </a:lnTo>
                  <a:lnTo>
                    <a:pt x="290524" y="455316"/>
                  </a:lnTo>
                  <a:lnTo>
                    <a:pt x="290214" y="458481"/>
                  </a:lnTo>
                  <a:lnTo>
                    <a:pt x="289904" y="461638"/>
                  </a:lnTo>
                  <a:lnTo>
                    <a:pt x="289813" y="465277"/>
                  </a:lnTo>
                  <a:lnTo>
                    <a:pt x="289317" y="466720"/>
                  </a:lnTo>
                  <a:lnTo>
                    <a:pt x="289474" y="469625"/>
                  </a:lnTo>
                  <a:lnTo>
                    <a:pt x="288673" y="474190"/>
                  </a:lnTo>
                  <a:lnTo>
                    <a:pt x="288830" y="477077"/>
                  </a:lnTo>
                  <a:lnTo>
                    <a:pt x="287844" y="479938"/>
                  </a:lnTo>
                  <a:lnTo>
                    <a:pt x="287540" y="483043"/>
                  </a:lnTo>
                  <a:lnTo>
                    <a:pt x="287511" y="484236"/>
                  </a:lnTo>
                  <a:lnTo>
                    <a:pt x="286991" y="486851"/>
                  </a:lnTo>
                  <a:lnTo>
                    <a:pt x="286472" y="489460"/>
                  </a:lnTo>
                  <a:lnTo>
                    <a:pt x="285710" y="492773"/>
                  </a:lnTo>
                  <a:lnTo>
                    <a:pt x="284733" y="495600"/>
                  </a:lnTo>
                  <a:lnTo>
                    <a:pt x="284218" y="498192"/>
                  </a:lnTo>
                  <a:lnTo>
                    <a:pt x="283705" y="500780"/>
                  </a:lnTo>
                  <a:lnTo>
                    <a:pt x="282733" y="503591"/>
                  </a:lnTo>
                  <a:lnTo>
                    <a:pt x="282005" y="505695"/>
                  </a:lnTo>
                  <a:lnTo>
                    <a:pt x="281037" y="508496"/>
                  </a:lnTo>
                  <a:lnTo>
                    <a:pt x="279855" y="510821"/>
                  </a:lnTo>
                  <a:lnTo>
                    <a:pt x="278433" y="513840"/>
                  </a:lnTo>
                  <a:lnTo>
                    <a:pt x="278168" y="515702"/>
                  </a:lnTo>
                  <a:lnTo>
                    <a:pt x="277207" y="518483"/>
                  </a:lnTo>
                  <a:lnTo>
                    <a:pt x="276487" y="520565"/>
                  </a:lnTo>
                  <a:lnTo>
                    <a:pt x="275746" y="523802"/>
                  </a:lnTo>
                  <a:lnTo>
                    <a:pt x="275245" y="526340"/>
                  </a:lnTo>
                  <a:lnTo>
                    <a:pt x="274291" y="529100"/>
                  </a:lnTo>
                  <a:lnTo>
                    <a:pt x="274268" y="530252"/>
                  </a:lnTo>
                  <a:lnTo>
                    <a:pt x="273101" y="532541"/>
                  </a:lnTo>
                  <a:lnTo>
                    <a:pt x="272388" y="534602"/>
                  </a:lnTo>
                  <a:lnTo>
                    <a:pt x="271676" y="536660"/>
                  </a:lnTo>
                  <a:lnTo>
                    <a:pt x="270966" y="538715"/>
                  </a:lnTo>
                  <a:lnTo>
                    <a:pt x="269332" y="542357"/>
                  </a:lnTo>
                  <a:lnTo>
                    <a:pt x="268192" y="543487"/>
                  </a:lnTo>
                  <a:lnTo>
                    <a:pt x="267950" y="545296"/>
                  </a:lnTo>
                  <a:lnTo>
                    <a:pt x="266802" y="547555"/>
                  </a:lnTo>
                  <a:lnTo>
                    <a:pt x="265202" y="550036"/>
                  </a:lnTo>
                  <a:lnTo>
                    <a:pt x="263826" y="552965"/>
                  </a:lnTo>
                  <a:lnTo>
                    <a:pt x="262682" y="555216"/>
                  </a:lnTo>
                  <a:lnTo>
                    <a:pt x="261087" y="557690"/>
                  </a:lnTo>
                  <a:lnTo>
                    <a:pt x="259946" y="559936"/>
                  </a:lnTo>
                  <a:lnTo>
                    <a:pt x="258575" y="562853"/>
                  </a:lnTo>
                  <a:lnTo>
                    <a:pt x="257665" y="564422"/>
                  </a:lnTo>
                  <a:lnTo>
                    <a:pt x="255626" y="567108"/>
                  </a:lnTo>
                  <a:lnTo>
                    <a:pt x="254046" y="568448"/>
                  </a:lnTo>
                  <a:lnTo>
                    <a:pt x="253361" y="570461"/>
                  </a:lnTo>
                  <a:lnTo>
                    <a:pt x="251555" y="572470"/>
                  </a:lnTo>
                  <a:lnTo>
                    <a:pt x="249973" y="574923"/>
                  </a:lnTo>
                  <a:lnTo>
                    <a:pt x="248841" y="577152"/>
                  </a:lnTo>
                  <a:lnTo>
                    <a:pt x="247040" y="579154"/>
                  </a:lnTo>
                  <a:lnTo>
                    <a:pt x="245009" y="582935"/>
                  </a:lnTo>
                  <a:lnTo>
                    <a:pt x="244783" y="583602"/>
                  </a:lnTo>
                  <a:lnTo>
                    <a:pt x="243429" y="586490"/>
                  </a:lnTo>
                  <a:lnTo>
                    <a:pt x="241635" y="588482"/>
                  </a:lnTo>
                  <a:lnTo>
                    <a:pt x="240059" y="592028"/>
                  </a:lnTo>
                  <a:lnTo>
                    <a:pt x="239162" y="593576"/>
                  </a:lnTo>
                  <a:lnTo>
                    <a:pt x="237594" y="596007"/>
                  </a:lnTo>
                  <a:lnTo>
                    <a:pt x="236689" y="599768"/>
                  </a:lnTo>
                  <a:lnTo>
                    <a:pt x="235341" y="603747"/>
                  </a:lnTo>
                  <a:lnTo>
                    <a:pt x="234891" y="605076"/>
                  </a:lnTo>
                  <a:lnTo>
                    <a:pt x="233772" y="607291"/>
                  </a:lnTo>
                  <a:lnTo>
                    <a:pt x="233095" y="610388"/>
                  </a:lnTo>
                  <a:lnTo>
                    <a:pt x="232418" y="613483"/>
                  </a:lnTo>
                  <a:lnTo>
                    <a:pt x="231745" y="615473"/>
                  </a:lnTo>
                  <a:lnTo>
                    <a:pt x="231738" y="617680"/>
                  </a:lnTo>
                  <a:lnTo>
                    <a:pt x="231506" y="620547"/>
                  </a:lnTo>
                  <a:lnTo>
                    <a:pt x="231054" y="622974"/>
                  </a:lnTo>
                  <a:lnTo>
                    <a:pt x="230823" y="625838"/>
                  </a:lnTo>
                  <a:lnTo>
                    <a:pt x="230148" y="628924"/>
                  </a:lnTo>
                  <a:lnTo>
                    <a:pt x="229032" y="631133"/>
                  </a:lnTo>
                  <a:lnTo>
                    <a:pt x="227916" y="633341"/>
                  </a:lnTo>
                  <a:lnTo>
                    <a:pt x="227024" y="634888"/>
                  </a:lnTo>
                  <a:lnTo>
                    <a:pt x="226353" y="636872"/>
                  </a:lnTo>
                  <a:lnTo>
                    <a:pt x="225458" y="639516"/>
                  </a:lnTo>
                  <a:lnTo>
                    <a:pt x="224787" y="641499"/>
                  </a:lnTo>
                  <a:lnTo>
                    <a:pt x="224338" y="643917"/>
                  </a:lnTo>
                  <a:lnTo>
                    <a:pt x="223667" y="645898"/>
                  </a:lnTo>
                  <a:lnTo>
                    <a:pt x="223439" y="648750"/>
                  </a:lnTo>
                  <a:lnTo>
                    <a:pt x="222990" y="651165"/>
                  </a:lnTo>
                  <a:lnTo>
                    <a:pt x="222541" y="653579"/>
                  </a:lnTo>
                  <a:lnTo>
                    <a:pt x="222314" y="656426"/>
                  </a:lnTo>
                  <a:lnTo>
                    <a:pt x="221866" y="658837"/>
                  </a:lnTo>
                  <a:lnTo>
                    <a:pt x="221194" y="661905"/>
                  </a:lnTo>
                  <a:lnTo>
                    <a:pt x="220968" y="664747"/>
                  </a:lnTo>
                  <a:lnTo>
                    <a:pt x="220078" y="666289"/>
                  </a:lnTo>
                  <a:lnTo>
                    <a:pt x="219631" y="668695"/>
                  </a:lnTo>
                  <a:lnTo>
                    <a:pt x="219848" y="671307"/>
                  </a:lnTo>
                  <a:lnTo>
                    <a:pt x="218958" y="673937"/>
                  </a:lnTo>
                  <a:lnTo>
                    <a:pt x="218733" y="675683"/>
                  </a:lnTo>
                  <a:lnTo>
                    <a:pt x="218287" y="678085"/>
                  </a:lnTo>
                  <a:lnTo>
                    <a:pt x="217840" y="680485"/>
                  </a:lnTo>
                  <a:lnTo>
                    <a:pt x="217394" y="682885"/>
                  </a:lnTo>
                  <a:lnTo>
                    <a:pt x="217391" y="685057"/>
                  </a:lnTo>
                  <a:lnTo>
                    <a:pt x="216946" y="687455"/>
                  </a:lnTo>
                  <a:lnTo>
                    <a:pt x="216943" y="689624"/>
                  </a:lnTo>
                  <a:lnTo>
                    <a:pt x="216940" y="691793"/>
                  </a:lnTo>
                  <a:lnTo>
                    <a:pt x="218042" y="695018"/>
                  </a:lnTo>
                  <a:lnTo>
                    <a:pt x="218480" y="698037"/>
                  </a:lnTo>
                  <a:lnTo>
                    <a:pt x="218697" y="700627"/>
                  </a:lnTo>
                  <a:lnTo>
                    <a:pt x="219577" y="702334"/>
                  </a:lnTo>
                  <a:lnTo>
                    <a:pt x="220235" y="704693"/>
                  </a:lnTo>
                  <a:lnTo>
                    <a:pt x="220011" y="706424"/>
                  </a:lnTo>
                  <a:lnTo>
                    <a:pt x="221112" y="709591"/>
                  </a:lnTo>
                  <a:lnTo>
                    <a:pt x="221111" y="711716"/>
                  </a:lnTo>
                  <a:lnTo>
                    <a:pt x="221770" y="715093"/>
                  </a:lnTo>
                  <a:lnTo>
                    <a:pt x="221548" y="717854"/>
                  </a:lnTo>
                  <a:lnTo>
                    <a:pt x="222425" y="720584"/>
                  </a:lnTo>
                  <a:lnTo>
                    <a:pt x="222420" y="722741"/>
                  </a:lnTo>
                  <a:lnTo>
                    <a:pt x="222194" y="725544"/>
                  </a:lnTo>
                  <a:lnTo>
                    <a:pt x="222406" y="728127"/>
                  </a:lnTo>
                  <a:lnTo>
                    <a:pt x="222401" y="730281"/>
                  </a:lnTo>
                  <a:lnTo>
                    <a:pt x="222615" y="731785"/>
                  </a:lnTo>
                  <a:lnTo>
                    <a:pt x="223048" y="733718"/>
                  </a:lnTo>
                  <a:lnTo>
                    <a:pt x="223480" y="735649"/>
                  </a:lnTo>
                  <a:lnTo>
                    <a:pt x="223475" y="737799"/>
                  </a:lnTo>
                  <a:lnTo>
                    <a:pt x="224124" y="740156"/>
                  </a:lnTo>
                  <a:lnTo>
                    <a:pt x="224774" y="742512"/>
                  </a:lnTo>
                  <a:lnTo>
                    <a:pt x="224988" y="744012"/>
                  </a:lnTo>
                  <a:lnTo>
                    <a:pt x="224982" y="746158"/>
                  </a:lnTo>
                  <a:lnTo>
                    <a:pt x="224976" y="748303"/>
                  </a:lnTo>
                  <a:lnTo>
                    <a:pt x="224970" y="750447"/>
                  </a:lnTo>
                  <a:lnTo>
                    <a:pt x="224747" y="752164"/>
                  </a:lnTo>
                  <a:lnTo>
                    <a:pt x="224958" y="754732"/>
                  </a:lnTo>
                  <a:lnTo>
                    <a:pt x="225386" y="757724"/>
                  </a:lnTo>
                  <a:lnTo>
                    <a:pt x="225600" y="759220"/>
                  </a:lnTo>
                  <a:lnTo>
                    <a:pt x="225582" y="765634"/>
                  </a:lnTo>
                  <a:lnTo>
                    <a:pt x="223165" y="771306"/>
                  </a:lnTo>
                  <a:lnTo>
                    <a:pt x="222090" y="773379"/>
                  </a:lnTo>
                  <a:lnTo>
                    <a:pt x="220595" y="775663"/>
                  </a:lnTo>
                  <a:lnTo>
                    <a:pt x="219521" y="777735"/>
                  </a:lnTo>
                  <a:lnTo>
                    <a:pt x="217825" y="779610"/>
                  </a:lnTo>
                  <a:lnTo>
                    <a:pt x="216114" y="782512"/>
                  </a:lnTo>
                  <a:lnTo>
                    <a:pt x="215056" y="783556"/>
                  </a:lnTo>
                  <a:lnTo>
                    <a:pt x="213563" y="785838"/>
                  </a:lnTo>
                  <a:lnTo>
                    <a:pt x="212707" y="787288"/>
                  </a:lnTo>
                  <a:lnTo>
                    <a:pt x="210390" y="788967"/>
                  </a:lnTo>
                  <a:lnTo>
                    <a:pt x="209535" y="790417"/>
                  </a:lnTo>
                  <a:lnTo>
                    <a:pt x="207014" y="791690"/>
                  </a:lnTo>
                  <a:lnTo>
                    <a:pt x="205319" y="793564"/>
                  </a:lnTo>
                  <a:lnTo>
                    <a:pt x="203639" y="794412"/>
                  </a:lnTo>
                  <a:lnTo>
                    <a:pt x="201958" y="795260"/>
                  </a:lnTo>
                  <a:lnTo>
                    <a:pt x="200480" y="796516"/>
                  </a:lnTo>
                  <a:lnTo>
                    <a:pt x="197959" y="797789"/>
                  </a:lnTo>
                  <a:lnTo>
                    <a:pt x="195857" y="798850"/>
                  </a:lnTo>
                  <a:lnTo>
                    <a:pt x="193335" y="800123"/>
                  </a:lnTo>
                  <a:lnTo>
                    <a:pt x="191232" y="801184"/>
                  </a:lnTo>
                  <a:lnTo>
                    <a:pt x="189130" y="802246"/>
                  </a:lnTo>
                  <a:lnTo>
                    <a:pt x="186606" y="803520"/>
                  </a:lnTo>
                  <a:lnTo>
                    <a:pt x="183661" y="805006"/>
                  </a:lnTo>
                  <a:lnTo>
                    <a:pt x="181137" y="806280"/>
                  </a:lnTo>
                  <a:lnTo>
                    <a:pt x="179249" y="806724"/>
                  </a:lnTo>
                  <a:lnTo>
                    <a:pt x="177361" y="807168"/>
                  </a:lnTo>
                  <a:lnTo>
                    <a:pt x="174220" y="807223"/>
                  </a:lnTo>
                  <a:lnTo>
                    <a:pt x="171693" y="808499"/>
                  </a:lnTo>
                  <a:lnTo>
                    <a:pt x="169598" y="808536"/>
                  </a:lnTo>
                  <a:lnTo>
                    <a:pt x="167080" y="808786"/>
                  </a:lnTo>
                  <a:lnTo>
                    <a:pt x="164983" y="808824"/>
                  </a:lnTo>
                  <a:lnTo>
                    <a:pt x="163092" y="809268"/>
                  </a:lnTo>
                  <a:lnTo>
                    <a:pt x="160572" y="809519"/>
                  </a:lnTo>
                  <a:lnTo>
                    <a:pt x="157629" y="809982"/>
                  </a:lnTo>
                  <a:lnTo>
                    <a:pt x="155951" y="809807"/>
                  </a:lnTo>
                  <a:lnTo>
                    <a:pt x="153006" y="810271"/>
                  </a:lnTo>
                  <a:lnTo>
                    <a:pt x="151111" y="810715"/>
                  </a:lnTo>
                  <a:lnTo>
                    <a:pt x="148802" y="810347"/>
                  </a:lnTo>
                  <a:lnTo>
                    <a:pt x="146699" y="810384"/>
                  </a:lnTo>
                  <a:lnTo>
                    <a:pt x="144388" y="810015"/>
                  </a:lnTo>
                  <a:lnTo>
                    <a:pt x="142920" y="809220"/>
                  </a:lnTo>
                  <a:lnTo>
                    <a:pt x="141030" y="808637"/>
                  </a:lnTo>
                  <a:lnTo>
                    <a:pt x="138723" y="807239"/>
                  </a:lnTo>
                  <a:lnTo>
                    <a:pt x="136413" y="806918"/>
                  </a:lnTo>
                  <a:lnTo>
                    <a:pt x="134744" y="805815"/>
                  </a:lnTo>
                  <a:lnTo>
                    <a:pt x="132650" y="804932"/>
                  </a:lnTo>
                  <a:lnTo>
                    <a:pt x="130346" y="803661"/>
                  </a:lnTo>
                  <a:lnTo>
                    <a:pt x="127822" y="802997"/>
                  </a:lnTo>
                  <a:lnTo>
                    <a:pt x="125510" y="801721"/>
                  </a:lnTo>
                  <a:lnTo>
                    <a:pt x="123611" y="801221"/>
                  </a:lnTo>
                  <a:lnTo>
                    <a:pt x="121292" y="799943"/>
                  </a:lnTo>
                  <a:lnTo>
                    <a:pt x="118544" y="798884"/>
                  </a:lnTo>
                  <a:lnTo>
                    <a:pt x="117273" y="798549"/>
                  </a:lnTo>
                  <a:lnTo>
                    <a:pt x="114727" y="797878"/>
                  </a:lnTo>
                  <a:lnTo>
                    <a:pt x="112389" y="797596"/>
                  </a:lnTo>
                  <a:lnTo>
                    <a:pt x="110048" y="797314"/>
                  </a:lnTo>
                  <a:lnTo>
                    <a:pt x="107916" y="797444"/>
                  </a:lnTo>
                  <a:lnTo>
                    <a:pt x="105781" y="797616"/>
                  </a:lnTo>
                  <a:lnTo>
                    <a:pt x="103855" y="798174"/>
                  </a:lnTo>
                  <a:lnTo>
                    <a:pt x="102143" y="798111"/>
                  </a:lnTo>
                  <a:lnTo>
                    <a:pt x="100643" y="798433"/>
                  </a:lnTo>
                  <a:lnTo>
                    <a:pt x="98497" y="798607"/>
                  </a:lnTo>
                  <a:lnTo>
                    <a:pt x="96133" y="799402"/>
                  </a:lnTo>
                  <a:lnTo>
                    <a:pt x="94411" y="800348"/>
                  </a:lnTo>
                  <a:lnTo>
                    <a:pt x="92258" y="801532"/>
                  </a:lnTo>
                  <a:lnTo>
                    <a:pt x="90533" y="802480"/>
                  </a:lnTo>
                  <a:lnTo>
                    <a:pt x="89023" y="803813"/>
                  </a:lnTo>
                  <a:lnTo>
                    <a:pt x="87946" y="805918"/>
                  </a:lnTo>
                  <a:lnTo>
                    <a:pt x="86869" y="808023"/>
                  </a:lnTo>
                  <a:lnTo>
                    <a:pt x="86872" y="810036"/>
                  </a:lnTo>
                  <a:lnTo>
                    <a:pt x="87307" y="811809"/>
                  </a:lnTo>
                  <a:lnTo>
                    <a:pt x="87309" y="813817"/>
                  </a:lnTo>
                  <a:lnTo>
                    <a:pt x="87528" y="816207"/>
                  </a:lnTo>
                  <a:lnTo>
                    <a:pt x="88177" y="818355"/>
                  </a:lnTo>
                  <a:lnTo>
                    <a:pt x="89470" y="820643"/>
                  </a:lnTo>
                  <a:lnTo>
                    <a:pt x="89902" y="823402"/>
                  </a:lnTo>
                  <a:lnTo>
                    <a:pt x="90118" y="825776"/>
                  </a:lnTo>
                  <a:lnTo>
                    <a:pt x="91405" y="828051"/>
                  </a:lnTo>
                  <a:lnTo>
                    <a:pt x="92262" y="829565"/>
                  </a:lnTo>
                  <a:lnTo>
                    <a:pt x="93545" y="831831"/>
                  </a:lnTo>
                  <a:lnTo>
                    <a:pt x="94186" y="832963"/>
                  </a:lnTo>
                  <a:lnTo>
                    <a:pt x="95892" y="834985"/>
                  </a:lnTo>
                  <a:lnTo>
                    <a:pt x="96530" y="836113"/>
                  </a:lnTo>
                  <a:lnTo>
                    <a:pt x="97382" y="837554"/>
                  </a:lnTo>
                  <a:lnTo>
                    <a:pt x="99297" y="838865"/>
                  </a:lnTo>
                  <a:lnTo>
                    <a:pt x="100570" y="840044"/>
                  </a:lnTo>
                  <a:lnTo>
                    <a:pt x="100994" y="840744"/>
                  </a:lnTo>
                  <a:lnTo>
                    <a:pt x="103531" y="842186"/>
                  </a:lnTo>
                  <a:lnTo>
                    <a:pt x="105004" y="843843"/>
                  </a:lnTo>
                  <a:lnTo>
                    <a:pt x="106055" y="844750"/>
                  </a:lnTo>
                  <a:lnTo>
                    <a:pt x="106893" y="846242"/>
                  </a:lnTo>
                  <a:lnTo>
                    <a:pt x="108360" y="847891"/>
                  </a:lnTo>
                  <a:lnTo>
                    <a:pt x="109195" y="849394"/>
                  </a:lnTo>
                  <a:lnTo>
                    <a:pt x="110446" y="851658"/>
                  </a:lnTo>
                  <a:lnTo>
                    <a:pt x="111902" y="854295"/>
                  </a:lnTo>
                  <a:lnTo>
                    <a:pt x="112941" y="856174"/>
                  </a:lnTo>
                  <a:lnTo>
                    <a:pt x="113978" y="858051"/>
                  </a:lnTo>
                  <a:lnTo>
                    <a:pt x="114386" y="859750"/>
                  </a:lnTo>
                  <a:lnTo>
                    <a:pt x="114375" y="861643"/>
                  </a:lnTo>
                  <a:lnTo>
                    <a:pt x="114364" y="863535"/>
                  </a:lnTo>
                  <a:lnTo>
                    <a:pt x="114347" y="866367"/>
                  </a:lnTo>
                  <a:lnTo>
                    <a:pt x="113292" y="868275"/>
                  </a:lnTo>
                  <a:lnTo>
                    <a:pt x="111825" y="869437"/>
                  </a:lnTo>
                  <a:lnTo>
                    <a:pt x="110161" y="868343"/>
                  </a:lnTo>
                  <a:lnTo>
                    <a:pt x="108913" y="867049"/>
                  </a:lnTo>
                  <a:lnTo>
                    <a:pt x="107871" y="866152"/>
                  </a:lnTo>
                  <a:lnTo>
                    <a:pt x="105788" y="863425"/>
                  </a:lnTo>
                  <a:lnTo>
                    <a:pt x="104743" y="862533"/>
                  </a:lnTo>
                  <a:lnTo>
                    <a:pt x="103490" y="860322"/>
                  </a:lnTo>
                  <a:lnTo>
                    <a:pt x="102233" y="859058"/>
                  </a:lnTo>
                  <a:lnTo>
                    <a:pt x="100765" y="857422"/>
                  </a:lnTo>
                  <a:lnTo>
                    <a:pt x="99504" y="856153"/>
                  </a:lnTo>
                  <a:lnTo>
                    <a:pt x="97398" y="855307"/>
                  </a:lnTo>
                  <a:lnTo>
                    <a:pt x="96344" y="854406"/>
                  </a:lnTo>
                  <a:lnTo>
                    <a:pt x="94445" y="852974"/>
                  </a:lnTo>
                  <a:lnTo>
                    <a:pt x="92752" y="851955"/>
                  </a:lnTo>
                  <a:lnTo>
                    <a:pt x="91265" y="851360"/>
                  </a:lnTo>
                  <a:lnTo>
                    <a:pt x="89137" y="850641"/>
                  </a:lnTo>
                  <a:lnTo>
                    <a:pt x="86788" y="849572"/>
                  </a:lnTo>
                  <a:lnTo>
                    <a:pt x="84866" y="849196"/>
                  </a:lnTo>
                  <a:lnTo>
                    <a:pt x="82515" y="849043"/>
                  </a:lnTo>
                  <a:lnTo>
                    <a:pt x="80159" y="848889"/>
                  </a:lnTo>
                  <a:lnTo>
                    <a:pt x="77799" y="848735"/>
                  </a:lnTo>
                  <a:lnTo>
                    <a:pt x="75435" y="848581"/>
                  </a:lnTo>
                  <a:lnTo>
                    <a:pt x="73714" y="848553"/>
                  </a:lnTo>
                  <a:lnTo>
                    <a:pt x="70914" y="848622"/>
                  </a:lnTo>
                  <a:lnTo>
                    <a:pt x="68537" y="848468"/>
                  </a:lnTo>
                  <a:lnTo>
                    <a:pt x="67236" y="848215"/>
                  </a:lnTo>
                  <a:lnTo>
                    <a:pt x="64423" y="848284"/>
                  </a:lnTo>
                  <a:lnTo>
                    <a:pt x="63340" y="848382"/>
                  </a:lnTo>
                  <a:lnTo>
                    <a:pt x="60725" y="847875"/>
                  </a:lnTo>
                  <a:lnTo>
                    <a:pt x="58554" y="848071"/>
                  </a:lnTo>
                  <a:lnTo>
                    <a:pt x="56585" y="847690"/>
                  </a:lnTo>
                  <a:lnTo>
                    <a:pt x="54387" y="846956"/>
                  </a:lnTo>
                  <a:lnTo>
                    <a:pt x="52615" y="845994"/>
                  </a:lnTo>
                  <a:lnTo>
                    <a:pt x="50839" y="845030"/>
                  </a:lnTo>
                  <a:lnTo>
                    <a:pt x="48601" y="843354"/>
                  </a:lnTo>
                  <a:lnTo>
                    <a:pt x="47020" y="841802"/>
                  </a:lnTo>
                  <a:lnTo>
                    <a:pt x="45435" y="840246"/>
                  </a:lnTo>
                  <a:lnTo>
                    <a:pt x="43615" y="838327"/>
                  </a:lnTo>
                  <a:lnTo>
                    <a:pt x="42459" y="836527"/>
                  </a:lnTo>
                  <a:lnTo>
                    <a:pt x="41553" y="834994"/>
                  </a:lnTo>
                  <a:lnTo>
                    <a:pt x="40192" y="832689"/>
                  </a:lnTo>
                  <a:lnTo>
                    <a:pt x="39484" y="829510"/>
                  </a:lnTo>
                  <a:lnTo>
                    <a:pt x="38346" y="827581"/>
                  </a:lnTo>
                  <a:lnTo>
                    <a:pt x="37434" y="826036"/>
                  </a:lnTo>
                  <a:lnTo>
                    <a:pt x="37191" y="824633"/>
                  </a:lnTo>
                  <a:lnTo>
                    <a:pt x="36492" y="822453"/>
                  </a:lnTo>
                  <a:lnTo>
                    <a:pt x="35791" y="820271"/>
                  </a:lnTo>
                  <a:lnTo>
                    <a:pt x="35090" y="818085"/>
                  </a:lnTo>
                  <a:lnTo>
                    <a:pt x="34157" y="815505"/>
                  </a:lnTo>
                  <a:lnTo>
                    <a:pt x="33683" y="813702"/>
                  </a:lnTo>
                  <a:lnTo>
                    <a:pt x="32073" y="810965"/>
                  </a:lnTo>
                  <a:lnTo>
                    <a:pt x="30458" y="808222"/>
                  </a:lnTo>
                  <a:lnTo>
                    <a:pt x="29534" y="806651"/>
                  </a:lnTo>
                  <a:lnTo>
                    <a:pt x="28608" y="805078"/>
                  </a:lnTo>
                  <a:lnTo>
                    <a:pt x="27665" y="802472"/>
                  </a:lnTo>
                  <a:lnTo>
                    <a:pt x="26736" y="800893"/>
                  </a:lnTo>
                  <a:lnTo>
                    <a:pt x="25806" y="799312"/>
                  </a:lnTo>
                  <a:lnTo>
                    <a:pt x="24642" y="797333"/>
                  </a:lnTo>
                  <a:lnTo>
                    <a:pt x="23476" y="795350"/>
                  </a:lnTo>
                  <a:lnTo>
                    <a:pt x="22292" y="793408"/>
                  </a:lnTo>
                  <a:lnTo>
                    <a:pt x="20636" y="791756"/>
                  </a:lnTo>
                  <a:lnTo>
                    <a:pt x="19671" y="790231"/>
                  </a:lnTo>
                  <a:lnTo>
                    <a:pt x="18250" y="788953"/>
                  </a:lnTo>
                  <a:lnTo>
                    <a:pt x="16826" y="787671"/>
                  </a:lnTo>
                  <a:lnTo>
                    <a:pt x="14911" y="785619"/>
                  </a:lnTo>
                  <a:lnTo>
                    <a:pt x="13691" y="783696"/>
                  </a:lnTo>
                  <a:lnTo>
                    <a:pt x="12256" y="782403"/>
                  </a:lnTo>
                  <a:lnTo>
                    <a:pt x="9868" y="780583"/>
                  </a:lnTo>
                  <a:lnTo>
                    <a:pt x="8425" y="779283"/>
                  </a:lnTo>
                  <a:lnTo>
                    <a:pt x="6978" y="777980"/>
                  </a:lnTo>
                  <a:lnTo>
                    <a:pt x="6235" y="776813"/>
                  </a:lnTo>
                  <a:lnTo>
                    <a:pt x="4747" y="774475"/>
                  </a:lnTo>
                  <a:lnTo>
                    <a:pt x="3254" y="772129"/>
                  </a:lnTo>
                  <a:lnTo>
                    <a:pt x="2968" y="770703"/>
                  </a:lnTo>
                  <a:lnTo>
                    <a:pt x="2182" y="768490"/>
                  </a:lnTo>
                  <a:lnTo>
                    <a:pt x="2108" y="766416"/>
                  </a:lnTo>
                  <a:lnTo>
                    <a:pt x="1997" y="763298"/>
                  </a:lnTo>
                  <a:lnTo>
                    <a:pt x="2386" y="760965"/>
                  </a:lnTo>
                  <a:lnTo>
                    <a:pt x="2136" y="760569"/>
                  </a:lnTo>
                  <a:lnTo>
                    <a:pt x="2879" y="754848"/>
                  </a:lnTo>
                  <a:lnTo>
                    <a:pt x="3521" y="752903"/>
                  </a:lnTo>
                  <a:lnTo>
                    <a:pt x="3699" y="751206"/>
                  </a:lnTo>
                  <a:lnTo>
                    <a:pt x="4378" y="750308"/>
                  </a:lnTo>
                  <a:lnTo>
                    <a:pt x="4232" y="746105"/>
                  </a:lnTo>
                  <a:lnTo>
                    <a:pt x="4589" y="742695"/>
                  </a:lnTo>
                  <a:lnTo>
                    <a:pt x="4982" y="740335"/>
                  </a:lnTo>
                  <a:lnTo>
                    <a:pt x="5377" y="737972"/>
                  </a:lnTo>
                  <a:lnTo>
                    <a:pt x="4837" y="736103"/>
                  </a:lnTo>
                  <a:lnTo>
                    <a:pt x="4297" y="734230"/>
                  </a:lnTo>
                  <a:lnTo>
                    <a:pt x="3503" y="731947"/>
                  </a:lnTo>
                  <a:lnTo>
                    <a:pt x="3718" y="731291"/>
                  </a:lnTo>
                  <a:lnTo>
                    <a:pt x="2885" y="727934"/>
                  </a:lnTo>
                  <a:lnTo>
                    <a:pt x="2087" y="725637"/>
                  </a:lnTo>
                  <a:lnTo>
                    <a:pt x="2012" y="723497"/>
                  </a:lnTo>
                  <a:lnTo>
                    <a:pt x="740" y="721438"/>
                  </a:lnTo>
                  <a:lnTo>
                    <a:pt x="1390" y="719455"/>
                  </a:lnTo>
                  <a:lnTo>
                    <a:pt x="332" y="716726"/>
                  </a:lnTo>
                  <a:lnTo>
                    <a:pt x="0" y="714155"/>
                  </a:lnTo>
                  <a:lnTo>
                    <a:pt x="178" y="712412"/>
                  </a:lnTo>
                  <a:lnTo>
                    <a:pt x="574" y="710002"/>
                  </a:lnTo>
                  <a:lnTo>
                    <a:pt x="1443" y="707341"/>
                  </a:lnTo>
                  <a:lnTo>
                    <a:pt x="2113" y="705319"/>
                  </a:lnTo>
                  <a:lnTo>
                    <a:pt x="2791" y="703284"/>
                  </a:lnTo>
                  <a:lnTo>
                    <a:pt x="3469" y="701248"/>
                  </a:lnTo>
                  <a:lnTo>
                    <a:pt x="5123" y="699816"/>
                  </a:lnTo>
                  <a:lnTo>
                    <a:pt x="6798" y="699490"/>
                  </a:lnTo>
                  <a:lnTo>
                    <a:pt x="9442" y="699767"/>
                  </a:lnTo>
                  <a:lnTo>
                    <a:pt x="12327" y="700469"/>
                  </a:lnTo>
                  <a:lnTo>
                    <a:pt x="14485" y="700995"/>
                  </a:lnTo>
                  <a:lnTo>
                    <a:pt x="16884" y="701943"/>
                  </a:lnTo>
                  <a:lnTo>
                    <a:pt x="19032" y="702466"/>
                  </a:lnTo>
                  <a:lnTo>
                    <a:pt x="21419" y="703410"/>
                  </a:lnTo>
                  <a:lnTo>
                    <a:pt x="23088" y="704179"/>
                  </a:lnTo>
                  <a:lnTo>
                    <a:pt x="25932" y="704870"/>
                  </a:lnTo>
                  <a:lnTo>
                    <a:pt x="27593" y="705636"/>
                  </a:lnTo>
                  <a:lnTo>
                    <a:pt x="30423" y="706323"/>
                  </a:lnTo>
                  <a:lnTo>
                    <a:pt x="32542" y="706834"/>
                  </a:lnTo>
                  <a:lnTo>
                    <a:pt x="34878" y="706681"/>
                  </a:lnTo>
                  <a:lnTo>
                    <a:pt x="36990" y="707185"/>
                  </a:lnTo>
                  <a:lnTo>
                    <a:pt x="39537" y="706372"/>
                  </a:lnTo>
                  <a:lnTo>
                    <a:pt x="42097" y="706636"/>
                  </a:lnTo>
                  <a:lnTo>
                    <a:pt x="44177" y="706065"/>
                  </a:lnTo>
                  <a:lnTo>
                    <a:pt x="46267" y="706575"/>
                  </a:lnTo>
                  <a:lnTo>
                    <a:pt x="48799" y="705758"/>
                  </a:lnTo>
                  <a:lnTo>
                    <a:pt x="51102" y="705605"/>
                  </a:lnTo>
                  <a:lnTo>
                    <a:pt x="54091" y="705623"/>
                  </a:lnTo>
                  <a:lnTo>
                    <a:pt x="56840" y="705225"/>
                  </a:lnTo>
                  <a:lnTo>
                    <a:pt x="59126" y="705073"/>
                  </a:lnTo>
                  <a:lnTo>
                    <a:pt x="60731" y="705827"/>
                  </a:lnTo>
                  <a:lnTo>
                    <a:pt x="63693" y="705844"/>
                  </a:lnTo>
                  <a:lnTo>
                    <a:pt x="66436" y="707574"/>
                  </a:lnTo>
                  <a:lnTo>
                    <a:pt x="68712" y="708473"/>
                  </a:lnTo>
                  <a:lnTo>
                    <a:pt x="70532" y="709610"/>
                  </a:lnTo>
                  <a:lnTo>
                    <a:pt x="72567" y="710101"/>
                  </a:lnTo>
                  <a:lnTo>
                    <a:pt x="74598" y="710591"/>
                  </a:lnTo>
                  <a:lnTo>
                    <a:pt x="76177" y="711319"/>
                  </a:lnTo>
                  <a:lnTo>
                    <a:pt x="78199" y="711807"/>
                  </a:lnTo>
                  <a:lnTo>
                    <a:pt x="81114" y="712855"/>
                  </a:lnTo>
                  <a:lnTo>
                    <a:pt x="83124" y="713340"/>
                  </a:lnTo>
                  <a:lnTo>
                    <a:pt x="86689" y="714543"/>
                  </a:lnTo>
                  <a:lnTo>
                    <a:pt x="89129" y="714786"/>
                  </a:lnTo>
                  <a:lnTo>
                    <a:pt x="92889" y="715348"/>
                  </a:lnTo>
                  <a:lnTo>
                    <a:pt x="95314" y="715589"/>
                  </a:lnTo>
                  <a:lnTo>
                    <a:pt x="98610" y="715355"/>
                  </a:lnTo>
                  <a:lnTo>
                    <a:pt x="100364" y="715441"/>
                  </a:lnTo>
                  <a:lnTo>
                    <a:pt x="102988" y="715094"/>
                  </a:lnTo>
                  <a:lnTo>
                    <a:pt x="105609" y="714747"/>
                  </a:lnTo>
                  <a:lnTo>
                    <a:pt x="107572" y="714226"/>
                  </a:lnTo>
                  <a:lnTo>
                    <a:pt x="110185" y="713910"/>
                  </a:lnTo>
                  <a:lnTo>
                    <a:pt x="112144" y="713428"/>
                  </a:lnTo>
                  <a:lnTo>
                    <a:pt x="113886" y="712535"/>
                  </a:lnTo>
                  <a:lnTo>
                    <a:pt x="114983" y="710408"/>
                  </a:lnTo>
                  <a:lnTo>
                    <a:pt x="114989" y="709361"/>
                  </a:lnTo>
                  <a:lnTo>
                    <a:pt x="116092" y="706176"/>
                  </a:lnTo>
                  <a:lnTo>
                    <a:pt x="116103" y="704046"/>
                  </a:lnTo>
                  <a:lnTo>
                    <a:pt x="116328" y="702334"/>
                  </a:lnTo>
                  <a:lnTo>
                    <a:pt x="116780" y="698909"/>
                  </a:lnTo>
                  <a:lnTo>
                    <a:pt x="116577" y="696386"/>
                  </a:lnTo>
                  <a:lnTo>
                    <a:pt x="116589" y="694280"/>
                  </a:lnTo>
                  <a:lnTo>
                    <a:pt x="116601" y="692172"/>
                  </a:lnTo>
                  <a:lnTo>
                    <a:pt x="116392" y="690704"/>
                  </a:lnTo>
                  <a:lnTo>
                    <a:pt x="116182" y="689234"/>
                  </a:lnTo>
                  <a:lnTo>
                    <a:pt x="115109" y="686106"/>
                  </a:lnTo>
                  <a:lnTo>
                    <a:pt x="114250" y="683387"/>
                  </a:lnTo>
                  <a:lnTo>
                    <a:pt x="113606" y="681079"/>
                  </a:lnTo>
                  <a:lnTo>
                    <a:pt x="112961" y="678767"/>
                  </a:lnTo>
                  <a:lnTo>
                    <a:pt x="111658" y="676263"/>
                  </a:lnTo>
                  <a:lnTo>
                    <a:pt x="111006" y="675009"/>
                  </a:lnTo>
                  <a:lnTo>
                    <a:pt x="109481" y="672078"/>
                  </a:lnTo>
                  <a:lnTo>
                    <a:pt x="109267" y="670591"/>
                  </a:lnTo>
                  <a:lnTo>
                    <a:pt x="107956" y="668081"/>
                  </a:lnTo>
                  <a:lnTo>
                    <a:pt x="107299" y="666830"/>
                  </a:lnTo>
                  <a:lnTo>
                    <a:pt x="106423" y="665159"/>
                  </a:lnTo>
                  <a:lnTo>
                    <a:pt x="106433" y="661938"/>
                  </a:lnTo>
                  <a:lnTo>
                    <a:pt x="105554" y="660261"/>
                  </a:lnTo>
                  <a:lnTo>
                    <a:pt x="105564" y="657031"/>
                  </a:lnTo>
                  <a:lnTo>
                    <a:pt x="104683" y="655347"/>
                  </a:lnTo>
                  <a:lnTo>
                    <a:pt x="104468" y="652767"/>
                  </a:lnTo>
                  <a:lnTo>
                    <a:pt x="104030" y="650841"/>
                  </a:lnTo>
                  <a:lnTo>
                    <a:pt x="102924" y="648724"/>
                  </a:lnTo>
                  <a:lnTo>
                    <a:pt x="102929" y="646557"/>
                  </a:lnTo>
                  <a:lnTo>
                    <a:pt x="102267" y="644197"/>
                  </a:lnTo>
                  <a:lnTo>
                    <a:pt x="102050" y="641599"/>
                  </a:lnTo>
                  <a:lnTo>
                    <a:pt x="101608" y="639658"/>
                  </a:lnTo>
                  <a:lnTo>
                    <a:pt x="101166" y="637715"/>
                  </a:lnTo>
                  <a:lnTo>
                    <a:pt x="101170" y="635534"/>
                  </a:lnTo>
                  <a:lnTo>
                    <a:pt x="100508" y="630972"/>
                  </a:lnTo>
                  <a:lnTo>
                    <a:pt x="100287" y="629448"/>
                  </a:lnTo>
                  <a:lnTo>
                    <a:pt x="98946" y="626862"/>
                  </a:lnTo>
                  <a:lnTo>
                    <a:pt x="98050" y="625135"/>
                  </a:lnTo>
                  <a:lnTo>
                    <a:pt x="96929" y="622973"/>
                  </a:lnTo>
                  <a:lnTo>
                    <a:pt x="95805" y="620805"/>
                  </a:lnTo>
                  <a:lnTo>
                    <a:pt x="95129" y="619503"/>
                  </a:lnTo>
                  <a:lnTo>
                    <a:pt x="92871" y="617359"/>
                  </a:lnTo>
                  <a:lnTo>
                    <a:pt x="91060" y="616081"/>
                  </a:lnTo>
                  <a:lnTo>
                    <a:pt x="89018" y="614364"/>
                  </a:lnTo>
                  <a:lnTo>
                    <a:pt x="87198" y="613080"/>
                  </a:lnTo>
                  <a:lnTo>
                    <a:pt x="85831" y="612670"/>
                  </a:lnTo>
                  <a:lnTo>
                    <a:pt x="83774" y="610943"/>
                  </a:lnTo>
                  <a:lnTo>
                    <a:pt x="81485" y="609884"/>
                  </a:lnTo>
                  <a:lnTo>
                    <a:pt x="79875" y="607914"/>
                  </a:lnTo>
                  <a:lnTo>
                    <a:pt x="78034" y="606617"/>
                  </a:lnTo>
                  <a:lnTo>
                    <a:pt x="75954" y="604876"/>
                  </a:lnTo>
                  <a:lnTo>
                    <a:pt x="74562" y="603340"/>
                  </a:lnTo>
                  <a:lnTo>
                    <a:pt x="73395" y="601122"/>
                  </a:lnTo>
                  <a:lnTo>
                    <a:pt x="72459" y="599345"/>
                  </a:lnTo>
                  <a:lnTo>
                    <a:pt x="71287" y="597118"/>
                  </a:lnTo>
                  <a:lnTo>
                    <a:pt x="70583" y="595780"/>
                  </a:lnTo>
                  <a:lnTo>
                    <a:pt x="68700" y="592202"/>
                  </a:lnTo>
                  <a:lnTo>
                    <a:pt x="68449" y="589492"/>
                  </a:lnTo>
                  <a:lnTo>
                    <a:pt x="67969" y="587462"/>
                  </a:lnTo>
                  <a:lnTo>
                    <a:pt x="67252" y="584977"/>
                  </a:lnTo>
                  <a:lnTo>
                    <a:pt x="67237" y="582707"/>
                  </a:lnTo>
                  <a:lnTo>
                    <a:pt x="66755" y="580666"/>
                  </a:lnTo>
                  <a:lnTo>
                    <a:pt x="66510" y="579076"/>
                  </a:lnTo>
                  <a:lnTo>
                    <a:pt x="66731" y="577252"/>
                  </a:lnTo>
                  <a:lnTo>
                    <a:pt x="66231" y="575214"/>
                  </a:lnTo>
                  <a:lnTo>
                    <a:pt x="65217" y="571130"/>
                  </a:lnTo>
                  <a:lnTo>
                    <a:pt x="65641" y="568618"/>
                  </a:lnTo>
                  <a:lnTo>
                    <a:pt x="65132" y="566563"/>
                  </a:lnTo>
                  <a:lnTo>
                    <a:pt x="65334" y="564730"/>
                  </a:lnTo>
                  <a:lnTo>
                    <a:pt x="64110" y="562438"/>
                  </a:lnTo>
                  <a:lnTo>
                    <a:pt x="64066" y="560136"/>
                  </a:lnTo>
                  <a:lnTo>
                    <a:pt x="63552" y="558060"/>
                  </a:lnTo>
                  <a:lnTo>
                    <a:pt x="62791" y="555515"/>
                  </a:lnTo>
                  <a:lnTo>
                    <a:pt x="62544" y="555051"/>
                  </a:lnTo>
                  <a:lnTo>
                    <a:pt x="62251" y="552265"/>
                  </a:lnTo>
                  <a:lnTo>
                    <a:pt x="61508" y="550867"/>
                  </a:lnTo>
                  <a:lnTo>
                    <a:pt x="60716" y="547131"/>
                  </a:lnTo>
                  <a:lnTo>
                    <a:pt x="60194" y="545021"/>
                  </a:lnTo>
                  <a:lnTo>
                    <a:pt x="59671" y="542906"/>
                  </a:lnTo>
                  <a:lnTo>
                    <a:pt x="58895" y="540313"/>
                  </a:lnTo>
                  <a:lnTo>
                    <a:pt x="58118" y="537711"/>
                  </a:lnTo>
                  <a:lnTo>
                    <a:pt x="57589" y="535577"/>
                  </a:lnTo>
                  <a:lnTo>
                    <a:pt x="56330" y="533192"/>
                  </a:lnTo>
                  <a:lnTo>
                    <a:pt x="55291" y="530086"/>
                  </a:lnTo>
                  <a:lnTo>
                    <a:pt x="55236" y="527699"/>
                  </a:lnTo>
                  <a:lnTo>
                    <a:pt x="54220" y="525771"/>
                  </a:lnTo>
                  <a:lnTo>
                    <a:pt x="54644" y="523141"/>
                  </a:lnTo>
                  <a:lnTo>
                    <a:pt x="53370" y="520716"/>
                  </a:lnTo>
                  <a:lnTo>
                    <a:pt x="53794" y="518072"/>
                  </a:lnTo>
                  <a:lnTo>
                    <a:pt x="53254" y="515888"/>
                  </a:lnTo>
                  <a:lnTo>
                    <a:pt x="53167" y="512251"/>
                  </a:lnTo>
                  <a:lnTo>
                    <a:pt x="53365" y="510312"/>
                  </a:lnTo>
                  <a:lnTo>
                    <a:pt x="53791" y="507644"/>
                  </a:lnTo>
                  <a:lnTo>
                    <a:pt x="53991" y="505696"/>
                  </a:lnTo>
                  <a:lnTo>
                    <a:pt x="55417" y="503777"/>
                  </a:lnTo>
                  <a:lnTo>
                    <a:pt x="57841" y="502616"/>
                  </a:lnTo>
                  <a:lnTo>
                    <a:pt x="59778" y="501688"/>
                  </a:lnTo>
                  <a:lnTo>
                    <a:pt x="61967" y="501257"/>
                  </a:lnTo>
                  <a:lnTo>
                    <a:pt x="64406" y="501321"/>
                  </a:lnTo>
                  <a:lnTo>
                    <a:pt x="67572" y="501648"/>
                  </a:lnTo>
                  <a:lnTo>
                    <a:pt x="69997" y="501712"/>
                  </a:lnTo>
                  <a:lnTo>
                    <a:pt x="72665" y="502268"/>
                  </a:lnTo>
                  <a:lnTo>
                    <a:pt x="75078" y="502331"/>
                  </a:lnTo>
                  <a:lnTo>
                    <a:pt x="77486" y="502393"/>
                  </a:lnTo>
                  <a:lnTo>
                    <a:pt x="79656" y="503176"/>
                  </a:lnTo>
                  <a:lnTo>
                    <a:pt x="82773" y="503498"/>
                  </a:lnTo>
                  <a:lnTo>
                    <a:pt x="85637" y="503330"/>
                  </a:lnTo>
                  <a:lnTo>
                    <a:pt x="87787" y="504108"/>
                  </a:lnTo>
                  <a:lnTo>
                    <a:pt x="89931" y="504884"/>
                  </a:lnTo>
                  <a:lnTo>
                    <a:pt x="92542" y="505429"/>
                  </a:lnTo>
                  <a:lnTo>
                    <a:pt x="94440" y="506914"/>
                  </a:lnTo>
                  <a:lnTo>
                    <a:pt x="96565" y="507683"/>
                  </a:lnTo>
                  <a:lnTo>
                    <a:pt x="98685" y="508450"/>
                  </a:lnTo>
                  <a:lnTo>
                    <a:pt x="101268" y="508987"/>
                  </a:lnTo>
                  <a:lnTo>
                    <a:pt x="103843" y="509522"/>
                  </a:lnTo>
                  <a:lnTo>
                    <a:pt x="106643" y="510537"/>
                  </a:lnTo>
                  <a:lnTo>
                    <a:pt x="109206" y="509881"/>
                  </a:lnTo>
                  <a:lnTo>
                    <a:pt x="111294" y="510635"/>
                  </a:lnTo>
                  <a:lnTo>
                    <a:pt x="113849" y="509976"/>
                  </a:lnTo>
                  <a:lnTo>
                    <a:pt x="116164" y="510024"/>
                  </a:lnTo>
                  <a:lnTo>
                    <a:pt x="118247" y="509594"/>
                  </a:lnTo>
                  <a:lnTo>
                    <a:pt x="119638" y="508913"/>
                  </a:lnTo>
                  <a:lnTo>
                    <a:pt x="121717" y="508484"/>
                  </a:lnTo>
                  <a:lnTo>
                    <a:pt x="124481" y="508306"/>
                  </a:lnTo>
                  <a:lnTo>
                    <a:pt x="126091" y="508104"/>
                  </a:lnTo>
                  <a:lnTo>
                    <a:pt x="128385" y="508154"/>
                  </a:lnTo>
                  <a:lnTo>
                    <a:pt x="131151" y="506798"/>
                  </a:lnTo>
                  <a:lnTo>
                    <a:pt x="133455" y="505670"/>
                  </a:lnTo>
                  <a:lnTo>
                    <a:pt x="135297" y="504768"/>
                  </a:lnTo>
                  <a:lnTo>
                    <a:pt x="137816" y="504118"/>
                  </a:lnTo>
                  <a:lnTo>
                    <a:pt x="140333" y="503469"/>
                  </a:lnTo>
                  <a:lnTo>
                    <a:pt x="141710" y="502794"/>
                  </a:lnTo>
                  <a:lnTo>
                    <a:pt x="144680" y="501922"/>
                  </a:lnTo>
                  <a:lnTo>
                    <a:pt x="146271" y="501725"/>
                  </a:lnTo>
                  <a:lnTo>
                    <a:pt x="148560" y="500603"/>
                  </a:lnTo>
                  <a:lnTo>
                    <a:pt x="150148" y="500406"/>
                  </a:lnTo>
                  <a:lnTo>
                    <a:pt x="152890" y="499062"/>
                  </a:lnTo>
                  <a:lnTo>
                    <a:pt x="155174" y="497942"/>
                  </a:lnTo>
                  <a:lnTo>
                    <a:pt x="157211" y="497524"/>
                  </a:lnTo>
                  <a:lnTo>
                    <a:pt x="159491" y="496406"/>
                  </a:lnTo>
                  <a:lnTo>
                    <a:pt x="161769" y="495289"/>
                  </a:lnTo>
                  <a:lnTo>
                    <a:pt x="164045" y="494172"/>
                  </a:lnTo>
                  <a:lnTo>
                    <a:pt x="166319" y="493057"/>
                  </a:lnTo>
                  <a:lnTo>
                    <a:pt x="169046" y="491720"/>
                  </a:lnTo>
                  <a:lnTo>
                    <a:pt x="170863" y="490829"/>
                  </a:lnTo>
                  <a:lnTo>
                    <a:pt x="172471" y="489460"/>
                  </a:lnTo>
                  <a:lnTo>
                    <a:pt x="174080" y="488092"/>
                  </a:lnTo>
                  <a:lnTo>
                    <a:pt x="175690" y="486723"/>
                  </a:lnTo>
                  <a:lnTo>
                    <a:pt x="177752" y="485132"/>
                  </a:lnTo>
                  <a:lnTo>
                    <a:pt x="178952" y="482803"/>
                  </a:lnTo>
                  <a:lnTo>
                    <a:pt x="180562" y="481433"/>
                  </a:lnTo>
                  <a:lnTo>
                    <a:pt x="181765" y="479099"/>
                  </a:lnTo>
                  <a:lnTo>
                    <a:pt x="182970" y="476762"/>
                  </a:lnTo>
                  <a:lnTo>
                    <a:pt x="183973" y="473938"/>
                  </a:lnTo>
                  <a:lnTo>
                    <a:pt x="184929" y="472301"/>
                  </a:lnTo>
                  <a:lnTo>
                    <a:pt x="185684" y="470177"/>
                  </a:lnTo>
                  <a:lnTo>
                    <a:pt x="186894" y="467827"/>
                  </a:lnTo>
                  <a:lnTo>
                    <a:pt x="187448" y="465208"/>
                  </a:lnTo>
                  <a:lnTo>
                    <a:pt x="188207" y="463073"/>
                  </a:lnTo>
                  <a:lnTo>
                    <a:pt x="188054" y="461378"/>
                  </a:lnTo>
                  <a:lnTo>
                    <a:pt x="188661" y="457536"/>
                  </a:lnTo>
                  <a:lnTo>
                    <a:pt x="188559" y="454621"/>
                  </a:lnTo>
                  <a:lnTo>
                    <a:pt x="188457" y="451697"/>
                  </a:lnTo>
                  <a:lnTo>
                    <a:pt x="188558" y="449263"/>
                  </a:lnTo>
                  <a:lnTo>
                    <a:pt x="188659" y="446823"/>
                  </a:lnTo>
                  <a:lnTo>
                    <a:pt x="188725" y="444425"/>
                  </a:lnTo>
                  <a:lnTo>
                    <a:pt x="188578" y="441533"/>
                  </a:lnTo>
                  <a:lnTo>
                    <a:pt x="188610" y="440331"/>
                  </a:lnTo>
                  <a:lnTo>
                    <a:pt x="188250" y="436938"/>
                  </a:lnTo>
                  <a:lnTo>
                    <a:pt x="187857" y="434744"/>
                  </a:lnTo>
                  <a:lnTo>
                    <a:pt x="188167" y="431616"/>
                  </a:lnTo>
                  <a:lnTo>
                    <a:pt x="188231" y="429197"/>
                  </a:lnTo>
                  <a:lnTo>
                    <a:pt x="188509" y="427272"/>
                  </a:lnTo>
                  <a:lnTo>
                    <a:pt x="188607" y="423633"/>
                  </a:lnTo>
                  <a:lnTo>
                    <a:pt x="189378" y="420269"/>
                  </a:lnTo>
                  <a:lnTo>
                    <a:pt x="189690" y="417117"/>
                  </a:lnTo>
                  <a:lnTo>
                    <a:pt x="189970" y="415180"/>
                  </a:lnTo>
                  <a:lnTo>
                    <a:pt x="190956" y="412307"/>
                  </a:lnTo>
                  <a:lnTo>
                    <a:pt x="191697" y="410150"/>
                  </a:lnTo>
                  <a:lnTo>
                    <a:pt x="193111" y="408280"/>
                  </a:lnTo>
                  <a:lnTo>
                    <a:pt x="194525" y="406410"/>
                  </a:lnTo>
                  <a:lnTo>
                    <a:pt x="195939" y="404540"/>
                  </a:lnTo>
                  <a:lnTo>
                    <a:pt x="197353" y="402669"/>
                  </a:lnTo>
                  <a:lnTo>
                    <a:pt x="198979" y="401305"/>
                  </a:lnTo>
                  <a:lnTo>
                    <a:pt x="200392" y="399435"/>
                  </a:lnTo>
                  <a:lnTo>
                    <a:pt x="201347" y="397780"/>
                  </a:lnTo>
                  <a:lnTo>
                    <a:pt x="202550" y="395404"/>
                  </a:lnTo>
                  <a:lnTo>
                    <a:pt x="203754" y="393026"/>
                  </a:lnTo>
                  <a:lnTo>
                    <a:pt x="204958" y="390647"/>
                  </a:lnTo>
                  <a:lnTo>
                    <a:pt x="205914" y="388990"/>
                  </a:lnTo>
                  <a:lnTo>
                    <a:pt x="206451" y="386313"/>
                  </a:lnTo>
                  <a:lnTo>
                    <a:pt x="207618" y="385164"/>
                  </a:lnTo>
                  <a:lnTo>
                    <a:pt x="208156" y="382483"/>
                  </a:lnTo>
                  <a:lnTo>
                    <a:pt x="209363" y="380099"/>
                  </a:lnTo>
                  <a:lnTo>
                    <a:pt x="210112" y="377926"/>
                  </a:lnTo>
                  <a:lnTo>
                    <a:pt x="211320" y="375539"/>
                  </a:lnTo>
                  <a:lnTo>
                    <a:pt x="211402" y="373061"/>
                  </a:lnTo>
                  <a:lnTo>
                    <a:pt x="211943" y="370368"/>
                  </a:lnTo>
                  <a:lnTo>
                    <a:pt x="213153" y="367976"/>
                  </a:lnTo>
                  <a:lnTo>
                    <a:pt x="214156" y="365066"/>
                  </a:lnTo>
                  <a:lnTo>
                    <a:pt x="215368" y="362671"/>
                  </a:lnTo>
                  <a:lnTo>
                    <a:pt x="216121" y="360485"/>
                  </a:lnTo>
                  <a:lnTo>
                    <a:pt x="217334" y="358088"/>
                  </a:lnTo>
                  <a:lnTo>
                    <a:pt x="217420" y="355590"/>
                  </a:lnTo>
                  <a:lnTo>
                    <a:pt x="217967" y="352879"/>
                  </a:lnTo>
                  <a:lnTo>
                    <a:pt x="217593" y="350585"/>
                  </a:lnTo>
                  <a:lnTo>
                    <a:pt x="216758" y="348498"/>
                  </a:lnTo>
                  <a:lnTo>
                    <a:pt x="216131" y="346929"/>
                  </a:lnTo>
                  <a:lnTo>
                    <a:pt x="214873" y="343786"/>
                  </a:lnTo>
                  <a:lnTo>
                    <a:pt x="213570" y="341895"/>
                  </a:lnTo>
                  <a:lnTo>
                    <a:pt x="212258" y="340014"/>
                  </a:lnTo>
                  <a:lnTo>
                    <a:pt x="211141" y="338682"/>
                  </a:lnTo>
                  <a:lnTo>
                    <a:pt x="209122" y="336531"/>
                  </a:lnTo>
                  <a:lnTo>
                    <a:pt x="207784" y="334677"/>
                  </a:lnTo>
                  <a:lnTo>
                    <a:pt x="206443" y="332821"/>
                  </a:lnTo>
                  <a:lnTo>
                    <a:pt x="203944" y="330871"/>
                  </a:lnTo>
                  <a:lnTo>
                    <a:pt x="202846" y="328273"/>
                  </a:lnTo>
                  <a:lnTo>
                    <a:pt x="201027" y="326619"/>
                  </a:lnTo>
                  <a:lnTo>
                    <a:pt x="199013" y="323183"/>
                  </a:lnTo>
                  <a:lnTo>
                    <a:pt x="197686" y="320046"/>
                  </a:lnTo>
                  <a:lnTo>
                    <a:pt x="196106" y="317640"/>
                  </a:lnTo>
                  <a:lnTo>
                    <a:pt x="194735" y="315783"/>
                  </a:lnTo>
                  <a:lnTo>
                    <a:pt x="192413" y="314360"/>
                  </a:lnTo>
                  <a:lnTo>
                    <a:pt x="189204" y="309231"/>
                  </a:lnTo>
                  <a:lnTo>
                    <a:pt x="188117" y="306933"/>
                  </a:lnTo>
                  <a:lnTo>
                    <a:pt x="186785" y="305354"/>
                  </a:lnTo>
                  <a:lnTo>
                    <a:pt x="184988" y="304035"/>
                  </a:lnTo>
                  <a:lnTo>
                    <a:pt x="183652" y="302453"/>
                  </a:lnTo>
                  <a:lnTo>
                    <a:pt x="182534" y="301330"/>
                  </a:lnTo>
                  <a:lnTo>
                    <a:pt x="180048" y="299805"/>
                  </a:lnTo>
                  <a:lnTo>
                    <a:pt x="178487" y="297754"/>
                  </a:lnTo>
                  <a:lnTo>
                    <a:pt x="176458" y="295962"/>
                  </a:lnTo>
                  <a:lnTo>
                    <a:pt x="175798" y="294571"/>
                  </a:lnTo>
                  <a:lnTo>
                    <a:pt x="174451" y="292976"/>
                  </a:lnTo>
                  <a:lnTo>
                    <a:pt x="172882" y="290915"/>
                  </a:lnTo>
                  <a:lnTo>
                    <a:pt x="171777" y="288589"/>
                  </a:lnTo>
                  <a:lnTo>
                    <a:pt x="170892" y="286727"/>
                  </a:lnTo>
                  <a:lnTo>
                    <a:pt x="169785" y="284396"/>
                  </a:lnTo>
                  <a:lnTo>
                    <a:pt x="168898" y="282529"/>
                  </a:lnTo>
                  <a:lnTo>
                    <a:pt x="168479" y="280400"/>
                  </a:lnTo>
                  <a:lnTo>
                    <a:pt x="168528" y="278008"/>
                  </a:lnTo>
                  <a:lnTo>
                    <a:pt x="167418" y="275668"/>
                  </a:lnTo>
                  <a:lnTo>
                    <a:pt x="167466" y="273273"/>
                  </a:lnTo>
                  <a:lnTo>
                    <a:pt x="167268" y="271606"/>
                  </a:lnTo>
                  <a:lnTo>
                    <a:pt x="167563" y="268479"/>
                  </a:lnTo>
                  <a:lnTo>
                    <a:pt x="167365" y="266810"/>
                  </a:lnTo>
                  <a:lnTo>
                    <a:pt x="168105" y="264621"/>
                  </a:lnTo>
                  <a:lnTo>
                    <a:pt x="168870" y="261232"/>
                  </a:lnTo>
                  <a:lnTo>
                    <a:pt x="169387" y="258572"/>
                  </a:lnTo>
                  <a:lnTo>
                    <a:pt x="170621" y="254923"/>
                  </a:lnTo>
                  <a:lnTo>
                    <a:pt x="170666" y="251293"/>
                  </a:lnTo>
                  <a:lnTo>
                    <a:pt x="171154" y="248606"/>
                  </a:lnTo>
                  <a:lnTo>
                    <a:pt x="171170" y="246174"/>
                  </a:lnTo>
                  <a:lnTo>
                    <a:pt x="172129" y="243233"/>
                  </a:lnTo>
                  <a:lnTo>
                    <a:pt x="173561" y="240038"/>
                  </a:lnTo>
                  <a:lnTo>
                    <a:pt x="174280" y="237834"/>
                  </a:lnTo>
                  <a:lnTo>
                    <a:pt x="175942" y="235123"/>
                  </a:lnTo>
                  <a:lnTo>
                    <a:pt x="176892" y="233400"/>
                  </a:lnTo>
                  <a:lnTo>
                    <a:pt x="177610" y="231198"/>
                  </a:lnTo>
                  <a:lnTo>
                    <a:pt x="179971" y="228719"/>
                  </a:lnTo>
                  <a:lnTo>
                    <a:pt x="181860" y="226494"/>
                  </a:lnTo>
                  <a:lnTo>
                    <a:pt x="183748" y="224272"/>
                  </a:lnTo>
                  <a:lnTo>
                    <a:pt x="185156" y="223515"/>
                  </a:lnTo>
                  <a:lnTo>
                    <a:pt x="187041" y="221295"/>
                  </a:lnTo>
                  <a:lnTo>
                    <a:pt x="188217" y="220060"/>
                  </a:lnTo>
                  <a:lnTo>
                    <a:pt x="190100" y="217843"/>
                  </a:lnTo>
                  <a:lnTo>
                    <a:pt x="190815" y="215648"/>
                  </a:lnTo>
                  <a:lnTo>
                    <a:pt x="190593" y="213956"/>
                  </a:lnTo>
                  <a:lnTo>
                    <a:pt x="189911" y="211301"/>
                  </a:lnTo>
                  <a:lnTo>
                    <a:pt x="188053" y="209878"/>
                  </a:lnTo>
                  <a:lnTo>
                    <a:pt x="186185" y="209667"/>
                  </a:lnTo>
                  <a:lnTo>
                    <a:pt x="183846" y="209707"/>
                  </a:lnTo>
                  <a:lnTo>
                    <a:pt x="181744" y="209013"/>
                  </a:lnTo>
                  <a:lnTo>
                    <a:pt x="179161" y="209786"/>
                  </a:lnTo>
                  <a:lnTo>
                    <a:pt x="176814" y="209825"/>
                  </a:lnTo>
                  <a:lnTo>
                    <a:pt x="173993" y="210116"/>
                  </a:lnTo>
                  <a:lnTo>
                    <a:pt x="171169" y="210408"/>
                  </a:lnTo>
                  <a:lnTo>
                    <a:pt x="168814" y="210448"/>
                  </a:lnTo>
                  <a:lnTo>
                    <a:pt x="165751" y="210256"/>
                  </a:lnTo>
                  <a:lnTo>
                    <a:pt x="164105" y="209309"/>
                  </a:lnTo>
                  <a:lnTo>
                    <a:pt x="161517" y="207644"/>
                  </a:lnTo>
                  <a:lnTo>
                    <a:pt x="159635" y="206210"/>
                  </a:lnTo>
                  <a:lnTo>
                    <a:pt x="157275" y="205027"/>
                  </a:lnTo>
                  <a:lnTo>
                    <a:pt x="154679" y="203357"/>
                  </a:lnTo>
                  <a:lnTo>
                    <a:pt x="152791" y="201918"/>
                  </a:lnTo>
                  <a:lnTo>
                    <a:pt x="150901" y="200479"/>
                  </a:lnTo>
                  <a:lnTo>
                    <a:pt x="149009" y="199038"/>
                  </a:lnTo>
                  <a:lnTo>
                    <a:pt x="147115" y="197596"/>
                  </a:lnTo>
                  <a:lnTo>
                    <a:pt x="145462" y="195415"/>
                  </a:lnTo>
                  <a:lnTo>
                    <a:pt x="144044" y="193719"/>
                  </a:lnTo>
                  <a:lnTo>
                    <a:pt x="142624" y="192021"/>
                  </a:lnTo>
                  <a:lnTo>
                    <a:pt x="140967" y="189835"/>
                  </a:lnTo>
                  <a:lnTo>
                    <a:pt x="139310" y="187647"/>
                  </a:lnTo>
                  <a:lnTo>
                    <a:pt x="138126" y="185204"/>
                  </a:lnTo>
                  <a:lnTo>
                    <a:pt x="136941" y="182759"/>
                  </a:lnTo>
                  <a:lnTo>
                    <a:pt x="137192" y="179561"/>
                  </a:lnTo>
                  <a:lnTo>
                    <a:pt x="137680" y="176852"/>
                  </a:lnTo>
                  <a:lnTo>
                    <a:pt x="138405" y="174633"/>
                  </a:lnTo>
                  <a:lnTo>
                    <a:pt x="140087" y="171916"/>
                  </a:lnTo>
                  <a:lnTo>
                    <a:pt x="141526" y="169939"/>
                  </a:lnTo>
                  <a:lnTo>
                    <a:pt x="143678" y="168203"/>
                  </a:lnTo>
                  <a:lnTo>
                    <a:pt x="145115" y="166229"/>
                  </a:lnTo>
                  <a:lnTo>
                    <a:pt x="146788" y="164745"/>
                  </a:lnTo>
                  <a:lnTo>
                    <a:pt x="147982" y="163511"/>
                  </a:lnTo>
                  <a:lnTo>
                    <a:pt x="149657" y="160803"/>
                  </a:lnTo>
                  <a:lnTo>
                    <a:pt x="151090" y="158834"/>
                  </a:lnTo>
                  <a:lnTo>
                    <a:pt x="152522" y="156866"/>
                  </a:lnTo>
                  <a:lnTo>
                    <a:pt x="153242" y="154658"/>
                  </a:lnTo>
                  <a:lnTo>
                    <a:pt x="154198" y="152939"/>
                  </a:lnTo>
                  <a:lnTo>
                    <a:pt x="155868" y="150239"/>
                  </a:lnTo>
                  <a:lnTo>
                    <a:pt x="157297" y="148276"/>
                  </a:lnTo>
                  <a:lnTo>
                    <a:pt x="158491" y="145826"/>
                  </a:lnTo>
                  <a:lnTo>
                    <a:pt x="158974" y="143133"/>
                  </a:lnTo>
                  <a:lnTo>
                    <a:pt x="159692" y="140930"/>
                  </a:lnTo>
                  <a:lnTo>
                    <a:pt x="159936" y="138973"/>
                  </a:lnTo>
                  <a:lnTo>
                    <a:pt x="160185" y="135793"/>
                  </a:lnTo>
                  <a:lnTo>
                    <a:pt x="159952" y="134081"/>
                  </a:lnTo>
                  <a:lnTo>
                    <a:pt x="159224" y="131387"/>
                  </a:lnTo>
                  <a:lnTo>
                    <a:pt x="158262" y="129427"/>
                  </a:lnTo>
                  <a:lnTo>
                    <a:pt x="157535" y="126734"/>
                  </a:lnTo>
                  <a:lnTo>
                    <a:pt x="156807" y="124041"/>
                  </a:lnTo>
                  <a:lnTo>
                    <a:pt x="155604" y="121590"/>
                  </a:lnTo>
                  <a:lnTo>
                    <a:pt x="154636" y="118407"/>
                  </a:lnTo>
                  <a:lnTo>
                    <a:pt x="153432" y="115956"/>
                  </a:lnTo>
                  <a:lnTo>
                    <a:pt x="151746" y="112525"/>
                  </a:lnTo>
                  <a:lnTo>
                    <a:pt x="150788" y="111787"/>
                  </a:lnTo>
                  <a:lnTo>
                    <a:pt x="147910" y="109571"/>
                  </a:lnTo>
                  <a:lnTo>
                    <a:pt x="145991" y="108093"/>
                  </a:lnTo>
                  <a:lnTo>
                    <a:pt x="143592" y="106856"/>
                  </a:lnTo>
                  <a:lnTo>
                    <a:pt x="141671" y="105377"/>
                  </a:lnTo>
                  <a:lnTo>
                    <a:pt x="139269" y="104139"/>
                  </a:lnTo>
                  <a:lnTo>
                    <a:pt x="136866" y="102900"/>
                  </a:lnTo>
                  <a:lnTo>
                    <a:pt x="134941" y="101418"/>
                  </a:lnTo>
                  <a:lnTo>
                    <a:pt x="132777" y="100669"/>
                  </a:lnTo>
                  <a:lnTo>
                    <a:pt x="130612" y="99920"/>
                  </a:lnTo>
                  <a:lnTo>
                    <a:pt x="128442" y="97944"/>
                  </a:lnTo>
                  <a:lnTo>
                    <a:pt x="126032" y="96702"/>
                  </a:lnTo>
                  <a:lnTo>
                    <a:pt x="123620" y="95458"/>
                  </a:lnTo>
                  <a:lnTo>
                    <a:pt x="121449" y="94706"/>
                  </a:lnTo>
                  <a:lnTo>
                    <a:pt x="118794" y="94195"/>
                  </a:lnTo>
                  <a:lnTo>
                    <a:pt x="116138" y="93684"/>
                  </a:lnTo>
                  <a:lnTo>
                    <a:pt x="113479" y="93173"/>
                  </a:lnTo>
                  <a:lnTo>
                    <a:pt x="110817" y="92661"/>
                  </a:lnTo>
                  <a:lnTo>
                    <a:pt x="108164" y="92146"/>
                  </a:lnTo>
                  <a:lnTo>
                    <a:pt x="105549" y="91621"/>
                  </a:lnTo>
                  <a:lnTo>
                    <a:pt x="102928" y="91094"/>
                  </a:lnTo>
                  <a:lnTo>
                    <a:pt x="100780" y="90327"/>
                  </a:lnTo>
                  <a:lnTo>
                    <a:pt x="98390" y="89061"/>
                  </a:lnTo>
                  <a:lnTo>
                    <a:pt x="96715" y="89285"/>
                  </a:lnTo>
                  <a:lnTo>
                    <a:pt x="94558" y="88514"/>
                  </a:lnTo>
                  <a:lnTo>
                    <a:pt x="92397" y="87743"/>
                  </a:lnTo>
                  <a:lnTo>
                    <a:pt x="90234" y="86970"/>
                  </a:lnTo>
                  <a:lnTo>
                    <a:pt x="87826" y="85697"/>
                  </a:lnTo>
                  <a:lnTo>
                    <a:pt x="84931" y="85901"/>
                  </a:lnTo>
                  <a:lnTo>
                    <a:pt x="82272" y="85366"/>
                  </a:lnTo>
                  <a:lnTo>
                    <a:pt x="80337" y="85087"/>
                  </a:lnTo>
                  <a:lnTo>
                    <a:pt x="77437" y="84045"/>
                  </a:lnTo>
                  <a:lnTo>
                    <a:pt x="75498" y="83764"/>
                  </a:lnTo>
                  <a:lnTo>
                    <a:pt x="73073" y="82477"/>
                  </a:lnTo>
                  <a:lnTo>
                    <a:pt x="70644" y="81188"/>
                  </a:lnTo>
                  <a:lnTo>
                    <a:pt x="68699" y="79656"/>
                  </a:lnTo>
                  <a:lnTo>
                    <a:pt x="66993" y="78626"/>
                  </a:lnTo>
                  <a:lnTo>
                    <a:pt x="65042" y="77089"/>
                  </a:lnTo>
                  <a:lnTo>
                    <a:pt x="63331" y="76056"/>
                  </a:lnTo>
                  <a:lnTo>
                    <a:pt x="61375" y="74515"/>
                  </a:lnTo>
                  <a:lnTo>
                    <a:pt x="59416" y="72973"/>
                  </a:lnTo>
                  <a:lnTo>
                    <a:pt x="57453" y="71428"/>
                  </a:lnTo>
                  <a:lnTo>
                    <a:pt x="55733" y="70387"/>
                  </a:lnTo>
                  <a:lnTo>
                    <a:pt x="53270" y="69078"/>
                  </a:lnTo>
                  <a:lnTo>
                    <a:pt x="51299" y="67526"/>
                  </a:lnTo>
                  <a:lnTo>
                    <a:pt x="49570" y="66481"/>
                  </a:lnTo>
                  <a:lnTo>
                    <a:pt x="47839" y="65434"/>
                  </a:lnTo>
                  <a:lnTo>
                    <a:pt x="45115" y="63607"/>
                  </a:lnTo>
                  <a:lnTo>
                    <a:pt x="42884" y="61536"/>
                  </a:lnTo>
                  <a:lnTo>
                    <a:pt x="40896" y="59972"/>
                  </a:lnTo>
                  <a:lnTo>
                    <a:pt x="39154" y="58918"/>
                  </a:lnTo>
                  <a:lnTo>
                    <a:pt x="36660" y="57589"/>
                  </a:lnTo>
                  <a:lnTo>
                    <a:pt x="35166" y="55775"/>
                  </a:lnTo>
                  <a:lnTo>
                    <a:pt x="32667" y="54436"/>
                  </a:lnTo>
                  <a:lnTo>
                    <a:pt x="30666" y="52853"/>
                  </a:lnTo>
                  <a:lnTo>
                    <a:pt x="28406" y="52025"/>
                  </a:lnTo>
                  <a:lnTo>
                    <a:pt x="26148" y="49920"/>
                  </a:lnTo>
                  <a:lnTo>
                    <a:pt x="24392" y="47572"/>
                  </a:lnTo>
                  <a:lnTo>
                    <a:pt x="21869" y="46218"/>
                  </a:lnTo>
                  <a:lnTo>
                    <a:pt x="20358" y="44382"/>
                  </a:lnTo>
                  <a:lnTo>
                    <a:pt x="19861" y="42065"/>
                  </a:lnTo>
                  <a:lnTo>
                    <a:pt x="20632" y="39790"/>
                  </a:lnTo>
                  <a:lnTo>
                    <a:pt x="21910" y="37277"/>
                  </a:lnTo>
                  <a:lnTo>
                    <a:pt x="23187" y="34766"/>
                  </a:lnTo>
                  <a:lnTo>
                    <a:pt x="24207" y="33015"/>
                  </a:lnTo>
                  <a:lnTo>
                    <a:pt x="25732" y="31028"/>
                  </a:lnTo>
                  <a:lnTo>
                    <a:pt x="27007" y="28522"/>
                  </a:lnTo>
                  <a:lnTo>
                    <a:pt x="28530" y="26539"/>
                  </a:lnTo>
                  <a:lnTo>
                    <a:pt x="29802" y="24037"/>
                  </a:lnTo>
                  <a:lnTo>
                    <a:pt x="30818" y="22292"/>
                  </a:lnTo>
                  <a:lnTo>
                    <a:pt x="32337" y="20315"/>
                  </a:lnTo>
                  <a:lnTo>
                    <a:pt x="33606" y="17818"/>
                  </a:lnTo>
                  <a:lnTo>
                    <a:pt x="34868" y="16598"/>
                  </a:lnTo>
                  <a:lnTo>
                    <a:pt x="35887" y="13584"/>
                  </a:lnTo>
                  <a:lnTo>
                    <a:pt x="37656" y="10861"/>
                  </a:lnTo>
                  <a:lnTo>
                    <a:pt x="37669" y="8314"/>
                  </a:lnTo>
                  <a:lnTo>
                    <a:pt x="42025" y="0"/>
                  </a:lnTo>
                  <a:lnTo>
                    <a:pt x="56846" y="4471"/>
                  </a:lnTo>
                  <a:lnTo>
                    <a:pt x="74911" y="9922"/>
                  </a:lnTo>
                  <a:lnTo>
                    <a:pt x="93301" y="15470"/>
                  </a:lnTo>
                  <a:lnTo>
                    <a:pt x="113503" y="21565"/>
                  </a:lnTo>
                  <a:lnTo>
                    <a:pt x="117260" y="22699"/>
                  </a:lnTo>
                  <a:lnTo>
                    <a:pt x="136753" y="32420"/>
                  </a:lnTo>
                  <a:lnTo>
                    <a:pt x="162661" y="45339"/>
                  </a:lnTo>
                  <a:lnTo>
                    <a:pt x="184776" y="56368"/>
                  </a:lnTo>
                  <a:lnTo>
                    <a:pt x="198523" y="63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438957" y="3951871"/>
              <a:ext cx="483889" cy="724344"/>
            </a:xfrm>
            <a:custGeom>
              <a:avLst/>
              <a:pathLst>
                <a:path w="483889" h="724344">
                  <a:moveTo>
                    <a:pt x="126136" y="29127"/>
                  </a:moveTo>
                  <a:lnTo>
                    <a:pt x="151670" y="30280"/>
                  </a:lnTo>
                  <a:lnTo>
                    <a:pt x="177752" y="31458"/>
                  </a:lnTo>
                  <a:lnTo>
                    <a:pt x="213122" y="33055"/>
                  </a:lnTo>
                  <a:lnTo>
                    <a:pt x="272012" y="35715"/>
                  </a:lnTo>
                  <a:lnTo>
                    <a:pt x="285377" y="9542"/>
                  </a:lnTo>
                  <a:lnTo>
                    <a:pt x="308057" y="18962"/>
                  </a:lnTo>
                  <a:lnTo>
                    <a:pt x="305940" y="23536"/>
                  </a:lnTo>
                  <a:lnTo>
                    <a:pt x="303137" y="29589"/>
                  </a:lnTo>
                  <a:lnTo>
                    <a:pt x="300351" y="35607"/>
                  </a:lnTo>
                  <a:lnTo>
                    <a:pt x="297479" y="41810"/>
                  </a:lnTo>
                  <a:lnTo>
                    <a:pt x="295656" y="45748"/>
                  </a:lnTo>
                  <a:lnTo>
                    <a:pt x="291901" y="53858"/>
                  </a:lnTo>
                  <a:lnTo>
                    <a:pt x="286360" y="65827"/>
                  </a:lnTo>
                  <a:lnTo>
                    <a:pt x="334400" y="103676"/>
                  </a:lnTo>
                  <a:lnTo>
                    <a:pt x="347957" y="114357"/>
                  </a:lnTo>
                  <a:lnTo>
                    <a:pt x="361811" y="120311"/>
                  </a:lnTo>
                  <a:lnTo>
                    <a:pt x="380495" y="124900"/>
                  </a:lnTo>
                  <a:lnTo>
                    <a:pt x="405662" y="138663"/>
                  </a:lnTo>
                  <a:lnTo>
                    <a:pt x="418473" y="145215"/>
                  </a:lnTo>
                  <a:lnTo>
                    <a:pt x="423703" y="151952"/>
                  </a:lnTo>
                  <a:lnTo>
                    <a:pt x="425722" y="166591"/>
                  </a:lnTo>
                  <a:lnTo>
                    <a:pt x="422524" y="176173"/>
                  </a:lnTo>
                  <a:lnTo>
                    <a:pt x="404839" y="199556"/>
                  </a:lnTo>
                  <a:lnTo>
                    <a:pt x="402400" y="218043"/>
                  </a:lnTo>
                  <a:lnTo>
                    <a:pt x="407048" y="228440"/>
                  </a:lnTo>
                  <a:lnTo>
                    <a:pt x="421675" y="237359"/>
                  </a:lnTo>
                  <a:lnTo>
                    <a:pt x="429546" y="241799"/>
                  </a:lnTo>
                  <a:lnTo>
                    <a:pt x="430490" y="242472"/>
                  </a:lnTo>
                  <a:lnTo>
                    <a:pt x="436930" y="255188"/>
                  </a:lnTo>
                  <a:lnTo>
                    <a:pt x="436614" y="270260"/>
                  </a:lnTo>
                  <a:lnTo>
                    <a:pt x="441353" y="321877"/>
                  </a:lnTo>
                  <a:lnTo>
                    <a:pt x="445866" y="326391"/>
                  </a:lnTo>
                  <a:lnTo>
                    <a:pt x="458632" y="340075"/>
                  </a:lnTo>
                  <a:lnTo>
                    <a:pt x="469311" y="357953"/>
                  </a:lnTo>
                  <a:lnTo>
                    <a:pt x="480990" y="370465"/>
                  </a:lnTo>
                  <a:lnTo>
                    <a:pt x="483889" y="386520"/>
                  </a:lnTo>
                  <a:lnTo>
                    <a:pt x="477759" y="407394"/>
                  </a:lnTo>
                  <a:lnTo>
                    <a:pt x="471489" y="419786"/>
                  </a:lnTo>
                  <a:lnTo>
                    <a:pt x="462308" y="429422"/>
                  </a:lnTo>
                  <a:lnTo>
                    <a:pt x="461999" y="430358"/>
                  </a:lnTo>
                  <a:lnTo>
                    <a:pt x="457598" y="445918"/>
                  </a:lnTo>
                  <a:lnTo>
                    <a:pt x="457578" y="446544"/>
                  </a:lnTo>
                  <a:lnTo>
                    <a:pt x="458041" y="465478"/>
                  </a:lnTo>
                  <a:lnTo>
                    <a:pt x="460283" y="481895"/>
                  </a:lnTo>
                  <a:lnTo>
                    <a:pt x="456127" y="495462"/>
                  </a:lnTo>
                  <a:lnTo>
                    <a:pt x="443323" y="507614"/>
                  </a:lnTo>
                  <a:lnTo>
                    <a:pt x="431037" y="515326"/>
                  </a:lnTo>
                  <a:lnTo>
                    <a:pt x="408492" y="522302"/>
                  </a:lnTo>
                  <a:lnTo>
                    <a:pt x="393225" y="525448"/>
                  </a:lnTo>
                  <a:lnTo>
                    <a:pt x="376568" y="525649"/>
                  </a:lnTo>
                  <a:lnTo>
                    <a:pt x="364207" y="521206"/>
                  </a:lnTo>
                  <a:lnTo>
                    <a:pt x="354265" y="518493"/>
                  </a:lnTo>
                  <a:lnTo>
                    <a:pt x="352433" y="517881"/>
                  </a:lnTo>
                  <a:lnTo>
                    <a:pt x="351514" y="517573"/>
                  </a:lnTo>
                  <a:lnTo>
                    <a:pt x="349984" y="517268"/>
                  </a:lnTo>
                  <a:lnTo>
                    <a:pt x="348448" y="516962"/>
                  </a:lnTo>
                  <a:lnTo>
                    <a:pt x="346601" y="516657"/>
                  </a:lnTo>
                  <a:lnTo>
                    <a:pt x="345372" y="516662"/>
                  </a:lnTo>
                  <a:lnTo>
                    <a:pt x="343832" y="516667"/>
                  </a:lnTo>
                  <a:lnTo>
                    <a:pt x="342597" y="516672"/>
                  </a:lnTo>
                  <a:lnTo>
                    <a:pt x="340430" y="516681"/>
                  </a:lnTo>
                  <a:lnTo>
                    <a:pt x="339500" y="516685"/>
                  </a:lnTo>
                  <a:lnTo>
                    <a:pt x="337636" y="516696"/>
                  </a:lnTo>
                  <a:lnTo>
                    <a:pt x="336702" y="516703"/>
                  </a:lnTo>
                  <a:lnTo>
                    <a:pt x="335144" y="516714"/>
                  </a:lnTo>
                  <a:lnTo>
                    <a:pt x="333583" y="516725"/>
                  </a:lnTo>
                  <a:lnTo>
                    <a:pt x="332018" y="516737"/>
                  </a:lnTo>
                  <a:lnTo>
                    <a:pt x="330776" y="517062"/>
                  </a:lnTo>
                  <a:lnTo>
                    <a:pt x="329543" y="517703"/>
                  </a:lnTo>
                  <a:lnTo>
                    <a:pt x="328962" y="518970"/>
                  </a:lnTo>
                  <a:lnTo>
                    <a:pt x="328055" y="519924"/>
                  </a:lnTo>
                  <a:lnTo>
                    <a:pt x="327172" y="521507"/>
                  </a:lnTo>
                  <a:lnTo>
                    <a:pt x="327233" y="523078"/>
                  </a:lnTo>
                  <a:lnTo>
                    <a:pt x="326364" y="524970"/>
                  </a:lnTo>
                  <a:lnTo>
                    <a:pt x="325823" y="527167"/>
                  </a:lnTo>
                  <a:lnTo>
                    <a:pt x="325560" y="528420"/>
                  </a:lnTo>
                  <a:lnTo>
                    <a:pt x="324996" y="529987"/>
                  </a:lnTo>
                  <a:lnTo>
                    <a:pt x="324760" y="531857"/>
                  </a:lnTo>
                  <a:lnTo>
                    <a:pt x="324187" y="533110"/>
                  </a:lnTo>
                  <a:lnTo>
                    <a:pt x="323657" y="535289"/>
                  </a:lnTo>
                  <a:lnTo>
                    <a:pt x="323385" y="536221"/>
                  </a:lnTo>
                  <a:lnTo>
                    <a:pt x="322856" y="538392"/>
                  </a:lnTo>
                  <a:lnTo>
                    <a:pt x="322912" y="539622"/>
                  </a:lnTo>
                  <a:lnTo>
                    <a:pt x="322628" y="540242"/>
                  </a:lnTo>
                  <a:lnTo>
                    <a:pt x="322684" y="541468"/>
                  </a:lnTo>
                  <a:lnTo>
                    <a:pt x="322768" y="543303"/>
                  </a:lnTo>
                  <a:lnTo>
                    <a:pt x="322824" y="544522"/>
                  </a:lnTo>
                  <a:lnTo>
                    <a:pt x="323204" y="546035"/>
                  </a:lnTo>
                  <a:lnTo>
                    <a:pt x="323597" y="547845"/>
                  </a:lnTo>
                  <a:lnTo>
                    <a:pt x="323989" y="549649"/>
                  </a:lnTo>
                  <a:lnTo>
                    <a:pt x="324648" y="550534"/>
                  </a:lnTo>
                  <a:lnTo>
                    <a:pt x="324715" y="552037"/>
                  </a:lnTo>
                  <a:lnTo>
                    <a:pt x="325076" y="553227"/>
                  </a:lnTo>
                  <a:lnTo>
                    <a:pt x="325476" y="555308"/>
                  </a:lnTo>
                  <a:lnTo>
                    <a:pt x="325835" y="556490"/>
                  </a:lnTo>
                  <a:lnTo>
                    <a:pt x="325900" y="557976"/>
                  </a:lnTo>
                  <a:lnTo>
                    <a:pt x="326601" y="560027"/>
                  </a:lnTo>
                  <a:lnTo>
                    <a:pt x="326932" y="560606"/>
                  </a:lnTo>
                  <a:lnTo>
                    <a:pt x="327287" y="561773"/>
                  </a:lnTo>
                  <a:lnTo>
                    <a:pt x="327691" y="564112"/>
                  </a:lnTo>
                  <a:lnTo>
                    <a:pt x="327728" y="564991"/>
                  </a:lnTo>
                  <a:lnTo>
                    <a:pt x="328396" y="566427"/>
                  </a:lnTo>
                  <a:lnTo>
                    <a:pt x="328445" y="567593"/>
                  </a:lnTo>
                  <a:lnTo>
                    <a:pt x="328518" y="569338"/>
                  </a:lnTo>
                  <a:lnTo>
                    <a:pt x="328868" y="570484"/>
                  </a:lnTo>
                  <a:lnTo>
                    <a:pt x="329518" y="571613"/>
                  </a:lnTo>
                  <a:lnTo>
                    <a:pt x="329878" y="573042"/>
                  </a:lnTo>
                  <a:lnTo>
                    <a:pt x="330236" y="574466"/>
                  </a:lnTo>
                  <a:lnTo>
                    <a:pt x="330893" y="575870"/>
                  </a:lnTo>
                  <a:lnTo>
                    <a:pt x="331525" y="576699"/>
                  </a:lnTo>
                  <a:lnTo>
                    <a:pt x="331913" y="578965"/>
                  </a:lnTo>
                  <a:lnTo>
                    <a:pt x="332860" y="580339"/>
                  </a:lnTo>
                  <a:lnTo>
                    <a:pt x="333211" y="581739"/>
                  </a:lnTo>
                  <a:lnTo>
                    <a:pt x="333540" y="582571"/>
                  </a:lnTo>
                  <a:lnTo>
                    <a:pt x="333910" y="584527"/>
                  </a:lnTo>
                  <a:lnTo>
                    <a:pt x="334563" y="586179"/>
                  </a:lnTo>
                  <a:lnTo>
                    <a:pt x="335517" y="588085"/>
                  </a:lnTo>
                  <a:lnTo>
                    <a:pt x="335841" y="588904"/>
                  </a:lnTo>
                  <a:lnTo>
                    <a:pt x="336193" y="590555"/>
                  </a:lnTo>
                  <a:lnTo>
                    <a:pt x="336837" y="592183"/>
                  </a:lnTo>
                  <a:lnTo>
                    <a:pt x="336856" y="592736"/>
                  </a:lnTo>
                  <a:lnTo>
                    <a:pt x="337488" y="594079"/>
                  </a:lnTo>
                  <a:lnTo>
                    <a:pt x="337535" y="595456"/>
                  </a:lnTo>
                  <a:lnTo>
                    <a:pt x="337573" y="596555"/>
                  </a:lnTo>
                  <a:lnTo>
                    <a:pt x="337630" y="598199"/>
                  </a:lnTo>
                  <a:lnTo>
                    <a:pt x="337676" y="599567"/>
                  </a:lnTo>
                  <a:lnTo>
                    <a:pt x="337717" y="600965"/>
                  </a:lnTo>
                  <a:lnTo>
                    <a:pt x="337774" y="602920"/>
                  </a:lnTo>
                  <a:lnTo>
                    <a:pt x="337791" y="603478"/>
                  </a:lnTo>
                  <a:lnTo>
                    <a:pt x="337839" y="605150"/>
                  </a:lnTo>
                  <a:lnTo>
                    <a:pt x="337880" y="606541"/>
                  </a:lnTo>
                  <a:lnTo>
                    <a:pt x="337656" y="608786"/>
                  </a:lnTo>
                  <a:lnTo>
                    <a:pt x="337375" y="609086"/>
                  </a:lnTo>
                  <a:lnTo>
                    <a:pt x="336855" y="611073"/>
                  </a:lnTo>
                  <a:lnTo>
                    <a:pt x="336599" y="612204"/>
                  </a:lnTo>
                  <a:lnTo>
                    <a:pt x="336351" y="613611"/>
                  </a:lnTo>
                  <a:lnTo>
                    <a:pt x="336096" y="614741"/>
                  </a:lnTo>
                  <a:lnTo>
                    <a:pt x="335849" y="616146"/>
                  </a:lnTo>
                  <a:lnTo>
                    <a:pt x="335882" y="617250"/>
                  </a:lnTo>
                  <a:lnTo>
                    <a:pt x="335924" y="618628"/>
                  </a:lnTo>
                  <a:lnTo>
                    <a:pt x="336254" y="619979"/>
                  </a:lnTo>
                  <a:lnTo>
                    <a:pt x="336583" y="621328"/>
                  </a:lnTo>
                  <a:lnTo>
                    <a:pt x="336903" y="622400"/>
                  </a:lnTo>
                  <a:lnTo>
                    <a:pt x="337510" y="623445"/>
                  </a:lnTo>
                  <a:lnTo>
                    <a:pt x="338116" y="624487"/>
                  </a:lnTo>
                  <a:lnTo>
                    <a:pt x="339014" y="625775"/>
                  </a:lnTo>
                  <a:lnTo>
                    <a:pt x="339895" y="626513"/>
                  </a:lnTo>
                  <a:lnTo>
                    <a:pt x="341066" y="627496"/>
                  </a:lnTo>
                  <a:lnTo>
                    <a:pt x="342226" y="628205"/>
                  </a:lnTo>
                  <a:lnTo>
                    <a:pt x="342816" y="628965"/>
                  </a:lnTo>
                  <a:lnTo>
                    <a:pt x="344254" y="629643"/>
                  </a:lnTo>
                  <a:lnTo>
                    <a:pt x="345977" y="630562"/>
                  </a:lnTo>
                  <a:lnTo>
                    <a:pt x="347118" y="630993"/>
                  </a:lnTo>
                  <a:lnTo>
                    <a:pt x="348262" y="631692"/>
                  </a:lnTo>
                  <a:lnTo>
                    <a:pt x="349684" y="632361"/>
                  </a:lnTo>
                  <a:lnTo>
                    <a:pt x="350815" y="632788"/>
                  </a:lnTo>
                  <a:lnTo>
                    <a:pt x="352520" y="633967"/>
                  </a:lnTo>
                  <a:lnTo>
                    <a:pt x="354218" y="635145"/>
                  </a:lnTo>
                  <a:lnTo>
                    <a:pt x="355345" y="635839"/>
                  </a:lnTo>
                  <a:lnTo>
                    <a:pt x="355921" y="636853"/>
                  </a:lnTo>
                  <a:lnTo>
                    <a:pt x="357043" y="637544"/>
                  </a:lnTo>
                  <a:lnTo>
                    <a:pt x="358168" y="638499"/>
                  </a:lnTo>
                  <a:lnTo>
                    <a:pt x="359015" y="639479"/>
                  </a:lnTo>
                  <a:lnTo>
                    <a:pt x="360129" y="640164"/>
                  </a:lnTo>
                  <a:lnTo>
                    <a:pt x="360698" y="641169"/>
                  </a:lnTo>
                  <a:lnTo>
                    <a:pt x="361266" y="642171"/>
                  </a:lnTo>
                  <a:lnTo>
                    <a:pt x="361832" y="643172"/>
                  </a:lnTo>
                  <a:lnTo>
                    <a:pt x="362398" y="644171"/>
                  </a:lnTo>
                  <a:lnTo>
                    <a:pt x="363235" y="645139"/>
                  </a:lnTo>
                  <a:lnTo>
                    <a:pt x="363798" y="646134"/>
                  </a:lnTo>
                  <a:lnTo>
                    <a:pt x="364632" y="647099"/>
                  </a:lnTo>
                  <a:lnTo>
                    <a:pt x="365468" y="648323"/>
                  </a:lnTo>
                  <a:lnTo>
                    <a:pt x="366027" y="649312"/>
                  </a:lnTo>
                  <a:lnTo>
                    <a:pt x="366320" y="650591"/>
                  </a:lnTo>
                  <a:lnTo>
                    <a:pt x="366341" y="651898"/>
                  </a:lnTo>
                  <a:lnTo>
                    <a:pt x="366376" y="653987"/>
                  </a:lnTo>
                  <a:lnTo>
                    <a:pt x="366402" y="655550"/>
                  </a:lnTo>
                  <a:lnTo>
                    <a:pt x="366428" y="657112"/>
                  </a:lnTo>
                  <a:lnTo>
                    <a:pt x="366445" y="658152"/>
                  </a:lnTo>
                  <a:lnTo>
                    <a:pt x="366732" y="659159"/>
                  </a:lnTo>
                  <a:lnTo>
                    <a:pt x="366753" y="660456"/>
                  </a:lnTo>
                  <a:lnTo>
                    <a:pt x="366770" y="661492"/>
                  </a:lnTo>
                  <a:lnTo>
                    <a:pt x="366791" y="662786"/>
                  </a:lnTo>
                  <a:lnTo>
                    <a:pt x="366813" y="664079"/>
                  </a:lnTo>
                  <a:lnTo>
                    <a:pt x="366834" y="665370"/>
                  </a:lnTo>
                  <a:lnTo>
                    <a:pt x="366859" y="666918"/>
                  </a:lnTo>
                  <a:lnTo>
                    <a:pt x="367157" y="668687"/>
                  </a:lnTo>
                  <a:lnTo>
                    <a:pt x="367170" y="669458"/>
                  </a:lnTo>
                  <a:lnTo>
                    <a:pt x="367191" y="670743"/>
                  </a:lnTo>
                  <a:lnTo>
                    <a:pt x="367479" y="671992"/>
                  </a:lnTo>
                  <a:lnTo>
                    <a:pt x="367512" y="674042"/>
                  </a:lnTo>
                  <a:lnTo>
                    <a:pt x="367812" y="676052"/>
                  </a:lnTo>
                  <a:lnTo>
                    <a:pt x="368099" y="677293"/>
                  </a:lnTo>
                  <a:lnTo>
                    <a:pt x="368390" y="678787"/>
                  </a:lnTo>
                  <a:lnTo>
                    <a:pt x="368946" y="680243"/>
                  </a:lnTo>
                  <a:lnTo>
                    <a:pt x="369227" y="681223"/>
                  </a:lnTo>
                  <a:lnTo>
                    <a:pt x="369508" y="682202"/>
                  </a:lnTo>
                  <a:lnTo>
                    <a:pt x="370323" y="683360"/>
                  </a:lnTo>
                  <a:lnTo>
                    <a:pt x="370603" y="684336"/>
                  </a:lnTo>
                  <a:lnTo>
                    <a:pt x="371414" y="685489"/>
                  </a:lnTo>
                  <a:lnTo>
                    <a:pt x="371967" y="687181"/>
                  </a:lnTo>
                  <a:lnTo>
                    <a:pt x="372508" y="688114"/>
                  </a:lnTo>
                  <a:lnTo>
                    <a:pt x="373045" y="688794"/>
                  </a:lnTo>
                  <a:lnTo>
                    <a:pt x="373854" y="690188"/>
                  </a:lnTo>
                  <a:lnTo>
                    <a:pt x="374391" y="691115"/>
                  </a:lnTo>
                  <a:lnTo>
                    <a:pt x="375193" y="692253"/>
                  </a:lnTo>
                  <a:lnTo>
                    <a:pt x="375464" y="692965"/>
                  </a:lnTo>
                  <a:lnTo>
                    <a:pt x="376267" y="694349"/>
                  </a:lnTo>
                  <a:lnTo>
                    <a:pt x="377073" y="696226"/>
                  </a:lnTo>
                  <a:lnTo>
                    <a:pt x="377345" y="697182"/>
                  </a:lnTo>
                  <a:lnTo>
                    <a:pt x="377617" y="698137"/>
                  </a:lnTo>
                  <a:lnTo>
                    <a:pt x="378153" y="699547"/>
                  </a:lnTo>
                  <a:lnTo>
                    <a:pt x="378430" y="700993"/>
                  </a:lnTo>
                  <a:lnTo>
                    <a:pt x="378962" y="702151"/>
                  </a:lnTo>
                  <a:lnTo>
                    <a:pt x="379495" y="703552"/>
                  </a:lnTo>
                  <a:lnTo>
                    <a:pt x="379503" y="704292"/>
                  </a:lnTo>
                  <a:lnTo>
                    <a:pt x="379775" y="705483"/>
                  </a:lnTo>
                  <a:lnTo>
                    <a:pt x="380041" y="706181"/>
                  </a:lnTo>
                  <a:lnTo>
                    <a:pt x="380309" y="707124"/>
                  </a:lnTo>
                  <a:lnTo>
                    <a:pt x="380327" y="708843"/>
                  </a:lnTo>
                  <a:lnTo>
                    <a:pt x="380600" y="710272"/>
                  </a:lnTo>
                  <a:lnTo>
                    <a:pt x="380613" y="711496"/>
                  </a:lnTo>
                  <a:lnTo>
                    <a:pt x="380626" y="712719"/>
                  </a:lnTo>
                  <a:lnTo>
                    <a:pt x="380636" y="713696"/>
                  </a:lnTo>
                  <a:lnTo>
                    <a:pt x="380397" y="715446"/>
                  </a:lnTo>
                  <a:lnTo>
                    <a:pt x="380408" y="716422"/>
                  </a:lnTo>
                  <a:lnTo>
                    <a:pt x="380161" y="717438"/>
                  </a:lnTo>
                  <a:lnTo>
                    <a:pt x="379662" y="718741"/>
                  </a:lnTo>
                  <a:lnTo>
                    <a:pt x="379416" y="719757"/>
                  </a:lnTo>
                  <a:lnTo>
                    <a:pt x="379170" y="720772"/>
                  </a:lnTo>
                  <a:lnTo>
                    <a:pt x="379184" y="721986"/>
                  </a:lnTo>
                  <a:lnTo>
                    <a:pt x="378425" y="723088"/>
                  </a:lnTo>
                  <a:lnTo>
                    <a:pt x="377404" y="723749"/>
                  </a:lnTo>
                  <a:lnTo>
                    <a:pt x="376378" y="724167"/>
                  </a:lnTo>
                  <a:lnTo>
                    <a:pt x="375348" y="724344"/>
                  </a:lnTo>
                  <a:lnTo>
                    <a:pt x="374054" y="724322"/>
                  </a:lnTo>
                  <a:lnTo>
                    <a:pt x="372495" y="724101"/>
                  </a:lnTo>
                  <a:lnTo>
                    <a:pt x="371714" y="723990"/>
                  </a:lnTo>
                  <a:lnTo>
                    <a:pt x="370148" y="723768"/>
                  </a:lnTo>
                  <a:lnTo>
                    <a:pt x="369103" y="723701"/>
                  </a:lnTo>
                  <a:lnTo>
                    <a:pt x="368055" y="723633"/>
                  </a:lnTo>
                  <a:lnTo>
                    <a:pt x="366740" y="723365"/>
                  </a:lnTo>
                  <a:lnTo>
                    <a:pt x="365426" y="723342"/>
                  </a:lnTo>
                  <a:lnTo>
                    <a:pt x="364109" y="723319"/>
                  </a:lnTo>
                  <a:lnTo>
                    <a:pt x="362789" y="723295"/>
                  </a:lnTo>
                  <a:lnTo>
                    <a:pt x="361466" y="723272"/>
                  </a:lnTo>
                  <a:lnTo>
                    <a:pt x="360404" y="723204"/>
                  </a:lnTo>
                  <a:lnTo>
                    <a:pt x="359075" y="723180"/>
                  </a:lnTo>
                  <a:lnTo>
                    <a:pt x="357483" y="723448"/>
                  </a:lnTo>
                  <a:lnTo>
                    <a:pt x="355614" y="723515"/>
                  </a:lnTo>
                  <a:lnTo>
                    <a:pt x="354001" y="723288"/>
                  </a:lnTo>
                  <a:lnTo>
                    <a:pt x="352658" y="723265"/>
                  </a:lnTo>
                  <a:lnTo>
                    <a:pt x="351036" y="723037"/>
                  </a:lnTo>
                  <a:lnTo>
                    <a:pt x="349140" y="722854"/>
                  </a:lnTo>
                  <a:lnTo>
                    <a:pt x="348055" y="722785"/>
                  </a:lnTo>
                  <a:lnTo>
                    <a:pt x="346961" y="722466"/>
                  </a:lnTo>
                  <a:lnTo>
                    <a:pt x="345322" y="722237"/>
                  </a:lnTo>
                  <a:lnTo>
                    <a:pt x="344773" y="722077"/>
                  </a:lnTo>
                  <a:lnTo>
                    <a:pt x="343400" y="721801"/>
                  </a:lnTo>
                  <a:lnTo>
                    <a:pt x="341750" y="721570"/>
                  </a:lnTo>
                  <a:lnTo>
                    <a:pt x="340088" y="721086"/>
                  </a:lnTo>
                  <a:lnTo>
                    <a:pt x="338436" y="721105"/>
                  </a:lnTo>
                  <a:lnTo>
                    <a:pt x="337597" y="720736"/>
                  </a:lnTo>
                  <a:lnTo>
                    <a:pt x="336496" y="720916"/>
                  </a:lnTo>
                  <a:lnTo>
                    <a:pt x="335093" y="720385"/>
                  </a:lnTo>
                  <a:lnTo>
                    <a:pt x="333980" y="720312"/>
                  </a:lnTo>
                  <a:lnTo>
                    <a:pt x="332856" y="719986"/>
                  </a:lnTo>
                  <a:lnTo>
                    <a:pt x="331469" y="720212"/>
                  </a:lnTo>
                  <a:lnTo>
                    <a:pt x="330348" y="720139"/>
                  </a:lnTo>
                  <a:lnTo>
                    <a:pt x="328947" y="720111"/>
                  </a:lnTo>
                  <a:lnTo>
                    <a:pt x="327542" y="720083"/>
                  </a:lnTo>
                  <a:lnTo>
                    <a:pt x="326142" y="720309"/>
                  </a:lnTo>
                  <a:lnTo>
                    <a:pt x="325021" y="720490"/>
                  </a:lnTo>
                  <a:lnTo>
                    <a:pt x="323616" y="720718"/>
                  </a:lnTo>
                  <a:lnTo>
                    <a:pt x="322490" y="720900"/>
                  </a:lnTo>
                  <a:lnTo>
                    <a:pt x="321080" y="721128"/>
                  </a:lnTo>
                  <a:lnTo>
                    <a:pt x="319100" y="721448"/>
                  </a:lnTo>
                  <a:lnTo>
                    <a:pt x="317672" y="721422"/>
                  </a:lnTo>
                  <a:lnTo>
                    <a:pt x="316251" y="721651"/>
                  </a:lnTo>
                  <a:lnTo>
                    <a:pt x="314531" y="721671"/>
                  </a:lnTo>
                  <a:lnTo>
                    <a:pt x="313389" y="721855"/>
                  </a:lnTo>
                  <a:lnTo>
                    <a:pt x="312234" y="721783"/>
                  </a:lnTo>
                  <a:lnTo>
                    <a:pt x="310790" y="721756"/>
                  </a:lnTo>
                  <a:lnTo>
                    <a:pt x="309342" y="721730"/>
                  </a:lnTo>
                  <a:lnTo>
                    <a:pt x="307891" y="721704"/>
                  </a:lnTo>
                  <a:lnTo>
                    <a:pt x="307002" y="721326"/>
                  </a:lnTo>
                  <a:lnTo>
                    <a:pt x="305545" y="721299"/>
                  </a:lnTo>
                  <a:lnTo>
                    <a:pt x="304072" y="721013"/>
                  </a:lnTo>
                  <a:lnTo>
                    <a:pt x="302584" y="720467"/>
                  </a:lnTo>
                  <a:lnTo>
                    <a:pt x="301103" y="720179"/>
                  </a:lnTo>
                  <a:lnTo>
                    <a:pt x="299630" y="720150"/>
                  </a:lnTo>
                  <a:lnTo>
                    <a:pt x="298715" y="719508"/>
                  </a:lnTo>
                  <a:lnTo>
                    <a:pt x="297224" y="719218"/>
                  </a:lnTo>
                  <a:lnTo>
                    <a:pt x="296022" y="718880"/>
                  </a:lnTo>
                  <a:lnTo>
                    <a:pt x="294537" y="718850"/>
                  </a:lnTo>
                  <a:lnTo>
                    <a:pt x="293021" y="718296"/>
                  </a:lnTo>
                  <a:lnTo>
                    <a:pt x="292416" y="718126"/>
                  </a:lnTo>
                  <a:lnTo>
                    <a:pt x="291204" y="717786"/>
                  </a:lnTo>
                  <a:lnTo>
                    <a:pt x="289380" y="717274"/>
                  </a:lnTo>
                  <a:lnTo>
                    <a:pt x="288460" y="716886"/>
                  </a:lnTo>
                  <a:lnTo>
                    <a:pt x="286926" y="716326"/>
                  </a:lnTo>
                  <a:lnTo>
                    <a:pt x="285387" y="715763"/>
                  </a:lnTo>
                  <a:lnTo>
                    <a:pt x="284159" y="715418"/>
                  </a:lnTo>
                  <a:lnTo>
                    <a:pt x="282612" y="714853"/>
                  </a:lnTo>
                  <a:lnTo>
                    <a:pt x="281061" y="714287"/>
                  </a:lnTo>
                  <a:lnTo>
                    <a:pt x="279505" y="713718"/>
                  </a:lnTo>
                  <a:lnTo>
                    <a:pt x="278247" y="713102"/>
                  </a:lnTo>
                  <a:lnTo>
                    <a:pt x="277003" y="712752"/>
                  </a:lnTo>
                  <a:lnTo>
                    <a:pt x="275419" y="711912"/>
                  </a:lnTo>
                  <a:lnTo>
                    <a:pt x="274147" y="711300"/>
                  </a:lnTo>
                  <a:lnTo>
                    <a:pt x="272871" y="710688"/>
                  </a:lnTo>
                  <a:lnTo>
                    <a:pt x="271899" y="710029"/>
                  </a:lnTo>
                  <a:lnTo>
                    <a:pt x="271216" y="709054"/>
                  </a:lnTo>
                  <a:lnTo>
                    <a:pt x="269915" y="708170"/>
                  </a:lnTo>
                  <a:lnTo>
                    <a:pt x="268901" y="706968"/>
                  </a:lnTo>
                  <a:lnTo>
                    <a:pt x="267902" y="706032"/>
                  </a:lnTo>
                  <a:lnTo>
                    <a:pt x="267229" y="705317"/>
                  </a:lnTo>
                  <a:lnTo>
                    <a:pt x="265604" y="704469"/>
                  </a:lnTo>
                  <a:lnTo>
                    <a:pt x="264633" y="704066"/>
                  </a:lnTo>
                  <a:lnTo>
                    <a:pt x="256063" y="703729"/>
                  </a:lnTo>
                  <a:lnTo>
                    <a:pt x="213586" y="692961"/>
                  </a:lnTo>
                  <a:lnTo>
                    <a:pt x="173662" y="682840"/>
                  </a:lnTo>
                  <a:lnTo>
                    <a:pt x="137746" y="673735"/>
                  </a:lnTo>
                  <a:lnTo>
                    <a:pt x="126927" y="664220"/>
                  </a:lnTo>
                  <a:lnTo>
                    <a:pt x="106980" y="667477"/>
                  </a:lnTo>
                  <a:lnTo>
                    <a:pt x="106248" y="666212"/>
                  </a:lnTo>
                  <a:lnTo>
                    <a:pt x="104131" y="663663"/>
                  </a:lnTo>
                  <a:lnTo>
                    <a:pt x="102623" y="660507"/>
                  </a:lnTo>
                  <a:lnTo>
                    <a:pt x="100463" y="657330"/>
                  </a:lnTo>
                  <a:lnTo>
                    <a:pt x="98994" y="654795"/>
                  </a:lnTo>
                  <a:lnTo>
                    <a:pt x="98092" y="651023"/>
                  </a:lnTo>
                  <a:lnTo>
                    <a:pt x="96579" y="647857"/>
                  </a:lnTo>
                  <a:lnTo>
                    <a:pt x="96284" y="643467"/>
                  </a:lnTo>
                  <a:lnTo>
                    <a:pt x="95548" y="642195"/>
                  </a:lnTo>
                  <a:lnTo>
                    <a:pt x="95210" y="637167"/>
                  </a:lnTo>
                  <a:lnTo>
                    <a:pt x="95081" y="635283"/>
                  </a:lnTo>
                  <a:lnTo>
                    <a:pt x="94859" y="632150"/>
                  </a:lnTo>
                  <a:lnTo>
                    <a:pt x="94592" y="628386"/>
                  </a:lnTo>
                  <a:lnTo>
                    <a:pt x="93713" y="625233"/>
                  </a:lnTo>
                  <a:lnTo>
                    <a:pt x="93490" y="622088"/>
                  </a:lnTo>
                  <a:lnTo>
                    <a:pt x="93266" y="618940"/>
                  </a:lnTo>
                  <a:lnTo>
                    <a:pt x="92863" y="613262"/>
                  </a:lnTo>
                  <a:lnTo>
                    <a:pt x="93342" y="610746"/>
                  </a:lnTo>
                  <a:lnTo>
                    <a:pt x="93162" y="608216"/>
                  </a:lnTo>
                  <a:lnTo>
                    <a:pt x="92893" y="604416"/>
                  </a:lnTo>
                  <a:lnTo>
                    <a:pt x="93237" y="599985"/>
                  </a:lnTo>
                  <a:lnTo>
                    <a:pt x="93577" y="596256"/>
                  </a:lnTo>
                  <a:lnTo>
                    <a:pt x="93359" y="593766"/>
                  </a:lnTo>
                  <a:lnTo>
                    <a:pt x="93692" y="590034"/>
                  </a:lnTo>
                  <a:lnTo>
                    <a:pt x="93364" y="586284"/>
                  </a:lnTo>
                  <a:lnTo>
                    <a:pt x="93090" y="583154"/>
                  </a:lnTo>
                  <a:lnTo>
                    <a:pt x="92706" y="578763"/>
                  </a:lnTo>
                  <a:lnTo>
                    <a:pt x="93205" y="576887"/>
                  </a:lnTo>
                  <a:lnTo>
                    <a:pt x="93540" y="573119"/>
                  </a:lnTo>
                  <a:lnTo>
                    <a:pt x="93930" y="569974"/>
                  </a:lnTo>
                  <a:lnTo>
                    <a:pt x="94321" y="566823"/>
                  </a:lnTo>
                  <a:lnTo>
                    <a:pt x="94768" y="564300"/>
                  </a:lnTo>
                  <a:lnTo>
                    <a:pt x="95161" y="561139"/>
                  </a:lnTo>
                  <a:lnTo>
                    <a:pt x="94831" y="557330"/>
                  </a:lnTo>
                  <a:lnTo>
                    <a:pt x="95893" y="554162"/>
                  </a:lnTo>
                  <a:lnTo>
                    <a:pt x="96397" y="552258"/>
                  </a:lnTo>
                  <a:lnTo>
                    <a:pt x="96069" y="548430"/>
                  </a:lnTo>
                  <a:lnTo>
                    <a:pt x="96519" y="545880"/>
                  </a:lnTo>
                  <a:lnTo>
                    <a:pt x="97586" y="542690"/>
                  </a:lnTo>
                  <a:lnTo>
                    <a:pt x="98038" y="540131"/>
                  </a:lnTo>
                  <a:lnTo>
                    <a:pt x="99163" y="537573"/>
                  </a:lnTo>
                  <a:lnTo>
                    <a:pt x="100235" y="534368"/>
                  </a:lnTo>
                  <a:lnTo>
                    <a:pt x="101929" y="530515"/>
                  </a:lnTo>
                  <a:lnTo>
                    <a:pt x="103735" y="527946"/>
                  </a:lnTo>
                  <a:lnTo>
                    <a:pt x="104923" y="526015"/>
                  </a:lnTo>
                  <a:lnTo>
                    <a:pt x="108086" y="523446"/>
                  </a:lnTo>
                  <a:lnTo>
                    <a:pt x="109279" y="521508"/>
                  </a:lnTo>
                  <a:lnTo>
                    <a:pt x="111828" y="519576"/>
                  </a:lnTo>
                  <a:lnTo>
                    <a:pt x="113703" y="517636"/>
                  </a:lnTo>
                  <a:lnTo>
                    <a:pt x="116259" y="515698"/>
                  </a:lnTo>
                  <a:lnTo>
                    <a:pt x="118820" y="513756"/>
                  </a:lnTo>
                  <a:lnTo>
                    <a:pt x="120024" y="511805"/>
                  </a:lnTo>
                  <a:lnTo>
                    <a:pt x="122592" y="509857"/>
                  </a:lnTo>
                  <a:lnTo>
                    <a:pt x="125163" y="507906"/>
                  </a:lnTo>
                  <a:lnTo>
                    <a:pt x="127739" y="505951"/>
                  </a:lnTo>
                  <a:lnTo>
                    <a:pt x="129587" y="503335"/>
                  </a:lnTo>
                  <a:lnTo>
                    <a:pt x="131639" y="502619"/>
                  </a:lnTo>
                  <a:lnTo>
                    <a:pt x="134372" y="500472"/>
                  </a:lnTo>
                  <a:lnTo>
                    <a:pt x="137156" y="498980"/>
                  </a:lnTo>
                  <a:lnTo>
                    <a:pt x="139888" y="496834"/>
                  </a:lnTo>
                  <a:lnTo>
                    <a:pt x="141900" y="494733"/>
                  </a:lnTo>
                  <a:lnTo>
                    <a:pt x="144533" y="491274"/>
                  </a:lnTo>
                  <a:lnTo>
                    <a:pt x="146497" y="488514"/>
                  </a:lnTo>
                  <a:lnTo>
                    <a:pt x="147790" y="486454"/>
                  </a:lnTo>
                  <a:lnTo>
                    <a:pt x="150331" y="481672"/>
                  </a:lnTo>
                  <a:lnTo>
                    <a:pt x="152349" y="479563"/>
                  </a:lnTo>
                  <a:lnTo>
                    <a:pt x="152153" y="476924"/>
                  </a:lnTo>
                  <a:lnTo>
                    <a:pt x="154173" y="474813"/>
                  </a:lnTo>
                  <a:lnTo>
                    <a:pt x="156146" y="472040"/>
                  </a:lnTo>
                  <a:lnTo>
                    <a:pt x="157403" y="469301"/>
                  </a:lnTo>
                  <a:lnTo>
                    <a:pt x="159325" y="464423"/>
                  </a:lnTo>
                  <a:lnTo>
                    <a:pt x="159872" y="460985"/>
                  </a:lnTo>
                  <a:lnTo>
                    <a:pt x="161832" y="456780"/>
                  </a:lnTo>
                  <a:lnTo>
                    <a:pt x="163034" y="451933"/>
                  </a:lnTo>
                  <a:lnTo>
                    <a:pt x="163688" y="450529"/>
                  </a:lnTo>
                  <a:lnTo>
                    <a:pt x="164273" y="447763"/>
                  </a:lnTo>
                  <a:lnTo>
                    <a:pt x="164065" y="443670"/>
                  </a:lnTo>
                  <a:lnTo>
                    <a:pt x="164650" y="440898"/>
                  </a:lnTo>
                  <a:lnTo>
                    <a:pt x="165926" y="437401"/>
                  </a:lnTo>
                  <a:lnTo>
                    <a:pt x="166512" y="434626"/>
                  </a:lnTo>
                  <a:lnTo>
                    <a:pt x="167823" y="431809"/>
                  </a:lnTo>
                  <a:lnTo>
                    <a:pt x="168325" y="426955"/>
                  </a:lnTo>
                  <a:lnTo>
                    <a:pt x="168985" y="425542"/>
                  </a:lnTo>
                  <a:lnTo>
                    <a:pt x="168830" y="422094"/>
                  </a:lnTo>
                  <a:lnTo>
                    <a:pt x="168674" y="418643"/>
                  </a:lnTo>
                  <a:lnTo>
                    <a:pt x="168518" y="415189"/>
                  </a:lnTo>
                  <a:lnTo>
                    <a:pt x="168331" y="411040"/>
                  </a:lnTo>
                  <a:lnTo>
                    <a:pt x="167514" y="408997"/>
                  </a:lnTo>
                  <a:lnTo>
                    <a:pt x="167389" y="406226"/>
                  </a:lnTo>
                  <a:lnTo>
                    <a:pt x="167201" y="402067"/>
                  </a:lnTo>
                  <a:lnTo>
                    <a:pt x="166352" y="399324"/>
                  </a:lnTo>
                  <a:lnTo>
                    <a:pt x="166194" y="395851"/>
                  </a:lnTo>
                  <a:lnTo>
                    <a:pt x="166037" y="392375"/>
                  </a:lnTo>
                  <a:lnTo>
                    <a:pt x="165848" y="388200"/>
                  </a:lnTo>
                  <a:lnTo>
                    <a:pt x="158795" y="377310"/>
                  </a:lnTo>
                  <a:lnTo>
                    <a:pt x="140709" y="351274"/>
                  </a:lnTo>
                  <a:lnTo>
                    <a:pt x="138332" y="347823"/>
                  </a:lnTo>
                  <a:lnTo>
                    <a:pt x="135951" y="344368"/>
                  </a:lnTo>
                  <a:lnTo>
                    <a:pt x="134373" y="342297"/>
                  </a:lnTo>
                  <a:lnTo>
                    <a:pt x="132740" y="338800"/>
                  </a:lnTo>
                  <a:lnTo>
                    <a:pt x="131919" y="336689"/>
                  </a:lnTo>
                  <a:lnTo>
                    <a:pt x="129571" y="333201"/>
                  </a:lnTo>
                  <a:lnTo>
                    <a:pt x="128015" y="330388"/>
                  </a:lnTo>
                  <a:lnTo>
                    <a:pt x="127871" y="326823"/>
                  </a:lnTo>
                  <a:lnTo>
                    <a:pt x="127698" y="322542"/>
                  </a:lnTo>
                  <a:lnTo>
                    <a:pt x="127554" y="318972"/>
                  </a:lnTo>
                  <a:lnTo>
                    <a:pt x="127352" y="313971"/>
                  </a:lnTo>
                  <a:lnTo>
                    <a:pt x="127265" y="311827"/>
                  </a:lnTo>
                  <a:lnTo>
                    <a:pt x="127872" y="308948"/>
                  </a:lnTo>
                  <a:lnTo>
                    <a:pt x="127757" y="306086"/>
                  </a:lnTo>
                  <a:lnTo>
                    <a:pt x="129057" y="302471"/>
                  </a:lnTo>
                  <a:lnTo>
                    <a:pt x="131096" y="298833"/>
                  </a:lnTo>
                  <a:lnTo>
                    <a:pt x="133195" y="295184"/>
                  </a:lnTo>
                  <a:lnTo>
                    <a:pt x="134574" y="292274"/>
                  </a:lnTo>
                  <a:lnTo>
                    <a:pt x="135953" y="289364"/>
                  </a:lnTo>
                  <a:lnTo>
                    <a:pt x="138079" y="286433"/>
                  </a:lnTo>
                  <a:lnTo>
                    <a:pt x="139458" y="283524"/>
                  </a:lnTo>
                  <a:lnTo>
                    <a:pt x="140865" y="281332"/>
                  </a:lnTo>
                  <a:lnTo>
                    <a:pt x="143736" y="278385"/>
                  </a:lnTo>
                  <a:lnTo>
                    <a:pt x="146605" y="275439"/>
                  </a:lnTo>
                  <a:lnTo>
                    <a:pt x="148784" y="273948"/>
                  </a:lnTo>
                  <a:lnTo>
                    <a:pt x="151706" y="272439"/>
                  </a:lnTo>
                  <a:lnTo>
                    <a:pt x="155397" y="271629"/>
                  </a:lnTo>
                  <a:lnTo>
                    <a:pt x="159110" y="271535"/>
                  </a:lnTo>
                  <a:lnTo>
                    <a:pt x="162817" y="271442"/>
                  </a:lnTo>
                  <a:lnTo>
                    <a:pt x="166519" y="271348"/>
                  </a:lnTo>
                  <a:lnTo>
                    <a:pt x="170214" y="271255"/>
                  </a:lnTo>
                  <a:lnTo>
                    <a:pt x="173904" y="271162"/>
                  </a:lnTo>
                  <a:lnTo>
                    <a:pt x="176142" y="271819"/>
                  </a:lnTo>
                  <a:lnTo>
                    <a:pt x="179823" y="271726"/>
                  </a:lnTo>
                  <a:lnTo>
                    <a:pt x="183576" y="273767"/>
                  </a:lnTo>
                  <a:lnTo>
                    <a:pt x="187270" y="274383"/>
                  </a:lnTo>
                  <a:lnTo>
                    <a:pt x="190983" y="275708"/>
                  </a:lnTo>
                  <a:lnTo>
                    <a:pt x="193943" y="277052"/>
                  </a:lnTo>
                  <a:lnTo>
                    <a:pt x="197588" y="277669"/>
                  </a:lnTo>
                  <a:lnTo>
                    <a:pt x="200505" y="278303"/>
                  </a:lnTo>
                  <a:lnTo>
                    <a:pt x="204162" y="279627"/>
                  </a:lnTo>
                  <a:lnTo>
                    <a:pt x="207092" y="280968"/>
                  </a:lnTo>
                  <a:lnTo>
                    <a:pt x="210038" y="283016"/>
                  </a:lnTo>
                  <a:lnTo>
                    <a:pt x="212222" y="283666"/>
                  </a:lnTo>
                  <a:lnTo>
                    <a:pt x="215845" y="284276"/>
                  </a:lnTo>
                  <a:lnTo>
                    <a:pt x="218744" y="284906"/>
                  </a:lnTo>
                  <a:lnTo>
                    <a:pt x="221622" y="284828"/>
                  </a:lnTo>
                  <a:lnTo>
                    <a:pt x="224497" y="284750"/>
                  </a:lnTo>
                  <a:lnTo>
                    <a:pt x="228068" y="283946"/>
                  </a:lnTo>
                  <a:lnTo>
                    <a:pt x="230220" y="283888"/>
                  </a:lnTo>
                  <a:lnTo>
                    <a:pt x="241524" y="277940"/>
                  </a:lnTo>
                  <a:lnTo>
                    <a:pt x="317019" y="328375"/>
                  </a:lnTo>
                  <a:lnTo>
                    <a:pt x="325705" y="319873"/>
                  </a:lnTo>
                  <a:lnTo>
                    <a:pt x="323864" y="319054"/>
                  </a:lnTo>
                  <a:lnTo>
                    <a:pt x="321543" y="317346"/>
                  </a:lnTo>
                  <a:lnTo>
                    <a:pt x="319696" y="316524"/>
                  </a:lnTo>
                  <a:lnTo>
                    <a:pt x="317834" y="315245"/>
                  </a:lnTo>
                  <a:lnTo>
                    <a:pt x="316439" y="314398"/>
                  </a:lnTo>
                  <a:lnTo>
                    <a:pt x="314125" y="313592"/>
                  </a:lnTo>
                  <a:lnTo>
                    <a:pt x="312714" y="312287"/>
                  </a:lnTo>
                  <a:lnTo>
                    <a:pt x="310381" y="311021"/>
                  </a:lnTo>
                  <a:lnTo>
                    <a:pt x="309438" y="310148"/>
                  </a:lnTo>
                  <a:lnTo>
                    <a:pt x="307098" y="308878"/>
                  </a:lnTo>
                  <a:lnTo>
                    <a:pt x="305690" y="308024"/>
                  </a:lnTo>
                  <a:lnTo>
                    <a:pt x="303806" y="306730"/>
                  </a:lnTo>
                  <a:lnTo>
                    <a:pt x="301930" y="305892"/>
                  </a:lnTo>
                  <a:lnTo>
                    <a:pt x="300040" y="304595"/>
                  </a:lnTo>
                  <a:lnTo>
                    <a:pt x="298169" y="304214"/>
                  </a:lnTo>
                  <a:lnTo>
                    <a:pt x="296272" y="302912"/>
                  </a:lnTo>
                  <a:lnTo>
                    <a:pt x="293905" y="301629"/>
                  </a:lnTo>
                  <a:lnTo>
                    <a:pt x="292479" y="300767"/>
                  </a:lnTo>
                  <a:lnTo>
                    <a:pt x="291051" y="299904"/>
                  </a:lnTo>
                  <a:lnTo>
                    <a:pt x="288671" y="298616"/>
                  </a:lnTo>
                  <a:lnTo>
                    <a:pt x="287708" y="297732"/>
                  </a:lnTo>
                  <a:lnTo>
                    <a:pt x="285321" y="296440"/>
                  </a:lnTo>
                  <a:lnTo>
                    <a:pt x="282928" y="295145"/>
                  </a:lnTo>
                  <a:lnTo>
                    <a:pt x="281960" y="294257"/>
                  </a:lnTo>
                  <a:lnTo>
                    <a:pt x="279559" y="292958"/>
                  </a:lnTo>
                  <a:lnTo>
                    <a:pt x="277640" y="292102"/>
                  </a:lnTo>
                  <a:lnTo>
                    <a:pt x="275717" y="291244"/>
                  </a:lnTo>
                  <a:lnTo>
                    <a:pt x="273779" y="289921"/>
                  </a:lnTo>
                  <a:lnTo>
                    <a:pt x="271850" y="289060"/>
                  </a:lnTo>
                  <a:lnTo>
                    <a:pt x="269905" y="287733"/>
                  </a:lnTo>
                  <a:lnTo>
                    <a:pt x="267956" y="286403"/>
                  </a:lnTo>
                  <a:lnTo>
                    <a:pt x="266016" y="285536"/>
                  </a:lnTo>
                  <a:lnTo>
                    <a:pt x="264048" y="283735"/>
                  </a:lnTo>
                  <a:lnTo>
                    <a:pt x="262569" y="282382"/>
                  </a:lnTo>
                  <a:lnTo>
                    <a:pt x="261089" y="281028"/>
                  </a:lnTo>
                  <a:lnTo>
                    <a:pt x="260088" y="279656"/>
                  </a:lnTo>
                  <a:lnTo>
                    <a:pt x="259073" y="277815"/>
                  </a:lnTo>
                  <a:lnTo>
                    <a:pt x="248400" y="270575"/>
                  </a:lnTo>
                  <a:lnTo>
                    <a:pt x="247922" y="270143"/>
                  </a:lnTo>
                  <a:lnTo>
                    <a:pt x="247413" y="268315"/>
                  </a:lnTo>
                  <a:lnTo>
                    <a:pt x="246436" y="266520"/>
                  </a:lnTo>
                  <a:lnTo>
                    <a:pt x="245458" y="264723"/>
                  </a:lnTo>
                  <a:lnTo>
                    <a:pt x="244948" y="262893"/>
                  </a:lnTo>
                  <a:lnTo>
                    <a:pt x="243969" y="261094"/>
                  </a:lnTo>
                  <a:lnTo>
                    <a:pt x="242522" y="259327"/>
                  </a:lnTo>
                  <a:lnTo>
                    <a:pt x="242010" y="257493"/>
                  </a:lnTo>
                  <a:lnTo>
                    <a:pt x="240561" y="255724"/>
                  </a:lnTo>
                  <a:lnTo>
                    <a:pt x="239111" y="253952"/>
                  </a:lnTo>
                  <a:lnTo>
                    <a:pt x="238139" y="252615"/>
                  </a:lnTo>
                  <a:lnTo>
                    <a:pt x="237157" y="250809"/>
                  </a:lnTo>
                  <a:lnTo>
                    <a:pt x="235703" y="249034"/>
                  </a:lnTo>
                  <a:lnTo>
                    <a:pt x="234249" y="247257"/>
                  </a:lnTo>
                  <a:lnTo>
                    <a:pt x="233274" y="245916"/>
                  </a:lnTo>
                  <a:lnTo>
                    <a:pt x="231818" y="244137"/>
                  </a:lnTo>
                  <a:lnTo>
                    <a:pt x="230831" y="242325"/>
                  </a:lnTo>
                  <a:lnTo>
                    <a:pt x="228912" y="241042"/>
                  </a:lnTo>
                  <a:lnTo>
                    <a:pt x="227924" y="239242"/>
                  </a:lnTo>
                  <a:lnTo>
                    <a:pt x="226475" y="237966"/>
                  </a:lnTo>
                  <a:lnTo>
                    <a:pt x="225013" y="236226"/>
                  </a:lnTo>
                  <a:lnTo>
                    <a:pt x="224022" y="234446"/>
                  </a:lnTo>
                  <a:lnTo>
                    <a:pt x="222568" y="233165"/>
                  </a:lnTo>
                  <a:lnTo>
                    <a:pt x="220637" y="231918"/>
                  </a:lnTo>
                  <a:lnTo>
                    <a:pt x="219179" y="230632"/>
                  </a:lnTo>
                  <a:lnTo>
                    <a:pt x="217242" y="229381"/>
                  </a:lnTo>
                  <a:lnTo>
                    <a:pt x="215780" y="228093"/>
                  </a:lnTo>
                  <a:lnTo>
                    <a:pt x="213815" y="225907"/>
                  </a:lnTo>
                  <a:lnTo>
                    <a:pt x="212849" y="225512"/>
                  </a:lnTo>
                  <a:lnTo>
                    <a:pt x="211368" y="223752"/>
                  </a:lnTo>
                  <a:lnTo>
                    <a:pt x="209408" y="222025"/>
                  </a:lnTo>
                  <a:lnTo>
                    <a:pt x="207935" y="220727"/>
                  </a:lnTo>
                  <a:lnTo>
                    <a:pt x="205969" y="218995"/>
                  </a:lnTo>
                  <a:lnTo>
                    <a:pt x="204491" y="217694"/>
                  </a:lnTo>
                  <a:lnTo>
                    <a:pt x="203000" y="215922"/>
                  </a:lnTo>
                  <a:lnTo>
                    <a:pt x="201025" y="214182"/>
                  </a:lnTo>
                  <a:lnTo>
                    <a:pt x="199060" y="212908"/>
                  </a:lnTo>
                  <a:lnTo>
                    <a:pt x="196595" y="211196"/>
                  </a:lnTo>
                  <a:lnTo>
                    <a:pt x="195094" y="209409"/>
                  </a:lnTo>
                  <a:lnTo>
                    <a:pt x="193136" y="208582"/>
                  </a:lnTo>
                  <a:lnTo>
                    <a:pt x="191660" y="207721"/>
                  </a:lnTo>
                  <a:lnTo>
                    <a:pt x="190172" y="206378"/>
                  </a:lnTo>
                  <a:lnTo>
                    <a:pt x="187711" y="205100"/>
                  </a:lnTo>
                  <a:lnTo>
                    <a:pt x="186241" y="204717"/>
                  </a:lnTo>
                  <a:lnTo>
                    <a:pt x="184261" y="203404"/>
                  </a:lnTo>
                  <a:lnTo>
                    <a:pt x="182279" y="202088"/>
                  </a:lnTo>
                  <a:lnTo>
                    <a:pt x="180305" y="201254"/>
                  </a:lnTo>
                  <a:lnTo>
                    <a:pt x="177840" y="200451"/>
                  </a:lnTo>
                  <a:lnTo>
                    <a:pt x="175383" y="200129"/>
                  </a:lnTo>
                  <a:lnTo>
                    <a:pt x="173401" y="199292"/>
                  </a:lnTo>
                  <a:lnTo>
                    <a:pt x="170947" y="199454"/>
                  </a:lnTo>
                  <a:lnTo>
                    <a:pt x="168490" y="199615"/>
                  </a:lnTo>
                  <a:lnTo>
                    <a:pt x="165537" y="199810"/>
                  </a:lnTo>
                  <a:lnTo>
                    <a:pt x="163565" y="199939"/>
                  </a:lnTo>
                  <a:lnTo>
                    <a:pt x="161590" y="200069"/>
                  </a:lnTo>
                  <a:lnTo>
                    <a:pt x="159613" y="200200"/>
                  </a:lnTo>
                  <a:lnTo>
                    <a:pt x="156148" y="200428"/>
                  </a:lnTo>
                  <a:lnTo>
                    <a:pt x="153668" y="200591"/>
                  </a:lnTo>
                  <a:lnTo>
                    <a:pt x="151184" y="200754"/>
                  </a:lnTo>
                  <a:lnTo>
                    <a:pt x="148209" y="201438"/>
                  </a:lnTo>
                  <a:lnTo>
                    <a:pt x="146215" y="201570"/>
                  </a:lnTo>
                  <a:lnTo>
                    <a:pt x="144219" y="201702"/>
                  </a:lnTo>
                  <a:lnTo>
                    <a:pt x="141720" y="201867"/>
                  </a:lnTo>
                  <a:lnTo>
                    <a:pt x="138716" y="202065"/>
                  </a:lnTo>
                  <a:lnTo>
                    <a:pt x="135691" y="202289"/>
                  </a:lnTo>
                  <a:lnTo>
                    <a:pt x="132654" y="202521"/>
                  </a:lnTo>
                  <a:lnTo>
                    <a:pt x="130130" y="202696"/>
                  </a:lnTo>
                  <a:lnTo>
                    <a:pt x="126656" y="202845"/>
                  </a:lnTo>
                  <a:lnTo>
                    <a:pt x="124670" y="202931"/>
                  </a:lnTo>
                  <a:lnTo>
                    <a:pt x="122682" y="203016"/>
                  </a:lnTo>
                  <a:lnTo>
                    <a:pt x="119698" y="203144"/>
                  </a:lnTo>
                  <a:lnTo>
                    <a:pt x="117708" y="203230"/>
                  </a:lnTo>
                  <a:lnTo>
                    <a:pt x="115218" y="203337"/>
                  </a:lnTo>
                  <a:lnTo>
                    <a:pt x="112727" y="203444"/>
                  </a:lnTo>
                  <a:lnTo>
                    <a:pt x="109735" y="203572"/>
                  </a:lnTo>
                  <a:lnTo>
                    <a:pt x="107239" y="203679"/>
                  </a:lnTo>
                  <a:lnTo>
                    <a:pt x="105242" y="203765"/>
                  </a:lnTo>
                  <a:lnTo>
                    <a:pt x="103243" y="203851"/>
                  </a:lnTo>
                  <a:lnTo>
                    <a:pt x="100743" y="203959"/>
                  </a:lnTo>
                  <a:lnTo>
                    <a:pt x="98727" y="203557"/>
                  </a:lnTo>
                  <a:lnTo>
                    <a:pt x="96709" y="203156"/>
                  </a:lnTo>
                  <a:lnTo>
                    <a:pt x="94172" y="202288"/>
                  </a:lnTo>
                  <a:lnTo>
                    <a:pt x="91618" y="200931"/>
                  </a:lnTo>
                  <a:lnTo>
                    <a:pt x="89564" y="199552"/>
                  </a:lnTo>
                  <a:lnTo>
                    <a:pt x="87476" y="197195"/>
                  </a:lnTo>
                  <a:lnTo>
                    <a:pt x="85905" y="195303"/>
                  </a:lnTo>
                  <a:lnTo>
                    <a:pt x="83814" y="192943"/>
                  </a:lnTo>
                  <a:lnTo>
                    <a:pt x="82728" y="190539"/>
                  </a:lnTo>
                  <a:lnTo>
                    <a:pt x="81657" y="188622"/>
                  </a:lnTo>
                  <a:lnTo>
                    <a:pt x="81105" y="187175"/>
                  </a:lnTo>
                  <a:lnTo>
                    <a:pt x="80017" y="184767"/>
                  </a:lnTo>
                  <a:lnTo>
                    <a:pt x="79448" y="182828"/>
                  </a:lnTo>
                  <a:lnTo>
                    <a:pt x="78863" y="180398"/>
                  </a:lnTo>
                  <a:lnTo>
                    <a:pt x="78310" y="178947"/>
                  </a:lnTo>
                  <a:lnTo>
                    <a:pt x="77725" y="176515"/>
                  </a:lnTo>
                  <a:lnTo>
                    <a:pt x="77139" y="174082"/>
                  </a:lnTo>
                  <a:lnTo>
                    <a:pt x="77073" y="172120"/>
                  </a:lnTo>
                  <a:lnTo>
                    <a:pt x="76487" y="169685"/>
                  </a:lnTo>
                  <a:lnTo>
                    <a:pt x="76373" y="166248"/>
                  </a:lnTo>
                  <a:lnTo>
                    <a:pt x="76307" y="164283"/>
                  </a:lnTo>
                  <a:lnTo>
                    <a:pt x="76258" y="162809"/>
                  </a:lnTo>
                  <a:lnTo>
                    <a:pt x="75688" y="160862"/>
                  </a:lnTo>
                  <a:lnTo>
                    <a:pt x="75623" y="158896"/>
                  </a:lnTo>
                  <a:lnTo>
                    <a:pt x="75052" y="156947"/>
                  </a:lnTo>
                  <a:lnTo>
                    <a:pt x="74432" y="153522"/>
                  </a:lnTo>
                  <a:lnTo>
                    <a:pt x="74366" y="151553"/>
                  </a:lnTo>
                  <a:lnTo>
                    <a:pt x="66157" y="131767"/>
                  </a:lnTo>
                  <a:lnTo>
                    <a:pt x="64939" y="129371"/>
                  </a:lnTo>
                  <a:lnTo>
                    <a:pt x="63786" y="127949"/>
                  </a:lnTo>
                  <a:lnTo>
                    <a:pt x="62598" y="126034"/>
                  </a:lnTo>
                  <a:lnTo>
                    <a:pt x="60317" y="123670"/>
                  </a:lnTo>
                  <a:lnTo>
                    <a:pt x="49849" y="111209"/>
                  </a:lnTo>
                  <a:lnTo>
                    <a:pt x="74683" y="85428"/>
                  </a:lnTo>
                  <a:lnTo>
                    <a:pt x="32357" y="42797"/>
                  </a:lnTo>
                  <a:lnTo>
                    <a:pt x="0" y="11993"/>
                  </a:lnTo>
                  <a:lnTo>
                    <a:pt x="24011" y="0"/>
                  </a:lnTo>
                  <a:lnTo>
                    <a:pt x="51382" y="8499"/>
                  </a:lnTo>
                  <a:lnTo>
                    <a:pt x="88662" y="20074"/>
                  </a:lnTo>
                  <a:lnTo>
                    <a:pt x="116400" y="286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37901" y="4022840"/>
              <a:ext cx="107095" cy="49316"/>
            </a:xfrm>
            <a:custGeom>
              <a:avLst/>
              <a:pathLst>
                <a:path w="107095" h="49316">
                  <a:moveTo>
                    <a:pt x="38697" y="14413"/>
                  </a:moveTo>
                  <a:lnTo>
                    <a:pt x="104337" y="0"/>
                  </a:lnTo>
                  <a:lnTo>
                    <a:pt x="105232" y="6625"/>
                  </a:lnTo>
                  <a:lnTo>
                    <a:pt x="107095" y="20410"/>
                  </a:lnTo>
                  <a:lnTo>
                    <a:pt x="99945" y="23872"/>
                  </a:lnTo>
                  <a:lnTo>
                    <a:pt x="48360" y="39496"/>
                  </a:lnTo>
                  <a:lnTo>
                    <a:pt x="40470" y="41885"/>
                  </a:lnTo>
                  <a:lnTo>
                    <a:pt x="6768" y="49316"/>
                  </a:lnTo>
                  <a:lnTo>
                    <a:pt x="6253" y="46356"/>
                  </a:lnTo>
                  <a:lnTo>
                    <a:pt x="5386" y="41374"/>
                  </a:lnTo>
                  <a:lnTo>
                    <a:pt x="4226" y="34704"/>
                  </a:lnTo>
                  <a:lnTo>
                    <a:pt x="3243" y="29051"/>
                  </a:lnTo>
                  <a:lnTo>
                    <a:pt x="0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792820" y="3625557"/>
              <a:ext cx="57154" cy="90918"/>
            </a:xfrm>
            <a:custGeom>
              <a:avLst/>
              <a:pathLst>
                <a:path w="57154" h="90918">
                  <a:moveTo>
                    <a:pt x="13413" y="4307"/>
                  </a:moveTo>
                  <a:lnTo>
                    <a:pt x="22619" y="3081"/>
                  </a:lnTo>
                  <a:lnTo>
                    <a:pt x="45740" y="0"/>
                  </a:lnTo>
                  <a:lnTo>
                    <a:pt x="49829" y="7020"/>
                  </a:lnTo>
                  <a:lnTo>
                    <a:pt x="54420" y="14906"/>
                  </a:lnTo>
                  <a:lnTo>
                    <a:pt x="57154" y="19599"/>
                  </a:lnTo>
                  <a:lnTo>
                    <a:pt x="56137" y="31798"/>
                  </a:lnTo>
                  <a:lnTo>
                    <a:pt x="54878" y="46912"/>
                  </a:lnTo>
                  <a:lnTo>
                    <a:pt x="54622" y="49988"/>
                  </a:lnTo>
                  <a:lnTo>
                    <a:pt x="29375" y="71955"/>
                  </a:lnTo>
                  <a:lnTo>
                    <a:pt x="26205" y="74713"/>
                  </a:lnTo>
                  <a:lnTo>
                    <a:pt x="7581" y="90918"/>
                  </a:lnTo>
                  <a:lnTo>
                    <a:pt x="1773" y="85508"/>
                  </a:lnTo>
                  <a:lnTo>
                    <a:pt x="1958" y="79795"/>
                  </a:lnTo>
                  <a:lnTo>
                    <a:pt x="2220" y="71662"/>
                  </a:lnTo>
                  <a:lnTo>
                    <a:pt x="2559" y="61154"/>
                  </a:lnTo>
                  <a:lnTo>
                    <a:pt x="2831" y="52723"/>
                  </a:lnTo>
                  <a:lnTo>
                    <a:pt x="3134" y="45227"/>
                  </a:lnTo>
                  <a:lnTo>
                    <a:pt x="3611" y="33449"/>
                  </a:lnTo>
                  <a:lnTo>
                    <a:pt x="978" y="17771"/>
                  </a:lnTo>
                  <a:lnTo>
                    <a:pt x="0" y="11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856080" y="3646126"/>
              <a:ext cx="75808" cy="48817"/>
            </a:xfrm>
            <a:custGeom>
              <a:avLst/>
              <a:pathLst>
                <a:path w="75808" h="48817">
                  <a:moveTo>
                    <a:pt x="39180" y="292"/>
                  </a:moveTo>
                  <a:lnTo>
                    <a:pt x="75217" y="0"/>
                  </a:lnTo>
                  <a:lnTo>
                    <a:pt x="75285" y="2807"/>
                  </a:lnTo>
                  <a:lnTo>
                    <a:pt x="75539" y="13352"/>
                  </a:lnTo>
                  <a:lnTo>
                    <a:pt x="75808" y="24513"/>
                  </a:lnTo>
                  <a:lnTo>
                    <a:pt x="72600" y="27501"/>
                  </a:lnTo>
                  <a:lnTo>
                    <a:pt x="61375" y="37954"/>
                  </a:lnTo>
                  <a:lnTo>
                    <a:pt x="49711" y="48817"/>
                  </a:lnTo>
                  <a:lnTo>
                    <a:pt x="43090" y="48299"/>
                  </a:lnTo>
                  <a:lnTo>
                    <a:pt x="35954" y="47741"/>
                  </a:lnTo>
                  <a:lnTo>
                    <a:pt x="29061" y="47202"/>
                  </a:lnTo>
                  <a:lnTo>
                    <a:pt x="22674" y="46702"/>
                  </a:lnTo>
                  <a:lnTo>
                    <a:pt x="14022" y="46026"/>
                  </a:lnTo>
                  <a:lnTo>
                    <a:pt x="9594" y="45679"/>
                  </a:lnTo>
                  <a:lnTo>
                    <a:pt x="599" y="44976"/>
                  </a:lnTo>
                  <a:lnTo>
                    <a:pt x="537" y="40383"/>
                  </a:lnTo>
                  <a:lnTo>
                    <a:pt x="464" y="34991"/>
                  </a:lnTo>
                  <a:lnTo>
                    <a:pt x="391" y="29581"/>
                  </a:lnTo>
                  <a:lnTo>
                    <a:pt x="307" y="23356"/>
                  </a:lnTo>
                  <a:lnTo>
                    <a:pt x="223" y="17165"/>
                  </a:lnTo>
                  <a:lnTo>
                    <a:pt x="128" y="10130"/>
                  </a:lnTo>
                  <a:lnTo>
                    <a:pt x="0" y="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38849" y="3645647"/>
              <a:ext cx="54599" cy="51043"/>
            </a:xfrm>
            <a:custGeom>
              <a:avLst/>
              <a:pathLst>
                <a:path w="54599" h="51043">
                  <a:moveTo>
                    <a:pt x="27645" y="194"/>
                  </a:moveTo>
                  <a:lnTo>
                    <a:pt x="51608" y="0"/>
                  </a:lnTo>
                  <a:lnTo>
                    <a:pt x="52042" y="6303"/>
                  </a:lnTo>
                  <a:lnTo>
                    <a:pt x="52481" y="12695"/>
                  </a:lnTo>
                  <a:lnTo>
                    <a:pt x="52952" y="19554"/>
                  </a:lnTo>
                  <a:lnTo>
                    <a:pt x="53459" y="26927"/>
                  </a:lnTo>
                  <a:lnTo>
                    <a:pt x="54116" y="36489"/>
                  </a:lnTo>
                  <a:lnTo>
                    <a:pt x="54599" y="43508"/>
                  </a:lnTo>
                  <a:lnTo>
                    <a:pt x="31214" y="46746"/>
                  </a:lnTo>
                  <a:lnTo>
                    <a:pt x="176" y="51043"/>
                  </a:lnTo>
                  <a:lnTo>
                    <a:pt x="140" y="40778"/>
                  </a:lnTo>
                  <a:lnTo>
                    <a:pt x="111" y="32401"/>
                  </a:lnTo>
                  <a:lnTo>
                    <a:pt x="71" y="21042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29286" y="3710611"/>
              <a:ext cx="94389" cy="48191"/>
            </a:xfrm>
            <a:custGeom>
              <a:avLst/>
              <a:pathLst>
                <a:path w="94389" h="48191">
                  <a:moveTo>
                    <a:pt x="94389" y="21170"/>
                  </a:moveTo>
                  <a:lnTo>
                    <a:pt x="85911" y="23027"/>
                  </a:lnTo>
                  <a:lnTo>
                    <a:pt x="78970" y="24548"/>
                  </a:lnTo>
                  <a:lnTo>
                    <a:pt x="72072" y="24830"/>
                  </a:lnTo>
                  <a:lnTo>
                    <a:pt x="67956" y="24998"/>
                  </a:lnTo>
                  <a:lnTo>
                    <a:pt x="57187" y="22698"/>
                  </a:lnTo>
                  <a:lnTo>
                    <a:pt x="53198" y="21845"/>
                  </a:lnTo>
                  <a:lnTo>
                    <a:pt x="41824" y="26971"/>
                  </a:lnTo>
                  <a:lnTo>
                    <a:pt x="32712" y="31078"/>
                  </a:lnTo>
                  <a:lnTo>
                    <a:pt x="27067" y="36176"/>
                  </a:lnTo>
                  <a:lnTo>
                    <a:pt x="13768" y="48191"/>
                  </a:lnTo>
                  <a:lnTo>
                    <a:pt x="4813" y="37780"/>
                  </a:lnTo>
                  <a:lnTo>
                    <a:pt x="2534" y="35131"/>
                  </a:lnTo>
                  <a:lnTo>
                    <a:pt x="0" y="32770"/>
                  </a:lnTo>
                  <a:lnTo>
                    <a:pt x="28304" y="0"/>
                  </a:lnTo>
                  <a:lnTo>
                    <a:pt x="43384" y="172"/>
                  </a:lnTo>
                  <a:lnTo>
                    <a:pt x="72975" y="510"/>
                  </a:lnTo>
                  <a:lnTo>
                    <a:pt x="76535" y="4609"/>
                  </a:lnTo>
                  <a:lnTo>
                    <a:pt x="79354" y="7855"/>
                  </a:lnTo>
                  <a:lnTo>
                    <a:pt x="89232" y="9218"/>
                  </a:lnTo>
                  <a:lnTo>
                    <a:pt x="91866" y="13247"/>
                  </a:lnTo>
                  <a:lnTo>
                    <a:pt x="93553" y="1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34068" y="3693745"/>
              <a:ext cx="74585" cy="32176"/>
            </a:xfrm>
            <a:custGeom>
              <a:avLst/>
              <a:pathLst>
                <a:path w="74585" h="32176">
                  <a:moveTo>
                    <a:pt x="67379" y="28214"/>
                  </a:moveTo>
                  <a:lnTo>
                    <a:pt x="42950" y="30322"/>
                  </a:lnTo>
                  <a:lnTo>
                    <a:pt x="26615" y="31731"/>
                  </a:lnTo>
                  <a:lnTo>
                    <a:pt x="1635" y="32176"/>
                  </a:lnTo>
                  <a:lnTo>
                    <a:pt x="946" y="25496"/>
                  </a:lnTo>
                  <a:lnTo>
                    <a:pt x="0" y="16321"/>
                  </a:lnTo>
                  <a:lnTo>
                    <a:pt x="37098" y="7957"/>
                  </a:lnTo>
                  <a:lnTo>
                    <a:pt x="72390" y="0"/>
                  </a:lnTo>
                  <a:lnTo>
                    <a:pt x="73026" y="8008"/>
                  </a:lnTo>
                  <a:lnTo>
                    <a:pt x="73853" y="18407"/>
                  </a:lnTo>
                  <a:lnTo>
                    <a:pt x="74585" y="27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10801" y="3673522"/>
              <a:ext cx="27363" cy="47469"/>
            </a:xfrm>
            <a:custGeom>
              <a:avLst/>
              <a:pathLst>
                <a:path w="27363" h="47469">
                  <a:moveTo>
                    <a:pt x="27179" y="2933"/>
                  </a:moveTo>
                  <a:lnTo>
                    <a:pt x="27174" y="5815"/>
                  </a:lnTo>
                  <a:lnTo>
                    <a:pt x="27166" y="11024"/>
                  </a:lnTo>
                  <a:lnTo>
                    <a:pt x="27200" y="17063"/>
                  </a:lnTo>
                  <a:lnTo>
                    <a:pt x="27236" y="23370"/>
                  </a:lnTo>
                  <a:lnTo>
                    <a:pt x="27277" y="30370"/>
                  </a:lnTo>
                  <a:lnTo>
                    <a:pt x="27302" y="34853"/>
                  </a:lnTo>
                  <a:lnTo>
                    <a:pt x="27328" y="39361"/>
                  </a:lnTo>
                  <a:lnTo>
                    <a:pt x="27363" y="45443"/>
                  </a:lnTo>
                  <a:lnTo>
                    <a:pt x="19191" y="46109"/>
                  </a:lnTo>
                  <a:lnTo>
                    <a:pt x="2521" y="47469"/>
                  </a:lnTo>
                  <a:lnTo>
                    <a:pt x="1676" y="31565"/>
                  </a:lnTo>
                  <a:lnTo>
                    <a:pt x="1049" y="19757"/>
                  </a:lnTo>
                  <a:lnTo>
                    <a:pt x="0" y="0"/>
                  </a:lnTo>
                  <a:lnTo>
                    <a:pt x="15756" y="166"/>
                  </a:lnTo>
                  <a:lnTo>
                    <a:pt x="26066" y="275"/>
                  </a:lnTo>
                  <a:lnTo>
                    <a:pt x="27184" y="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996182" y="3628255"/>
              <a:ext cx="41855" cy="37575"/>
            </a:xfrm>
            <a:custGeom>
              <a:avLst/>
              <a:pathLst>
                <a:path w="41855" h="37575">
                  <a:moveTo>
                    <a:pt x="24813" y="30390"/>
                  </a:moveTo>
                  <a:lnTo>
                    <a:pt x="1986" y="37575"/>
                  </a:lnTo>
                  <a:lnTo>
                    <a:pt x="1645" y="31123"/>
                  </a:lnTo>
                  <a:lnTo>
                    <a:pt x="1345" y="25451"/>
                  </a:lnTo>
                  <a:lnTo>
                    <a:pt x="930" y="17609"/>
                  </a:lnTo>
                  <a:lnTo>
                    <a:pt x="543" y="10291"/>
                  </a:lnTo>
                  <a:lnTo>
                    <a:pt x="0" y="0"/>
                  </a:lnTo>
                  <a:lnTo>
                    <a:pt x="14713" y="441"/>
                  </a:lnTo>
                  <a:lnTo>
                    <a:pt x="22364" y="2059"/>
                  </a:lnTo>
                  <a:lnTo>
                    <a:pt x="41752" y="6159"/>
                  </a:lnTo>
                  <a:lnTo>
                    <a:pt x="41855" y="14389"/>
                  </a:lnTo>
                  <a:lnTo>
                    <a:pt x="41837" y="25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42584" y="3681017"/>
              <a:ext cx="52606" cy="29632"/>
            </a:xfrm>
            <a:custGeom>
              <a:avLst/>
              <a:pathLst>
                <a:path w="52606" h="29632">
                  <a:moveTo>
                    <a:pt x="10126" y="8188"/>
                  </a:moveTo>
                  <a:lnTo>
                    <a:pt x="30628" y="3990"/>
                  </a:lnTo>
                  <a:lnTo>
                    <a:pt x="50115" y="0"/>
                  </a:lnTo>
                  <a:lnTo>
                    <a:pt x="50906" y="6320"/>
                  </a:lnTo>
                  <a:lnTo>
                    <a:pt x="51625" y="12064"/>
                  </a:lnTo>
                  <a:lnTo>
                    <a:pt x="52606" y="19902"/>
                  </a:lnTo>
                  <a:lnTo>
                    <a:pt x="49939" y="20414"/>
                  </a:lnTo>
                  <a:lnTo>
                    <a:pt x="47870" y="20811"/>
                  </a:lnTo>
                  <a:lnTo>
                    <a:pt x="42527" y="21835"/>
                  </a:lnTo>
                  <a:lnTo>
                    <a:pt x="26681" y="24875"/>
                  </a:lnTo>
                  <a:lnTo>
                    <a:pt x="3564" y="29309"/>
                  </a:lnTo>
                  <a:lnTo>
                    <a:pt x="1881" y="29632"/>
                  </a:lnTo>
                  <a:lnTo>
                    <a:pt x="1586" y="26599"/>
                  </a:lnTo>
                  <a:lnTo>
                    <a:pt x="1096" y="21551"/>
                  </a:lnTo>
                  <a:lnTo>
                    <a:pt x="680" y="17270"/>
                  </a:lnTo>
                  <a:lnTo>
                    <a:pt x="149" y="11805"/>
                  </a:lnTo>
                  <a:lnTo>
                    <a:pt x="0" y="10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094799" y="3644997"/>
              <a:ext cx="55836" cy="56437"/>
            </a:xfrm>
            <a:custGeom>
              <a:avLst/>
              <a:pathLst>
                <a:path w="55836" h="56437">
                  <a:moveTo>
                    <a:pt x="31429" y="47460"/>
                  </a:moveTo>
                  <a:lnTo>
                    <a:pt x="5633" y="56437"/>
                  </a:lnTo>
                  <a:lnTo>
                    <a:pt x="5612" y="56223"/>
                  </a:lnTo>
                  <a:lnTo>
                    <a:pt x="4721" y="47301"/>
                  </a:lnTo>
                  <a:lnTo>
                    <a:pt x="3838" y="38450"/>
                  </a:lnTo>
                  <a:lnTo>
                    <a:pt x="2834" y="28399"/>
                  </a:lnTo>
                  <a:lnTo>
                    <a:pt x="2200" y="22046"/>
                  </a:lnTo>
                  <a:lnTo>
                    <a:pt x="1392" y="13950"/>
                  </a:lnTo>
                  <a:lnTo>
                    <a:pt x="0" y="0"/>
                  </a:lnTo>
                  <a:lnTo>
                    <a:pt x="17642" y="2043"/>
                  </a:lnTo>
                  <a:lnTo>
                    <a:pt x="39649" y="4593"/>
                  </a:lnTo>
                  <a:lnTo>
                    <a:pt x="44410" y="14702"/>
                  </a:lnTo>
                  <a:lnTo>
                    <a:pt x="55836" y="389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31865" y="3858727"/>
              <a:ext cx="41484" cy="50438"/>
            </a:xfrm>
            <a:custGeom>
              <a:avLst/>
              <a:pathLst>
                <a:path w="41484" h="50438">
                  <a:moveTo>
                    <a:pt x="373" y="30533"/>
                  </a:moveTo>
                  <a:lnTo>
                    <a:pt x="0" y="2702"/>
                  </a:lnTo>
                  <a:lnTo>
                    <a:pt x="20022" y="1243"/>
                  </a:lnTo>
                  <a:lnTo>
                    <a:pt x="37078" y="0"/>
                  </a:lnTo>
                  <a:lnTo>
                    <a:pt x="37790" y="7016"/>
                  </a:lnTo>
                  <a:lnTo>
                    <a:pt x="39251" y="21413"/>
                  </a:lnTo>
                  <a:lnTo>
                    <a:pt x="41484" y="43412"/>
                  </a:lnTo>
                  <a:lnTo>
                    <a:pt x="37431" y="46835"/>
                  </a:lnTo>
                  <a:lnTo>
                    <a:pt x="31263" y="49537"/>
                  </a:lnTo>
                  <a:lnTo>
                    <a:pt x="27562" y="50438"/>
                  </a:lnTo>
                  <a:lnTo>
                    <a:pt x="21747" y="50078"/>
                  </a:lnTo>
                  <a:lnTo>
                    <a:pt x="19662" y="49321"/>
                  </a:lnTo>
                  <a:lnTo>
                    <a:pt x="16284" y="48096"/>
                  </a:lnTo>
                  <a:lnTo>
                    <a:pt x="8354" y="45034"/>
                  </a:lnTo>
                  <a:lnTo>
                    <a:pt x="556" y="44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2974911" y="3930209"/>
              <a:ext cx="58893" cy="29673"/>
            </a:xfrm>
            <a:custGeom>
              <a:avLst/>
              <a:pathLst>
                <a:path w="58893" h="29673">
                  <a:moveTo>
                    <a:pt x="29039" y="21893"/>
                  </a:moveTo>
                  <a:lnTo>
                    <a:pt x="0" y="14325"/>
                  </a:lnTo>
                  <a:lnTo>
                    <a:pt x="445" y="10837"/>
                  </a:lnTo>
                  <a:lnTo>
                    <a:pt x="856" y="7625"/>
                  </a:lnTo>
                  <a:lnTo>
                    <a:pt x="1307" y="4091"/>
                  </a:lnTo>
                  <a:lnTo>
                    <a:pt x="1830" y="0"/>
                  </a:lnTo>
                  <a:lnTo>
                    <a:pt x="13112" y="1547"/>
                  </a:lnTo>
                  <a:lnTo>
                    <a:pt x="24946" y="3169"/>
                  </a:lnTo>
                  <a:lnTo>
                    <a:pt x="27885" y="3572"/>
                  </a:lnTo>
                  <a:lnTo>
                    <a:pt x="58045" y="9727"/>
                  </a:lnTo>
                  <a:lnTo>
                    <a:pt x="58229" y="14058"/>
                  </a:lnTo>
                  <a:lnTo>
                    <a:pt x="58564" y="21932"/>
                  </a:lnTo>
                  <a:lnTo>
                    <a:pt x="58893" y="29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29249" y="3948369"/>
              <a:ext cx="72404" cy="90967"/>
            </a:xfrm>
            <a:custGeom>
              <a:avLst/>
              <a:pathLst>
                <a:path w="72404" h="90967">
                  <a:moveTo>
                    <a:pt x="64259" y="24071"/>
                  </a:moveTo>
                  <a:lnTo>
                    <a:pt x="63863" y="24845"/>
                  </a:lnTo>
                  <a:lnTo>
                    <a:pt x="61598" y="29284"/>
                  </a:lnTo>
                  <a:lnTo>
                    <a:pt x="55681" y="40875"/>
                  </a:lnTo>
                  <a:lnTo>
                    <a:pt x="46858" y="60325"/>
                  </a:lnTo>
                  <a:lnTo>
                    <a:pt x="46790" y="64903"/>
                  </a:lnTo>
                  <a:lnTo>
                    <a:pt x="46674" y="72765"/>
                  </a:lnTo>
                  <a:lnTo>
                    <a:pt x="45046" y="81115"/>
                  </a:lnTo>
                  <a:lnTo>
                    <a:pt x="26968" y="85592"/>
                  </a:lnTo>
                  <a:lnTo>
                    <a:pt x="5262" y="90967"/>
                  </a:lnTo>
                  <a:lnTo>
                    <a:pt x="0" y="81004"/>
                  </a:lnTo>
                  <a:lnTo>
                    <a:pt x="4066" y="60496"/>
                  </a:lnTo>
                  <a:lnTo>
                    <a:pt x="4945" y="56065"/>
                  </a:lnTo>
                  <a:lnTo>
                    <a:pt x="6432" y="48264"/>
                  </a:lnTo>
                  <a:lnTo>
                    <a:pt x="17005" y="39213"/>
                  </a:lnTo>
                  <a:lnTo>
                    <a:pt x="43972" y="0"/>
                  </a:lnTo>
                  <a:lnTo>
                    <a:pt x="53968" y="2455"/>
                  </a:lnTo>
                  <a:lnTo>
                    <a:pt x="72404" y="6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2985037" y="3957397"/>
              <a:ext cx="55870" cy="69428"/>
            </a:xfrm>
            <a:custGeom>
              <a:avLst/>
              <a:pathLst>
                <a:path w="55870" h="69428">
                  <a:moveTo>
                    <a:pt x="34098" y="60984"/>
                  </a:moveTo>
                  <a:lnTo>
                    <a:pt x="0" y="69428"/>
                  </a:lnTo>
                  <a:lnTo>
                    <a:pt x="946" y="61577"/>
                  </a:lnTo>
                  <a:lnTo>
                    <a:pt x="2124" y="51806"/>
                  </a:lnTo>
                  <a:lnTo>
                    <a:pt x="2766" y="48568"/>
                  </a:lnTo>
                  <a:lnTo>
                    <a:pt x="5228" y="36145"/>
                  </a:lnTo>
                  <a:lnTo>
                    <a:pt x="8740" y="29274"/>
                  </a:lnTo>
                  <a:lnTo>
                    <a:pt x="13565" y="19833"/>
                  </a:lnTo>
                  <a:lnTo>
                    <a:pt x="14713" y="17587"/>
                  </a:lnTo>
                  <a:lnTo>
                    <a:pt x="23482" y="3763"/>
                  </a:lnTo>
                  <a:lnTo>
                    <a:pt x="23534" y="3299"/>
                  </a:lnTo>
                  <a:lnTo>
                    <a:pt x="24931" y="0"/>
                  </a:lnTo>
                  <a:lnTo>
                    <a:pt x="35199" y="2522"/>
                  </a:lnTo>
                  <a:lnTo>
                    <a:pt x="49164" y="5953"/>
                  </a:lnTo>
                  <a:lnTo>
                    <a:pt x="52132" y="27926"/>
                  </a:lnTo>
                  <a:lnTo>
                    <a:pt x="55715" y="54442"/>
                  </a:lnTo>
                  <a:lnTo>
                    <a:pt x="55870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44819" y="3936362"/>
              <a:ext cx="35348" cy="32472"/>
            </a:xfrm>
            <a:custGeom>
              <a:avLst/>
              <a:pathLst>
                <a:path w="35348" h="32472">
                  <a:moveTo>
                    <a:pt x="27657" y="31511"/>
                  </a:moveTo>
                  <a:lnTo>
                    <a:pt x="24020" y="30120"/>
                  </a:lnTo>
                  <a:lnTo>
                    <a:pt x="21514" y="29161"/>
                  </a:lnTo>
                  <a:lnTo>
                    <a:pt x="19833" y="28518"/>
                  </a:lnTo>
                  <a:lnTo>
                    <a:pt x="17646" y="27681"/>
                  </a:lnTo>
                  <a:lnTo>
                    <a:pt x="15284" y="26777"/>
                  </a:lnTo>
                  <a:lnTo>
                    <a:pt x="13256" y="26001"/>
                  </a:lnTo>
                  <a:lnTo>
                    <a:pt x="11358" y="25275"/>
                  </a:lnTo>
                  <a:lnTo>
                    <a:pt x="9156" y="24433"/>
                  </a:lnTo>
                  <a:lnTo>
                    <a:pt x="4534" y="22665"/>
                  </a:lnTo>
                  <a:lnTo>
                    <a:pt x="0" y="20930"/>
                  </a:lnTo>
                  <a:lnTo>
                    <a:pt x="2349" y="17165"/>
                  </a:lnTo>
                  <a:lnTo>
                    <a:pt x="4966" y="12971"/>
                  </a:lnTo>
                  <a:lnTo>
                    <a:pt x="7670" y="8639"/>
                  </a:lnTo>
                  <a:lnTo>
                    <a:pt x="12679" y="613"/>
                  </a:lnTo>
                  <a:lnTo>
                    <a:pt x="13061" y="0"/>
                  </a:lnTo>
                  <a:lnTo>
                    <a:pt x="15563" y="1061"/>
                  </a:lnTo>
                  <a:lnTo>
                    <a:pt x="16980" y="1946"/>
                  </a:lnTo>
                  <a:lnTo>
                    <a:pt x="18546" y="2925"/>
                  </a:lnTo>
                  <a:lnTo>
                    <a:pt x="20016" y="3844"/>
                  </a:lnTo>
                  <a:lnTo>
                    <a:pt x="21855" y="4994"/>
                  </a:lnTo>
                  <a:lnTo>
                    <a:pt x="23774" y="6194"/>
                  </a:lnTo>
                  <a:lnTo>
                    <a:pt x="25671" y="7380"/>
                  </a:lnTo>
                  <a:lnTo>
                    <a:pt x="29722" y="9912"/>
                  </a:lnTo>
                  <a:lnTo>
                    <a:pt x="35348" y="13429"/>
                  </a:lnTo>
                  <a:lnTo>
                    <a:pt x="33158" y="21481"/>
                  </a:lnTo>
                  <a:lnTo>
                    <a:pt x="30169" y="32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761185" y="3943830"/>
              <a:ext cx="113218" cy="52617"/>
            </a:xfrm>
            <a:custGeom>
              <a:avLst/>
              <a:pathLst>
                <a:path w="113218" h="52617">
                  <a:moveTo>
                    <a:pt x="109803" y="39712"/>
                  </a:moveTo>
                  <a:lnTo>
                    <a:pt x="106294" y="52617"/>
                  </a:lnTo>
                  <a:lnTo>
                    <a:pt x="84725" y="48614"/>
                  </a:lnTo>
                  <a:lnTo>
                    <a:pt x="73767" y="46581"/>
                  </a:lnTo>
                  <a:lnTo>
                    <a:pt x="69294" y="45751"/>
                  </a:lnTo>
                  <a:lnTo>
                    <a:pt x="62683" y="43446"/>
                  </a:lnTo>
                  <a:lnTo>
                    <a:pt x="30296" y="32153"/>
                  </a:lnTo>
                  <a:lnTo>
                    <a:pt x="11751" y="25686"/>
                  </a:lnTo>
                  <a:lnTo>
                    <a:pt x="9663" y="24737"/>
                  </a:lnTo>
                  <a:lnTo>
                    <a:pt x="0" y="20347"/>
                  </a:lnTo>
                  <a:lnTo>
                    <a:pt x="5394" y="10785"/>
                  </a:lnTo>
                  <a:lnTo>
                    <a:pt x="6614" y="8579"/>
                  </a:lnTo>
                  <a:lnTo>
                    <a:pt x="9461" y="3435"/>
                  </a:lnTo>
                  <a:lnTo>
                    <a:pt x="11362" y="0"/>
                  </a:lnTo>
                  <a:lnTo>
                    <a:pt x="12491" y="328"/>
                  </a:lnTo>
                  <a:lnTo>
                    <a:pt x="18528" y="2084"/>
                  </a:lnTo>
                  <a:lnTo>
                    <a:pt x="28463" y="4974"/>
                  </a:lnTo>
                  <a:lnTo>
                    <a:pt x="41279" y="8702"/>
                  </a:lnTo>
                  <a:lnTo>
                    <a:pt x="72448" y="17769"/>
                  </a:lnTo>
                  <a:lnTo>
                    <a:pt x="79885" y="18111"/>
                  </a:lnTo>
                  <a:lnTo>
                    <a:pt x="84262" y="18311"/>
                  </a:lnTo>
                  <a:lnTo>
                    <a:pt x="86590" y="19023"/>
                  </a:lnTo>
                  <a:lnTo>
                    <a:pt x="113218" y="27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773908" y="3920414"/>
              <a:ext cx="72981" cy="40117"/>
            </a:xfrm>
            <a:custGeom>
              <a:avLst/>
              <a:pathLst>
                <a:path w="72981" h="40117">
                  <a:moveTo>
                    <a:pt x="1919" y="17488"/>
                  </a:moveTo>
                  <a:lnTo>
                    <a:pt x="3057" y="14068"/>
                  </a:lnTo>
                  <a:lnTo>
                    <a:pt x="4536" y="9621"/>
                  </a:lnTo>
                  <a:lnTo>
                    <a:pt x="5989" y="5252"/>
                  </a:lnTo>
                  <a:lnTo>
                    <a:pt x="6892" y="2539"/>
                  </a:lnTo>
                  <a:lnTo>
                    <a:pt x="7736" y="0"/>
                  </a:lnTo>
                  <a:lnTo>
                    <a:pt x="13044" y="1154"/>
                  </a:lnTo>
                  <a:lnTo>
                    <a:pt x="31417" y="5152"/>
                  </a:lnTo>
                  <a:lnTo>
                    <a:pt x="72981" y="17114"/>
                  </a:lnTo>
                  <a:lnTo>
                    <a:pt x="71371" y="19655"/>
                  </a:lnTo>
                  <a:lnTo>
                    <a:pt x="68618" y="24001"/>
                  </a:lnTo>
                  <a:lnTo>
                    <a:pt x="65631" y="28717"/>
                  </a:lnTo>
                  <a:lnTo>
                    <a:pt x="58411" y="40117"/>
                  </a:lnTo>
                  <a:lnTo>
                    <a:pt x="38814" y="33689"/>
                  </a:lnTo>
                  <a:lnTo>
                    <a:pt x="27308" y="29915"/>
                  </a:lnTo>
                  <a:lnTo>
                    <a:pt x="11659" y="24782"/>
                  </a:lnTo>
                  <a:lnTo>
                    <a:pt x="0" y="20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735049" y="3934619"/>
              <a:ext cx="25983" cy="25335"/>
            </a:xfrm>
            <a:custGeom>
              <a:avLst/>
              <a:pathLst>
                <a:path w="25983" h="25335">
                  <a:moveTo>
                    <a:pt x="23800" y="12413"/>
                  </a:moveTo>
                  <a:lnTo>
                    <a:pt x="22268" y="15715"/>
                  </a:lnTo>
                  <a:lnTo>
                    <a:pt x="17807" y="25335"/>
                  </a:lnTo>
                  <a:lnTo>
                    <a:pt x="8590" y="21147"/>
                  </a:lnTo>
                  <a:lnTo>
                    <a:pt x="6952" y="20403"/>
                  </a:lnTo>
                  <a:lnTo>
                    <a:pt x="0" y="17244"/>
                  </a:lnTo>
                  <a:lnTo>
                    <a:pt x="2096" y="11998"/>
                  </a:lnTo>
                  <a:lnTo>
                    <a:pt x="6696" y="491"/>
                  </a:lnTo>
                  <a:lnTo>
                    <a:pt x="9558" y="308"/>
                  </a:lnTo>
                  <a:lnTo>
                    <a:pt x="13442" y="59"/>
                  </a:lnTo>
                  <a:lnTo>
                    <a:pt x="14366" y="0"/>
                  </a:lnTo>
                  <a:lnTo>
                    <a:pt x="16171" y="934"/>
                  </a:lnTo>
                  <a:lnTo>
                    <a:pt x="18967" y="2380"/>
                  </a:lnTo>
                  <a:lnTo>
                    <a:pt x="22210" y="4059"/>
                  </a:lnTo>
                  <a:lnTo>
                    <a:pt x="25983" y="60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655661" y="3874107"/>
              <a:ext cx="69662" cy="33325"/>
            </a:xfrm>
            <a:custGeom>
              <a:avLst/>
              <a:pathLst>
                <a:path w="69662" h="33325">
                  <a:moveTo>
                    <a:pt x="69436" y="19839"/>
                  </a:moveTo>
                  <a:lnTo>
                    <a:pt x="69088" y="33325"/>
                  </a:lnTo>
                  <a:lnTo>
                    <a:pt x="50223" y="31550"/>
                  </a:lnTo>
                  <a:lnTo>
                    <a:pt x="50098" y="23259"/>
                  </a:lnTo>
                  <a:lnTo>
                    <a:pt x="37701" y="23573"/>
                  </a:lnTo>
                  <a:lnTo>
                    <a:pt x="2114" y="23264"/>
                  </a:lnTo>
                  <a:lnTo>
                    <a:pt x="1029" y="14853"/>
                  </a:lnTo>
                  <a:lnTo>
                    <a:pt x="0" y="6872"/>
                  </a:lnTo>
                  <a:lnTo>
                    <a:pt x="2750" y="0"/>
                  </a:lnTo>
                  <a:lnTo>
                    <a:pt x="10016" y="2431"/>
                  </a:lnTo>
                  <a:lnTo>
                    <a:pt x="16289" y="4531"/>
                  </a:lnTo>
                  <a:lnTo>
                    <a:pt x="26577" y="7974"/>
                  </a:lnTo>
                  <a:lnTo>
                    <a:pt x="31896" y="9754"/>
                  </a:lnTo>
                  <a:lnTo>
                    <a:pt x="55484" y="10921"/>
                  </a:lnTo>
                  <a:lnTo>
                    <a:pt x="69662" y="11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755133" y="3916545"/>
              <a:ext cx="13317" cy="13026"/>
            </a:xfrm>
            <a:custGeom>
              <a:avLst/>
              <a:pathLst>
                <a:path w="13317" h="13026">
                  <a:moveTo>
                    <a:pt x="6674" y="12997"/>
                  </a:moveTo>
                  <a:lnTo>
                    <a:pt x="96" y="12934"/>
                  </a:lnTo>
                  <a:lnTo>
                    <a:pt x="89" y="12023"/>
                  </a:lnTo>
                  <a:lnTo>
                    <a:pt x="51" y="6914"/>
                  </a:lnTo>
                  <a:lnTo>
                    <a:pt x="43" y="5876"/>
                  </a:lnTo>
                  <a:lnTo>
                    <a:pt x="0" y="0"/>
                  </a:lnTo>
                  <a:lnTo>
                    <a:pt x="2646" y="464"/>
                  </a:lnTo>
                  <a:lnTo>
                    <a:pt x="4486" y="787"/>
                  </a:lnTo>
                  <a:lnTo>
                    <a:pt x="6820" y="1198"/>
                  </a:lnTo>
                  <a:lnTo>
                    <a:pt x="9520" y="1672"/>
                  </a:lnTo>
                  <a:lnTo>
                    <a:pt x="13317" y="2339"/>
                  </a:lnTo>
                  <a:lnTo>
                    <a:pt x="11729" y="6996"/>
                  </a:lnTo>
                  <a:lnTo>
                    <a:pt x="9672" y="13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1881" y="3884975"/>
              <a:ext cx="13394" cy="23931"/>
            </a:xfrm>
            <a:custGeom>
              <a:avLst/>
              <a:pathLst>
                <a:path w="13394" h="23931">
                  <a:moveTo>
                    <a:pt x="51" y="15498"/>
                  </a:moveTo>
                  <a:lnTo>
                    <a:pt x="31" y="9641"/>
                  </a:lnTo>
                  <a:lnTo>
                    <a:pt x="0" y="343"/>
                  </a:lnTo>
                  <a:lnTo>
                    <a:pt x="3591" y="394"/>
                  </a:lnTo>
                  <a:lnTo>
                    <a:pt x="6117" y="429"/>
                  </a:lnTo>
                  <a:lnTo>
                    <a:pt x="9432" y="475"/>
                  </a:lnTo>
                  <a:lnTo>
                    <a:pt x="11714" y="507"/>
                  </a:lnTo>
                  <a:lnTo>
                    <a:pt x="13394" y="0"/>
                  </a:lnTo>
                  <a:lnTo>
                    <a:pt x="11705" y="8317"/>
                  </a:lnTo>
                  <a:lnTo>
                    <a:pt x="11109" y="11249"/>
                  </a:lnTo>
                  <a:lnTo>
                    <a:pt x="8533" y="23931"/>
                  </a:lnTo>
                  <a:lnTo>
                    <a:pt x="6637" y="23753"/>
                  </a:lnTo>
                  <a:lnTo>
                    <a:pt x="4204" y="23524"/>
                  </a:lnTo>
                  <a:lnTo>
                    <a:pt x="1910" y="23308"/>
                  </a:lnTo>
                  <a:lnTo>
                    <a:pt x="77" y="2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795749" y="3748405"/>
              <a:ext cx="35575" cy="27306"/>
            </a:xfrm>
            <a:custGeom>
              <a:avLst/>
              <a:pathLst>
                <a:path w="35575" h="27306">
                  <a:moveTo>
                    <a:pt x="11663" y="20908"/>
                  </a:moveTo>
                  <a:lnTo>
                    <a:pt x="0" y="27306"/>
                  </a:lnTo>
                  <a:lnTo>
                    <a:pt x="5000" y="14473"/>
                  </a:lnTo>
                  <a:lnTo>
                    <a:pt x="8686" y="5014"/>
                  </a:lnTo>
                  <a:lnTo>
                    <a:pt x="15491" y="3287"/>
                  </a:lnTo>
                  <a:lnTo>
                    <a:pt x="28441" y="0"/>
                  </a:lnTo>
                  <a:lnTo>
                    <a:pt x="32292" y="4206"/>
                  </a:lnTo>
                  <a:lnTo>
                    <a:pt x="35575" y="77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819331" y="3480140"/>
              <a:ext cx="84041" cy="87281"/>
            </a:xfrm>
            <a:custGeom>
              <a:avLst/>
              <a:pathLst>
                <a:path w="84041" h="87281">
                  <a:moveTo>
                    <a:pt x="73196" y="57115"/>
                  </a:moveTo>
                  <a:lnTo>
                    <a:pt x="57074" y="73279"/>
                  </a:lnTo>
                  <a:lnTo>
                    <a:pt x="38949" y="87281"/>
                  </a:lnTo>
                  <a:lnTo>
                    <a:pt x="35006" y="82159"/>
                  </a:lnTo>
                  <a:lnTo>
                    <a:pt x="28297" y="73445"/>
                  </a:lnTo>
                  <a:lnTo>
                    <a:pt x="23327" y="66989"/>
                  </a:lnTo>
                  <a:lnTo>
                    <a:pt x="14917" y="56065"/>
                  </a:lnTo>
                  <a:lnTo>
                    <a:pt x="6850" y="45586"/>
                  </a:lnTo>
                  <a:lnTo>
                    <a:pt x="0" y="36688"/>
                  </a:lnTo>
                  <a:lnTo>
                    <a:pt x="9388" y="3878"/>
                  </a:lnTo>
                  <a:lnTo>
                    <a:pt x="16772" y="2726"/>
                  </a:lnTo>
                  <a:lnTo>
                    <a:pt x="34256" y="0"/>
                  </a:lnTo>
                  <a:lnTo>
                    <a:pt x="41801" y="7008"/>
                  </a:lnTo>
                  <a:lnTo>
                    <a:pt x="49802" y="14439"/>
                  </a:lnTo>
                  <a:lnTo>
                    <a:pt x="57680" y="21757"/>
                  </a:lnTo>
                  <a:lnTo>
                    <a:pt x="65471" y="28993"/>
                  </a:lnTo>
                  <a:lnTo>
                    <a:pt x="72191" y="35236"/>
                  </a:lnTo>
                  <a:lnTo>
                    <a:pt x="84041" y="46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944592" y="3483602"/>
              <a:ext cx="94357" cy="95696"/>
            </a:xfrm>
            <a:custGeom>
              <a:avLst/>
              <a:pathLst>
                <a:path w="94357" h="95696">
                  <a:moveTo>
                    <a:pt x="21989" y="95696"/>
                  </a:moveTo>
                  <a:lnTo>
                    <a:pt x="12590" y="87504"/>
                  </a:lnTo>
                  <a:lnTo>
                    <a:pt x="0" y="76530"/>
                  </a:lnTo>
                  <a:lnTo>
                    <a:pt x="10239" y="67101"/>
                  </a:lnTo>
                  <a:lnTo>
                    <a:pt x="16468" y="61365"/>
                  </a:lnTo>
                  <a:lnTo>
                    <a:pt x="22562" y="55752"/>
                  </a:lnTo>
                  <a:lnTo>
                    <a:pt x="30250" y="48673"/>
                  </a:lnTo>
                  <a:lnTo>
                    <a:pt x="38559" y="41021"/>
                  </a:lnTo>
                  <a:lnTo>
                    <a:pt x="46757" y="33472"/>
                  </a:lnTo>
                  <a:lnTo>
                    <a:pt x="56246" y="24734"/>
                  </a:lnTo>
                  <a:lnTo>
                    <a:pt x="62925" y="18584"/>
                  </a:lnTo>
                  <a:lnTo>
                    <a:pt x="83106" y="0"/>
                  </a:lnTo>
                  <a:lnTo>
                    <a:pt x="88838" y="5852"/>
                  </a:lnTo>
                  <a:lnTo>
                    <a:pt x="94357" y="11486"/>
                  </a:lnTo>
                  <a:lnTo>
                    <a:pt x="81036" y="23018"/>
                  </a:lnTo>
                  <a:lnTo>
                    <a:pt x="38974" y="59429"/>
                  </a:lnTo>
                  <a:lnTo>
                    <a:pt x="37219" y="78968"/>
                  </a:lnTo>
                  <a:lnTo>
                    <a:pt x="39327" y="860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853779" y="3451908"/>
              <a:ext cx="115780" cy="94571"/>
            </a:xfrm>
            <a:custGeom>
              <a:avLst/>
              <a:pathLst>
                <a:path w="115780" h="94571">
                  <a:moveTo>
                    <a:pt x="107589" y="66945"/>
                  </a:moveTo>
                  <a:lnTo>
                    <a:pt x="99006" y="75421"/>
                  </a:lnTo>
                  <a:lnTo>
                    <a:pt x="89833" y="84481"/>
                  </a:lnTo>
                  <a:lnTo>
                    <a:pt x="79615" y="94571"/>
                  </a:lnTo>
                  <a:lnTo>
                    <a:pt x="73515" y="88268"/>
                  </a:lnTo>
                  <a:lnTo>
                    <a:pt x="66509" y="81028"/>
                  </a:lnTo>
                  <a:lnTo>
                    <a:pt x="59144" y="73417"/>
                  </a:lnTo>
                  <a:lnTo>
                    <a:pt x="51436" y="65452"/>
                  </a:lnTo>
                  <a:lnTo>
                    <a:pt x="46353" y="60199"/>
                  </a:lnTo>
                  <a:lnTo>
                    <a:pt x="39869" y="53499"/>
                  </a:lnTo>
                  <a:lnTo>
                    <a:pt x="34609" y="48064"/>
                  </a:lnTo>
                  <a:lnTo>
                    <a:pt x="29173" y="42447"/>
                  </a:lnTo>
                  <a:lnTo>
                    <a:pt x="21810" y="34838"/>
                  </a:lnTo>
                  <a:lnTo>
                    <a:pt x="13235" y="25977"/>
                  </a:lnTo>
                  <a:lnTo>
                    <a:pt x="0" y="12300"/>
                  </a:lnTo>
                  <a:lnTo>
                    <a:pt x="17884" y="1565"/>
                  </a:lnTo>
                  <a:lnTo>
                    <a:pt x="37943" y="816"/>
                  </a:lnTo>
                  <a:lnTo>
                    <a:pt x="59791" y="0"/>
                  </a:lnTo>
                  <a:lnTo>
                    <a:pt x="65369" y="5864"/>
                  </a:lnTo>
                  <a:lnTo>
                    <a:pt x="70772" y="11543"/>
                  </a:lnTo>
                  <a:lnTo>
                    <a:pt x="77197" y="18297"/>
                  </a:lnTo>
                  <a:lnTo>
                    <a:pt x="83089" y="24491"/>
                  </a:lnTo>
                  <a:lnTo>
                    <a:pt x="91770" y="33617"/>
                  </a:lnTo>
                  <a:lnTo>
                    <a:pt x="98387" y="40572"/>
                  </a:lnTo>
                  <a:lnTo>
                    <a:pt x="108115" y="50798"/>
                  </a:lnTo>
                  <a:lnTo>
                    <a:pt x="115780" y="58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812280" y="3867372"/>
              <a:ext cx="53051" cy="25821"/>
            </a:xfrm>
            <a:custGeom>
              <a:avLst/>
              <a:pathLst>
                <a:path w="53051" h="25821">
                  <a:moveTo>
                    <a:pt x="309" y="15118"/>
                  </a:moveTo>
                  <a:lnTo>
                    <a:pt x="685" y="8114"/>
                  </a:lnTo>
                  <a:lnTo>
                    <a:pt x="1027" y="1756"/>
                  </a:lnTo>
                  <a:lnTo>
                    <a:pt x="25918" y="0"/>
                  </a:lnTo>
                  <a:lnTo>
                    <a:pt x="35413" y="1746"/>
                  </a:lnTo>
                  <a:lnTo>
                    <a:pt x="52729" y="4931"/>
                  </a:lnTo>
                  <a:lnTo>
                    <a:pt x="52782" y="8339"/>
                  </a:lnTo>
                  <a:lnTo>
                    <a:pt x="52921" y="17296"/>
                  </a:lnTo>
                  <a:lnTo>
                    <a:pt x="53051" y="25753"/>
                  </a:lnTo>
                  <a:lnTo>
                    <a:pt x="45873" y="25821"/>
                  </a:lnTo>
                  <a:lnTo>
                    <a:pt x="25682" y="23448"/>
                  </a:lnTo>
                  <a:lnTo>
                    <a:pt x="14684" y="22156"/>
                  </a:lnTo>
                  <a:lnTo>
                    <a:pt x="0" y="208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872562" y="3868453"/>
              <a:ext cx="52073" cy="54581"/>
            </a:xfrm>
            <a:custGeom>
              <a:avLst/>
              <a:pathLst>
                <a:path w="52073" h="54581">
                  <a:moveTo>
                    <a:pt x="47844" y="7700"/>
                  </a:moveTo>
                  <a:lnTo>
                    <a:pt x="48353" y="13341"/>
                  </a:lnTo>
                  <a:lnTo>
                    <a:pt x="49234" y="23106"/>
                  </a:lnTo>
                  <a:lnTo>
                    <a:pt x="50157" y="33337"/>
                  </a:lnTo>
                  <a:lnTo>
                    <a:pt x="52073" y="54581"/>
                  </a:lnTo>
                  <a:lnTo>
                    <a:pt x="32202" y="51664"/>
                  </a:lnTo>
                  <a:lnTo>
                    <a:pt x="1453" y="47150"/>
                  </a:lnTo>
                  <a:lnTo>
                    <a:pt x="183" y="37603"/>
                  </a:lnTo>
                  <a:lnTo>
                    <a:pt x="110" y="22696"/>
                  </a:lnTo>
                  <a:lnTo>
                    <a:pt x="64" y="13243"/>
                  </a:lnTo>
                  <a:lnTo>
                    <a:pt x="0" y="0"/>
                  </a:lnTo>
                  <a:lnTo>
                    <a:pt x="24722" y="4037"/>
                  </a:lnTo>
                  <a:lnTo>
                    <a:pt x="44720" y="7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700192" y="3812917"/>
              <a:ext cx="57109" cy="88108"/>
            </a:xfrm>
            <a:custGeom>
              <a:avLst/>
              <a:pathLst>
                <a:path w="57109" h="88108">
                  <a:moveTo>
                    <a:pt x="26432" y="524"/>
                  </a:moveTo>
                  <a:lnTo>
                    <a:pt x="44275" y="0"/>
                  </a:lnTo>
                  <a:lnTo>
                    <a:pt x="50041" y="102"/>
                  </a:lnTo>
                  <a:lnTo>
                    <a:pt x="57109" y="228"/>
                  </a:lnTo>
                  <a:lnTo>
                    <a:pt x="55968" y="10756"/>
                  </a:lnTo>
                  <a:lnTo>
                    <a:pt x="55392" y="16070"/>
                  </a:lnTo>
                  <a:lnTo>
                    <a:pt x="53152" y="28431"/>
                  </a:lnTo>
                  <a:lnTo>
                    <a:pt x="50292" y="44212"/>
                  </a:lnTo>
                  <a:lnTo>
                    <a:pt x="48959" y="51567"/>
                  </a:lnTo>
                  <a:lnTo>
                    <a:pt x="49458" y="64201"/>
                  </a:lnTo>
                  <a:lnTo>
                    <a:pt x="50403" y="88108"/>
                  </a:lnTo>
                  <a:lnTo>
                    <a:pt x="42185" y="83241"/>
                  </a:lnTo>
                  <a:lnTo>
                    <a:pt x="37605" y="80946"/>
                  </a:lnTo>
                  <a:lnTo>
                    <a:pt x="17955" y="71102"/>
                  </a:lnTo>
                  <a:lnTo>
                    <a:pt x="3053" y="63637"/>
                  </a:lnTo>
                  <a:lnTo>
                    <a:pt x="2681" y="57924"/>
                  </a:lnTo>
                  <a:lnTo>
                    <a:pt x="1975" y="47076"/>
                  </a:lnTo>
                  <a:lnTo>
                    <a:pt x="1605" y="41389"/>
                  </a:lnTo>
                  <a:lnTo>
                    <a:pt x="1077" y="33283"/>
                  </a:lnTo>
                  <a:lnTo>
                    <a:pt x="534" y="24941"/>
                  </a:lnTo>
                  <a:lnTo>
                    <a:pt x="311" y="15095"/>
                  </a:lnTo>
                  <a:lnTo>
                    <a:pt x="128" y="7000"/>
                  </a:lnTo>
                  <a:lnTo>
                    <a:pt x="0" y="1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754218" y="3814918"/>
              <a:ext cx="63219" cy="82442"/>
            </a:xfrm>
            <a:custGeom>
              <a:avLst/>
              <a:pathLst>
                <a:path w="63219" h="82442">
                  <a:moveTo>
                    <a:pt x="745" y="37108"/>
                  </a:moveTo>
                  <a:lnTo>
                    <a:pt x="2498" y="26870"/>
                  </a:lnTo>
                  <a:lnTo>
                    <a:pt x="4228" y="16770"/>
                  </a:lnTo>
                  <a:lnTo>
                    <a:pt x="5845" y="7332"/>
                  </a:lnTo>
                  <a:lnTo>
                    <a:pt x="7100" y="0"/>
                  </a:lnTo>
                  <a:lnTo>
                    <a:pt x="32565" y="422"/>
                  </a:lnTo>
                  <a:lnTo>
                    <a:pt x="52869" y="759"/>
                  </a:lnTo>
                  <a:lnTo>
                    <a:pt x="63219" y="930"/>
                  </a:lnTo>
                  <a:lnTo>
                    <a:pt x="61719" y="13404"/>
                  </a:lnTo>
                  <a:lnTo>
                    <a:pt x="60462" y="23850"/>
                  </a:lnTo>
                  <a:lnTo>
                    <a:pt x="59642" y="30669"/>
                  </a:lnTo>
                  <a:lnTo>
                    <a:pt x="58638" y="39018"/>
                  </a:lnTo>
                  <a:lnTo>
                    <a:pt x="57422" y="49129"/>
                  </a:lnTo>
                  <a:lnTo>
                    <a:pt x="56390" y="57708"/>
                  </a:lnTo>
                  <a:lnTo>
                    <a:pt x="55609" y="64199"/>
                  </a:lnTo>
                  <a:lnTo>
                    <a:pt x="54774" y="71148"/>
                  </a:lnTo>
                  <a:lnTo>
                    <a:pt x="54219" y="75759"/>
                  </a:lnTo>
                  <a:lnTo>
                    <a:pt x="27126" y="79182"/>
                  </a:lnTo>
                  <a:lnTo>
                    <a:pt x="10939" y="81227"/>
                  </a:lnTo>
                  <a:lnTo>
                    <a:pt x="1321" y="82442"/>
                  </a:lnTo>
                  <a:lnTo>
                    <a:pt x="1134" y="76631"/>
                  </a:lnTo>
                  <a:lnTo>
                    <a:pt x="873" y="68534"/>
                  </a:lnTo>
                  <a:lnTo>
                    <a:pt x="575" y="59321"/>
                  </a:lnTo>
                  <a:lnTo>
                    <a:pt x="193" y="47472"/>
                  </a:lnTo>
                  <a:lnTo>
                    <a:pt x="0" y="414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882268" y="3780366"/>
              <a:ext cx="94925" cy="71390"/>
            </a:xfrm>
            <a:custGeom>
              <a:avLst/>
              <a:pathLst>
                <a:path w="94925" h="71390">
                  <a:moveTo>
                    <a:pt x="26149" y="24205"/>
                  </a:moveTo>
                  <a:lnTo>
                    <a:pt x="49408" y="37116"/>
                  </a:lnTo>
                  <a:lnTo>
                    <a:pt x="58656" y="19130"/>
                  </a:lnTo>
                  <a:lnTo>
                    <a:pt x="68492" y="0"/>
                  </a:lnTo>
                  <a:lnTo>
                    <a:pt x="81885" y="6845"/>
                  </a:lnTo>
                  <a:lnTo>
                    <a:pt x="94925" y="13510"/>
                  </a:lnTo>
                  <a:lnTo>
                    <a:pt x="86429" y="29236"/>
                  </a:lnTo>
                  <a:lnTo>
                    <a:pt x="84006" y="33722"/>
                  </a:lnTo>
                  <a:lnTo>
                    <a:pt x="80167" y="41294"/>
                  </a:lnTo>
                  <a:lnTo>
                    <a:pt x="74863" y="51759"/>
                  </a:lnTo>
                  <a:lnTo>
                    <a:pt x="64913" y="71390"/>
                  </a:lnTo>
                  <a:lnTo>
                    <a:pt x="53626" y="66815"/>
                  </a:lnTo>
                  <a:lnTo>
                    <a:pt x="37143" y="60135"/>
                  </a:lnTo>
                  <a:lnTo>
                    <a:pt x="26412" y="55786"/>
                  </a:lnTo>
                  <a:lnTo>
                    <a:pt x="21313" y="63455"/>
                  </a:lnTo>
                  <a:lnTo>
                    <a:pt x="16088" y="71312"/>
                  </a:lnTo>
                  <a:lnTo>
                    <a:pt x="4924" y="62117"/>
                  </a:lnTo>
                  <a:lnTo>
                    <a:pt x="0" y="58061"/>
                  </a:lnTo>
                  <a:lnTo>
                    <a:pt x="9812" y="44551"/>
                  </a:lnTo>
                  <a:lnTo>
                    <a:pt x="17313" y="34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615014" y="3758524"/>
              <a:ext cx="66397" cy="65389"/>
            </a:xfrm>
            <a:custGeom>
              <a:avLst/>
              <a:pathLst>
                <a:path w="66397" h="65389">
                  <a:moveTo>
                    <a:pt x="8445" y="18214"/>
                  </a:moveTo>
                  <a:lnTo>
                    <a:pt x="12196" y="11595"/>
                  </a:lnTo>
                  <a:lnTo>
                    <a:pt x="18767" y="0"/>
                  </a:lnTo>
                  <a:lnTo>
                    <a:pt x="23957" y="2985"/>
                  </a:lnTo>
                  <a:lnTo>
                    <a:pt x="31047" y="7063"/>
                  </a:lnTo>
                  <a:lnTo>
                    <a:pt x="37685" y="10881"/>
                  </a:lnTo>
                  <a:lnTo>
                    <a:pt x="45077" y="15133"/>
                  </a:lnTo>
                  <a:lnTo>
                    <a:pt x="52568" y="19442"/>
                  </a:lnTo>
                  <a:lnTo>
                    <a:pt x="58629" y="22928"/>
                  </a:lnTo>
                  <a:lnTo>
                    <a:pt x="66397" y="27396"/>
                  </a:lnTo>
                  <a:lnTo>
                    <a:pt x="58229" y="40131"/>
                  </a:lnTo>
                  <a:lnTo>
                    <a:pt x="55432" y="44492"/>
                  </a:lnTo>
                  <a:lnTo>
                    <a:pt x="51701" y="50309"/>
                  </a:lnTo>
                  <a:lnTo>
                    <a:pt x="49479" y="53773"/>
                  </a:lnTo>
                  <a:lnTo>
                    <a:pt x="42028" y="65389"/>
                  </a:lnTo>
                  <a:lnTo>
                    <a:pt x="23040" y="52694"/>
                  </a:lnTo>
                  <a:lnTo>
                    <a:pt x="0" y="37288"/>
                  </a:lnTo>
                  <a:lnTo>
                    <a:pt x="2985" y="27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751297" y="3727930"/>
              <a:ext cx="149014" cy="106675"/>
            </a:xfrm>
            <a:custGeom>
              <a:avLst/>
              <a:pathLst>
                <a:path w="149014" h="106675">
                  <a:moveTo>
                    <a:pt x="9210" y="18407"/>
                  </a:moveTo>
                  <a:lnTo>
                    <a:pt x="14731" y="0"/>
                  </a:lnTo>
                  <a:lnTo>
                    <a:pt x="50021" y="17826"/>
                  </a:lnTo>
                  <a:lnTo>
                    <a:pt x="122278" y="54327"/>
                  </a:lnTo>
                  <a:lnTo>
                    <a:pt x="149014" y="77434"/>
                  </a:lnTo>
                  <a:lnTo>
                    <a:pt x="139294" y="88829"/>
                  </a:lnTo>
                  <a:lnTo>
                    <a:pt x="131187" y="98334"/>
                  </a:lnTo>
                  <a:lnTo>
                    <a:pt x="124072" y="106675"/>
                  </a:lnTo>
                  <a:lnTo>
                    <a:pt x="114358" y="101025"/>
                  </a:lnTo>
                  <a:lnTo>
                    <a:pt x="101179" y="93359"/>
                  </a:lnTo>
                  <a:lnTo>
                    <a:pt x="90345" y="87058"/>
                  </a:lnTo>
                  <a:lnTo>
                    <a:pt x="79147" y="80544"/>
                  </a:lnTo>
                  <a:lnTo>
                    <a:pt x="75525" y="79106"/>
                  </a:lnTo>
                  <a:lnTo>
                    <a:pt x="67343" y="75857"/>
                  </a:lnTo>
                  <a:lnTo>
                    <a:pt x="58090" y="72182"/>
                  </a:lnTo>
                  <a:lnTo>
                    <a:pt x="46863" y="67724"/>
                  </a:lnTo>
                  <a:lnTo>
                    <a:pt x="36623" y="63658"/>
                  </a:lnTo>
                  <a:lnTo>
                    <a:pt x="22129" y="57903"/>
                  </a:lnTo>
                  <a:lnTo>
                    <a:pt x="0" y="49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632122" y="3674140"/>
              <a:ext cx="102859" cy="87934"/>
            </a:xfrm>
            <a:custGeom>
              <a:avLst/>
              <a:pathLst>
                <a:path w="102859" h="87934">
                  <a:moveTo>
                    <a:pt x="10193" y="33050"/>
                  </a:moveTo>
                  <a:lnTo>
                    <a:pt x="15708" y="23746"/>
                  </a:lnTo>
                  <a:lnTo>
                    <a:pt x="24347" y="13685"/>
                  </a:lnTo>
                  <a:lnTo>
                    <a:pt x="36073" y="29"/>
                  </a:lnTo>
                  <a:lnTo>
                    <a:pt x="51669" y="15"/>
                  </a:lnTo>
                  <a:lnTo>
                    <a:pt x="68466" y="0"/>
                  </a:lnTo>
                  <a:lnTo>
                    <a:pt x="79762" y="7923"/>
                  </a:lnTo>
                  <a:lnTo>
                    <a:pt x="83283" y="10393"/>
                  </a:lnTo>
                  <a:lnTo>
                    <a:pt x="90757" y="17469"/>
                  </a:lnTo>
                  <a:lnTo>
                    <a:pt x="102859" y="32178"/>
                  </a:lnTo>
                  <a:lnTo>
                    <a:pt x="94543" y="42441"/>
                  </a:lnTo>
                  <a:lnTo>
                    <a:pt x="85366" y="53767"/>
                  </a:lnTo>
                  <a:lnTo>
                    <a:pt x="81257" y="52635"/>
                  </a:lnTo>
                  <a:lnTo>
                    <a:pt x="74190" y="63382"/>
                  </a:lnTo>
                  <a:lnTo>
                    <a:pt x="65272" y="76944"/>
                  </a:lnTo>
                  <a:lnTo>
                    <a:pt x="58045" y="87934"/>
                  </a:lnTo>
                  <a:lnTo>
                    <a:pt x="52472" y="84316"/>
                  </a:lnTo>
                  <a:lnTo>
                    <a:pt x="43215" y="78305"/>
                  </a:lnTo>
                  <a:lnTo>
                    <a:pt x="37926" y="74871"/>
                  </a:lnTo>
                  <a:lnTo>
                    <a:pt x="31510" y="70704"/>
                  </a:lnTo>
                  <a:lnTo>
                    <a:pt x="22062" y="64570"/>
                  </a:lnTo>
                  <a:lnTo>
                    <a:pt x="18178" y="62048"/>
                  </a:lnTo>
                  <a:lnTo>
                    <a:pt x="11059" y="57426"/>
                  </a:lnTo>
                  <a:lnTo>
                    <a:pt x="4009" y="52848"/>
                  </a:lnTo>
                  <a:lnTo>
                    <a:pt x="0" y="50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95493" y="3629006"/>
              <a:ext cx="66303" cy="73405"/>
            </a:xfrm>
            <a:custGeom>
              <a:avLst/>
              <a:pathLst>
                <a:path w="66303" h="73405">
                  <a:moveTo>
                    <a:pt x="4204" y="26951"/>
                  </a:moveTo>
                  <a:lnTo>
                    <a:pt x="6828" y="14411"/>
                  </a:lnTo>
                  <a:lnTo>
                    <a:pt x="12245" y="8253"/>
                  </a:lnTo>
                  <a:lnTo>
                    <a:pt x="16959" y="2896"/>
                  </a:lnTo>
                  <a:lnTo>
                    <a:pt x="19604" y="0"/>
                  </a:lnTo>
                  <a:lnTo>
                    <a:pt x="29841" y="9724"/>
                  </a:lnTo>
                  <a:lnTo>
                    <a:pt x="37919" y="17397"/>
                  </a:lnTo>
                  <a:lnTo>
                    <a:pt x="45308" y="24415"/>
                  </a:lnTo>
                  <a:lnTo>
                    <a:pt x="52321" y="31077"/>
                  </a:lnTo>
                  <a:lnTo>
                    <a:pt x="66303" y="44358"/>
                  </a:lnTo>
                  <a:lnTo>
                    <a:pt x="54435" y="58208"/>
                  </a:lnTo>
                  <a:lnTo>
                    <a:pt x="41412" y="73405"/>
                  </a:lnTo>
                  <a:lnTo>
                    <a:pt x="36029" y="68137"/>
                  </a:lnTo>
                  <a:lnTo>
                    <a:pt x="30894" y="63111"/>
                  </a:lnTo>
                  <a:lnTo>
                    <a:pt x="24661" y="57012"/>
                  </a:lnTo>
                  <a:lnTo>
                    <a:pt x="0" y="32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718401" y="3604511"/>
              <a:ext cx="69387" cy="64574"/>
            </a:xfrm>
            <a:custGeom>
              <a:avLst/>
              <a:pathLst>
                <a:path w="69387" h="64574">
                  <a:moveTo>
                    <a:pt x="34029" y="54538"/>
                  </a:moveTo>
                  <a:lnTo>
                    <a:pt x="26023" y="46251"/>
                  </a:lnTo>
                  <a:lnTo>
                    <a:pt x="19451" y="39449"/>
                  </a:lnTo>
                  <a:lnTo>
                    <a:pt x="15120" y="34965"/>
                  </a:lnTo>
                  <a:lnTo>
                    <a:pt x="0" y="19315"/>
                  </a:lnTo>
                  <a:lnTo>
                    <a:pt x="13309" y="10156"/>
                  </a:lnTo>
                  <a:lnTo>
                    <a:pt x="28068" y="0"/>
                  </a:lnTo>
                  <a:lnTo>
                    <a:pt x="41191" y="1301"/>
                  </a:lnTo>
                  <a:lnTo>
                    <a:pt x="50976" y="14819"/>
                  </a:lnTo>
                  <a:lnTo>
                    <a:pt x="56918" y="23030"/>
                  </a:lnTo>
                  <a:lnTo>
                    <a:pt x="69387" y="40256"/>
                  </a:lnTo>
                  <a:lnTo>
                    <a:pt x="60855" y="48238"/>
                  </a:lnTo>
                  <a:lnTo>
                    <a:pt x="43394" y="64574"/>
                  </a:lnTo>
                  <a:lnTo>
                    <a:pt x="40349" y="61213"/>
                  </a:lnTo>
                  <a:lnTo>
                    <a:pt x="38403" y="59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973340" y="3587929"/>
              <a:ext cx="43594" cy="35496"/>
            </a:xfrm>
            <a:custGeom>
              <a:avLst/>
              <a:pathLst>
                <a:path w="43594" h="35496">
                  <a:moveTo>
                    <a:pt x="42235" y="27772"/>
                  </a:moveTo>
                  <a:lnTo>
                    <a:pt x="41017" y="30062"/>
                  </a:lnTo>
                  <a:lnTo>
                    <a:pt x="39278" y="33330"/>
                  </a:lnTo>
                  <a:lnTo>
                    <a:pt x="38126" y="35496"/>
                  </a:lnTo>
                  <a:lnTo>
                    <a:pt x="20742" y="23238"/>
                  </a:lnTo>
                  <a:lnTo>
                    <a:pt x="0" y="8610"/>
                  </a:lnTo>
                  <a:lnTo>
                    <a:pt x="6076" y="3789"/>
                  </a:lnTo>
                  <a:lnTo>
                    <a:pt x="10853" y="0"/>
                  </a:lnTo>
                  <a:lnTo>
                    <a:pt x="25210" y="11058"/>
                  </a:lnTo>
                  <a:lnTo>
                    <a:pt x="43594" y="25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989319" y="3552645"/>
              <a:ext cx="65246" cy="60972"/>
            </a:xfrm>
            <a:custGeom>
              <a:avLst/>
              <a:pathLst>
                <a:path w="65246" h="60972">
                  <a:moveTo>
                    <a:pt x="54150" y="53574"/>
                  </a:moveTo>
                  <a:lnTo>
                    <a:pt x="47119" y="60972"/>
                  </a:lnTo>
                  <a:lnTo>
                    <a:pt x="17734" y="35490"/>
                  </a:lnTo>
                  <a:lnTo>
                    <a:pt x="0" y="20110"/>
                  </a:lnTo>
                  <a:lnTo>
                    <a:pt x="12680" y="9749"/>
                  </a:lnTo>
                  <a:lnTo>
                    <a:pt x="24611" y="0"/>
                  </a:lnTo>
                  <a:lnTo>
                    <a:pt x="34809" y="10516"/>
                  </a:lnTo>
                  <a:lnTo>
                    <a:pt x="41170" y="17074"/>
                  </a:lnTo>
                  <a:lnTo>
                    <a:pt x="47969" y="24085"/>
                  </a:lnTo>
                  <a:lnTo>
                    <a:pt x="65246" y="41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915148" y="3576161"/>
              <a:ext cx="68741" cy="44282"/>
            </a:xfrm>
            <a:custGeom>
              <a:avLst/>
              <a:pathLst>
                <a:path w="68741" h="44282">
                  <a:moveTo>
                    <a:pt x="2610" y="24529"/>
                  </a:moveTo>
                  <a:lnTo>
                    <a:pt x="6055" y="20058"/>
                  </a:lnTo>
                  <a:lnTo>
                    <a:pt x="9646" y="15397"/>
                  </a:lnTo>
                  <a:lnTo>
                    <a:pt x="13290" y="10669"/>
                  </a:lnTo>
                  <a:lnTo>
                    <a:pt x="17378" y="5364"/>
                  </a:lnTo>
                  <a:lnTo>
                    <a:pt x="21511" y="0"/>
                  </a:lnTo>
                  <a:lnTo>
                    <a:pt x="33264" y="9139"/>
                  </a:lnTo>
                  <a:lnTo>
                    <a:pt x="68741" y="36729"/>
                  </a:lnTo>
                  <a:lnTo>
                    <a:pt x="64419" y="41347"/>
                  </a:lnTo>
                  <a:lnTo>
                    <a:pt x="61672" y="44282"/>
                  </a:lnTo>
                  <a:lnTo>
                    <a:pt x="31080" y="42668"/>
                  </a:lnTo>
                  <a:lnTo>
                    <a:pt x="12121" y="41668"/>
                  </a:lnTo>
                  <a:lnTo>
                    <a:pt x="0" y="27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770387" y="3544121"/>
              <a:ext cx="163302" cy="97269"/>
            </a:xfrm>
            <a:custGeom>
              <a:avLst/>
              <a:pathLst>
                <a:path w="163302" h="97269">
                  <a:moveTo>
                    <a:pt x="124694" y="52913"/>
                  </a:moveTo>
                  <a:lnTo>
                    <a:pt x="117008" y="56621"/>
                  </a:lnTo>
                  <a:lnTo>
                    <a:pt x="106016" y="61923"/>
                  </a:lnTo>
                  <a:lnTo>
                    <a:pt x="98981" y="65317"/>
                  </a:lnTo>
                  <a:lnTo>
                    <a:pt x="90014" y="65618"/>
                  </a:lnTo>
                  <a:lnTo>
                    <a:pt x="72195" y="66218"/>
                  </a:lnTo>
                  <a:lnTo>
                    <a:pt x="60750" y="69986"/>
                  </a:lnTo>
                  <a:lnTo>
                    <a:pt x="56071" y="73185"/>
                  </a:lnTo>
                  <a:lnTo>
                    <a:pt x="39836" y="84281"/>
                  </a:lnTo>
                  <a:lnTo>
                    <a:pt x="21366" y="97269"/>
                  </a:lnTo>
                  <a:lnTo>
                    <a:pt x="15053" y="88844"/>
                  </a:lnTo>
                  <a:lnTo>
                    <a:pt x="9252" y="81103"/>
                  </a:lnTo>
                  <a:lnTo>
                    <a:pt x="0" y="67096"/>
                  </a:lnTo>
                  <a:lnTo>
                    <a:pt x="26212" y="50884"/>
                  </a:lnTo>
                  <a:lnTo>
                    <a:pt x="58703" y="55804"/>
                  </a:lnTo>
                  <a:lnTo>
                    <a:pt x="69718" y="52075"/>
                  </a:lnTo>
                  <a:lnTo>
                    <a:pt x="112571" y="38895"/>
                  </a:lnTo>
                  <a:lnTo>
                    <a:pt x="131520" y="18965"/>
                  </a:lnTo>
                  <a:lnTo>
                    <a:pt x="137021" y="13179"/>
                  </a:lnTo>
                  <a:lnTo>
                    <a:pt x="149552" y="0"/>
                  </a:lnTo>
                  <a:lnTo>
                    <a:pt x="159118" y="7660"/>
                  </a:lnTo>
                  <a:lnTo>
                    <a:pt x="163302" y="12897"/>
                  </a:lnTo>
                  <a:lnTo>
                    <a:pt x="157943" y="18961"/>
                  </a:lnTo>
                  <a:lnTo>
                    <a:pt x="152270" y="25380"/>
                  </a:lnTo>
                  <a:lnTo>
                    <a:pt x="145896" y="32593"/>
                  </a:lnTo>
                  <a:lnTo>
                    <a:pt x="139539" y="39786"/>
                  </a:lnTo>
                  <a:lnTo>
                    <a:pt x="133182" y="46980"/>
                  </a:lnTo>
                  <a:lnTo>
                    <a:pt x="130348" y="501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5017130" y="3512492"/>
              <a:ext cx="99076" cy="96916"/>
            </a:xfrm>
            <a:custGeom>
              <a:avLst/>
              <a:pathLst>
                <a:path w="99076" h="96916">
                  <a:moveTo>
                    <a:pt x="51166" y="83965"/>
                  </a:moveTo>
                  <a:lnTo>
                    <a:pt x="40479" y="73883"/>
                  </a:lnTo>
                  <a:lnTo>
                    <a:pt x="0" y="35699"/>
                  </a:lnTo>
                  <a:lnTo>
                    <a:pt x="1826" y="33627"/>
                  </a:lnTo>
                  <a:lnTo>
                    <a:pt x="4693" y="30375"/>
                  </a:lnTo>
                  <a:lnTo>
                    <a:pt x="6814" y="27968"/>
                  </a:lnTo>
                  <a:lnTo>
                    <a:pt x="9322" y="25124"/>
                  </a:lnTo>
                  <a:lnTo>
                    <a:pt x="12383" y="21652"/>
                  </a:lnTo>
                  <a:lnTo>
                    <a:pt x="15452" y="18171"/>
                  </a:lnTo>
                  <a:lnTo>
                    <a:pt x="18486" y="14730"/>
                  </a:lnTo>
                  <a:lnTo>
                    <a:pt x="21889" y="10870"/>
                  </a:lnTo>
                  <a:lnTo>
                    <a:pt x="26343" y="5818"/>
                  </a:lnTo>
                  <a:lnTo>
                    <a:pt x="31472" y="0"/>
                  </a:lnTo>
                  <a:lnTo>
                    <a:pt x="51652" y="21220"/>
                  </a:lnTo>
                  <a:lnTo>
                    <a:pt x="99076" y="71090"/>
                  </a:lnTo>
                  <a:lnTo>
                    <a:pt x="96471" y="73058"/>
                  </a:lnTo>
                  <a:lnTo>
                    <a:pt x="94099" y="74850"/>
                  </a:lnTo>
                  <a:lnTo>
                    <a:pt x="91163" y="77069"/>
                  </a:lnTo>
                  <a:lnTo>
                    <a:pt x="88531" y="79058"/>
                  </a:lnTo>
                  <a:lnTo>
                    <a:pt x="85267" y="81524"/>
                  </a:lnTo>
                  <a:lnTo>
                    <a:pt x="81408" y="84439"/>
                  </a:lnTo>
                  <a:lnTo>
                    <a:pt x="77897" y="87093"/>
                  </a:lnTo>
                  <a:lnTo>
                    <a:pt x="64895" y="96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934227" y="3447963"/>
              <a:ext cx="24847" cy="17293"/>
            </a:xfrm>
            <a:custGeom>
              <a:avLst/>
              <a:pathLst>
                <a:path w="24847" h="17293">
                  <a:moveTo>
                    <a:pt x="23562" y="9451"/>
                  </a:moveTo>
                  <a:lnTo>
                    <a:pt x="21939" y="17293"/>
                  </a:lnTo>
                  <a:lnTo>
                    <a:pt x="11207" y="15046"/>
                  </a:lnTo>
                  <a:lnTo>
                    <a:pt x="0" y="12699"/>
                  </a:lnTo>
                  <a:lnTo>
                    <a:pt x="1944" y="5511"/>
                  </a:lnTo>
                  <a:lnTo>
                    <a:pt x="3436" y="0"/>
                  </a:lnTo>
                  <a:lnTo>
                    <a:pt x="12090" y="1310"/>
                  </a:lnTo>
                  <a:lnTo>
                    <a:pt x="24847" y="3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960560" y="3447405"/>
              <a:ext cx="72058" cy="58676"/>
            </a:xfrm>
            <a:custGeom>
              <a:avLst/>
              <a:pathLst>
                <a:path w="72058" h="58676">
                  <a:moveTo>
                    <a:pt x="54604" y="25247"/>
                  </a:moveTo>
                  <a:lnTo>
                    <a:pt x="12333" y="58676"/>
                  </a:lnTo>
                  <a:lnTo>
                    <a:pt x="7042" y="53977"/>
                  </a:lnTo>
                  <a:lnTo>
                    <a:pt x="0" y="47724"/>
                  </a:lnTo>
                  <a:lnTo>
                    <a:pt x="28125" y="20265"/>
                  </a:lnTo>
                  <a:lnTo>
                    <a:pt x="48572" y="8581"/>
                  </a:lnTo>
                  <a:lnTo>
                    <a:pt x="63589" y="0"/>
                  </a:lnTo>
                  <a:lnTo>
                    <a:pt x="64460" y="1176"/>
                  </a:lnTo>
                  <a:lnTo>
                    <a:pt x="65427" y="2483"/>
                  </a:lnTo>
                  <a:lnTo>
                    <a:pt x="66749" y="4270"/>
                  </a:lnTo>
                  <a:lnTo>
                    <a:pt x="67555" y="5359"/>
                  </a:lnTo>
                  <a:lnTo>
                    <a:pt x="68768" y="6999"/>
                  </a:lnTo>
                  <a:lnTo>
                    <a:pt x="69872" y="8490"/>
                  </a:lnTo>
                  <a:lnTo>
                    <a:pt x="71022" y="10044"/>
                  </a:lnTo>
                  <a:lnTo>
                    <a:pt x="72058" y="11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714434" y="3624997"/>
              <a:ext cx="154739" cy="171085"/>
            </a:xfrm>
            <a:custGeom>
              <a:avLst/>
              <a:pathLst>
                <a:path w="154739" h="171085">
                  <a:moveTo>
                    <a:pt x="71695" y="56968"/>
                  </a:moveTo>
                  <a:lnTo>
                    <a:pt x="64730" y="64084"/>
                  </a:lnTo>
                  <a:lnTo>
                    <a:pt x="45963" y="105155"/>
                  </a:lnTo>
                  <a:lnTo>
                    <a:pt x="24552" y="171085"/>
                  </a:lnTo>
                  <a:lnTo>
                    <a:pt x="8554" y="164796"/>
                  </a:lnTo>
                  <a:lnTo>
                    <a:pt x="498" y="161628"/>
                  </a:lnTo>
                  <a:lnTo>
                    <a:pt x="0" y="153501"/>
                  </a:lnTo>
                  <a:lnTo>
                    <a:pt x="852" y="150997"/>
                  </a:lnTo>
                  <a:lnTo>
                    <a:pt x="3052" y="144530"/>
                  </a:lnTo>
                  <a:lnTo>
                    <a:pt x="6155" y="135413"/>
                  </a:lnTo>
                  <a:lnTo>
                    <a:pt x="8901" y="127343"/>
                  </a:lnTo>
                  <a:lnTo>
                    <a:pt x="12382" y="117116"/>
                  </a:lnTo>
                  <a:lnTo>
                    <a:pt x="17935" y="108295"/>
                  </a:lnTo>
                  <a:lnTo>
                    <a:pt x="24476" y="97906"/>
                  </a:lnTo>
                  <a:lnTo>
                    <a:pt x="31034" y="87489"/>
                  </a:lnTo>
                  <a:lnTo>
                    <a:pt x="33011" y="84349"/>
                  </a:lnTo>
                  <a:lnTo>
                    <a:pt x="38485" y="77496"/>
                  </a:lnTo>
                  <a:lnTo>
                    <a:pt x="46332" y="67672"/>
                  </a:lnTo>
                  <a:lnTo>
                    <a:pt x="48351" y="65145"/>
                  </a:lnTo>
                  <a:lnTo>
                    <a:pt x="52661" y="58637"/>
                  </a:lnTo>
                  <a:lnTo>
                    <a:pt x="54421" y="55978"/>
                  </a:lnTo>
                  <a:lnTo>
                    <a:pt x="60091" y="50152"/>
                  </a:lnTo>
                  <a:lnTo>
                    <a:pt x="62223" y="47961"/>
                  </a:lnTo>
                  <a:lnTo>
                    <a:pt x="69286" y="41953"/>
                  </a:lnTo>
                  <a:lnTo>
                    <a:pt x="78443" y="34163"/>
                  </a:lnTo>
                  <a:lnTo>
                    <a:pt x="90566" y="23851"/>
                  </a:lnTo>
                  <a:lnTo>
                    <a:pt x="93723" y="21166"/>
                  </a:lnTo>
                  <a:lnTo>
                    <a:pt x="114869" y="6304"/>
                  </a:lnTo>
                  <a:lnTo>
                    <a:pt x="128306" y="1350"/>
                  </a:lnTo>
                  <a:lnTo>
                    <a:pt x="154299" y="0"/>
                  </a:lnTo>
                  <a:lnTo>
                    <a:pt x="154508" y="7699"/>
                  </a:lnTo>
                  <a:lnTo>
                    <a:pt x="154739" y="16212"/>
                  </a:lnTo>
                  <a:lnTo>
                    <a:pt x="134914" y="16212"/>
                  </a:lnTo>
                  <a:lnTo>
                    <a:pt x="117072" y="20040"/>
                  </a:lnTo>
                  <a:lnTo>
                    <a:pt x="97467" y="33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545300" y="3761095"/>
              <a:ext cx="61168" cy="92755"/>
            </a:xfrm>
            <a:custGeom>
              <a:avLst/>
              <a:pathLst>
                <a:path w="61168" h="92755">
                  <a:moveTo>
                    <a:pt x="53144" y="57072"/>
                  </a:moveTo>
                  <a:lnTo>
                    <a:pt x="32507" y="92755"/>
                  </a:lnTo>
                  <a:lnTo>
                    <a:pt x="16533" y="87613"/>
                  </a:lnTo>
                  <a:lnTo>
                    <a:pt x="0" y="82292"/>
                  </a:lnTo>
                  <a:lnTo>
                    <a:pt x="1811" y="78031"/>
                  </a:lnTo>
                  <a:lnTo>
                    <a:pt x="5550" y="69238"/>
                  </a:lnTo>
                  <a:lnTo>
                    <a:pt x="9351" y="60295"/>
                  </a:lnTo>
                  <a:lnTo>
                    <a:pt x="12578" y="52707"/>
                  </a:lnTo>
                  <a:lnTo>
                    <a:pt x="18417" y="38972"/>
                  </a:lnTo>
                  <a:lnTo>
                    <a:pt x="24718" y="24150"/>
                  </a:lnTo>
                  <a:lnTo>
                    <a:pt x="29276" y="13430"/>
                  </a:lnTo>
                  <a:lnTo>
                    <a:pt x="34985" y="0"/>
                  </a:lnTo>
                  <a:lnTo>
                    <a:pt x="41534" y="1548"/>
                  </a:lnTo>
                  <a:lnTo>
                    <a:pt x="52035" y="4031"/>
                  </a:lnTo>
                  <a:lnTo>
                    <a:pt x="61168" y="27465"/>
                  </a:lnTo>
                  <a:lnTo>
                    <a:pt x="56903" y="505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5031505" y="3450697"/>
              <a:ext cx="81775" cy="66227"/>
            </a:xfrm>
            <a:custGeom>
              <a:avLst/>
              <a:pathLst>
                <a:path w="81775" h="66227">
                  <a:moveTo>
                    <a:pt x="60336" y="54464"/>
                  </a:moveTo>
                  <a:lnTo>
                    <a:pt x="36825" y="66227"/>
                  </a:lnTo>
                  <a:lnTo>
                    <a:pt x="30306" y="59861"/>
                  </a:lnTo>
                  <a:lnTo>
                    <a:pt x="22311" y="52056"/>
                  </a:lnTo>
                  <a:lnTo>
                    <a:pt x="14474" y="44404"/>
                  </a:lnTo>
                  <a:lnTo>
                    <a:pt x="5153" y="35304"/>
                  </a:lnTo>
                  <a:lnTo>
                    <a:pt x="0" y="30272"/>
                  </a:lnTo>
                  <a:lnTo>
                    <a:pt x="13657" y="19464"/>
                  </a:lnTo>
                  <a:lnTo>
                    <a:pt x="25422" y="11271"/>
                  </a:lnTo>
                  <a:lnTo>
                    <a:pt x="34633" y="4857"/>
                  </a:lnTo>
                  <a:lnTo>
                    <a:pt x="41609" y="0"/>
                  </a:lnTo>
                  <a:lnTo>
                    <a:pt x="49148" y="8209"/>
                  </a:lnTo>
                  <a:lnTo>
                    <a:pt x="57186" y="16962"/>
                  </a:lnTo>
                  <a:lnTo>
                    <a:pt x="65889" y="26438"/>
                  </a:lnTo>
                  <a:lnTo>
                    <a:pt x="81775" y="437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306735" y="3224776"/>
              <a:ext cx="64110" cy="40799"/>
            </a:xfrm>
            <a:custGeom>
              <a:avLst/>
              <a:pathLst>
                <a:path w="64110" h="40799">
                  <a:moveTo>
                    <a:pt x="44683" y="27846"/>
                  </a:moveTo>
                  <a:lnTo>
                    <a:pt x="31694" y="32105"/>
                  </a:lnTo>
                  <a:lnTo>
                    <a:pt x="5181" y="40799"/>
                  </a:lnTo>
                  <a:lnTo>
                    <a:pt x="4094" y="34005"/>
                  </a:lnTo>
                  <a:lnTo>
                    <a:pt x="2760" y="25670"/>
                  </a:lnTo>
                  <a:lnTo>
                    <a:pt x="1947" y="20588"/>
                  </a:lnTo>
                  <a:lnTo>
                    <a:pt x="0" y="8420"/>
                  </a:lnTo>
                  <a:lnTo>
                    <a:pt x="19861" y="6930"/>
                  </a:lnTo>
                  <a:lnTo>
                    <a:pt x="25903" y="6476"/>
                  </a:lnTo>
                  <a:lnTo>
                    <a:pt x="58281" y="0"/>
                  </a:lnTo>
                  <a:lnTo>
                    <a:pt x="60426" y="6196"/>
                  </a:lnTo>
                  <a:lnTo>
                    <a:pt x="64110" y="16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948554" y="3809278"/>
              <a:ext cx="78099" cy="57314"/>
            </a:xfrm>
            <a:custGeom>
              <a:avLst/>
              <a:pathLst>
                <a:path w="78099" h="57314">
                  <a:moveTo>
                    <a:pt x="50882" y="56417"/>
                  </a:moveTo>
                  <a:lnTo>
                    <a:pt x="37069" y="56752"/>
                  </a:lnTo>
                  <a:lnTo>
                    <a:pt x="24446" y="57059"/>
                  </a:lnTo>
                  <a:lnTo>
                    <a:pt x="13927" y="57314"/>
                  </a:lnTo>
                  <a:lnTo>
                    <a:pt x="0" y="55404"/>
                  </a:lnTo>
                  <a:lnTo>
                    <a:pt x="2375" y="49654"/>
                  </a:lnTo>
                  <a:lnTo>
                    <a:pt x="6665" y="39272"/>
                  </a:lnTo>
                  <a:lnTo>
                    <a:pt x="11002" y="28775"/>
                  </a:lnTo>
                  <a:lnTo>
                    <a:pt x="14630" y="19995"/>
                  </a:lnTo>
                  <a:lnTo>
                    <a:pt x="17022" y="15581"/>
                  </a:lnTo>
                  <a:lnTo>
                    <a:pt x="22978" y="4593"/>
                  </a:lnTo>
                  <a:lnTo>
                    <a:pt x="25467" y="0"/>
                  </a:lnTo>
                  <a:lnTo>
                    <a:pt x="48884" y="5768"/>
                  </a:lnTo>
                  <a:lnTo>
                    <a:pt x="78099" y="12964"/>
                  </a:lnTo>
                  <a:lnTo>
                    <a:pt x="76505" y="23493"/>
                  </a:lnTo>
                  <a:lnTo>
                    <a:pt x="74766" y="34980"/>
                  </a:lnTo>
                  <a:lnTo>
                    <a:pt x="73855" y="40995"/>
                  </a:lnTo>
                  <a:lnTo>
                    <a:pt x="69747" y="49567"/>
                  </a:lnTo>
                  <a:lnTo>
                    <a:pt x="57107" y="562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973406" y="3880665"/>
              <a:ext cx="60267" cy="102172"/>
            </a:xfrm>
            <a:custGeom>
              <a:avLst/>
              <a:pathLst>
                <a:path w="60267" h="102172">
                  <a:moveTo>
                    <a:pt x="15763" y="85574"/>
                  </a:moveTo>
                  <a:lnTo>
                    <a:pt x="12316" y="66872"/>
                  </a:lnTo>
                  <a:lnTo>
                    <a:pt x="7325" y="39794"/>
                  </a:lnTo>
                  <a:lnTo>
                    <a:pt x="0" y="47"/>
                  </a:lnTo>
                  <a:lnTo>
                    <a:pt x="16563" y="26"/>
                  </a:lnTo>
                  <a:lnTo>
                    <a:pt x="37638" y="0"/>
                  </a:lnTo>
                  <a:lnTo>
                    <a:pt x="41096" y="14030"/>
                  </a:lnTo>
                  <a:lnTo>
                    <a:pt x="44416" y="27501"/>
                  </a:lnTo>
                  <a:lnTo>
                    <a:pt x="49386" y="47669"/>
                  </a:lnTo>
                  <a:lnTo>
                    <a:pt x="53395" y="63936"/>
                  </a:lnTo>
                  <a:lnTo>
                    <a:pt x="60267" y="91816"/>
                  </a:lnTo>
                  <a:lnTo>
                    <a:pt x="51967" y="93890"/>
                  </a:lnTo>
                  <a:lnTo>
                    <a:pt x="43904" y="95905"/>
                  </a:lnTo>
                  <a:lnTo>
                    <a:pt x="37437" y="97521"/>
                  </a:lnTo>
                  <a:lnTo>
                    <a:pt x="26219" y="100324"/>
                  </a:lnTo>
                  <a:lnTo>
                    <a:pt x="18823" y="102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5017172" y="3862745"/>
              <a:ext cx="30398" cy="72054"/>
            </a:xfrm>
            <a:custGeom>
              <a:avLst/>
              <a:pathLst>
                <a:path w="30398" h="72054">
                  <a:moveTo>
                    <a:pt x="26797" y="69638"/>
                  </a:moveTo>
                  <a:lnTo>
                    <a:pt x="20401" y="70946"/>
                  </a:lnTo>
                  <a:lnTo>
                    <a:pt x="14978" y="72054"/>
                  </a:lnTo>
                  <a:lnTo>
                    <a:pt x="5072" y="29164"/>
                  </a:lnTo>
                  <a:lnTo>
                    <a:pt x="0" y="7205"/>
                  </a:lnTo>
                  <a:lnTo>
                    <a:pt x="9150" y="3951"/>
                  </a:lnTo>
                  <a:lnTo>
                    <a:pt x="20265" y="0"/>
                  </a:lnTo>
                  <a:lnTo>
                    <a:pt x="22168" y="12936"/>
                  </a:lnTo>
                  <a:lnTo>
                    <a:pt x="24007" y="25444"/>
                  </a:lnTo>
                  <a:lnTo>
                    <a:pt x="26152" y="40033"/>
                  </a:lnTo>
                  <a:lnTo>
                    <a:pt x="30398" y="68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5043018" y="3947299"/>
              <a:ext cx="106661" cy="108915"/>
            </a:xfrm>
            <a:custGeom>
              <a:avLst/>
              <a:pathLst>
                <a:path w="106661" h="108915">
                  <a:moveTo>
                    <a:pt x="105278" y="64807"/>
                  </a:moveTo>
                  <a:lnTo>
                    <a:pt x="103953" y="70315"/>
                  </a:lnTo>
                  <a:lnTo>
                    <a:pt x="102279" y="77277"/>
                  </a:lnTo>
                  <a:lnTo>
                    <a:pt x="100871" y="83130"/>
                  </a:lnTo>
                  <a:lnTo>
                    <a:pt x="99527" y="88722"/>
                  </a:lnTo>
                  <a:lnTo>
                    <a:pt x="98278" y="93913"/>
                  </a:lnTo>
                  <a:lnTo>
                    <a:pt x="94887" y="98348"/>
                  </a:lnTo>
                  <a:lnTo>
                    <a:pt x="91060" y="103353"/>
                  </a:lnTo>
                  <a:lnTo>
                    <a:pt x="86806" y="108915"/>
                  </a:lnTo>
                  <a:lnTo>
                    <a:pt x="81605" y="105447"/>
                  </a:lnTo>
                  <a:lnTo>
                    <a:pt x="68275" y="96561"/>
                  </a:lnTo>
                  <a:lnTo>
                    <a:pt x="71418" y="88084"/>
                  </a:lnTo>
                  <a:lnTo>
                    <a:pt x="78198" y="69803"/>
                  </a:lnTo>
                  <a:lnTo>
                    <a:pt x="74932" y="66525"/>
                  </a:lnTo>
                  <a:lnTo>
                    <a:pt x="66215" y="57774"/>
                  </a:lnTo>
                  <a:lnTo>
                    <a:pt x="53747" y="45259"/>
                  </a:lnTo>
                  <a:lnTo>
                    <a:pt x="27064" y="34888"/>
                  </a:lnTo>
                  <a:lnTo>
                    <a:pt x="11454" y="28822"/>
                  </a:lnTo>
                  <a:lnTo>
                    <a:pt x="0" y="14861"/>
                  </a:lnTo>
                  <a:lnTo>
                    <a:pt x="5855" y="11395"/>
                  </a:lnTo>
                  <a:lnTo>
                    <a:pt x="17206" y="4678"/>
                  </a:lnTo>
                  <a:lnTo>
                    <a:pt x="25111" y="0"/>
                  </a:lnTo>
                  <a:lnTo>
                    <a:pt x="34977" y="7144"/>
                  </a:lnTo>
                  <a:lnTo>
                    <a:pt x="52657" y="19947"/>
                  </a:lnTo>
                  <a:lnTo>
                    <a:pt x="65290" y="29096"/>
                  </a:lnTo>
                  <a:lnTo>
                    <a:pt x="76594" y="37282"/>
                  </a:lnTo>
                  <a:lnTo>
                    <a:pt x="88162" y="45659"/>
                  </a:lnTo>
                  <a:lnTo>
                    <a:pt x="106661" y="590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147474" y="4018268"/>
              <a:ext cx="28678" cy="56918"/>
            </a:xfrm>
            <a:custGeom>
              <a:avLst/>
              <a:pathLst>
                <a:path w="28678" h="56918">
                  <a:moveTo>
                    <a:pt x="17558" y="55132"/>
                  </a:moveTo>
                  <a:lnTo>
                    <a:pt x="0" y="56918"/>
                  </a:lnTo>
                  <a:lnTo>
                    <a:pt x="189" y="47925"/>
                  </a:lnTo>
                  <a:lnTo>
                    <a:pt x="544" y="31031"/>
                  </a:lnTo>
                  <a:lnTo>
                    <a:pt x="881" y="15002"/>
                  </a:lnTo>
                  <a:lnTo>
                    <a:pt x="8536" y="7566"/>
                  </a:lnTo>
                  <a:lnTo>
                    <a:pt x="16324" y="0"/>
                  </a:lnTo>
                  <a:lnTo>
                    <a:pt x="28678" y="3970"/>
                  </a:lnTo>
                  <a:lnTo>
                    <a:pt x="28087" y="15216"/>
                  </a:lnTo>
                  <a:lnTo>
                    <a:pt x="27445" y="27410"/>
                  </a:lnTo>
                  <a:lnTo>
                    <a:pt x="26872" y="38303"/>
                  </a:lnTo>
                  <a:lnTo>
                    <a:pt x="26032" y="54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5020039" y="3735512"/>
              <a:ext cx="159243" cy="265735"/>
            </a:xfrm>
            <a:custGeom>
              <a:avLst/>
              <a:pathLst>
                <a:path w="159243" h="265735">
                  <a:moveTo>
                    <a:pt x="152398" y="50251"/>
                  </a:moveTo>
                  <a:lnTo>
                    <a:pt x="153852" y="53069"/>
                  </a:lnTo>
                  <a:lnTo>
                    <a:pt x="155257" y="54781"/>
                  </a:lnTo>
                  <a:lnTo>
                    <a:pt x="156711" y="57598"/>
                  </a:lnTo>
                  <a:lnTo>
                    <a:pt x="156655" y="61369"/>
                  </a:lnTo>
                  <a:lnTo>
                    <a:pt x="157907" y="64639"/>
                  </a:lnTo>
                  <a:lnTo>
                    <a:pt x="158255" y="67505"/>
                  </a:lnTo>
                  <a:lnTo>
                    <a:pt x="158353" y="69717"/>
                  </a:lnTo>
                  <a:lnTo>
                    <a:pt x="158700" y="72583"/>
                  </a:lnTo>
                  <a:lnTo>
                    <a:pt x="158798" y="74796"/>
                  </a:lnTo>
                  <a:lnTo>
                    <a:pt x="158492" y="77912"/>
                  </a:lnTo>
                  <a:lnTo>
                    <a:pt x="159243" y="79874"/>
                  </a:lnTo>
                  <a:lnTo>
                    <a:pt x="158888" y="81885"/>
                  </a:lnTo>
                  <a:lnTo>
                    <a:pt x="158331" y="84347"/>
                  </a:lnTo>
                  <a:lnTo>
                    <a:pt x="157977" y="86358"/>
                  </a:lnTo>
                  <a:lnTo>
                    <a:pt x="157670" y="89475"/>
                  </a:lnTo>
                  <a:lnTo>
                    <a:pt x="157065" y="90831"/>
                  </a:lnTo>
                  <a:lnTo>
                    <a:pt x="156105" y="94199"/>
                  </a:lnTo>
                  <a:lnTo>
                    <a:pt x="155096" y="96460"/>
                  </a:lnTo>
                  <a:lnTo>
                    <a:pt x="154491" y="97816"/>
                  </a:lnTo>
                  <a:lnTo>
                    <a:pt x="152877" y="101434"/>
                  </a:lnTo>
                  <a:lnTo>
                    <a:pt x="152119" y="104349"/>
                  </a:lnTo>
                  <a:lnTo>
                    <a:pt x="151513" y="105705"/>
                  </a:lnTo>
                  <a:lnTo>
                    <a:pt x="150706" y="107514"/>
                  </a:lnTo>
                  <a:lnTo>
                    <a:pt x="149899" y="109323"/>
                  </a:lnTo>
                  <a:lnTo>
                    <a:pt x="148890" y="111584"/>
                  </a:lnTo>
                  <a:lnTo>
                    <a:pt x="148083" y="113392"/>
                  </a:lnTo>
                  <a:lnTo>
                    <a:pt x="147075" y="115653"/>
                  </a:lnTo>
                  <a:lnTo>
                    <a:pt x="145864" y="118367"/>
                  </a:lnTo>
                  <a:lnTo>
                    <a:pt x="144201" y="120878"/>
                  </a:lnTo>
                  <a:lnTo>
                    <a:pt x="143394" y="122687"/>
                  </a:lnTo>
                  <a:lnTo>
                    <a:pt x="142385" y="124948"/>
                  </a:lnTo>
                  <a:lnTo>
                    <a:pt x="141126" y="126555"/>
                  </a:lnTo>
                  <a:lnTo>
                    <a:pt x="139665" y="128614"/>
                  </a:lnTo>
                  <a:lnTo>
                    <a:pt x="136945" y="132280"/>
                  </a:lnTo>
                  <a:lnTo>
                    <a:pt x="135484" y="134339"/>
                  </a:lnTo>
                  <a:lnTo>
                    <a:pt x="133821" y="136851"/>
                  </a:lnTo>
                  <a:lnTo>
                    <a:pt x="132360" y="138910"/>
                  </a:lnTo>
                  <a:lnTo>
                    <a:pt x="131101" y="140517"/>
                  </a:lnTo>
                  <a:lnTo>
                    <a:pt x="129890" y="143230"/>
                  </a:lnTo>
                  <a:lnTo>
                    <a:pt x="128882" y="145491"/>
                  </a:lnTo>
                  <a:lnTo>
                    <a:pt x="127873" y="147752"/>
                  </a:lnTo>
                  <a:lnTo>
                    <a:pt x="126864" y="150013"/>
                  </a:lnTo>
                  <a:lnTo>
                    <a:pt x="125855" y="152274"/>
                  </a:lnTo>
                  <a:lnTo>
                    <a:pt x="124846" y="154535"/>
                  </a:lnTo>
                  <a:lnTo>
                    <a:pt x="124290" y="156998"/>
                  </a:lnTo>
                  <a:lnTo>
                    <a:pt x="124387" y="159210"/>
                  </a:lnTo>
                  <a:lnTo>
                    <a:pt x="124484" y="161422"/>
                  </a:lnTo>
                  <a:lnTo>
                    <a:pt x="124380" y="164087"/>
                  </a:lnTo>
                  <a:lnTo>
                    <a:pt x="124227" y="165645"/>
                  </a:lnTo>
                  <a:lnTo>
                    <a:pt x="124776" y="168059"/>
                  </a:lnTo>
                  <a:lnTo>
                    <a:pt x="125124" y="170926"/>
                  </a:lnTo>
                  <a:lnTo>
                    <a:pt x="124818" y="174042"/>
                  </a:lnTo>
                  <a:lnTo>
                    <a:pt x="125667" y="178216"/>
                  </a:lnTo>
                  <a:lnTo>
                    <a:pt x="125764" y="180429"/>
                  </a:lnTo>
                  <a:lnTo>
                    <a:pt x="125861" y="182641"/>
                  </a:lnTo>
                  <a:lnTo>
                    <a:pt x="126411" y="185055"/>
                  </a:lnTo>
                  <a:lnTo>
                    <a:pt x="126710" y="186815"/>
                  </a:lnTo>
                  <a:lnTo>
                    <a:pt x="127211" y="188123"/>
                  </a:lnTo>
                  <a:lnTo>
                    <a:pt x="127308" y="190335"/>
                  </a:lnTo>
                  <a:lnTo>
                    <a:pt x="128811" y="194259"/>
                  </a:lnTo>
                  <a:lnTo>
                    <a:pt x="128908" y="196471"/>
                  </a:lnTo>
                  <a:lnTo>
                    <a:pt x="129458" y="198885"/>
                  </a:lnTo>
                  <a:lnTo>
                    <a:pt x="129806" y="201752"/>
                  </a:lnTo>
                  <a:lnTo>
                    <a:pt x="130759" y="203261"/>
                  </a:lnTo>
                  <a:lnTo>
                    <a:pt x="131559" y="206329"/>
                  </a:lnTo>
                  <a:lnTo>
                    <a:pt x="131656" y="208542"/>
                  </a:lnTo>
                  <a:lnTo>
                    <a:pt x="132706" y="212264"/>
                  </a:lnTo>
                  <a:lnTo>
                    <a:pt x="133506" y="215332"/>
                  </a:lnTo>
                  <a:lnTo>
                    <a:pt x="134056" y="217746"/>
                  </a:lnTo>
                  <a:lnTo>
                    <a:pt x="134355" y="219506"/>
                  </a:lnTo>
                  <a:lnTo>
                    <a:pt x="135405" y="223228"/>
                  </a:lnTo>
                  <a:lnTo>
                    <a:pt x="136157" y="225190"/>
                  </a:lnTo>
                  <a:lnTo>
                    <a:pt x="137207" y="228912"/>
                  </a:lnTo>
                  <a:lnTo>
                    <a:pt x="138710" y="232835"/>
                  </a:lnTo>
                  <a:lnTo>
                    <a:pt x="139510" y="235903"/>
                  </a:lnTo>
                  <a:lnTo>
                    <a:pt x="140511" y="238519"/>
                  </a:lnTo>
                  <a:lnTo>
                    <a:pt x="141465" y="240029"/>
                  </a:lnTo>
                  <a:lnTo>
                    <a:pt x="141562" y="242241"/>
                  </a:lnTo>
                  <a:lnTo>
                    <a:pt x="143315" y="246819"/>
                  </a:lnTo>
                  <a:lnTo>
                    <a:pt x="143565" y="247473"/>
                  </a:lnTo>
                  <a:lnTo>
                    <a:pt x="144818" y="250743"/>
                  </a:lnTo>
                  <a:lnTo>
                    <a:pt x="145367" y="253157"/>
                  </a:lnTo>
                  <a:lnTo>
                    <a:pt x="146772" y="254868"/>
                  </a:lnTo>
                  <a:lnTo>
                    <a:pt x="148525" y="259446"/>
                  </a:lnTo>
                  <a:lnTo>
                    <a:pt x="150181" y="261811"/>
                  </a:lnTo>
                  <a:lnTo>
                    <a:pt x="151635" y="264629"/>
                  </a:lnTo>
                  <a:lnTo>
                    <a:pt x="151684" y="265735"/>
                  </a:lnTo>
                  <a:lnTo>
                    <a:pt x="128167" y="250234"/>
                  </a:lnTo>
                  <a:lnTo>
                    <a:pt x="118760" y="244034"/>
                  </a:lnTo>
                  <a:lnTo>
                    <a:pt x="112449" y="239874"/>
                  </a:lnTo>
                  <a:lnTo>
                    <a:pt x="103717" y="234119"/>
                  </a:lnTo>
                  <a:lnTo>
                    <a:pt x="95400" y="228637"/>
                  </a:lnTo>
                  <a:lnTo>
                    <a:pt x="85364" y="222021"/>
                  </a:lnTo>
                  <a:lnTo>
                    <a:pt x="77221" y="216654"/>
                  </a:lnTo>
                  <a:lnTo>
                    <a:pt x="67286" y="210106"/>
                  </a:lnTo>
                  <a:lnTo>
                    <a:pt x="52382" y="200282"/>
                  </a:lnTo>
                  <a:lnTo>
                    <a:pt x="52243" y="192087"/>
                  </a:lnTo>
                  <a:lnTo>
                    <a:pt x="52348" y="189422"/>
                  </a:lnTo>
                  <a:lnTo>
                    <a:pt x="52250" y="187210"/>
                  </a:lnTo>
                  <a:lnTo>
                    <a:pt x="52355" y="184546"/>
                  </a:lnTo>
                  <a:lnTo>
                    <a:pt x="52709" y="182535"/>
                  </a:lnTo>
                  <a:lnTo>
                    <a:pt x="52410" y="180775"/>
                  </a:lnTo>
                  <a:lnTo>
                    <a:pt x="52967" y="178312"/>
                  </a:lnTo>
                  <a:lnTo>
                    <a:pt x="52417" y="175898"/>
                  </a:lnTo>
                  <a:lnTo>
                    <a:pt x="53426" y="173637"/>
                  </a:lnTo>
                  <a:lnTo>
                    <a:pt x="52724" y="172781"/>
                  </a:lnTo>
                  <a:lnTo>
                    <a:pt x="53030" y="169665"/>
                  </a:lnTo>
                  <a:lnTo>
                    <a:pt x="53586" y="167202"/>
                  </a:lnTo>
                  <a:lnTo>
                    <a:pt x="53538" y="166096"/>
                  </a:lnTo>
                  <a:lnTo>
                    <a:pt x="53893" y="164085"/>
                  </a:lnTo>
                  <a:lnTo>
                    <a:pt x="54400" y="160516"/>
                  </a:lnTo>
                  <a:lnTo>
                    <a:pt x="54053" y="157650"/>
                  </a:lnTo>
                  <a:lnTo>
                    <a:pt x="54407" y="155640"/>
                  </a:lnTo>
                  <a:lnTo>
                    <a:pt x="54310" y="153427"/>
                  </a:lnTo>
                  <a:lnTo>
                    <a:pt x="54011" y="151667"/>
                  </a:lnTo>
                  <a:lnTo>
                    <a:pt x="54366" y="149657"/>
                  </a:lnTo>
                  <a:lnTo>
                    <a:pt x="55326" y="146290"/>
                  </a:lnTo>
                  <a:lnTo>
                    <a:pt x="55681" y="144279"/>
                  </a:lnTo>
                  <a:lnTo>
                    <a:pt x="55834" y="142721"/>
                  </a:lnTo>
                  <a:lnTo>
                    <a:pt x="56996" y="138901"/>
                  </a:lnTo>
                  <a:lnTo>
                    <a:pt x="58005" y="136640"/>
                  </a:lnTo>
                  <a:lnTo>
                    <a:pt x="59013" y="134380"/>
                  </a:lnTo>
                  <a:lnTo>
                    <a:pt x="60474" y="132320"/>
                  </a:lnTo>
                  <a:lnTo>
                    <a:pt x="61935" y="130261"/>
                  </a:lnTo>
                  <a:lnTo>
                    <a:pt x="63146" y="127548"/>
                  </a:lnTo>
                  <a:lnTo>
                    <a:pt x="63953" y="125739"/>
                  </a:lnTo>
                  <a:lnTo>
                    <a:pt x="65164" y="123026"/>
                  </a:lnTo>
                  <a:lnTo>
                    <a:pt x="65769" y="121669"/>
                  </a:lnTo>
                  <a:lnTo>
                    <a:pt x="66979" y="118956"/>
                  </a:lnTo>
                  <a:lnTo>
                    <a:pt x="67536" y="116493"/>
                  </a:lnTo>
                  <a:lnTo>
                    <a:pt x="67891" y="114483"/>
                  </a:lnTo>
                  <a:lnTo>
                    <a:pt x="68044" y="112925"/>
                  </a:lnTo>
                  <a:lnTo>
                    <a:pt x="67898" y="109606"/>
                  </a:lnTo>
                  <a:lnTo>
                    <a:pt x="67801" y="107394"/>
                  </a:lnTo>
                  <a:lnTo>
                    <a:pt x="67049" y="105432"/>
                  </a:lnTo>
                  <a:lnTo>
                    <a:pt x="66298" y="103470"/>
                  </a:lnTo>
                  <a:lnTo>
                    <a:pt x="64642" y="101105"/>
                  </a:lnTo>
                  <a:lnTo>
                    <a:pt x="64141" y="99797"/>
                  </a:lnTo>
                  <a:lnTo>
                    <a:pt x="61581" y="97028"/>
                  </a:lnTo>
                  <a:lnTo>
                    <a:pt x="59926" y="94662"/>
                  </a:lnTo>
                  <a:lnTo>
                    <a:pt x="58520" y="92951"/>
                  </a:lnTo>
                  <a:lnTo>
                    <a:pt x="57115" y="91240"/>
                  </a:lnTo>
                  <a:lnTo>
                    <a:pt x="55258" y="89326"/>
                  </a:lnTo>
                  <a:lnTo>
                    <a:pt x="53852" y="87615"/>
                  </a:lnTo>
                  <a:lnTo>
                    <a:pt x="52246" y="86356"/>
                  </a:lnTo>
                  <a:lnTo>
                    <a:pt x="50138" y="83789"/>
                  </a:lnTo>
                  <a:lnTo>
                    <a:pt x="47626" y="82126"/>
                  </a:lnTo>
                  <a:lnTo>
                    <a:pt x="45518" y="79559"/>
                  </a:lnTo>
                  <a:lnTo>
                    <a:pt x="44162" y="78953"/>
                  </a:lnTo>
                  <a:lnTo>
                    <a:pt x="42103" y="77492"/>
                  </a:lnTo>
                  <a:lnTo>
                    <a:pt x="40294" y="76685"/>
                  </a:lnTo>
                  <a:lnTo>
                    <a:pt x="38687" y="75426"/>
                  </a:lnTo>
                  <a:lnTo>
                    <a:pt x="36579" y="72859"/>
                  </a:lnTo>
                  <a:lnTo>
                    <a:pt x="34770" y="72052"/>
                  </a:lnTo>
                  <a:lnTo>
                    <a:pt x="0" y="57622"/>
                  </a:lnTo>
                  <a:lnTo>
                    <a:pt x="1845" y="50878"/>
                  </a:lnTo>
                  <a:lnTo>
                    <a:pt x="3436" y="45058"/>
                  </a:lnTo>
                  <a:lnTo>
                    <a:pt x="19028" y="47876"/>
                  </a:lnTo>
                  <a:lnTo>
                    <a:pt x="32036" y="50228"/>
                  </a:lnTo>
                  <a:lnTo>
                    <a:pt x="37124" y="42543"/>
                  </a:lnTo>
                  <a:lnTo>
                    <a:pt x="49464" y="23906"/>
                  </a:lnTo>
                  <a:lnTo>
                    <a:pt x="59314" y="9028"/>
                  </a:lnTo>
                  <a:lnTo>
                    <a:pt x="65291" y="0"/>
                  </a:lnTo>
                  <a:lnTo>
                    <a:pt x="78451" y="4768"/>
                  </a:lnTo>
                  <a:lnTo>
                    <a:pt x="90917" y="9285"/>
                  </a:lnTo>
                  <a:lnTo>
                    <a:pt x="104566" y="14231"/>
                  </a:lnTo>
                  <a:lnTo>
                    <a:pt x="110567" y="16405"/>
                  </a:lnTo>
                  <a:lnTo>
                    <a:pt x="112376" y="17212"/>
                  </a:lnTo>
                  <a:lnTo>
                    <a:pt x="113983" y="18471"/>
                  </a:lnTo>
                  <a:lnTo>
                    <a:pt x="115590" y="19730"/>
                  </a:lnTo>
                  <a:lnTo>
                    <a:pt x="116995" y="21442"/>
                  </a:lnTo>
                  <a:lnTo>
                    <a:pt x="119054" y="22903"/>
                  </a:lnTo>
                  <a:lnTo>
                    <a:pt x="120863" y="23710"/>
                  </a:lnTo>
                  <a:lnTo>
                    <a:pt x="122470" y="24969"/>
                  </a:lnTo>
                  <a:lnTo>
                    <a:pt x="124077" y="26229"/>
                  </a:lnTo>
                  <a:lnTo>
                    <a:pt x="125232" y="27286"/>
                  </a:lnTo>
                  <a:lnTo>
                    <a:pt x="127945" y="28497"/>
                  </a:lnTo>
                  <a:lnTo>
                    <a:pt x="130909" y="30361"/>
                  </a:lnTo>
                  <a:lnTo>
                    <a:pt x="132717" y="31168"/>
                  </a:lnTo>
                  <a:lnTo>
                    <a:pt x="134526" y="31975"/>
                  </a:lnTo>
                  <a:lnTo>
                    <a:pt x="136384" y="33888"/>
                  </a:lnTo>
                  <a:lnTo>
                    <a:pt x="139347" y="35753"/>
                  </a:lnTo>
                  <a:lnTo>
                    <a:pt x="140752" y="37464"/>
                  </a:lnTo>
                  <a:lnTo>
                    <a:pt x="143264" y="39127"/>
                  </a:lnTo>
                  <a:lnTo>
                    <a:pt x="145824" y="41896"/>
                  </a:lnTo>
                  <a:lnTo>
                    <a:pt x="146979" y="42954"/>
                  </a:lnTo>
                  <a:lnTo>
                    <a:pt x="148182" y="45117"/>
                  </a:lnTo>
                  <a:lnTo>
                    <a:pt x="149337" y="46175"/>
                  </a:lnTo>
                  <a:lnTo>
                    <a:pt x="151243" y="491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474561" y="3898892"/>
              <a:ext cx="31424" cy="86297"/>
            </a:xfrm>
            <a:custGeom>
              <a:avLst/>
              <a:pathLst>
                <a:path w="31424" h="86297">
                  <a:moveTo>
                    <a:pt x="11694" y="62833"/>
                  </a:moveTo>
                  <a:lnTo>
                    <a:pt x="6635" y="39616"/>
                  </a:lnTo>
                  <a:lnTo>
                    <a:pt x="0" y="9162"/>
                  </a:lnTo>
                  <a:lnTo>
                    <a:pt x="2771" y="8101"/>
                  </a:lnTo>
                  <a:lnTo>
                    <a:pt x="5895" y="7963"/>
                  </a:lnTo>
                  <a:lnTo>
                    <a:pt x="8666" y="6902"/>
                  </a:lnTo>
                  <a:lnTo>
                    <a:pt x="11437" y="5841"/>
                  </a:lnTo>
                  <a:lnTo>
                    <a:pt x="14847" y="5064"/>
                  </a:lnTo>
                  <a:lnTo>
                    <a:pt x="17618" y="4003"/>
                  </a:lnTo>
                  <a:lnTo>
                    <a:pt x="20104" y="3581"/>
                  </a:lnTo>
                  <a:lnTo>
                    <a:pt x="23160" y="1881"/>
                  </a:lnTo>
                  <a:lnTo>
                    <a:pt x="26570" y="1104"/>
                  </a:lnTo>
                  <a:lnTo>
                    <a:pt x="29980" y="328"/>
                  </a:lnTo>
                  <a:lnTo>
                    <a:pt x="31424" y="0"/>
                  </a:lnTo>
                  <a:lnTo>
                    <a:pt x="31424" y="86297"/>
                  </a:lnTo>
                  <a:lnTo>
                    <a:pt x="29886" y="85611"/>
                  </a:lnTo>
                  <a:lnTo>
                    <a:pt x="26692" y="84186"/>
                  </a:lnTo>
                  <a:lnTo>
                    <a:pt x="23568" y="84323"/>
                  </a:lnTo>
                  <a:lnTo>
                    <a:pt x="21652" y="83469"/>
                  </a:lnTo>
                  <a:lnTo>
                    <a:pt x="17888" y="83321"/>
                  </a:lnTo>
                  <a:lnTo>
                    <a:pt x="15972" y="824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158440" y="3254570"/>
              <a:ext cx="41446" cy="86129"/>
            </a:xfrm>
            <a:custGeom>
              <a:avLst/>
              <a:pathLst>
                <a:path w="41446" h="86129">
                  <a:moveTo>
                    <a:pt x="24805" y="73911"/>
                  </a:moveTo>
                  <a:lnTo>
                    <a:pt x="2592" y="86129"/>
                  </a:lnTo>
                  <a:lnTo>
                    <a:pt x="1373" y="50505"/>
                  </a:lnTo>
                  <a:lnTo>
                    <a:pt x="0" y="10362"/>
                  </a:lnTo>
                  <a:lnTo>
                    <a:pt x="20355" y="4647"/>
                  </a:lnTo>
                  <a:lnTo>
                    <a:pt x="36911" y="0"/>
                  </a:lnTo>
                  <a:lnTo>
                    <a:pt x="37862" y="13570"/>
                  </a:lnTo>
                  <a:lnTo>
                    <a:pt x="39698" y="39800"/>
                  </a:lnTo>
                  <a:lnTo>
                    <a:pt x="41446" y="6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256224" y="3235140"/>
              <a:ext cx="50511" cy="42094"/>
            </a:xfrm>
            <a:custGeom>
              <a:avLst/>
              <a:pathLst>
                <a:path w="50511" h="42094">
                  <a:moveTo>
                    <a:pt x="32760" y="37240"/>
                  </a:moveTo>
                  <a:lnTo>
                    <a:pt x="3238" y="42094"/>
                  </a:lnTo>
                  <a:lnTo>
                    <a:pt x="2705" y="36446"/>
                  </a:lnTo>
                  <a:lnTo>
                    <a:pt x="1884" y="27741"/>
                  </a:lnTo>
                  <a:lnTo>
                    <a:pt x="1122" y="19667"/>
                  </a:lnTo>
                  <a:lnTo>
                    <a:pt x="0" y="7772"/>
                  </a:lnTo>
                  <a:lnTo>
                    <a:pt x="22133" y="3977"/>
                  </a:lnTo>
                  <a:lnTo>
                    <a:pt x="45330" y="0"/>
                  </a:lnTo>
                  <a:lnTo>
                    <a:pt x="46564" y="8175"/>
                  </a:lnTo>
                  <a:lnTo>
                    <a:pt x="48339" y="19931"/>
                  </a:lnTo>
                  <a:lnTo>
                    <a:pt x="50511" y="343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199885" y="3243560"/>
              <a:ext cx="51807" cy="73825"/>
            </a:xfrm>
            <a:custGeom>
              <a:avLst/>
              <a:pathLst>
                <a:path w="51807" h="73825">
                  <a:moveTo>
                    <a:pt x="43389" y="57635"/>
                  </a:moveTo>
                  <a:lnTo>
                    <a:pt x="33625" y="61703"/>
                  </a:lnTo>
                  <a:lnTo>
                    <a:pt x="4534" y="73825"/>
                  </a:lnTo>
                  <a:lnTo>
                    <a:pt x="4052" y="66796"/>
                  </a:lnTo>
                  <a:lnTo>
                    <a:pt x="0" y="7772"/>
                  </a:lnTo>
                  <a:lnTo>
                    <a:pt x="21667" y="4257"/>
                  </a:lnTo>
                  <a:lnTo>
                    <a:pt x="47920" y="0"/>
                  </a:lnTo>
                  <a:lnTo>
                    <a:pt x="48539" y="6700"/>
                  </a:lnTo>
                  <a:lnTo>
                    <a:pt x="49686" y="19121"/>
                  </a:lnTo>
                  <a:lnTo>
                    <a:pt x="50958" y="32906"/>
                  </a:lnTo>
                  <a:lnTo>
                    <a:pt x="51807" y="42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385738" y="3194338"/>
              <a:ext cx="47272" cy="31733"/>
            </a:xfrm>
            <a:custGeom>
              <a:avLst/>
              <a:pathLst>
                <a:path w="47272" h="31733">
                  <a:moveTo>
                    <a:pt x="1635" y="22416"/>
                  </a:moveTo>
                  <a:lnTo>
                    <a:pt x="0" y="18781"/>
                  </a:lnTo>
                  <a:lnTo>
                    <a:pt x="13828" y="13287"/>
                  </a:lnTo>
                  <a:lnTo>
                    <a:pt x="47272" y="0"/>
                  </a:lnTo>
                  <a:lnTo>
                    <a:pt x="17278" y="22965"/>
                  </a:lnTo>
                  <a:lnTo>
                    <a:pt x="5828" y="31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236154" y="3443015"/>
              <a:ext cx="40798" cy="45978"/>
            </a:xfrm>
            <a:custGeom>
              <a:avLst/>
              <a:pathLst>
                <a:path w="40798" h="45978">
                  <a:moveTo>
                    <a:pt x="28549" y="41443"/>
                  </a:moveTo>
                  <a:lnTo>
                    <a:pt x="14247" y="45978"/>
                  </a:lnTo>
                  <a:lnTo>
                    <a:pt x="4919" y="20538"/>
                  </a:lnTo>
                  <a:lnTo>
                    <a:pt x="0" y="7124"/>
                  </a:lnTo>
                  <a:lnTo>
                    <a:pt x="12701" y="3715"/>
                  </a:lnTo>
                  <a:lnTo>
                    <a:pt x="26550" y="0"/>
                  </a:lnTo>
                  <a:lnTo>
                    <a:pt x="29155" y="6866"/>
                  </a:lnTo>
                  <a:lnTo>
                    <a:pt x="32193" y="14876"/>
                  </a:lnTo>
                  <a:lnTo>
                    <a:pt x="35999" y="24909"/>
                  </a:lnTo>
                  <a:lnTo>
                    <a:pt x="40798" y="37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288608" y="3450138"/>
              <a:ext cx="20722" cy="25903"/>
            </a:xfrm>
            <a:custGeom>
              <a:avLst/>
              <a:pathLst>
                <a:path w="20722" h="25903">
                  <a:moveTo>
                    <a:pt x="14391" y="22057"/>
                  </a:moveTo>
                  <a:lnTo>
                    <a:pt x="9066" y="25903"/>
                  </a:lnTo>
                  <a:lnTo>
                    <a:pt x="3525" y="15613"/>
                  </a:lnTo>
                  <a:lnTo>
                    <a:pt x="0" y="9066"/>
                  </a:lnTo>
                  <a:lnTo>
                    <a:pt x="5659" y="4896"/>
                  </a:lnTo>
                  <a:lnTo>
                    <a:pt x="12303" y="0"/>
                  </a:lnTo>
                  <a:lnTo>
                    <a:pt x="13967" y="3456"/>
                  </a:lnTo>
                  <a:lnTo>
                    <a:pt x="17033" y="9822"/>
                  </a:lnTo>
                  <a:lnTo>
                    <a:pt x="20722" y="17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255581" y="3373723"/>
              <a:ext cx="69289" cy="47274"/>
            </a:xfrm>
            <a:custGeom>
              <a:avLst/>
              <a:pathLst>
                <a:path w="69289" h="47274">
                  <a:moveTo>
                    <a:pt x="67360" y="21846"/>
                  </a:moveTo>
                  <a:lnTo>
                    <a:pt x="64685" y="29696"/>
                  </a:lnTo>
                  <a:lnTo>
                    <a:pt x="59576" y="44682"/>
                  </a:lnTo>
                  <a:lnTo>
                    <a:pt x="38786" y="45586"/>
                  </a:lnTo>
                  <a:lnTo>
                    <a:pt x="0" y="47274"/>
                  </a:lnTo>
                  <a:lnTo>
                    <a:pt x="4483" y="36364"/>
                  </a:lnTo>
                  <a:lnTo>
                    <a:pt x="9772" y="23492"/>
                  </a:lnTo>
                  <a:lnTo>
                    <a:pt x="13972" y="13271"/>
                  </a:lnTo>
                  <a:lnTo>
                    <a:pt x="19425" y="0"/>
                  </a:lnTo>
                  <a:lnTo>
                    <a:pt x="43911" y="7949"/>
                  </a:lnTo>
                  <a:lnTo>
                    <a:pt x="69289" y="16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322929" y="3391028"/>
              <a:ext cx="34321" cy="27377"/>
            </a:xfrm>
            <a:custGeom>
              <a:avLst/>
              <a:pathLst>
                <a:path w="34321" h="27377">
                  <a:moveTo>
                    <a:pt x="29676" y="21055"/>
                  </a:moveTo>
                  <a:lnTo>
                    <a:pt x="27845" y="26729"/>
                  </a:lnTo>
                  <a:lnTo>
                    <a:pt x="15335" y="27020"/>
                  </a:lnTo>
                  <a:lnTo>
                    <a:pt x="0" y="27377"/>
                  </a:lnTo>
                  <a:lnTo>
                    <a:pt x="4014" y="16588"/>
                  </a:lnTo>
                  <a:lnTo>
                    <a:pt x="10186" y="0"/>
                  </a:lnTo>
                  <a:lnTo>
                    <a:pt x="20975" y="2974"/>
                  </a:lnTo>
                  <a:lnTo>
                    <a:pt x="34321" y="6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273063" y="3318031"/>
              <a:ext cx="46625" cy="40797"/>
            </a:xfrm>
            <a:custGeom>
              <a:avLst/>
              <a:pathLst>
                <a:path w="46625" h="40797">
                  <a:moveTo>
                    <a:pt x="23228" y="36015"/>
                  </a:moveTo>
                  <a:lnTo>
                    <a:pt x="0" y="40797"/>
                  </a:lnTo>
                  <a:lnTo>
                    <a:pt x="0" y="32151"/>
                  </a:lnTo>
                  <a:lnTo>
                    <a:pt x="0" y="18132"/>
                  </a:lnTo>
                  <a:lnTo>
                    <a:pt x="1236" y="14984"/>
                  </a:lnTo>
                  <a:lnTo>
                    <a:pt x="7122" y="0"/>
                  </a:lnTo>
                  <a:lnTo>
                    <a:pt x="22335" y="6732"/>
                  </a:lnTo>
                  <a:lnTo>
                    <a:pt x="46625" y="17483"/>
                  </a:lnTo>
                  <a:lnTo>
                    <a:pt x="45324" y="24640"/>
                  </a:lnTo>
                  <a:lnTo>
                    <a:pt x="44035" y="31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359193" y="3379549"/>
              <a:ext cx="32378" cy="29788"/>
            </a:xfrm>
            <a:custGeom>
              <a:avLst/>
              <a:pathLst>
                <a:path w="32378" h="29788">
                  <a:moveTo>
                    <a:pt x="29412" y="16452"/>
                  </a:moveTo>
                  <a:lnTo>
                    <a:pt x="25903" y="29788"/>
                  </a:lnTo>
                  <a:lnTo>
                    <a:pt x="18328" y="28462"/>
                  </a:lnTo>
                  <a:lnTo>
                    <a:pt x="0" y="25255"/>
                  </a:lnTo>
                  <a:lnTo>
                    <a:pt x="1512" y="20717"/>
                  </a:lnTo>
                  <a:lnTo>
                    <a:pt x="4289" y="12387"/>
                  </a:lnTo>
                  <a:lnTo>
                    <a:pt x="6524" y="5679"/>
                  </a:lnTo>
                  <a:lnTo>
                    <a:pt x="8417" y="0"/>
                  </a:lnTo>
                  <a:lnTo>
                    <a:pt x="18977" y="2282"/>
                  </a:lnTo>
                  <a:lnTo>
                    <a:pt x="32378" y="5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158683" y="3737388"/>
              <a:ext cx="101582" cy="213398"/>
            </a:xfrm>
            <a:custGeom>
              <a:avLst/>
              <a:pathLst>
                <a:path w="101582" h="213398">
                  <a:moveTo>
                    <a:pt x="92559" y="124257"/>
                  </a:moveTo>
                  <a:lnTo>
                    <a:pt x="78686" y="140167"/>
                  </a:lnTo>
                  <a:lnTo>
                    <a:pt x="61857" y="159466"/>
                  </a:lnTo>
                  <a:lnTo>
                    <a:pt x="41989" y="182250"/>
                  </a:lnTo>
                  <a:lnTo>
                    <a:pt x="14827" y="213398"/>
                  </a:lnTo>
                  <a:lnTo>
                    <a:pt x="13357" y="211298"/>
                  </a:lnTo>
                  <a:lnTo>
                    <a:pt x="11750" y="210039"/>
                  </a:lnTo>
                  <a:lnTo>
                    <a:pt x="10546" y="207875"/>
                  </a:lnTo>
                  <a:lnTo>
                    <a:pt x="8890" y="205509"/>
                  </a:lnTo>
                  <a:lnTo>
                    <a:pt x="7687" y="203346"/>
                  </a:lnTo>
                  <a:lnTo>
                    <a:pt x="6233" y="200528"/>
                  </a:lnTo>
                  <a:lnTo>
                    <a:pt x="4980" y="197258"/>
                  </a:lnTo>
                  <a:lnTo>
                    <a:pt x="4633" y="194391"/>
                  </a:lnTo>
                  <a:lnTo>
                    <a:pt x="3179" y="191573"/>
                  </a:lnTo>
                  <a:lnTo>
                    <a:pt x="2378" y="188505"/>
                  </a:lnTo>
                  <a:lnTo>
                    <a:pt x="1829" y="186091"/>
                  </a:lnTo>
                  <a:lnTo>
                    <a:pt x="1732" y="183878"/>
                  </a:lnTo>
                  <a:lnTo>
                    <a:pt x="1384" y="181012"/>
                  </a:lnTo>
                  <a:lnTo>
                    <a:pt x="1036" y="178145"/>
                  </a:lnTo>
                  <a:lnTo>
                    <a:pt x="737" y="176385"/>
                  </a:lnTo>
                  <a:lnTo>
                    <a:pt x="591" y="173066"/>
                  </a:lnTo>
                  <a:lnTo>
                    <a:pt x="744" y="171508"/>
                  </a:lnTo>
                  <a:lnTo>
                    <a:pt x="194" y="169094"/>
                  </a:lnTo>
                  <a:lnTo>
                    <a:pt x="299" y="166429"/>
                  </a:lnTo>
                  <a:lnTo>
                    <a:pt x="0" y="164669"/>
                  </a:lnTo>
                  <a:lnTo>
                    <a:pt x="556" y="162206"/>
                  </a:lnTo>
                  <a:lnTo>
                    <a:pt x="208" y="159339"/>
                  </a:lnTo>
                  <a:lnTo>
                    <a:pt x="1217" y="157078"/>
                  </a:lnTo>
                  <a:lnTo>
                    <a:pt x="1322" y="154413"/>
                  </a:lnTo>
                  <a:lnTo>
                    <a:pt x="2331" y="152152"/>
                  </a:lnTo>
                  <a:lnTo>
                    <a:pt x="3541" y="149439"/>
                  </a:lnTo>
                  <a:lnTo>
                    <a:pt x="4550" y="147177"/>
                  </a:lnTo>
                  <a:lnTo>
                    <a:pt x="6213" y="144666"/>
                  </a:lnTo>
                  <a:lnTo>
                    <a:pt x="7424" y="141952"/>
                  </a:lnTo>
                  <a:lnTo>
                    <a:pt x="8885" y="139893"/>
                  </a:lnTo>
                  <a:lnTo>
                    <a:pt x="9692" y="138084"/>
                  </a:lnTo>
                  <a:lnTo>
                    <a:pt x="10701" y="135823"/>
                  </a:lnTo>
                  <a:lnTo>
                    <a:pt x="11911" y="133110"/>
                  </a:lnTo>
                  <a:lnTo>
                    <a:pt x="12718" y="131301"/>
                  </a:lnTo>
                  <a:lnTo>
                    <a:pt x="13526" y="129492"/>
                  </a:lnTo>
                  <a:lnTo>
                    <a:pt x="14131" y="128135"/>
                  </a:lnTo>
                  <a:lnTo>
                    <a:pt x="15140" y="125874"/>
                  </a:lnTo>
                  <a:lnTo>
                    <a:pt x="16149" y="123613"/>
                  </a:lnTo>
                  <a:lnTo>
                    <a:pt x="17561" y="120447"/>
                  </a:lnTo>
                  <a:lnTo>
                    <a:pt x="18772" y="117734"/>
                  </a:lnTo>
                  <a:lnTo>
                    <a:pt x="19579" y="115925"/>
                  </a:lnTo>
                  <a:lnTo>
                    <a:pt x="20386" y="114116"/>
                  </a:lnTo>
                  <a:lnTo>
                    <a:pt x="21395" y="111855"/>
                  </a:lnTo>
                  <a:lnTo>
                    <a:pt x="22807" y="108689"/>
                  </a:lnTo>
                  <a:lnTo>
                    <a:pt x="23364" y="106226"/>
                  </a:lnTo>
                  <a:lnTo>
                    <a:pt x="24171" y="104417"/>
                  </a:lnTo>
                  <a:lnTo>
                    <a:pt x="24728" y="101954"/>
                  </a:lnTo>
                  <a:lnTo>
                    <a:pt x="25285" y="99491"/>
                  </a:lnTo>
                  <a:lnTo>
                    <a:pt x="26092" y="97682"/>
                  </a:lnTo>
                  <a:lnTo>
                    <a:pt x="26648" y="95219"/>
                  </a:lnTo>
                  <a:lnTo>
                    <a:pt x="26801" y="93661"/>
                  </a:lnTo>
                  <a:lnTo>
                    <a:pt x="27358" y="91198"/>
                  </a:lnTo>
                  <a:lnTo>
                    <a:pt x="28165" y="89389"/>
                  </a:lnTo>
                  <a:lnTo>
                    <a:pt x="28722" y="86926"/>
                  </a:lnTo>
                  <a:lnTo>
                    <a:pt x="28826" y="84261"/>
                  </a:lnTo>
                  <a:lnTo>
                    <a:pt x="29633" y="82452"/>
                  </a:lnTo>
                  <a:lnTo>
                    <a:pt x="30190" y="79989"/>
                  </a:lnTo>
                  <a:lnTo>
                    <a:pt x="30294" y="77325"/>
                  </a:lnTo>
                  <a:lnTo>
                    <a:pt x="29946" y="74458"/>
                  </a:lnTo>
                  <a:lnTo>
                    <a:pt x="29647" y="72698"/>
                  </a:lnTo>
                  <a:lnTo>
                    <a:pt x="29752" y="70033"/>
                  </a:lnTo>
                  <a:lnTo>
                    <a:pt x="29453" y="68273"/>
                  </a:lnTo>
                  <a:lnTo>
                    <a:pt x="29557" y="65608"/>
                  </a:lnTo>
                  <a:lnTo>
                    <a:pt x="28806" y="63646"/>
                  </a:lnTo>
                  <a:lnTo>
                    <a:pt x="28708" y="61434"/>
                  </a:lnTo>
                  <a:lnTo>
                    <a:pt x="28159" y="59019"/>
                  </a:lnTo>
                  <a:lnTo>
                    <a:pt x="28312" y="57461"/>
                  </a:lnTo>
                  <a:lnTo>
                    <a:pt x="27108" y="55297"/>
                  </a:lnTo>
                  <a:lnTo>
                    <a:pt x="26357" y="53335"/>
                  </a:lnTo>
                  <a:lnTo>
                    <a:pt x="26259" y="51122"/>
                  </a:lnTo>
                  <a:lnTo>
                    <a:pt x="24805" y="48305"/>
                  </a:lnTo>
                  <a:lnTo>
                    <a:pt x="23602" y="46141"/>
                  </a:lnTo>
                  <a:lnTo>
                    <a:pt x="22148" y="43323"/>
                  </a:lnTo>
                  <a:lnTo>
                    <a:pt x="21194" y="41813"/>
                  </a:lnTo>
                  <a:lnTo>
                    <a:pt x="20443" y="39851"/>
                  </a:lnTo>
                  <a:lnTo>
                    <a:pt x="14223" y="29484"/>
                  </a:lnTo>
                  <a:lnTo>
                    <a:pt x="40131" y="15709"/>
                  </a:lnTo>
                  <a:lnTo>
                    <a:pt x="69675" y="0"/>
                  </a:lnTo>
                  <a:lnTo>
                    <a:pt x="80898" y="40065"/>
                  </a:lnTo>
                  <a:lnTo>
                    <a:pt x="101582" y="113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178497" y="3853924"/>
              <a:ext cx="158402" cy="119754"/>
            </a:xfrm>
            <a:custGeom>
              <a:avLst/>
              <a:pathLst>
                <a:path w="158402" h="119754">
                  <a:moveTo>
                    <a:pt x="155737" y="67896"/>
                  </a:moveTo>
                  <a:lnTo>
                    <a:pt x="154178" y="67743"/>
                  </a:lnTo>
                  <a:lnTo>
                    <a:pt x="151514" y="67638"/>
                  </a:lnTo>
                  <a:lnTo>
                    <a:pt x="149301" y="67736"/>
                  </a:lnTo>
                  <a:lnTo>
                    <a:pt x="146838" y="67179"/>
                  </a:lnTo>
                  <a:lnTo>
                    <a:pt x="145280" y="67026"/>
                  </a:lnTo>
                  <a:lnTo>
                    <a:pt x="142866" y="67575"/>
                  </a:lnTo>
                  <a:lnTo>
                    <a:pt x="140855" y="67221"/>
                  </a:lnTo>
                  <a:lnTo>
                    <a:pt x="137988" y="67568"/>
                  </a:lnTo>
                  <a:lnTo>
                    <a:pt x="136228" y="67867"/>
                  </a:lnTo>
                  <a:lnTo>
                    <a:pt x="134016" y="67965"/>
                  </a:lnTo>
                  <a:lnTo>
                    <a:pt x="131852" y="69168"/>
                  </a:lnTo>
                  <a:lnTo>
                    <a:pt x="130092" y="69468"/>
                  </a:lnTo>
                  <a:lnTo>
                    <a:pt x="127928" y="70671"/>
                  </a:lnTo>
                  <a:lnTo>
                    <a:pt x="126418" y="71624"/>
                  </a:lnTo>
                  <a:lnTo>
                    <a:pt x="124254" y="72828"/>
                  </a:lnTo>
                  <a:lnTo>
                    <a:pt x="122090" y="74032"/>
                  </a:lnTo>
                  <a:lnTo>
                    <a:pt x="119927" y="75235"/>
                  </a:lnTo>
                  <a:lnTo>
                    <a:pt x="118417" y="76188"/>
                  </a:lnTo>
                  <a:lnTo>
                    <a:pt x="116253" y="77392"/>
                  </a:lnTo>
                  <a:lnTo>
                    <a:pt x="114291" y="78143"/>
                  </a:lnTo>
                  <a:lnTo>
                    <a:pt x="111675" y="79145"/>
                  </a:lnTo>
                  <a:lnTo>
                    <a:pt x="109915" y="79444"/>
                  </a:lnTo>
                  <a:lnTo>
                    <a:pt x="107952" y="80196"/>
                  </a:lnTo>
                  <a:lnTo>
                    <a:pt x="104884" y="80996"/>
                  </a:lnTo>
                  <a:lnTo>
                    <a:pt x="103124" y="81295"/>
                  </a:lnTo>
                  <a:lnTo>
                    <a:pt x="101162" y="82046"/>
                  </a:lnTo>
                  <a:lnTo>
                    <a:pt x="98998" y="83250"/>
                  </a:lnTo>
                  <a:lnTo>
                    <a:pt x="97036" y="84001"/>
                  </a:lnTo>
                  <a:lnTo>
                    <a:pt x="95074" y="84752"/>
                  </a:lnTo>
                  <a:lnTo>
                    <a:pt x="93112" y="85504"/>
                  </a:lnTo>
                  <a:lnTo>
                    <a:pt x="91150" y="86255"/>
                  </a:lnTo>
                  <a:lnTo>
                    <a:pt x="89188" y="87007"/>
                  </a:lnTo>
                  <a:lnTo>
                    <a:pt x="87226" y="87758"/>
                  </a:lnTo>
                  <a:lnTo>
                    <a:pt x="85062" y="88962"/>
                  </a:lnTo>
                  <a:lnTo>
                    <a:pt x="83100" y="89713"/>
                  </a:lnTo>
                  <a:lnTo>
                    <a:pt x="81388" y="91118"/>
                  </a:lnTo>
                  <a:lnTo>
                    <a:pt x="79879" y="92071"/>
                  </a:lnTo>
                  <a:lnTo>
                    <a:pt x="77965" y="93929"/>
                  </a:lnTo>
                  <a:lnTo>
                    <a:pt x="75802" y="95133"/>
                  </a:lnTo>
                  <a:lnTo>
                    <a:pt x="74292" y="96086"/>
                  </a:lnTo>
                  <a:lnTo>
                    <a:pt x="72128" y="97289"/>
                  </a:lnTo>
                  <a:lnTo>
                    <a:pt x="70416" y="98695"/>
                  </a:lnTo>
                  <a:lnTo>
                    <a:pt x="68253" y="99898"/>
                  </a:lnTo>
                  <a:lnTo>
                    <a:pt x="66541" y="101304"/>
                  </a:lnTo>
                  <a:lnTo>
                    <a:pt x="64830" y="102709"/>
                  </a:lnTo>
                  <a:lnTo>
                    <a:pt x="62666" y="103913"/>
                  </a:lnTo>
                  <a:lnTo>
                    <a:pt x="60704" y="104664"/>
                  </a:lnTo>
                  <a:lnTo>
                    <a:pt x="58540" y="105868"/>
                  </a:lnTo>
                  <a:lnTo>
                    <a:pt x="55924" y="106870"/>
                  </a:lnTo>
                  <a:lnTo>
                    <a:pt x="54414" y="107823"/>
                  </a:lnTo>
                  <a:lnTo>
                    <a:pt x="51798" y="108825"/>
                  </a:lnTo>
                  <a:lnTo>
                    <a:pt x="50086" y="110230"/>
                  </a:lnTo>
                  <a:lnTo>
                    <a:pt x="48326" y="110529"/>
                  </a:lnTo>
                  <a:lnTo>
                    <a:pt x="46162" y="111733"/>
                  </a:lnTo>
                  <a:lnTo>
                    <a:pt x="44402" y="112032"/>
                  </a:lnTo>
                  <a:lnTo>
                    <a:pt x="42440" y="112783"/>
                  </a:lnTo>
                  <a:lnTo>
                    <a:pt x="40026" y="113333"/>
                  </a:lnTo>
                  <a:lnTo>
                    <a:pt x="38063" y="114084"/>
                  </a:lnTo>
                  <a:lnTo>
                    <a:pt x="36352" y="115490"/>
                  </a:lnTo>
                  <a:lnTo>
                    <a:pt x="34640" y="116895"/>
                  </a:lnTo>
                  <a:lnTo>
                    <a:pt x="32275" y="118551"/>
                  </a:lnTo>
                  <a:lnTo>
                    <a:pt x="30111" y="119754"/>
                  </a:lnTo>
                  <a:lnTo>
                    <a:pt x="26994" y="119448"/>
                  </a:lnTo>
                  <a:lnTo>
                    <a:pt x="23174" y="118286"/>
                  </a:lnTo>
                  <a:lnTo>
                    <a:pt x="21164" y="117931"/>
                  </a:lnTo>
                  <a:lnTo>
                    <a:pt x="19807" y="117326"/>
                  </a:lnTo>
                  <a:lnTo>
                    <a:pt x="17344" y="116769"/>
                  </a:lnTo>
                  <a:lnTo>
                    <a:pt x="15083" y="115760"/>
                  </a:lnTo>
                  <a:lnTo>
                    <a:pt x="13726" y="115155"/>
                  </a:lnTo>
                  <a:lnTo>
                    <a:pt x="10060" y="112435"/>
                  </a:lnTo>
                  <a:lnTo>
                    <a:pt x="7548" y="110772"/>
                  </a:lnTo>
                  <a:lnTo>
                    <a:pt x="6344" y="108608"/>
                  </a:lnTo>
                  <a:lnTo>
                    <a:pt x="4939" y="106896"/>
                  </a:lnTo>
                  <a:lnTo>
                    <a:pt x="3784" y="105839"/>
                  </a:lnTo>
                  <a:lnTo>
                    <a:pt x="1224" y="103070"/>
                  </a:lnTo>
                  <a:lnTo>
                    <a:pt x="0" y="101941"/>
                  </a:lnTo>
                  <a:lnTo>
                    <a:pt x="53750" y="41172"/>
                  </a:lnTo>
                  <a:lnTo>
                    <a:pt x="89455" y="805"/>
                  </a:lnTo>
                  <a:lnTo>
                    <a:pt x="91264" y="1612"/>
                  </a:lnTo>
                  <a:lnTo>
                    <a:pt x="93073" y="2419"/>
                  </a:lnTo>
                  <a:lnTo>
                    <a:pt x="95988" y="3178"/>
                  </a:lnTo>
                  <a:lnTo>
                    <a:pt x="97547" y="3331"/>
                  </a:lnTo>
                  <a:lnTo>
                    <a:pt x="99759" y="3234"/>
                  </a:lnTo>
                  <a:lnTo>
                    <a:pt x="101568" y="4041"/>
                  </a:lnTo>
                  <a:lnTo>
                    <a:pt x="104233" y="4145"/>
                  </a:lnTo>
                  <a:lnTo>
                    <a:pt x="106898" y="4250"/>
                  </a:lnTo>
                  <a:lnTo>
                    <a:pt x="108456" y="4402"/>
                  </a:lnTo>
                  <a:lnTo>
                    <a:pt x="110870" y="3853"/>
                  </a:lnTo>
                  <a:lnTo>
                    <a:pt x="113083" y="3756"/>
                  </a:lnTo>
                  <a:lnTo>
                    <a:pt x="114843" y="3457"/>
                  </a:lnTo>
                  <a:lnTo>
                    <a:pt x="117508" y="3561"/>
                  </a:lnTo>
                  <a:lnTo>
                    <a:pt x="120374" y="3213"/>
                  </a:lnTo>
                  <a:lnTo>
                    <a:pt x="122337" y="2462"/>
                  </a:lnTo>
                  <a:lnTo>
                    <a:pt x="125001" y="2566"/>
                  </a:lnTo>
                  <a:lnTo>
                    <a:pt x="127416" y="2016"/>
                  </a:lnTo>
                  <a:lnTo>
                    <a:pt x="130282" y="1669"/>
                  </a:lnTo>
                  <a:lnTo>
                    <a:pt x="133802" y="1070"/>
                  </a:lnTo>
                  <a:lnTo>
                    <a:pt x="135361" y="1223"/>
                  </a:lnTo>
                  <a:lnTo>
                    <a:pt x="137775" y="674"/>
                  </a:lnTo>
                  <a:lnTo>
                    <a:pt x="139988" y="577"/>
                  </a:lnTo>
                  <a:lnTo>
                    <a:pt x="141998" y="931"/>
                  </a:lnTo>
                  <a:lnTo>
                    <a:pt x="144865" y="584"/>
                  </a:lnTo>
                  <a:lnTo>
                    <a:pt x="147077" y="486"/>
                  </a:lnTo>
                  <a:lnTo>
                    <a:pt x="150194" y="793"/>
                  </a:lnTo>
                  <a:lnTo>
                    <a:pt x="152859" y="897"/>
                  </a:lnTo>
                  <a:lnTo>
                    <a:pt x="154821" y="145"/>
                  </a:lnTo>
                  <a:lnTo>
                    <a:pt x="158140" y="0"/>
                  </a:lnTo>
                  <a:lnTo>
                    <a:pt x="158225" y="22143"/>
                  </a:lnTo>
                  <a:lnTo>
                    <a:pt x="158402" y="68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350316" y="3850516"/>
              <a:ext cx="55532" cy="72536"/>
            </a:xfrm>
            <a:custGeom>
              <a:avLst/>
              <a:pathLst>
                <a:path w="55532" h="72536">
                  <a:moveTo>
                    <a:pt x="53118" y="62052"/>
                  </a:moveTo>
                  <a:lnTo>
                    <a:pt x="51608" y="63005"/>
                  </a:lnTo>
                  <a:lnTo>
                    <a:pt x="49194" y="63554"/>
                  </a:lnTo>
                  <a:lnTo>
                    <a:pt x="46578" y="64556"/>
                  </a:lnTo>
                  <a:lnTo>
                    <a:pt x="44163" y="65106"/>
                  </a:lnTo>
                  <a:lnTo>
                    <a:pt x="42403" y="65405"/>
                  </a:lnTo>
                  <a:lnTo>
                    <a:pt x="40239" y="66608"/>
                  </a:lnTo>
                  <a:lnTo>
                    <a:pt x="37171" y="67409"/>
                  </a:lnTo>
                  <a:lnTo>
                    <a:pt x="35411" y="67708"/>
                  </a:lnTo>
                  <a:lnTo>
                    <a:pt x="33449" y="68459"/>
                  </a:lnTo>
                  <a:lnTo>
                    <a:pt x="31487" y="69210"/>
                  </a:lnTo>
                  <a:lnTo>
                    <a:pt x="28620" y="69558"/>
                  </a:lnTo>
                  <a:lnTo>
                    <a:pt x="26206" y="70108"/>
                  </a:lnTo>
                  <a:lnTo>
                    <a:pt x="23541" y="70003"/>
                  </a:lnTo>
                  <a:lnTo>
                    <a:pt x="21579" y="70755"/>
                  </a:lnTo>
                  <a:lnTo>
                    <a:pt x="19367" y="70852"/>
                  </a:lnTo>
                  <a:lnTo>
                    <a:pt x="16751" y="71854"/>
                  </a:lnTo>
                  <a:lnTo>
                    <a:pt x="14990" y="72153"/>
                  </a:lnTo>
                  <a:lnTo>
                    <a:pt x="12326" y="72049"/>
                  </a:lnTo>
                  <a:lnTo>
                    <a:pt x="9209" y="71743"/>
                  </a:lnTo>
                  <a:lnTo>
                    <a:pt x="7448" y="72042"/>
                  </a:lnTo>
                  <a:lnTo>
                    <a:pt x="5688" y="72341"/>
                  </a:lnTo>
                  <a:lnTo>
                    <a:pt x="3476" y="72438"/>
                  </a:lnTo>
                  <a:lnTo>
                    <a:pt x="1263" y="72536"/>
                  </a:lnTo>
                  <a:lnTo>
                    <a:pt x="461" y="27725"/>
                  </a:lnTo>
                  <a:lnTo>
                    <a:pt x="0" y="1919"/>
                  </a:lnTo>
                  <a:lnTo>
                    <a:pt x="2212" y="1822"/>
                  </a:lnTo>
                  <a:lnTo>
                    <a:pt x="5531" y="1676"/>
                  </a:lnTo>
                  <a:lnTo>
                    <a:pt x="7994" y="2232"/>
                  </a:lnTo>
                  <a:lnTo>
                    <a:pt x="8648" y="1982"/>
                  </a:lnTo>
                  <a:lnTo>
                    <a:pt x="11312" y="2086"/>
                  </a:lnTo>
                  <a:lnTo>
                    <a:pt x="13775" y="2643"/>
                  </a:lnTo>
                  <a:lnTo>
                    <a:pt x="15988" y="2545"/>
                  </a:lnTo>
                  <a:lnTo>
                    <a:pt x="18854" y="2198"/>
                  </a:lnTo>
                  <a:lnTo>
                    <a:pt x="31322" y="3422"/>
                  </a:lnTo>
                  <a:lnTo>
                    <a:pt x="46197" y="0"/>
                  </a:lnTo>
                  <a:lnTo>
                    <a:pt x="49223" y="19932"/>
                  </a:lnTo>
                  <a:lnTo>
                    <a:pt x="55532" y="61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402854" y="3832557"/>
              <a:ext cx="67122" cy="76407"/>
            </a:xfrm>
            <a:custGeom>
              <a:avLst/>
              <a:pathLst>
                <a:path w="67122" h="76407">
                  <a:moveTo>
                    <a:pt x="63601" y="66375"/>
                  </a:moveTo>
                  <a:lnTo>
                    <a:pt x="61639" y="67126"/>
                  </a:lnTo>
                  <a:lnTo>
                    <a:pt x="59879" y="67425"/>
                  </a:lnTo>
                  <a:lnTo>
                    <a:pt x="58119" y="67724"/>
                  </a:lnTo>
                  <a:lnTo>
                    <a:pt x="55704" y="68274"/>
                  </a:lnTo>
                  <a:lnTo>
                    <a:pt x="52838" y="68622"/>
                  </a:lnTo>
                  <a:lnTo>
                    <a:pt x="50876" y="69373"/>
                  </a:lnTo>
                  <a:lnTo>
                    <a:pt x="48461" y="69923"/>
                  </a:lnTo>
                  <a:lnTo>
                    <a:pt x="45595" y="70271"/>
                  </a:lnTo>
                  <a:lnTo>
                    <a:pt x="43835" y="70570"/>
                  </a:lnTo>
                  <a:lnTo>
                    <a:pt x="42075" y="70869"/>
                  </a:lnTo>
                  <a:lnTo>
                    <a:pt x="39660" y="71418"/>
                  </a:lnTo>
                  <a:lnTo>
                    <a:pt x="37246" y="71968"/>
                  </a:lnTo>
                  <a:lnTo>
                    <a:pt x="35486" y="72267"/>
                  </a:lnTo>
                  <a:lnTo>
                    <a:pt x="33071" y="72817"/>
                  </a:lnTo>
                  <a:lnTo>
                    <a:pt x="29753" y="72963"/>
                  </a:lnTo>
                  <a:lnTo>
                    <a:pt x="27993" y="73262"/>
                  </a:lnTo>
                  <a:lnTo>
                    <a:pt x="25578" y="73812"/>
                  </a:lnTo>
                  <a:lnTo>
                    <a:pt x="23616" y="74563"/>
                  </a:lnTo>
                  <a:lnTo>
                    <a:pt x="20750" y="74911"/>
                  </a:lnTo>
                  <a:lnTo>
                    <a:pt x="18335" y="75460"/>
                  </a:lnTo>
                  <a:lnTo>
                    <a:pt x="16123" y="75558"/>
                  </a:lnTo>
                  <a:lnTo>
                    <a:pt x="14161" y="76309"/>
                  </a:lnTo>
                  <a:lnTo>
                    <a:pt x="11948" y="76407"/>
                  </a:lnTo>
                  <a:lnTo>
                    <a:pt x="5977" y="46467"/>
                  </a:lnTo>
                  <a:lnTo>
                    <a:pt x="0" y="16499"/>
                  </a:lnTo>
                  <a:lnTo>
                    <a:pt x="23782" y="11027"/>
                  </a:lnTo>
                  <a:lnTo>
                    <a:pt x="24888" y="10978"/>
                  </a:lnTo>
                  <a:lnTo>
                    <a:pt x="27706" y="9524"/>
                  </a:lnTo>
                  <a:lnTo>
                    <a:pt x="28812" y="9475"/>
                  </a:lnTo>
                  <a:lnTo>
                    <a:pt x="31227" y="8926"/>
                  </a:lnTo>
                  <a:lnTo>
                    <a:pt x="33391" y="7722"/>
                  </a:lnTo>
                  <a:lnTo>
                    <a:pt x="35353" y="6971"/>
                  </a:lnTo>
                  <a:lnTo>
                    <a:pt x="37315" y="6219"/>
                  </a:lnTo>
                  <a:lnTo>
                    <a:pt x="40536" y="3861"/>
                  </a:lnTo>
                  <a:lnTo>
                    <a:pt x="42498" y="3109"/>
                  </a:lnTo>
                  <a:lnTo>
                    <a:pt x="44008" y="2156"/>
                  </a:lnTo>
                  <a:lnTo>
                    <a:pt x="46373" y="500"/>
                  </a:lnTo>
                  <a:lnTo>
                    <a:pt x="47681" y="0"/>
                  </a:lnTo>
                  <a:lnTo>
                    <a:pt x="55322" y="25850"/>
                  </a:lnTo>
                  <a:lnTo>
                    <a:pt x="67122" y="65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457076" y="3814144"/>
              <a:ext cx="48908" cy="82888"/>
            </a:xfrm>
            <a:custGeom>
              <a:avLst/>
              <a:pathLst>
                <a:path w="48908" h="82888">
                  <a:moveTo>
                    <a:pt x="32916" y="80648"/>
                  </a:moveTo>
                  <a:lnTo>
                    <a:pt x="29598" y="80794"/>
                  </a:lnTo>
                  <a:lnTo>
                    <a:pt x="26731" y="81142"/>
                  </a:lnTo>
                  <a:lnTo>
                    <a:pt x="24519" y="81239"/>
                  </a:lnTo>
                  <a:lnTo>
                    <a:pt x="22557" y="81991"/>
                  </a:lnTo>
                  <a:lnTo>
                    <a:pt x="19690" y="82338"/>
                  </a:lnTo>
                  <a:lnTo>
                    <a:pt x="17276" y="82888"/>
                  </a:lnTo>
                  <a:lnTo>
                    <a:pt x="14382" y="71667"/>
                  </a:lnTo>
                  <a:lnTo>
                    <a:pt x="11793" y="61632"/>
                  </a:lnTo>
                  <a:lnTo>
                    <a:pt x="8459" y="48706"/>
                  </a:lnTo>
                  <a:lnTo>
                    <a:pt x="4389" y="32926"/>
                  </a:lnTo>
                  <a:lnTo>
                    <a:pt x="2381" y="25141"/>
                  </a:lnTo>
                  <a:lnTo>
                    <a:pt x="0" y="15908"/>
                  </a:lnTo>
                  <a:lnTo>
                    <a:pt x="2163" y="14704"/>
                  </a:lnTo>
                  <a:lnTo>
                    <a:pt x="4327" y="13500"/>
                  </a:lnTo>
                  <a:lnTo>
                    <a:pt x="6491" y="12297"/>
                  </a:lnTo>
                  <a:lnTo>
                    <a:pt x="8202" y="10891"/>
                  </a:lnTo>
                  <a:lnTo>
                    <a:pt x="10617" y="10342"/>
                  </a:lnTo>
                  <a:lnTo>
                    <a:pt x="12078" y="8282"/>
                  </a:lnTo>
                  <a:lnTo>
                    <a:pt x="14040" y="7531"/>
                  </a:lnTo>
                  <a:lnTo>
                    <a:pt x="16656" y="6529"/>
                  </a:lnTo>
                  <a:lnTo>
                    <a:pt x="18618" y="5778"/>
                  </a:lnTo>
                  <a:lnTo>
                    <a:pt x="21888" y="4526"/>
                  </a:lnTo>
                  <a:lnTo>
                    <a:pt x="24302" y="3976"/>
                  </a:lnTo>
                  <a:lnTo>
                    <a:pt x="27370" y="3176"/>
                  </a:lnTo>
                  <a:lnTo>
                    <a:pt x="29583" y="3078"/>
                  </a:lnTo>
                  <a:lnTo>
                    <a:pt x="31795" y="2981"/>
                  </a:lnTo>
                  <a:lnTo>
                    <a:pt x="34662" y="2633"/>
                  </a:lnTo>
                  <a:lnTo>
                    <a:pt x="36221" y="2786"/>
                  </a:lnTo>
                  <a:lnTo>
                    <a:pt x="38635" y="2237"/>
                  </a:lnTo>
                  <a:lnTo>
                    <a:pt x="41049" y="1687"/>
                  </a:lnTo>
                  <a:lnTo>
                    <a:pt x="42809" y="1388"/>
                  </a:lnTo>
                  <a:lnTo>
                    <a:pt x="45224" y="838"/>
                  </a:lnTo>
                  <a:lnTo>
                    <a:pt x="47638" y="289"/>
                  </a:lnTo>
                  <a:lnTo>
                    <a:pt x="48908" y="0"/>
                  </a:lnTo>
                  <a:lnTo>
                    <a:pt x="48908" y="29365"/>
                  </a:lnTo>
                  <a:lnTo>
                    <a:pt x="46592" y="37416"/>
                  </a:lnTo>
                  <a:lnTo>
                    <a:pt x="34426" y="796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498342" y="3865575"/>
              <a:ext cx="7642" cy="27519"/>
            </a:xfrm>
            <a:custGeom>
              <a:avLst/>
              <a:pathLst>
                <a:path w="7642" h="27519">
                  <a:moveTo>
                    <a:pt x="7041" y="26323"/>
                  </a:moveTo>
                  <a:lnTo>
                    <a:pt x="4626" y="26872"/>
                  </a:lnTo>
                  <a:lnTo>
                    <a:pt x="2212" y="27422"/>
                  </a:lnTo>
                  <a:lnTo>
                    <a:pt x="0" y="27519"/>
                  </a:lnTo>
                  <a:lnTo>
                    <a:pt x="7642" y="0"/>
                  </a:lnTo>
                  <a:lnTo>
                    <a:pt x="7642" y="26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305643" y="3725114"/>
              <a:ext cx="85834" cy="122586"/>
            </a:xfrm>
            <a:custGeom>
              <a:avLst/>
              <a:pathLst>
                <a:path w="85834" h="122586">
                  <a:moveTo>
                    <a:pt x="81141" y="42720"/>
                  </a:moveTo>
                  <a:lnTo>
                    <a:pt x="71265" y="119094"/>
                  </a:lnTo>
                  <a:lnTo>
                    <a:pt x="68399" y="119442"/>
                  </a:lnTo>
                  <a:lnTo>
                    <a:pt x="66639" y="119741"/>
                  </a:lnTo>
                  <a:lnTo>
                    <a:pt x="64879" y="120040"/>
                  </a:lnTo>
                  <a:lnTo>
                    <a:pt x="62666" y="120138"/>
                  </a:lnTo>
                  <a:lnTo>
                    <a:pt x="59800" y="120485"/>
                  </a:lnTo>
                  <a:lnTo>
                    <a:pt x="57789" y="120131"/>
                  </a:lnTo>
                  <a:lnTo>
                    <a:pt x="56029" y="120430"/>
                  </a:lnTo>
                  <a:lnTo>
                    <a:pt x="54018" y="120075"/>
                  </a:lnTo>
                  <a:lnTo>
                    <a:pt x="51805" y="120172"/>
                  </a:lnTo>
                  <a:lnTo>
                    <a:pt x="49141" y="120068"/>
                  </a:lnTo>
                  <a:lnTo>
                    <a:pt x="46726" y="120618"/>
                  </a:lnTo>
                  <a:lnTo>
                    <a:pt x="44514" y="120715"/>
                  </a:lnTo>
                  <a:lnTo>
                    <a:pt x="41849" y="120610"/>
                  </a:lnTo>
                  <a:lnTo>
                    <a:pt x="39435" y="121160"/>
                  </a:lnTo>
                  <a:lnTo>
                    <a:pt x="37675" y="121459"/>
                  </a:lnTo>
                  <a:lnTo>
                    <a:pt x="35261" y="122009"/>
                  </a:lnTo>
                  <a:lnTo>
                    <a:pt x="32144" y="121703"/>
                  </a:lnTo>
                  <a:lnTo>
                    <a:pt x="29277" y="122050"/>
                  </a:lnTo>
                  <a:lnTo>
                    <a:pt x="27718" y="121897"/>
                  </a:lnTo>
                  <a:lnTo>
                    <a:pt x="25506" y="121995"/>
                  </a:lnTo>
                  <a:lnTo>
                    <a:pt x="23293" y="122092"/>
                  </a:lnTo>
                  <a:lnTo>
                    <a:pt x="21081" y="122189"/>
                  </a:lnTo>
                  <a:lnTo>
                    <a:pt x="19321" y="122489"/>
                  </a:lnTo>
                  <a:lnTo>
                    <a:pt x="17108" y="122586"/>
                  </a:lnTo>
                  <a:lnTo>
                    <a:pt x="0" y="120950"/>
                  </a:lnTo>
                  <a:lnTo>
                    <a:pt x="10811" y="80986"/>
                  </a:lnTo>
                  <a:lnTo>
                    <a:pt x="21479" y="41555"/>
                  </a:lnTo>
                  <a:lnTo>
                    <a:pt x="26590" y="22664"/>
                  </a:lnTo>
                  <a:lnTo>
                    <a:pt x="60541" y="0"/>
                  </a:lnTo>
                  <a:lnTo>
                    <a:pt x="62158" y="2369"/>
                  </a:lnTo>
                  <a:lnTo>
                    <a:pt x="63062" y="2773"/>
                  </a:lnTo>
                  <a:lnTo>
                    <a:pt x="65073" y="3127"/>
                  </a:lnTo>
                  <a:lnTo>
                    <a:pt x="66882" y="3935"/>
                  </a:lnTo>
                  <a:lnTo>
                    <a:pt x="68893" y="4290"/>
                  </a:lnTo>
                  <a:lnTo>
                    <a:pt x="71307" y="3740"/>
                  </a:lnTo>
                  <a:lnTo>
                    <a:pt x="73116" y="4547"/>
                  </a:lnTo>
                  <a:lnTo>
                    <a:pt x="75329" y="4450"/>
                  </a:lnTo>
                  <a:lnTo>
                    <a:pt x="77137" y="5257"/>
                  </a:lnTo>
                  <a:lnTo>
                    <a:pt x="79148" y="5612"/>
                  </a:lnTo>
                  <a:lnTo>
                    <a:pt x="81361" y="5514"/>
                  </a:lnTo>
                  <a:lnTo>
                    <a:pt x="83622" y="6523"/>
                  </a:lnTo>
                  <a:lnTo>
                    <a:pt x="85834" y="6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386162" y="3729419"/>
              <a:ext cx="64642" cy="113496"/>
            </a:xfrm>
            <a:custGeom>
              <a:avLst/>
              <a:pathLst>
                <a:path w="64642" h="113496">
                  <a:moveTo>
                    <a:pt x="61824" y="92819"/>
                  </a:moveTo>
                  <a:lnTo>
                    <a:pt x="59459" y="94475"/>
                  </a:lnTo>
                  <a:lnTo>
                    <a:pt x="56843" y="95477"/>
                  </a:lnTo>
                  <a:lnTo>
                    <a:pt x="55333" y="96430"/>
                  </a:lnTo>
                  <a:lnTo>
                    <a:pt x="53169" y="97633"/>
                  </a:lnTo>
                  <a:lnTo>
                    <a:pt x="51207" y="98385"/>
                  </a:lnTo>
                  <a:lnTo>
                    <a:pt x="49697" y="99338"/>
                  </a:lnTo>
                  <a:lnTo>
                    <a:pt x="47735" y="100089"/>
                  </a:lnTo>
                  <a:lnTo>
                    <a:pt x="44917" y="101543"/>
                  </a:lnTo>
                  <a:lnTo>
                    <a:pt x="41849" y="102343"/>
                  </a:lnTo>
                  <a:lnTo>
                    <a:pt x="38983" y="102691"/>
                  </a:lnTo>
                  <a:lnTo>
                    <a:pt x="35712" y="103944"/>
                  </a:lnTo>
                  <a:lnTo>
                    <a:pt x="33750" y="104695"/>
                  </a:lnTo>
                  <a:lnTo>
                    <a:pt x="31134" y="105697"/>
                  </a:lnTo>
                  <a:lnTo>
                    <a:pt x="27614" y="106295"/>
                  </a:lnTo>
                  <a:lnTo>
                    <a:pt x="25450" y="107499"/>
                  </a:lnTo>
                  <a:lnTo>
                    <a:pt x="23036" y="108048"/>
                  </a:lnTo>
                  <a:lnTo>
                    <a:pt x="19314" y="109099"/>
                  </a:lnTo>
                  <a:lnTo>
                    <a:pt x="17352" y="109850"/>
                  </a:lnTo>
                  <a:lnTo>
                    <a:pt x="15139" y="109948"/>
                  </a:lnTo>
                  <a:lnTo>
                    <a:pt x="13177" y="110699"/>
                  </a:lnTo>
                  <a:lnTo>
                    <a:pt x="9656" y="111297"/>
                  </a:lnTo>
                  <a:lnTo>
                    <a:pt x="7694" y="112049"/>
                  </a:lnTo>
                  <a:lnTo>
                    <a:pt x="5482" y="112146"/>
                  </a:lnTo>
                  <a:lnTo>
                    <a:pt x="3068" y="112696"/>
                  </a:lnTo>
                  <a:lnTo>
                    <a:pt x="0" y="113496"/>
                  </a:lnTo>
                  <a:lnTo>
                    <a:pt x="2491" y="89917"/>
                  </a:lnTo>
                  <a:lnTo>
                    <a:pt x="5009" y="66084"/>
                  </a:lnTo>
                  <a:lnTo>
                    <a:pt x="7830" y="39387"/>
                  </a:lnTo>
                  <a:lnTo>
                    <a:pt x="11751" y="2281"/>
                  </a:lnTo>
                  <a:lnTo>
                    <a:pt x="14165" y="1732"/>
                  </a:lnTo>
                  <a:lnTo>
                    <a:pt x="16377" y="1634"/>
                  </a:lnTo>
                  <a:lnTo>
                    <a:pt x="18590" y="1537"/>
                  </a:lnTo>
                  <a:lnTo>
                    <a:pt x="21456" y="1189"/>
                  </a:lnTo>
                  <a:lnTo>
                    <a:pt x="24323" y="841"/>
                  </a:lnTo>
                  <a:lnTo>
                    <a:pt x="26535" y="744"/>
                  </a:lnTo>
                  <a:lnTo>
                    <a:pt x="28748" y="647"/>
                  </a:lnTo>
                  <a:lnTo>
                    <a:pt x="30508" y="347"/>
                  </a:lnTo>
                  <a:lnTo>
                    <a:pt x="33374" y="0"/>
                  </a:lnTo>
                  <a:lnTo>
                    <a:pt x="43673" y="30091"/>
                  </a:lnTo>
                  <a:lnTo>
                    <a:pt x="48224" y="43391"/>
                  </a:lnTo>
                  <a:lnTo>
                    <a:pt x="54067" y="60463"/>
                  </a:lnTo>
                  <a:lnTo>
                    <a:pt x="64642" y="913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424818" y="3722299"/>
              <a:ext cx="78519" cy="94575"/>
            </a:xfrm>
            <a:custGeom>
              <a:avLst/>
              <a:pathLst>
                <a:path w="78519" h="94575">
                  <a:moveTo>
                    <a:pt x="77500" y="16396"/>
                  </a:moveTo>
                  <a:lnTo>
                    <a:pt x="77817" y="36777"/>
                  </a:lnTo>
                  <a:lnTo>
                    <a:pt x="78138" y="57452"/>
                  </a:lnTo>
                  <a:lnTo>
                    <a:pt x="78519" y="82019"/>
                  </a:lnTo>
                  <a:lnTo>
                    <a:pt x="71008" y="83868"/>
                  </a:lnTo>
                  <a:lnTo>
                    <a:pt x="54822" y="86531"/>
                  </a:lnTo>
                  <a:lnTo>
                    <a:pt x="45259" y="88105"/>
                  </a:lnTo>
                  <a:lnTo>
                    <a:pt x="42893" y="89760"/>
                  </a:lnTo>
                  <a:lnTo>
                    <a:pt x="40931" y="90512"/>
                  </a:lnTo>
                  <a:lnTo>
                    <a:pt x="39018" y="92369"/>
                  </a:lnTo>
                  <a:lnTo>
                    <a:pt x="35949" y="93169"/>
                  </a:lnTo>
                  <a:lnTo>
                    <a:pt x="34238" y="94575"/>
                  </a:lnTo>
                  <a:lnTo>
                    <a:pt x="26211" y="73862"/>
                  </a:lnTo>
                  <a:lnTo>
                    <a:pt x="13734" y="41664"/>
                  </a:lnTo>
                  <a:lnTo>
                    <a:pt x="0" y="6222"/>
                  </a:lnTo>
                  <a:lnTo>
                    <a:pt x="3972" y="5825"/>
                  </a:lnTo>
                  <a:lnTo>
                    <a:pt x="5732" y="5526"/>
                  </a:lnTo>
                  <a:lnTo>
                    <a:pt x="7493" y="5227"/>
                  </a:lnTo>
                  <a:lnTo>
                    <a:pt x="9253" y="4928"/>
                  </a:lnTo>
                  <a:lnTo>
                    <a:pt x="11465" y="4831"/>
                  </a:lnTo>
                  <a:lnTo>
                    <a:pt x="13880" y="4281"/>
                  </a:lnTo>
                  <a:lnTo>
                    <a:pt x="15842" y="3530"/>
                  </a:lnTo>
                  <a:lnTo>
                    <a:pt x="18054" y="3432"/>
                  </a:lnTo>
                  <a:lnTo>
                    <a:pt x="21122" y="2632"/>
                  </a:lnTo>
                  <a:lnTo>
                    <a:pt x="23335" y="2535"/>
                  </a:lnTo>
                  <a:lnTo>
                    <a:pt x="25297" y="1783"/>
                  </a:lnTo>
                  <a:lnTo>
                    <a:pt x="27711" y="1234"/>
                  </a:lnTo>
                  <a:lnTo>
                    <a:pt x="34667" y="0"/>
                  </a:lnTo>
                  <a:lnTo>
                    <a:pt x="36678" y="354"/>
                  </a:lnTo>
                  <a:lnTo>
                    <a:pt x="39795" y="661"/>
                  </a:lnTo>
                  <a:lnTo>
                    <a:pt x="42008" y="563"/>
                  </a:lnTo>
                  <a:lnTo>
                    <a:pt x="44673" y="668"/>
                  </a:lnTo>
                  <a:lnTo>
                    <a:pt x="46885" y="570"/>
                  </a:lnTo>
                  <a:lnTo>
                    <a:pt x="49097" y="473"/>
                  </a:lnTo>
                  <a:lnTo>
                    <a:pt x="52214" y="779"/>
                  </a:lnTo>
                  <a:lnTo>
                    <a:pt x="54427" y="682"/>
                  </a:lnTo>
                  <a:lnTo>
                    <a:pt x="56438" y="1036"/>
                  </a:lnTo>
                  <a:lnTo>
                    <a:pt x="58901" y="1593"/>
                  </a:lnTo>
                  <a:lnTo>
                    <a:pt x="60661" y="1294"/>
                  </a:lnTo>
                  <a:lnTo>
                    <a:pt x="62672" y="1649"/>
                  </a:lnTo>
                  <a:lnTo>
                    <a:pt x="65086" y="1099"/>
                  </a:lnTo>
                  <a:lnTo>
                    <a:pt x="66644" y="1252"/>
                  </a:lnTo>
                  <a:lnTo>
                    <a:pt x="69511" y="905"/>
                  </a:lnTo>
                  <a:lnTo>
                    <a:pt x="71271" y="606"/>
                  </a:lnTo>
                  <a:lnTo>
                    <a:pt x="73031" y="306"/>
                  </a:lnTo>
                  <a:lnTo>
                    <a:pt x="75244" y="209"/>
                  </a:lnTo>
                  <a:lnTo>
                    <a:pt x="77255" y="5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924698" y="3880720"/>
              <a:ext cx="61394" cy="103651"/>
            </a:xfrm>
            <a:custGeom>
              <a:avLst/>
              <a:pathLst>
                <a:path w="61394" h="103651">
                  <a:moveTo>
                    <a:pt x="42362" y="91761"/>
                  </a:moveTo>
                  <a:lnTo>
                    <a:pt x="14872" y="77981"/>
                  </a:lnTo>
                  <a:lnTo>
                    <a:pt x="10693" y="62376"/>
                  </a:lnTo>
                  <a:lnTo>
                    <a:pt x="7510" y="50490"/>
                  </a:lnTo>
                  <a:lnTo>
                    <a:pt x="5456" y="42818"/>
                  </a:lnTo>
                  <a:lnTo>
                    <a:pt x="4267" y="33499"/>
                  </a:lnTo>
                  <a:lnTo>
                    <a:pt x="3129" y="24581"/>
                  </a:lnTo>
                  <a:lnTo>
                    <a:pt x="0" y="54"/>
                  </a:lnTo>
                  <a:lnTo>
                    <a:pt x="11346" y="39"/>
                  </a:lnTo>
                  <a:lnTo>
                    <a:pt x="28618" y="18"/>
                  </a:lnTo>
                  <a:lnTo>
                    <a:pt x="42979" y="0"/>
                  </a:lnTo>
                  <a:lnTo>
                    <a:pt x="48676" y="32068"/>
                  </a:lnTo>
                  <a:lnTo>
                    <a:pt x="52608" y="54198"/>
                  </a:lnTo>
                  <a:lnTo>
                    <a:pt x="61394" y="103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193965" y="3930417"/>
              <a:ext cx="163656" cy="82776"/>
            </a:xfrm>
            <a:custGeom>
              <a:avLst/>
              <a:pathLst>
                <a:path w="163656" h="82776">
                  <a:moveTo>
                    <a:pt x="156559" y="33147"/>
                  </a:moveTo>
                  <a:lnTo>
                    <a:pt x="163656" y="82776"/>
                  </a:lnTo>
                  <a:lnTo>
                    <a:pt x="159539" y="81705"/>
                  </a:lnTo>
                  <a:lnTo>
                    <a:pt x="156699" y="81204"/>
                  </a:lnTo>
                  <a:lnTo>
                    <a:pt x="152651" y="81695"/>
                  </a:lnTo>
                  <a:lnTo>
                    <a:pt x="149172" y="80909"/>
                  </a:lnTo>
                  <a:lnTo>
                    <a:pt x="146332" y="80408"/>
                  </a:lnTo>
                  <a:lnTo>
                    <a:pt x="143493" y="79907"/>
                  </a:lnTo>
                  <a:lnTo>
                    <a:pt x="140653" y="79405"/>
                  </a:lnTo>
                  <a:lnTo>
                    <a:pt x="137528" y="79543"/>
                  </a:lnTo>
                  <a:lnTo>
                    <a:pt x="133126" y="79111"/>
                  </a:lnTo>
                  <a:lnTo>
                    <a:pt x="130001" y="79248"/>
                  </a:lnTo>
                  <a:lnTo>
                    <a:pt x="126876" y="79386"/>
                  </a:lnTo>
                  <a:lnTo>
                    <a:pt x="124390" y="79808"/>
                  </a:lnTo>
                  <a:lnTo>
                    <a:pt x="119703" y="80014"/>
                  </a:lnTo>
                  <a:lnTo>
                    <a:pt x="117217" y="80437"/>
                  </a:lnTo>
                  <a:lnTo>
                    <a:pt x="114731" y="80859"/>
                  </a:lnTo>
                  <a:lnTo>
                    <a:pt x="111606" y="80997"/>
                  </a:lnTo>
                  <a:lnTo>
                    <a:pt x="108766" y="80496"/>
                  </a:lnTo>
                  <a:lnTo>
                    <a:pt x="104718" y="80987"/>
                  </a:lnTo>
                  <a:lnTo>
                    <a:pt x="101878" y="80486"/>
                  </a:lnTo>
                  <a:lnTo>
                    <a:pt x="99392" y="80908"/>
                  </a:lnTo>
                  <a:lnTo>
                    <a:pt x="95629" y="80761"/>
                  </a:lnTo>
                  <a:lnTo>
                    <a:pt x="92150" y="79974"/>
                  </a:lnTo>
                  <a:lnTo>
                    <a:pt x="81214" y="80456"/>
                  </a:lnTo>
                  <a:lnTo>
                    <a:pt x="79297" y="79601"/>
                  </a:lnTo>
                  <a:lnTo>
                    <a:pt x="75819" y="78815"/>
                  </a:lnTo>
                  <a:lnTo>
                    <a:pt x="72694" y="78952"/>
                  </a:lnTo>
                  <a:lnTo>
                    <a:pt x="68577" y="77881"/>
                  </a:lnTo>
                  <a:lnTo>
                    <a:pt x="64175" y="77449"/>
                  </a:lnTo>
                  <a:lnTo>
                    <a:pt x="61335" y="76947"/>
                  </a:lnTo>
                  <a:lnTo>
                    <a:pt x="58495" y="76446"/>
                  </a:lnTo>
                  <a:lnTo>
                    <a:pt x="55370" y="76584"/>
                  </a:lnTo>
                  <a:lnTo>
                    <a:pt x="51607" y="76436"/>
                  </a:lnTo>
                  <a:lnTo>
                    <a:pt x="48482" y="76574"/>
                  </a:lnTo>
                  <a:lnTo>
                    <a:pt x="44080" y="76141"/>
                  </a:lnTo>
                  <a:lnTo>
                    <a:pt x="40955" y="76279"/>
                  </a:lnTo>
                  <a:lnTo>
                    <a:pt x="39393" y="76348"/>
                  </a:lnTo>
                  <a:lnTo>
                    <a:pt x="36907" y="76770"/>
                  </a:lnTo>
                  <a:lnTo>
                    <a:pt x="32573" y="77900"/>
                  </a:lnTo>
                  <a:lnTo>
                    <a:pt x="28879" y="79315"/>
                  </a:lnTo>
                  <a:lnTo>
                    <a:pt x="25754" y="79452"/>
                  </a:lnTo>
                  <a:lnTo>
                    <a:pt x="22629" y="79590"/>
                  </a:lnTo>
                  <a:lnTo>
                    <a:pt x="18866" y="79442"/>
                  </a:lnTo>
                  <a:lnTo>
                    <a:pt x="15387" y="78656"/>
                  </a:lnTo>
                  <a:lnTo>
                    <a:pt x="11555" y="76946"/>
                  </a:lnTo>
                  <a:lnTo>
                    <a:pt x="9000" y="75806"/>
                  </a:lnTo>
                  <a:lnTo>
                    <a:pt x="6730" y="74028"/>
                  </a:lnTo>
                  <a:lnTo>
                    <a:pt x="4745" y="71611"/>
                  </a:lnTo>
                  <a:lnTo>
                    <a:pt x="2475" y="69832"/>
                  </a:lnTo>
                  <a:lnTo>
                    <a:pt x="776" y="66776"/>
                  </a:lnTo>
                  <a:lnTo>
                    <a:pt x="0" y="63366"/>
                  </a:lnTo>
                  <a:lnTo>
                    <a:pt x="854" y="61450"/>
                  </a:lnTo>
                  <a:lnTo>
                    <a:pt x="1994" y="58895"/>
                  </a:lnTo>
                  <a:lnTo>
                    <a:pt x="3773" y="56626"/>
                  </a:lnTo>
                  <a:lnTo>
                    <a:pt x="6544" y="55564"/>
                  </a:lnTo>
                  <a:lnTo>
                    <a:pt x="10592" y="55073"/>
                  </a:lnTo>
                  <a:lnTo>
                    <a:pt x="13717" y="54936"/>
                  </a:lnTo>
                  <a:lnTo>
                    <a:pt x="17766" y="54444"/>
                  </a:lnTo>
                  <a:lnTo>
                    <a:pt x="20252" y="54022"/>
                  </a:lnTo>
                  <a:lnTo>
                    <a:pt x="23661" y="53246"/>
                  </a:lnTo>
                  <a:lnTo>
                    <a:pt x="26432" y="52185"/>
                  </a:lnTo>
                  <a:lnTo>
                    <a:pt x="29773" y="49846"/>
                  </a:lnTo>
                  <a:lnTo>
                    <a:pt x="32544" y="48785"/>
                  </a:lnTo>
                  <a:lnTo>
                    <a:pt x="35247" y="46161"/>
                  </a:lnTo>
                  <a:lnTo>
                    <a:pt x="38303" y="44461"/>
                  </a:lnTo>
                  <a:lnTo>
                    <a:pt x="41359" y="42761"/>
                  </a:lnTo>
                  <a:lnTo>
                    <a:pt x="44985" y="39784"/>
                  </a:lnTo>
                  <a:lnTo>
                    <a:pt x="47402" y="37799"/>
                  </a:lnTo>
                  <a:lnTo>
                    <a:pt x="50743" y="35461"/>
                  </a:lnTo>
                  <a:lnTo>
                    <a:pt x="52875" y="34115"/>
                  </a:lnTo>
                  <a:lnTo>
                    <a:pt x="55578" y="31491"/>
                  </a:lnTo>
                  <a:lnTo>
                    <a:pt x="58349" y="30430"/>
                  </a:lnTo>
                  <a:lnTo>
                    <a:pt x="61405" y="28730"/>
                  </a:lnTo>
                  <a:lnTo>
                    <a:pt x="64461" y="27030"/>
                  </a:lnTo>
                  <a:lnTo>
                    <a:pt x="67232" y="25969"/>
                  </a:lnTo>
                  <a:lnTo>
                    <a:pt x="70288" y="24269"/>
                  </a:lnTo>
                  <a:lnTo>
                    <a:pt x="72705" y="22284"/>
                  </a:lnTo>
                  <a:lnTo>
                    <a:pt x="75476" y="21223"/>
                  </a:lnTo>
                  <a:lnTo>
                    <a:pt x="79171" y="19808"/>
                  </a:lnTo>
                  <a:lnTo>
                    <a:pt x="82227" y="18108"/>
                  </a:lnTo>
                  <a:lnTo>
                    <a:pt x="84998" y="17047"/>
                  </a:lnTo>
                  <a:lnTo>
                    <a:pt x="88692" y="15632"/>
                  </a:lnTo>
                  <a:lnTo>
                    <a:pt x="91179" y="15210"/>
                  </a:lnTo>
                  <a:lnTo>
                    <a:pt x="91485" y="15092"/>
                  </a:lnTo>
                  <a:lnTo>
                    <a:pt x="94873" y="13795"/>
                  </a:lnTo>
                  <a:lnTo>
                    <a:pt x="99207" y="12665"/>
                  </a:lnTo>
                  <a:lnTo>
                    <a:pt x="100769" y="12596"/>
                  </a:lnTo>
                  <a:lnTo>
                    <a:pt x="103255" y="12174"/>
                  </a:lnTo>
                  <a:lnTo>
                    <a:pt x="106026" y="11112"/>
                  </a:lnTo>
                  <a:lnTo>
                    <a:pt x="108512" y="10690"/>
                  </a:lnTo>
                  <a:lnTo>
                    <a:pt x="111568" y="8990"/>
                  </a:lnTo>
                  <a:lnTo>
                    <a:pt x="113700" y="7644"/>
                  </a:lnTo>
                  <a:lnTo>
                    <a:pt x="116118" y="5659"/>
                  </a:lnTo>
                  <a:lnTo>
                    <a:pt x="120995" y="628"/>
                  </a:lnTo>
                  <a:lnTo>
                    <a:pt x="125043" y="137"/>
                  </a:lnTo>
                  <a:lnTo>
                    <a:pt x="128168" y="0"/>
                  </a:lnTo>
                  <a:lnTo>
                    <a:pt x="131647" y="786"/>
                  </a:lnTo>
                  <a:lnTo>
                    <a:pt x="134771" y="648"/>
                  </a:lnTo>
                  <a:lnTo>
                    <a:pt x="136973" y="864"/>
                  </a:lnTo>
                  <a:lnTo>
                    <a:pt x="141375" y="1297"/>
                  </a:lnTo>
                  <a:lnTo>
                    <a:pt x="143576" y="1513"/>
                  </a:lnTo>
                  <a:lnTo>
                    <a:pt x="148263" y="1307"/>
                  </a:lnTo>
                  <a:lnTo>
                    <a:pt x="152026" y="1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355652" y="3909390"/>
              <a:ext cx="127080" cy="105611"/>
            </a:xfrm>
            <a:custGeom>
              <a:avLst/>
              <a:pathLst>
                <a:path w="127080" h="105611">
                  <a:moveTo>
                    <a:pt x="121723" y="75445"/>
                  </a:moveTo>
                  <a:lnTo>
                    <a:pt x="118825" y="77057"/>
                  </a:lnTo>
                  <a:lnTo>
                    <a:pt x="115769" y="78757"/>
                  </a:lnTo>
                  <a:lnTo>
                    <a:pt x="113066" y="81381"/>
                  </a:lnTo>
                  <a:lnTo>
                    <a:pt x="110649" y="83366"/>
                  </a:lnTo>
                  <a:lnTo>
                    <a:pt x="108517" y="84712"/>
                  </a:lnTo>
                  <a:lnTo>
                    <a:pt x="105176" y="87051"/>
                  </a:lnTo>
                  <a:lnTo>
                    <a:pt x="102758" y="89035"/>
                  </a:lnTo>
                  <a:lnTo>
                    <a:pt x="99702" y="90735"/>
                  </a:lnTo>
                  <a:lnTo>
                    <a:pt x="96646" y="92435"/>
                  </a:lnTo>
                  <a:lnTo>
                    <a:pt x="93590" y="94135"/>
                  </a:lnTo>
                  <a:lnTo>
                    <a:pt x="90534" y="95835"/>
                  </a:lnTo>
                  <a:lnTo>
                    <a:pt x="87763" y="96896"/>
                  </a:lnTo>
                  <a:lnTo>
                    <a:pt x="83715" y="97387"/>
                  </a:lnTo>
                  <a:lnTo>
                    <a:pt x="80944" y="98449"/>
                  </a:lnTo>
                  <a:lnTo>
                    <a:pt x="76895" y="98940"/>
                  </a:lnTo>
                  <a:lnTo>
                    <a:pt x="74409" y="99362"/>
                  </a:lnTo>
                  <a:lnTo>
                    <a:pt x="70361" y="99854"/>
                  </a:lnTo>
                  <a:lnTo>
                    <a:pt x="67236" y="99991"/>
                  </a:lnTo>
                  <a:lnTo>
                    <a:pt x="64750" y="100414"/>
                  </a:lnTo>
                  <a:lnTo>
                    <a:pt x="62264" y="100836"/>
                  </a:lnTo>
                  <a:lnTo>
                    <a:pt x="58854" y="101612"/>
                  </a:lnTo>
                  <a:lnTo>
                    <a:pt x="56368" y="102035"/>
                  </a:lnTo>
                  <a:lnTo>
                    <a:pt x="52958" y="102811"/>
                  </a:lnTo>
                  <a:lnTo>
                    <a:pt x="48910" y="103302"/>
                  </a:lnTo>
                  <a:lnTo>
                    <a:pt x="45785" y="103440"/>
                  </a:lnTo>
                  <a:lnTo>
                    <a:pt x="42375" y="104216"/>
                  </a:lnTo>
                  <a:lnTo>
                    <a:pt x="38612" y="104069"/>
                  </a:lnTo>
                  <a:lnTo>
                    <a:pt x="35841" y="105130"/>
                  </a:lnTo>
                  <a:lnTo>
                    <a:pt x="32716" y="105267"/>
                  </a:lnTo>
                  <a:lnTo>
                    <a:pt x="28953" y="105120"/>
                  </a:lnTo>
                  <a:lnTo>
                    <a:pt x="24904" y="105611"/>
                  </a:lnTo>
                  <a:lnTo>
                    <a:pt x="21426" y="104825"/>
                  </a:lnTo>
                  <a:lnTo>
                    <a:pt x="17377" y="105316"/>
                  </a:lnTo>
                  <a:lnTo>
                    <a:pt x="15176" y="105100"/>
                  </a:lnTo>
                  <a:lnTo>
                    <a:pt x="10774" y="104668"/>
                  </a:lnTo>
                  <a:lnTo>
                    <a:pt x="8508" y="87162"/>
                  </a:lnTo>
                  <a:lnTo>
                    <a:pt x="4968" y="59813"/>
                  </a:lnTo>
                  <a:lnTo>
                    <a:pt x="0" y="21429"/>
                  </a:lnTo>
                  <a:lnTo>
                    <a:pt x="4048" y="20938"/>
                  </a:lnTo>
                  <a:lnTo>
                    <a:pt x="6534" y="20516"/>
                  </a:lnTo>
                  <a:lnTo>
                    <a:pt x="10229" y="19101"/>
                  </a:lnTo>
                  <a:lnTo>
                    <a:pt x="15201" y="18256"/>
                  </a:lnTo>
                  <a:lnTo>
                    <a:pt x="17048" y="17548"/>
                  </a:lnTo>
                  <a:lnTo>
                    <a:pt x="20458" y="16772"/>
                  </a:lnTo>
                  <a:lnTo>
                    <a:pt x="23583" y="16634"/>
                  </a:lnTo>
                  <a:lnTo>
                    <a:pt x="27631" y="16143"/>
                  </a:lnTo>
                  <a:lnTo>
                    <a:pt x="31041" y="15367"/>
                  </a:lnTo>
                  <a:lnTo>
                    <a:pt x="34166" y="15229"/>
                  </a:lnTo>
                  <a:lnTo>
                    <a:pt x="36937" y="14168"/>
                  </a:lnTo>
                  <a:lnTo>
                    <a:pt x="39708" y="13107"/>
                  </a:lnTo>
                  <a:lnTo>
                    <a:pt x="42479" y="12046"/>
                  </a:lnTo>
                  <a:lnTo>
                    <a:pt x="46528" y="11554"/>
                  </a:lnTo>
                  <a:lnTo>
                    <a:pt x="48660" y="10208"/>
                  </a:lnTo>
                  <a:lnTo>
                    <a:pt x="52070" y="9432"/>
                  </a:lnTo>
                  <a:lnTo>
                    <a:pt x="54841" y="8371"/>
                  </a:lnTo>
                  <a:lnTo>
                    <a:pt x="58535" y="6956"/>
                  </a:lnTo>
                  <a:lnTo>
                    <a:pt x="61022" y="6533"/>
                  </a:lnTo>
                  <a:lnTo>
                    <a:pt x="64431" y="5757"/>
                  </a:lnTo>
                  <a:lnTo>
                    <a:pt x="67841" y="4981"/>
                  </a:lnTo>
                  <a:lnTo>
                    <a:pt x="70327" y="4558"/>
                  </a:lnTo>
                  <a:lnTo>
                    <a:pt x="73737" y="3782"/>
                  </a:lnTo>
                  <a:lnTo>
                    <a:pt x="76862" y="3645"/>
                  </a:lnTo>
                  <a:lnTo>
                    <a:pt x="80910" y="3153"/>
                  </a:lnTo>
                  <a:lnTo>
                    <a:pt x="84035" y="3016"/>
                  </a:lnTo>
                  <a:lnTo>
                    <a:pt x="87160" y="2878"/>
                  </a:lnTo>
                  <a:lnTo>
                    <a:pt x="90923" y="3026"/>
                  </a:lnTo>
                  <a:lnTo>
                    <a:pt x="94333" y="2249"/>
                  </a:lnTo>
                  <a:lnTo>
                    <a:pt x="97458" y="2112"/>
                  </a:lnTo>
                  <a:lnTo>
                    <a:pt x="100867" y="1336"/>
                  </a:lnTo>
                  <a:lnTo>
                    <a:pt x="104916" y="845"/>
                  </a:lnTo>
                  <a:lnTo>
                    <a:pt x="107402" y="422"/>
                  </a:lnTo>
                  <a:lnTo>
                    <a:pt x="109888" y="0"/>
                  </a:lnTo>
                  <a:lnTo>
                    <a:pt x="115953" y="26039"/>
                  </a:lnTo>
                  <a:lnTo>
                    <a:pt x="127080" y="73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313780" y="3670274"/>
              <a:ext cx="79937" cy="71469"/>
            </a:xfrm>
            <a:custGeom>
              <a:avLst/>
              <a:pathLst>
                <a:path w="79937" h="71469">
                  <a:moveTo>
                    <a:pt x="31446" y="55720"/>
                  </a:moveTo>
                  <a:lnTo>
                    <a:pt x="13719" y="48511"/>
                  </a:lnTo>
                  <a:lnTo>
                    <a:pt x="0" y="38899"/>
                  </a:lnTo>
                  <a:lnTo>
                    <a:pt x="54" y="32796"/>
                  </a:lnTo>
                  <a:lnTo>
                    <a:pt x="147" y="22256"/>
                  </a:lnTo>
                  <a:lnTo>
                    <a:pt x="241" y="11687"/>
                  </a:lnTo>
                  <a:lnTo>
                    <a:pt x="8852" y="9668"/>
                  </a:lnTo>
                  <a:lnTo>
                    <a:pt x="17521" y="7635"/>
                  </a:lnTo>
                  <a:lnTo>
                    <a:pt x="26327" y="5571"/>
                  </a:lnTo>
                  <a:lnTo>
                    <a:pt x="38899" y="2623"/>
                  </a:lnTo>
                  <a:lnTo>
                    <a:pt x="42945" y="1675"/>
                  </a:lnTo>
                  <a:lnTo>
                    <a:pt x="53957" y="470"/>
                  </a:lnTo>
                  <a:lnTo>
                    <a:pt x="58256" y="0"/>
                  </a:lnTo>
                  <a:lnTo>
                    <a:pt x="65358" y="427"/>
                  </a:lnTo>
                  <a:lnTo>
                    <a:pt x="79937" y="1305"/>
                  </a:lnTo>
                  <a:lnTo>
                    <a:pt x="75529" y="17616"/>
                  </a:lnTo>
                  <a:lnTo>
                    <a:pt x="73873" y="27778"/>
                  </a:lnTo>
                  <a:lnTo>
                    <a:pt x="72218" y="37934"/>
                  </a:lnTo>
                  <a:lnTo>
                    <a:pt x="70174" y="714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313722" y="3623238"/>
              <a:ext cx="49114" cy="37787"/>
            </a:xfrm>
            <a:custGeom>
              <a:avLst/>
              <a:pathLst>
                <a:path w="49114" h="37787">
                  <a:moveTo>
                    <a:pt x="9374" y="28588"/>
                  </a:moveTo>
                  <a:lnTo>
                    <a:pt x="10705" y="27446"/>
                  </a:lnTo>
                  <a:lnTo>
                    <a:pt x="15331" y="20420"/>
                  </a:lnTo>
                  <a:lnTo>
                    <a:pt x="15954" y="18438"/>
                  </a:lnTo>
                  <a:lnTo>
                    <a:pt x="17710" y="12854"/>
                  </a:lnTo>
                  <a:lnTo>
                    <a:pt x="17811" y="10338"/>
                  </a:lnTo>
                  <a:lnTo>
                    <a:pt x="18167" y="1475"/>
                  </a:lnTo>
                  <a:lnTo>
                    <a:pt x="18226" y="0"/>
                  </a:lnTo>
                  <a:lnTo>
                    <a:pt x="25523" y="1392"/>
                  </a:lnTo>
                  <a:lnTo>
                    <a:pt x="31398" y="2514"/>
                  </a:lnTo>
                  <a:lnTo>
                    <a:pt x="38856" y="3938"/>
                  </a:lnTo>
                  <a:lnTo>
                    <a:pt x="43795" y="8337"/>
                  </a:lnTo>
                  <a:lnTo>
                    <a:pt x="47498" y="11635"/>
                  </a:lnTo>
                  <a:lnTo>
                    <a:pt x="47937" y="18455"/>
                  </a:lnTo>
                  <a:lnTo>
                    <a:pt x="48493" y="27082"/>
                  </a:lnTo>
                  <a:lnTo>
                    <a:pt x="49114" y="36725"/>
                  </a:lnTo>
                  <a:lnTo>
                    <a:pt x="42580" y="37479"/>
                  </a:lnTo>
                  <a:lnTo>
                    <a:pt x="39907" y="37787"/>
                  </a:lnTo>
                  <a:lnTo>
                    <a:pt x="35061" y="37647"/>
                  </a:lnTo>
                  <a:lnTo>
                    <a:pt x="26609" y="37402"/>
                  </a:lnTo>
                  <a:lnTo>
                    <a:pt x="21810" y="37264"/>
                  </a:lnTo>
                  <a:lnTo>
                    <a:pt x="16029" y="37096"/>
                  </a:lnTo>
                  <a:lnTo>
                    <a:pt x="0" y="366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09629" y="3636290"/>
              <a:ext cx="130507" cy="149760"/>
            </a:xfrm>
            <a:custGeom>
              <a:avLst/>
              <a:pathLst>
                <a:path w="130507" h="149760">
                  <a:moveTo>
                    <a:pt x="52157" y="9874"/>
                  </a:moveTo>
                  <a:lnTo>
                    <a:pt x="56645" y="18018"/>
                  </a:lnTo>
                  <a:lnTo>
                    <a:pt x="61493" y="26815"/>
                  </a:lnTo>
                  <a:lnTo>
                    <a:pt x="64887" y="32974"/>
                  </a:lnTo>
                  <a:lnTo>
                    <a:pt x="67205" y="37452"/>
                  </a:lnTo>
                  <a:lnTo>
                    <a:pt x="72623" y="47919"/>
                  </a:lnTo>
                  <a:lnTo>
                    <a:pt x="74491" y="51528"/>
                  </a:lnTo>
                  <a:lnTo>
                    <a:pt x="77501" y="59431"/>
                  </a:lnTo>
                  <a:lnTo>
                    <a:pt x="80779" y="68035"/>
                  </a:lnTo>
                  <a:lnTo>
                    <a:pt x="82245" y="71883"/>
                  </a:lnTo>
                  <a:lnTo>
                    <a:pt x="86046" y="78627"/>
                  </a:lnTo>
                  <a:lnTo>
                    <a:pt x="90122" y="85858"/>
                  </a:lnTo>
                  <a:lnTo>
                    <a:pt x="92906" y="90798"/>
                  </a:lnTo>
                  <a:lnTo>
                    <a:pt x="98779" y="99166"/>
                  </a:lnTo>
                  <a:lnTo>
                    <a:pt x="101008" y="102342"/>
                  </a:lnTo>
                  <a:lnTo>
                    <a:pt x="104537" y="107370"/>
                  </a:lnTo>
                  <a:lnTo>
                    <a:pt x="113328" y="113132"/>
                  </a:lnTo>
                  <a:lnTo>
                    <a:pt x="117814" y="116073"/>
                  </a:lnTo>
                  <a:lnTo>
                    <a:pt x="130507" y="124393"/>
                  </a:lnTo>
                  <a:lnTo>
                    <a:pt x="125724" y="129474"/>
                  </a:lnTo>
                  <a:lnTo>
                    <a:pt x="120419" y="135110"/>
                  </a:lnTo>
                  <a:lnTo>
                    <a:pt x="111651" y="144425"/>
                  </a:lnTo>
                  <a:lnTo>
                    <a:pt x="106629" y="149760"/>
                  </a:lnTo>
                  <a:lnTo>
                    <a:pt x="65149" y="115967"/>
                  </a:lnTo>
                  <a:lnTo>
                    <a:pt x="56204" y="108940"/>
                  </a:lnTo>
                  <a:lnTo>
                    <a:pt x="36834" y="93723"/>
                  </a:lnTo>
                  <a:lnTo>
                    <a:pt x="20272" y="64088"/>
                  </a:lnTo>
                  <a:lnTo>
                    <a:pt x="18034" y="60084"/>
                  </a:lnTo>
                  <a:lnTo>
                    <a:pt x="0" y="29318"/>
                  </a:lnTo>
                  <a:lnTo>
                    <a:pt x="4145" y="26701"/>
                  </a:lnTo>
                  <a:lnTo>
                    <a:pt x="9999" y="23007"/>
                  </a:lnTo>
                  <a:lnTo>
                    <a:pt x="18663" y="17539"/>
                  </a:lnTo>
                  <a:lnTo>
                    <a:pt x="23938" y="14210"/>
                  </a:lnTo>
                  <a:lnTo>
                    <a:pt x="29499" y="10700"/>
                  </a:lnTo>
                  <a:lnTo>
                    <a:pt x="38054" y="5301"/>
                  </a:lnTo>
                  <a:lnTo>
                    <a:pt x="46454" y="0"/>
                  </a:lnTo>
                  <a:lnTo>
                    <a:pt x="46985" y="881"/>
                  </a:lnTo>
                  <a:lnTo>
                    <a:pt x="49533" y="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654251" y="3609577"/>
              <a:ext cx="131669" cy="155875"/>
            </a:xfrm>
            <a:custGeom>
              <a:avLst/>
              <a:pathLst>
                <a:path w="131669" h="155875">
                  <a:moveTo>
                    <a:pt x="79274" y="10027"/>
                  </a:moveTo>
                  <a:lnTo>
                    <a:pt x="80020" y="18994"/>
                  </a:lnTo>
                  <a:lnTo>
                    <a:pt x="80857" y="29040"/>
                  </a:lnTo>
                  <a:lnTo>
                    <a:pt x="81773" y="40036"/>
                  </a:lnTo>
                  <a:lnTo>
                    <a:pt x="83189" y="57030"/>
                  </a:lnTo>
                  <a:lnTo>
                    <a:pt x="85103" y="80009"/>
                  </a:lnTo>
                  <a:lnTo>
                    <a:pt x="107536" y="92654"/>
                  </a:lnTo>
                  <a:lnTo>
                    <a:pt x="130924" y="105837"/>
                  </a:lnTo>
                  <a:lnTo>
                    <a:pt x="131669" y="106177"/>
                  </a:lnTo>
                  <a:lnTo>
                    <a:pt x="129779" y="114269"/>
                  </a:lnTo>
                  <a:lnTo>
                    <a:pt x="128703" y="119551"/>
                  </a:lnTo>
                  <a:lnTo>
                    <a:pt x="125093" y="137262"/>
                  </a:lnTo>
                  <a:lnTo>
                    <a:pt x="122731" y="148855"/>
                  </a:lnTo>
                  <a:lnTo>
                    <a:pt x="120528" y="151873"/>
                  </a:lnTo>
                  <a:lnTo>
                    <a:pt x="115770" y="154305"/>
                  </a:lnTo>
                  <a:lnTo>
                    <a:pt x="110340" y="155875"/>
                  </a:lnTo>
                  <a:lnTo>
                    <a:pt x="93780" y="144861"/>
                  </a:lnTo>
                  <a:lnTo>
                    <a:pt x="81501" y="140068"/>
                  </a:lnTo>
                  <a:lnTo>
                    <a:pt x="72287" y="136471"/>
                  </a:lnTo>
                  <a:lnTo>
                    <a:pt x="63036" y="127419"/>
                  </a:lnTo>
                  <a:lnTo>
                    <a:pt x="54445" y="118772"/>
                  </a:lnTo>
                  <a:lnTo>
                    <a:pt x="46694" y="103063"/>
                  </a:lnTo>
                  <a:lnTo>
                    <a:pt x="39113" y="87699"/>
                  </a:lnTo>
                  <a:lnTo>
                    <a:pt x="27598" y="63421"/>
                  </a:lnTo>
                  <a:lnTo>
                    <a:pt x="13787" y="34304"/>
                  </a:lnTo>
                  <a:lnTo>
                    <a:pt x="10668" y="27727"/>
                  </a:lnTo>
                  <a:lnTo>
                    <a:pt x="0" y="5789"/>
                  </a:lnTo>
                  <a:lnTo>
                    <a:pt x="10609" y="0"/>
                  </a:lnTo>
                  <a:lnTo>
                    <a:pt x="41685" y="4267"/>
                  </a:lnTo>
                  <a:lnTo>
                    <a:pt x="79153" y="94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078458" y="3518724"/>
              <a:ext cx="156645" cy="234824"/>
            </a:xfrm>
            <a:custGeom>
              <a:avLst/>
              <a:pathLst>
                <a:path w="156645" h="234824">
                  <a:moveTo>
                    <a:pt x="35448" y="46491"/>
                  </a:moveTo>
                  <a:lnTo>
                    <a:pt x="25371" y="57959"/>
                  </a:lnTo>
                  <a:lnTo>
                    <a:pt x="0" y="39854"/>
                  </a:lnTo>
                  <a:lnTo>
                    <a:pt x="5069" y="33719"/>
                  </a:lnTo>
                  <a:lnTo>
                    <a:pt x="9371" y="28515"/>
                  </a:lnTo>
                  <a:lnTo>
                    <a:pt x="14133" y="23838"/>
                  </a:lnTo>
                  <a:lnTo>
                    <a:pt x="20240" y="14807"/>
                  </a:lnTo>
                  <a:lnTo>
                    <a:pt x="24993" y="7778"/>
                  </a:lnTo>
                  <a:lnTo>
                    <a:pt x="30254" y="0"/>
                  </a:lnTo>
                  <a:lnTo>
                    <a:pt x="34410" y="2613"/>
                  </a:lnTo>
                  <a:lnTo>
                    <a:pt x="40531" y="6462"/>
                  </a:lnTo>
                  <a:lnTo>
                    <a:pt x="46136" y="9987"/>
                  </a:lnTo>
                  <a:lnTo>
                    <a:pt x="54457" y="15219"/>
                  </a:lnTo>
                  <a:lnTo>
                    <a:pt x="60408" y="19136"/>
                  </a:lnTo>
                  <a:lnTo>
                    <a:pt x="68420" y="24410"/>
                  </a:lnTo>
                  <a:lnTo>
                    <a:pt x="75809" y="29274"/>
                  </a:lnTo>
                  <a:lnTo>
                    <a:pt x="85822" y="35865"/>
                  </a:lnTo>
                  <a:lnTo>
                    <a:pt x="90302" y="39172"/>
                  </a:lnTo>
                  <a:lnTo>
                    <a:pt x="96285" y="43590"/>
                  </a:lnTo>
                  <a:lnTo>
                    <a:pt x="102719" y="48341"/>
                  </a:lnTo>
                  <a:lnTo>
                    <a:pt x="107691" y="52012"/>
                  </a:lnTo>
                  <a:lnTo>
                    <a:pt x="114363" y="58029"/>
                  </a:lnTo>
                  <a:lnTo>
                    <a:pt x="118094" y="61395"/>
                  </a:lnTo>
                  <a:lnTo>
                    <a:pt x="120872" y="64750"/>
                  </a:lnTo>
                  <a:lnTo>
                    <a:pt x="124328" y="68925"/>
                  </a:lnTo>
                  <a:lnTo>
                    <a:pt x="126935" y="72074"/>
                  </a:lnTo>
                  <a:lnTo>
                    <a:pt x="128192" y="73594"/>
                  </a:lnTo>
                  <a:lnTo>
                    <a:pt x="129231" y="75363"/>
                  </a:lnTo>
                  <a:lnTo>
                    <a:pt x="130910" y="78224"/>
                  </a:lnTo>
                  <a:lnTo>
                    <a:pt x="132776" y="81403"/>
                  </a:lnTo>
                  <a:lnTo>
                    <a:pt x="134617" y="84541"/>
                  </a:lnTo>
                  <a:lnTo>
                    <a:pt x="136671" y="88517"/>
                  </a:lnTo>
                  <a:lnTo>
                    <a:pt x="138326" y="91722"/>
                  </a:lnTo>
                  <a:lnTo>
                    <a:pt x="140431" y="95800"/>
                  </a:lnTo>
                  <a:lnTo>
                    <a:pt x="141936" y="101182"/>
                  </a:lnTo>
                  <a:lnTo>
                    <a:pt x="142993" y="104965"/>
                  </a:lnTo>
                  <a:lnTo>
                    <a:pt x="144124" y="109010"/>
                  </a:lnTo>
                  <a:lnTo>
                    <a:pt x="144654" y="110906"/>
                  </a:lnTo>
                  <a:lnTo>
                    <a:pt x="145520" y="114006"/>
                  </a:lnTo>
                  <a:lnTo>
                    <a:pt x="146856" y="118788"/>
                  </a:lnTo>
                  <a:lnTo>
                    <a:pt x="147536" y="121224"/>
                  </a:lnTo>
                  <a:lnTo>
                    <a:pt x="147992" y="123955"/>
                  </a:lnTo>
                  <a:lnTo>
                    <a:pt x="148690" y="128131"/>
                  </a:lnTo>
                  <a:lnTo>
                    <a:pt x="149655" y="133911"/>
                  </a:lnTo>
                  <a:lnTo>
                    <a:pt x="150645" y="139837"/>
                  </a:lnTo>
                  <a:lnTo>
                    <a:pt x="151306" y="143796"/>
                  </a:lnTo>
                  <a:lnTo>
                    <a:pt x="151384" y="145741"/>
                  </a:lnTo>
                  <a:lnTo>
                    <a:pt x="151721" y="154208"/>
                  </a:lnTo>
                  <a:lnTo>
                    <a:pt x="151965" y="160330"/>
                  </a:lnTo>
                  <a:lnTo>
                    <a:pt x="152167" y="165380"/>
                  </a:lnTo>
                  <a:lnTo>
                    <a:pt x="152353" y="170048"/>
                  </a:lnTo>
                  <a:lnTo>
                    <a:pt x="152472" y="173033"/>
                  </a:lnTo>
                  <a:lnTo>
                    <a:pt x="152323" y="176710"/>
                  </a:lnTo>
                  <a:lnTo>
                    <a:pt x="152090" y="182509"/>
                  </a:lnTo>
                  <a:lnTo>
                    <a:pt x="151903" y="187137"/>
                  </a:lnTo>
                  <a:lnTo>
                    <a:pt x="151951" y="190228"/>
                  </a:lnTo>
                  <a:lnTo>
                    <a:pt x="152006" y="193749"/>
                  </a:lnTo>
                  <a:lnTo>
                    <a:pt x="152256" y="195961"/>
                  </a:lnTo>
                  <a:lnTo>
                    <a:pt x="153028" y="202798"/>
                  </a:lnTo>
                  <a:lnTo>
                    <a:pt x="153704" y="208787"/>
                  </a:lnTo>
                  <a:lnTo>
                    <a:pt x="154456" y="215447"/>
                  </a:lnTo>
                  <a:lnTo>
                    <a:pt x="155351" y="223371"/>
                  </a:lnTo>
                  <a:lnTo>
                    <a:pt x="156645" y="234824"/>
                  </a:lnTo>
                  <a:lnTo>
                    <a:pt x="135560" y="234513"/>
                  </a:lnTo>
                  <a:lnTo>
                    <a:pt x="120035" y="234284"/>
                  </a:lnTo>
                  <a:lnTo>
                    <a:pt x="120431" y="206048"/>
                  </a:lnTo>
                  <a:lnTo>
                    <a:pt x="115012" y="162815"/>
                  </a:lnTo>
                  <a:lnTo>
                    <a:pt x="102853" y="130795"/>
                  </a:lnTo>
                  <a:lnTo>
                    <a:pt x="100810" y="125540"/>
                  </a:lnTo>
                  <a:lnTo>
                    <a:pt x="89169" y="95599"/>
                  </a:lnTo>
                  <a:lnTo>
                    <a:pt x="81939" y="81510"/>
                  </a:lnTo>
                  <a:lnTo>
                    <a:pt x="75206" y="74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795450" y="3425658"/>
              <a:ext cx="38334" cy="57071"/>
            </a:xfrm>
            <a:custGeom>
              <a:avLst/>
              <a:pathLst>
                <a:path w="38334" h="57071">
                  <a:moveTo>
                    <a:pt x="1437" y="24943"/>
                  </a:moveTo>
                  <a:lnTo>
                    <a:pt x="2650" y="0"/>
                  </a:lnTo>
                  <a:lnTo>
                    <a:pt x="23708" y="1595"/>
                  </a:lnTo>
                  <a:lnTo>
                    <a:pt x="38334" y="2703"/>
                  </a:lnTo>
                  <a:lnTo>
                    <a:pt x="37031" y="25500"/>
                  </a:lnTo>
                  <a:lnTo>
                    <a:pt x="35227" y="57071"/>
                  </a:lnTo>
                  <a:lnTo>
                    <a:pt x="19160" y="55904"/>
                  </a:lnTo>
                  <a:lnTo>
                    <a:pt x="0" y="54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787206" y="3493533"/>
              <a:ext cx="41913" cy="53646"/>
            </a:xfrm>
            <a:custGeom>
              <a:avLst/>
              <a:pathLst>
                <a:path w="41913" h="53646">
                  <a:moveTo>
                    <a:pt x="1529" y="25706"/>
                  </a:moveTo>
                  <a:lnTo>
                    <a:pt x="3090" y="0"/>
                  </a:lnTo>
                  <a:lnTo>
                    <a:pt x="22549" y="1762"/>
                  </a:lnTo>
                  <a:lnTo>
                    <a:pt x="41913" y="3517"/>
                  </a:lnTo>
                  <a:lnTo>
                    <a:pt x="40699" y="26065"/>
                  </a:lnTo>
                  <a:lnTo>
                    <a:pt x="39215" y="53646"/>
                  </a:lnTo>
                  <a:lnTo>
                    <a:pt x="20601" y="52340"/>
                  </a:lnTo>
                  <a:lnTo>
                    <a:pt x="0" y="508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305103" y="3327447"/>
              <a:ext cx="224207" cy="113278"/>
            </a:xfrm>
            <a:custGeom>
              <a:avLst/>
              <a:pathLst>
                <a:path w="224207" h="113278">
                  <a:moveTo>
                    <a:pt x="2398" y="41868"/>
                  </a:moveTo>
                  <a:lnTo>
                    <a:pt x="5721" y="41194"/>
                  </a:lnTo>
                  <a:lnTo>
                    <a:pt x="8840" y="40561"/>
                  </a:lnTo>
                  <a:lnTo>
                    <a:pt x="13111" y="39695"/>
                  </a:lnTo>
                  <a:lnTo>
                    <a:pt x="16467" y="39014"/>
                  </a:lnTo>
                  <a:lnTo>
                    <a:pt x="19450" y="38409"/>
                  </a:lnTo>
                  <a:lnTo>
                    <a:pt x="23179" y="37652"/>
                  </a:lnTo>
                  <a:lnTo>
                    <a:pt x="27755" y="36724"/>
                  </a:lnTo>
                  <a:lnTo>
                    <a:pt x="31925" y="35879"/>
                  </a:lnTo>
                  <a:lnTo>
                    <a:pt x="35654" y="35122"/>
                  </a:lnTo>
                  <a:lnTo>
                    <a:pt x="39722" y="34297"/>
                  </a:lnTo>
                  <a:lnTo>
                    <a:pt x="44603" y="33307"/>
                  </a:lnTo>
                  <a:lnTo>
                    <a:pt x="49281" y="32358"/>
                  </a:lnTo>
                  <a:lnTo>
                    <a:pt x="52637" y="31677"/>
                  </a:lnTo>
                  <a:lnTo>
                    <a:pt x="56739" y="30845"/>
                  </a:lnTo>
                  <a:lnTo>
                    <a:pt x="61011" y="29979"/>
                  </a:lnTo>
                  <a:lnTo>
                    <a:pt x="65350" y="29099"/>
                  </a:lnTo>
                  <a:lnTo>
                    <a:pt x="68570" y="28445"/>
                  </a:lnTo>
                  <a:lnTo>
                    <a:pt x="72435" y="27662"/>
                  </a:lnTo>
                  <a:lnTo>
                    <a:pt x="75791" y="26981"/>
                  </a:lnTo>
                  <a:lnTo>
                    <a:pt x="80231" y="26080"/>
                  </a:lnTo>
                  <a:lnTo>
                    <a:pt x="85147" y="25083"/>
                  </a:lnTo>
                  <a:lnTo>
                    <a:pt x="89696" y="24160"/>
                  </a:lnTo>
                  <a:lnTo>
                    <a:pt x="94570" y="23174"/>
                  </a:lnTo>
                  <a:lnTo>
                    <a:pt x="100098" y="22057"/>
                  </a:lnTo>
                  <a:lnTo>
                    <a:pt x="104675" y="21131"/>
                  </a:lnTo>
                  <a:lnTo>
                    <a:pt x="109963" y="20061"/>
                  </a:lnTo>
                  <a:lnTo>
                    <a:pt x="112981" y="19451"/>
                  </a:lnTo>
                  <a:lnTo>
                    <a:pt x="116913" y="18656"/>
                  </a:lnTo>
                  <a:lnTo>
                    <a:pt x="121117" y="17805"/>
                  </a:lnTo>
                  <a:lnTo>
                    <a:pt x="126372" y="16742"/>
                  </a:lnTo>
                  <a:lnTo>
                    <a:pt x="130949" y="15817"/>
                  </a:lnTo>
                  <a:lnTo>
                    <a:pt x="135729" y="14850"/>
                  </a:lnTo>
                  <a:lnTo>
                    <a:pt x="139628" y="14062"/>
                  </a:lnTo>
                  <a:lnTo>
                    <a:pt x="143560" y="13266"/>
                  </a:lnTo>
                  <a:lnTo>
                    <a:pt x="147662" y="12437"/>
                  </a:lnTo>
                  <a:lnTo>
                    <a:pt x="151933" y="11573"/>
                  </a:lnTo>
                  <a:lnTo>
                    <a:pt x="160513" y="9837"/>
                  </a:lnTo>
                  <a:lnTo>
                    <a:pt x="165021" y="8925"/>
                  </a:lnTo>
                  <a:lnTo>
                    <a:pt x="170919" y="7733"/>
                  </a:lnTo>
                  <a:lnTo>
                    <a:pt x="175496" y="6807"/>
                  </a:lnTo>
                  <a:lnTo>
                    <a:pt x="181429" y="5607"/>
                  </a:lnTo>
                  <a:lnTo>
                    <a:pt x="185633" y="4756"/>
                  </a:lnTo>
                  <a:lnTo>
                    <a:pt x="189635" y="3947"/>
                  </a:lnTo>
                  <a:lnTo>
                    <a:pt x="193569" y="3151"/>
                  </a:lnTo>
                  <a:lnTo>
                    <a:pt x="196653" y="2528"/>
                  </a:lnTo>
                  <a:lnTo>
                    <a:pt x="200551" y="1739"/>
                  </a:lnTo>
                  <a:lnTo>
                    <a:pt x="203705" y="1101"/>
                  </a:lnTo>
                  <a:lnTo>
                    <a:pt x="209153" y="0"/>
                  </a:lnTo>
                  <a:lnTo>
                    <a:pt x="210909" y="5514"/>
                  </a:lnTo>
                  <a:lnTo>
                    <a:pt x="212975" y="12002"/>
                  </a:lnTo>
                  <a:lnTo>
                    <a:pt x="215810" y="27747"/>
                  </a:lnTo>
                  <a:lnTo>
                    <a:pt x="218849" y="44625"/>
                  </a:lnTo>
                  <a:lnTo>
                    <a:pt x="224207" y="74382"/>
                  </a:lnTo>
                  <a:lnTo>
                    <a:pt x="212919" y="76476"/>
                  </a:lnTo>
                  <a:lnTo>
                    <a:pt x="199806" y="78908"/>
                  </a:lnTo>
                  <a:lnTo>
                    <a:pt x="190179" y="80694"/>
                  </a:lnTo>
                  <a:lnTo>
                    <a:pt x="183329" y="81964"/>
                  </a:lnTo>
                  <a:lnTo>
                    <a:pt x="176974" y="83143"/>
                  </a:lnTo>
                  <a:lnTo>
                    <a:pt x="171166" y="84220"/>
                  </a:lnTo>
                  <a:lnTo>
                    <a:pt x="165703" y="85234"/>
                  </a:lnTo>
                  <a:lnTo>
                    <a:pt x="160461" y="86206"/>
                  </a:lnTo>
                  <a:lnTo>
                    <a:pt x="153018" y="87587"/>
                  </a:lnTo>
                  <a:lnTo>
                    <a:pt x="148493" y="88426"/>
                  </a:lnTo>
                  <a:lnTo>
                    <a:pt x="144209" y="89220"/>
                  </a:lnTo>
                  <a:lnTo>
                    <a:pt x="140967" y="89822"/>
                  </a:lnTo>
                  <a:lnTo>
                    <a:pt x="136377" y="90673"/>
                  </a:lnTo>
                  <a:lnTo>
                    <a:pt x="130700" y="91726"/>
                  </a:lnTo>
                  <a:lnTo>
                    <a:pt x="126420" y="92520"/>
                  </a:lnTo>
                  <a:lnTo>
                    <a:pt x="122000" y="93340"/>
                  </a:lnTo>
                  <a:lnTo>
                    <a:pt x="118216" y="94041"/>
                  </a:lnTo>
                  <a:lnTo>
                    <a:pt x="114168" y="94792"/>
                  </a:lnTo>
                  <a:lnTo>
                    <a:pt x="111128" y="95356"/>
                  </a:lnTo>
                  <a:lnTo>
                    <a:pt x="108275" y="95885"/>
                  </a:lnTo>
                  <a:lnTo>
                    <a:pt x="105422" y="96415"/>
                  </a:lnTo>
                  <a:lnTo>
                    <a:pt x="99172" y="97574"/>
                  </a:lnTo>
                  <a:lnTo>
                    <a:pt x="95558" y="98244"/>
                  </a:lnTo>
                  <a:lnTo>
                    <a:pt x="91247" y="99044"/>
                  </a:lnTo>
                  <a:lnTo>
                    <a:pt x="87090" y="99815"/>
                  </a:lnTo>
                  <a:lnTo>
                    <a:pt x="81585" y="100836"/>
                  </a:lnTo>
                  <a:lnTo>
                    <a:pt x="76514" y="101776"/>
                  </a:lnTo>
                  <a:lnTo>
                    <a:pt x="72435" y="102533"/>
                  </a:lnTo>
                  <a:lnTo>
                    <a:pt x="66418" y="103649"/>
                  </a:lnTo>
                  <a:lnTo>
                    <a:pt x="61145" y="104627"/>
                  </a:lnTo>
                  <a:lnTo>
                    <a:pt x="55236" y="105723"/>
                  </a:lnTo>
                  <a:lnTo>
                    <a:pt x="49172" y="106848"/>
                  </a:lnTo>
                  <a:lnTo>
                    <a:pt x="46520" y="107340"/>
                  </a:lnTo>
                  <a:lnTo>
                    <a:pt x="41697" y="108234"/>
                  </a:lnTo>
                  <a:lnTo>
                    <a:pt x="37680" y="108980"/>
                  </a:lnTo>
                  <a:lnTo>
                    <a:pt x="32578" y="109926"/>
                  </a:lnTo>
                  <a:lnTo>
                    <a:pt x="25677" y="111206"/>
                  </a:lnTo>
                  <a:lnTo>
                    <a:pt x="14507" y="113278"/>
                  </a:lnTo>
                  <a:lnTo>
                    <a:pt x="12249" y="102238"/>
                  </a:lnTo>
                  <a:lnTo>
                    <a:pt x="10154" y="91996"/>
                  </a:lnTo>
                  <a:lnTo>
                    <a:pt x="8797" y="85365"/>
                  </a:lnTo>
                  <a:lnTo>
                    <a:pt x="7772" y="80352"/>
                  </a:lnTo>
                  <a:lnTo>
                    <a:pt x="6422" y="73750"/>
                  </a:lnTo>
                  <a:lnTo>
                    <a:pt x="5275" y="68147"/>
                  </a:lnTo>
                  <a:lnTo>
                    <a:pt x="3606" y="59983"/>
                  </a:lnTo>
                  <a:lnTo>
                    <a:pt x="2290" y="53553"/>
                  </a:lnTo>
                  <a:lnTo>
                    <a:pt x="0" y="42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524807" y="3327202"/>
              <a:ext cx="123129" cy="75894"/>
            </a:xfrm>
            <a:custGeom>
              <a:avLst/>
              <a:pathLst>
                <a:path w="123129" h="75894">
                  <a:moveTo>
                    <a:pt x="18742" y="531"/>
                  </a:moveTo>
                  <a:lnTo>
                    <a:pt x="21575" y="397"/>
                  </a:lnTo>
                  <a:lnTo>
                    <a:pt x="24201" y="331"/>
                  </a:lnTo>
                  <a:lnTo>
                    <a:pt x="30357" y="178"/>
                  </a:lnTo>
                  <a:lnTo>
                    <a:pt x="37505" y="0"/>
                  </a:lnTo>
                  <a:lnTo>
                    <a:pt x="43257" y="646"/>
                  </a:lnTo>
                  <a:lnTo>
                    <a:pt x="48518" y="1238"/>
                  </a:lnTo>
                  <a:lnTo>
                    <a:pt x="55795" y="3039"/>
                  </a:lnTo>
                  <a:lnTo>
                    <a:pt x="62616" y="4728"/>
                  </a:lnTo>
                  <a:lnTo>
                    <a:pt x="69510" y="7506"/>
                  </a:lnTo>
                  <a:lnTo>
                    <a:pt x="74070" y="9344"/>
                  </a:lnTo>
                  <a:lnTo>
                    <a:pt x="75752" y="10261"/>
                  </a:lnTo>
                  <a:lnTo>
                    <a:pt x="80550" y="12875"/>
                  </a:lnTo>
                  <a:lnTo>
                    <a:pt x="84964" y="15280"/>
                  </a:lnTo>
                  <a:lnTo>
                    <a:pt x="88874" y="17411"/>
                  </a:lnTo>
                  <a:lnTo>
                    <a:pt x="93690" y="20036"/>
                  </a:lnTo>
                  <a:lnTo>
                    <a:pt x="97482" y="22102"/>
                  </a:lnTo>
                  <a:lnTo>
                    <a:pt x="101575" y="24332"/>
                  </a:lnTo>
                  <a:lnTo>
                    <a:pt x="105339" y="26384"/>
                  </a:lnTo>
                  <a:lnTo>
                    <a:pt x="109653" y="28734"/>
                  </a:lnTo>
                  <a:lnTo>
                    <a:pt x="112821" y="30460"/>
                  </a:lnTo>
                  <a:lnTo>
                    <a:pt x="117743" y="33143"/>
                  </a:lnTo>
                  <a:lnTo>
                    <a:pt x="119389" y="34039"/>
                  </a:lnTo>
                  <a:lnTo>
                    <a:pt x="120597" y="35262"/>
                  </a:lnTo>
                  <a:lnTo>
                    <a:pt x="121226" y="36354"/>
                  </a:lnTo>
                  <a:lnTo>
                    <a:pt x="123129" y="39656"/>
                  </a:lnTo>
                  <a:lnTo>
                    <a:pt x="112641" y="55888"/>
                  </a:lnTo>
                  <a:lnTo>
                    <a:pt x="99714" y="75894"/>
                  </a:lnTo>
                  <a:lnTo>
                    <a:pt x="96513" y="73489"/>
                  </a:lnTo>
                  <a:lnTo>
                    <a:pt x="92873" y="70754"/>
                  </a:lnTo>
                  <a:lnTo>
                    <a:pt x="89643" y="68327"/>
                  </a:lnTo>
                  <a:lnTo>
                    <a:pt x="86537" y="65994"/>
                  </a:lnTo>
                  <a:lnTo>
                    <a:pt x="82721" y="63126"/>
                  </a:lnTo>
                  <a:lnTo>
                    <a:pt x="78707" y="60111"/>
                  </a:lnTo>
                  <a:lnTo>
                    <a:pt x="74625" y="57043"/>
                  </a:lnTo>
                  <a:lnTo>
                    <a:pt x="72022" y="55088"/>
                  </a:lnTo>
                  <a:lnTo>
                    <a:pt x="70540" y="54342"/>
                  </a:lnTo>
                  <a:lnTo>
                    <a:pt x="66144" y="52129"/>
                  </a:lnTo>
                  <a:lnTo>
                    <a:pt x="64839" y="51472"/>
                  </a:lnTo>
                  <a:lnTo>
                    <a:pt x="61191" y="49635"/>
                  </a:lnTo>
                  <a:lnTo>
                    <a:pt x="58597" y="48853"/>
                  </a:lnTo>
                  <a:lnTo>
                    <a:pt x="52981" y="47160"/>
                  </a:lnTo>
                  <a:lnTo>
                    <a:pt x="46162" y="45103"/>
                  </a:lnTo>
                  <a:lnTo>
                    <a:pt x="39212" y="43007"/>
                  </a:lnTo>
                  <a:lnTo>
                    <a:pt x="32956" y="42377"/>
                  </a:lnTo>
                  <a:lnTo>
                    <a:pt x="31199" y="42418"/>
                  </a:lnTo>
                  <a:lnTo>
                    <a:pt x="23271" y="42608"/>
                  </a:lnTo>
                  <a:lnTo>
                    <a:pt x="17657" y="42742"/>
                  </a:lnTo>
                  <a:lnTo>
                    <a:pt x="12371" y="42868"/>
                  </a:lnTo>
                  <a:lnTo>
                    <a:pt x="7370" y="42987"/>
                  </a:lnTo>
                  <a:lnTo>
                    <a:pt x="3314" y="20805"/>
                  </a:lnTo>
                  <a:lnTo>
                    <a:pt x="0" y="2675"/>
                  </a:lnTo>
                  <a:lnTo>
                    <a:pt x="4458" y="1966"/>
                  </a:lnTo>
                  <a:lnTo>
                    <a:pt x="8601" y="1307"/>
                  </a:lnTo>
                  <a:lnTo>
                    <a:pt x="12109" y="8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534537" y="3375673"/>
              <a:ext cx="85202" cy="85582"/>
            </a:xfrm>
            <a:custGeom>
              <a:avLst/>
              <a:pathLst>
                <a:path w="85202" h="85582">
                  <a:moveTo>
                    <a:pt x="41137" y="4777"/>
                  </a:moveTo>
                  <a:lnTo>
                    <a:pt x="45171" y="5866"/>
                  </a:lnTo>
                  <a:lnTo>
                    <a:pt x="50475" y="8125"/>
                  </a:lnTo>
                  <a:lnTo>
                    <a:pt x="62998" y="16050"/>
                  </a:lnTo>
                  <a:lnTo>
                    <a:pt x="85202" y="31902"/>
                  </a:lnTo>
                  <a:lnTo>
                    <a:pt x="66493" y="56897"/>
                  </a:lnTo>
                  <a:lnTo>
                    <a:pt x="45023" y="85582"/>
                  </a:lnTo>
                  <a:lnTo>
                    <a:pt x="33132" y="78273"/>
                  </a:lnTo>
                  <a:lnTo>
                    <a:pt x="25545" y="73609"/>
                  </a:lnTo>
                  <a:lnTo>
                    <a:pt x="3635" y="60140"/>
                  </a:lnTo>
                  <a:lnTo>
                    <a:pt x="4425" y="30609"/>
                  </a:lnTo>
                  <a:lnTo>
                    <a:pt x="0" y="762"/>
                  </a:lnTo>
                  <a:lnTo>
                    <a:pt x="11238" y="0"/>
                  </a:lnTo>
                  <a:lnTo>
                    <a:pt x="29516" y="16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627008" y="3368409"/>
              <a:ext cx="164547" cy="111217"/>
            </a:xfrm>
            <a:custGeom>
              <a:avLst/>
              <a:pathLst>
                <a:path w="164547" h="111217">
                  <a:moveTo>
                    <a:pt x="125698" y="107693"/>
                  </a:moveTo>
                  <a:lnTo>
                    <a:pt x="120557" y="106575"/>
                  </a:lnTo>
                  <a:lnTo>
                    <a:pt x="115898" y="105562"/>
                  </a:lnTo>
                  <a:lnTo>
                    <a:pt x="112506" y="104825"/>
                  </a:lnTo>
                  <a:lnTo>
                    <a:pt x="110514" y="104181"/>
                  </a:lnTo>
                  <a:lnTo>
                    <a:pt x="106694" y="102946"/>
                  </a:lnTo>
                  <a:lnTo>
                    <a:pt x="102013" y="101433"/>
                  </a:lnTo>
                  <a:lnTo>
                    <a:pt x="97392" y="99939"/>
                  </a:lnTo>
                  <a:lnTo>
                    <a:pt x="93404" y="98650"/>
                  </a:lnTo>
                  <a:lnTo>
                    <a:pt x="88622" y="97104"/>
                  </a:lnTo>
                  <a:lnTo>
                    <a:pt x="83766" y="95534"/>
                  </a:lnTo>
                  <a:lnTo>
                    <a:pt x="78309" y="93770"/>
                  </a:lnTo>
                  <a:lnTo>
                    <a:pt x="75187" y="92761"/>
                  </a:lnTo>
                  <a:lnTo>
                    <a:pt x="72706" y="91617"/>
                  </a:lnTo>
                  <a:lnTo>
                    <a:pt x="68612" y="89730"/>
                  </a:lnTo>
                  <a:lnTo>
                    <a:pt x="61792" y="86586"/>
                  </a:lnTo>
                  <a:lnTo>
                    <a:pt x="55676" y="83767"/>
                  </a:lnTo>
                  <a:lnTo>
                    <a:pt x="50637" y="81444"/>
                  </a:lnTo>
                  <a:lnTo>
                    <a:pt x="44324" y="78533"/>
                  </a:lnTo>
                  <a:lnTo>
                    <a:pt x="40019" y="75808"/>
                  </a:lnTo>
                  <a:lnTo>
                    <a:pt x="38230" y="74676"/>
                  </a:lnTo>
                  <a:lnTo>
                    <a:pt x="35423" y="72596"/>
                  </a:lnTo>
                  <a:lnTo>
                    <a:pt x="31343" y="69572"/>
                  </a:lnTo>
                  <a:lnTo>
                    <a:pt x="26697" y="66128"/>
                  </a:lnTo>
                  <a:lnTo>
                    <a:pt x="21788" y="62489"/>
                  </a:lnTo>
                  <a:lnTo>
                    <a:pt x="19735" y="60967"/>
                  </a:lnTo>
                  <a:lnTo>
                    <a:pt x="16983" y="58928"/>
                  </a:lnTo>
                  <a:lnTo>
                    <a:pt x="10911" y="54427"/>
                  </a:lnTo>
                  <a:lnTo>
                    <a:pt x="5121" y="50136"/>
                  </a:lnTo>
                  <a:lnTo>
                    <a:pt x="0" y="46340"/>
                  </a:lnTo>
                  <a:lnTo>
                    <a:pt x="6065" y="36164"/>
                  </a:lnTo>
                  <a:lnTo>
                    <a:pt x="13898" y="23024"/>
                  </a:lnTo>
                  <a:lnTo>
                    <a:pt x="27622" y="0"/>
                  </a:lnTo>
                  <a:lnTo>
                    <a:pt x="31191" y="2130"/>
                  </a:lnTo>
                  <a:lnTo>
                    <a:pt x="34856" y="4318"/>
                  </a:lnTo>
                  <a:lnTo>
                    <a:pt x="39078" y="6839"/>
                  </a:lnTo>
                  <a:lnTo>
                    <a:pt x="43662" y="9575"/>
                  </a:lnTo>
                  <a:lnTo>
                    <a:pt x="47655" y="11959"/>
                  </a:lnTo>
                  <a:lnTo>
                    <a:pt x="51056" y="13990"/>
                  </a:lnTo>
                  <a:lnTo>
                    <a:pt x="55049" y="16373"/>
                  </a:lnTo>
                  <a:lnTo>
                    <a:pt x="58499" y="18433"/>
                  </a:lnTo>
                  <a:lnTo>
                    <a:pt x="61982" y="20512"/>
                  </a:lnTo>
                  <a:lnTo>
                    <a:pt x="66451" y="23180"/>
                  </a:lnTo>
                  <a:lnTo>
                    <a:pt x="70986" y="25888"/>
                  </a:lnTo>
                  <a:lnTo>
                    <a:pt x="75598" y="28641"/>
                  </a:lnTo>
                  <a:lnTo>
                    <a:pt x="80596" y="31086"/>
                  </a:lnTo>
                  <a:lnTo>
                    <a:pt x="85487" y="33479"/>
                  </a:lnTo>
                  <a:lnTo>
                    <a:pt x="89219" y="35305"/>
                  </a:lnTo>
                  <a:lnTo>
                    <a:pt x="94549" y="37913"/>
                  </a:lnTo>
                  <a:lnTo>
                    <a:pt x="98926" y="40054"/>
                  </a:lnTo>
                  <a:lnTo>
                    <a:pt x="105641" y="43339"/>
                  </a:lnTo>
                  <a:lnTo>
                    <a:pt x="109565" y="45259"/>
                  </a:lnTo>
                  <a:lnTo>
                    <a:pt x="113323" y="46201"/>
                  </a:lnTo>
                  <a:lnTo>
                    <a:pt x="120417" y="47981"/>
                  </a:lnTo>
                  <a:lnTo>
                    <a:pt x="127892" y="49856"/>
                  </a:lnTo>
                  <a:lnTo>
                    <a:pt x="135174" y="51682"/>
                  </a:lnTo>
                  <a:lnTo>
                    <a:pt x="138113" y="52419"/>
                  </a:lnTo>
                  <a:lnTo>
                    <a:pt x="142638" y="52789"/>
                  </a:lnTo>
                  <a:lnTo>
                    <a:pt x="149120" y="53319"/>
                  </a:lnTo>
                  <a:lnTo>
                    <a:pt x="154657" y="53772"/>
                  </a:lnTo>
                  <a:lnTo>
                    <a:pt x="159647" y="54180"/>
                  </a:lnTo>
                  <a:lnTo>
                    <a:pt x="164547" y="54581"/>
                  </a:lnTo>
                  <a:lnTo>
                    <a:pt x="164426" y="58060"/>
                  </a:lnTo>
                  <a:lnTo>
                    <a:pt x="164296" y="61789"/>
                  </a:lnTo>
                  <a:lnTo>
                    <a:pt x="164014" y="69905"/>
                  </a:lnTo>
                  <a:lnTo>
                    <a:pt x="163571" y="82627"/>
                  </a:lnTo>
                  <a:lnTo>
                    <a:pt x="163094" y="96361"/>
                  </a:lnTo>
                  <a:lnTo>
                    <a:pt x="162577" y="111217"/>
                  </a:lnTo>
                  <a:lnTo>
                    <a:pt x="148000" y="110095"/>
                  </a:lnTo>
                  <a:lnTo>
                    <a:pt x="141774" y="109616"/>
                  </a:lnTo>
                  <a:lnTo>
                    <a:pt x="137381" y="109277"/>
                  </a:lnTo>
                  <a:lnTo>
                    <a:pt x="130570" y="1087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589322" y="3425676"/>
              <a:ext cx="196560" cy="118343"/>
            </a:xfrm>
            <a:custGeom>
              <a:avLst/>
              <a:pathLst>
                <a:path w="196560" h="118343">
                  <a:moveTo>
                    <a:pt x="107854" y="46600"/>
                  </a:moveTo>
                  <a:lnTo>
                    <a:pt x="109634" y="47195"/>
                  </a:lnTo>
                  <a:lnTo>
                    <a:pt x="114664" y="48876"/>
                  </a:lnTo>
                  <a:lnTo>
                    <a:pt x="120864" y="50948"/>
                  </a:lnTo>
                  <a:lnTo>
                    <a:pt x="126122" y="52706"/>
                  </a:lnTo>
                  <a:lnTo>
                    <a:pt x="134025" y="54160"/>
                  </a:lnTo>
                  <a:lnTo>
                    <a:pt x="140897" y="55425"/>
                  </a:lnTo>
                  <a:lnTo>
                    <a:pt x="146714" y="56495"/>
                  </a:lnTo>
                  <a:lnTo>
                    <a:pt x="152562" y="57572"/>
                  </a:lnTo>
                  <a:lnTo>
                    <a:pt x="158720" y="58705"/>
                  </a:lnTo>
                  <a:lnTo>
                    <a:pt x="164848" y="59833"/>
                  </a:lnTo>
                  <a:lnTo>
                    <a:pt x="169611" y="60710"/>
                  </a:lnTo>
                  <a:lnTo>
                    <a:pt x="175025" y="61706"/>
                  </a:lnTo>
                  <a:lnTo>
                    <a:pt x="179244" y="62483"/>
                  </a:lnTo>
                  <a:lnTo>
                    <a:pt x="183061" y="63185"/>
                  </a:lnTo>
                  <a:lnTo>
                    <a:pt x="187885" y="64073"/>
                  </a:lnTo>
                  <a:lnTo>
                    <a:pt x="190728" y="64596"/>
                  </a:lnTo>
                  <a:lnTo>
                    <a:pt x="192647" y="64944"/>
                  </a:lnTo>
                  <a:lnTo>
                    <a:pt x="194768" y="65328"/>
                  </a:lnTo>
                  <a:lnTo>
                    <a:pt x="196560" y="65653"/>
                  </a:lnTo>
                  <a:lnTo>
                    <a:pt x="195935" y="74558"/>
                  </a:lnTo>
                  <a:lnTo>
                    <a:pt x="195235" y="84530"/>
                  </a:lnTo>
                  <a:lnTo>
                    <a:pt x="194212" y="99085"/>
                  </a:lnTo>
                  <a:lnTo>
                    <a:pt x="192860" y="118343"/>
                  </a:lnTo>
                  <a:lnTo>
                    <a:pt x="188937" y="117931"/>
                  </a:lnTo>
                  <a:lnTo>
                    <a:pt x="181872" y="117190"/>
                  </a:lnTo>
                  <a:lnTo>
                    <a:pt x="176569" y="116633"/>
                  </a:lnTo>
                  <a:lnTo>
                    <a:pt x="171633" y="116115"/>
                  </a:lnTo>
                  <a:lnTo>
                    <a:pt x="166401" y="115566"/>
                  </a:lnTo>
                  <a:lnTo>
                    <a:pt x="162091" y="115113"/>
                  </a:lnTo>
                  <a:lnTo>
                    <a:pt x="154731" y="114340"/>
                  </a:lnTo>
                  <a:lnTo>
                    <a:pt x="148189" y="113654"/>
                  </a:lnTo>
                  <a:lnTo>
                    <a:pt x="142014" y="113006"/>
                  </a:lnTo>
                  <a:lnTo>
                    <a:pt x="138804" y="112668"/>
                  </a:lnTo>
                  <a:lnTo>
                    <a:pt x="135217" y="111711"/>
                  </a:lnTo>
                  <a:lnTo>
                    <a:pt x="127527" y="109659"/>
                  </a:lnTo>
                  <a:lnTo>
                    <a:pt x="122111" y="108214"/>
                  </a:lnTo>
                  <a:lnTo>
                    <a:pt x="113840" y="106007"/>
                  </a:lnTo>
                  <a:lnTo>
                    <a:pt x="108934" y="104698"/>
                  </a:lnTo>
                  <a:lnTo>
                    <a:pt x="107125" y="103949"/>
                  </a:lnTo>
                  <a:lnTo>
                    <a:pt x="102972" y="102231"/>
                  </a:lnTo>
                  <a:lnTo>
                    <a:pt x="98996" y="100586"/>
                  </a:lnTo>
                  <a:lnTo>
                    <a:pt x="94933" y="98905"/>
                  </a:lnTo>
                  <a:lnTo>
                    <a:pt x="89442" y="96633"/>
                  </a:lnTo>
                  <a:lnTo>
                    <a:pt x="85257" y="94901"/>
                  </a:lnTo>
                  <a:lnTo>
                    <a:pt x="80192" y="92805"/>
                  </a:lnTo>
                  <a:lnTo>
                    <a:pt x="72369" y="89568"/>
                  </a:lnTo>
                  <a:lnTo>
                    <a:pt x="70077" y="88620"/>
                  </a:lnTo>
                  <a:lnTo>
                    <a:pt x="66242" y="86178"/>
                  </a:lnTo>
                  <a:lnTo>
                    <a:pt x="62214" y="83614"/>
                  </a:lnTo>
                  <a:lnTo>
                    <a:pt x="57125" y="80375"/>
                  </a:lnTo>
                  <a:lnTo>
                    <a:pt x="53051" y="77781"/>
                  </a:lnTo>
                  <a:lnTo>
                    <a:pt x="51196" y="76600"/>
                  </a:lnTo>
                  <a:lnTo>
                    <a:pt x="47542" y="74275"/>
                  </a:lnTo>
                  <a:lnTo>
                    <a:pt x="45533" y="72997"/>
                  </a:lnTo>
                  <a:lnTo>
                    <a:pt x="42171" y="70858"/>
                  </a:lnTo>
                  <a:lnTo>
                    <a:pt x="37858" y="68114"/>
                  </a:lnTo>
                  <a:lnTo>
                    <a:pt x="32830" y="64915"/>
                  </a:lnTo>
                  <a:lnTo>
                    <a:pt x="26549" y="60919"/>
                  </a:lnTo>
                  <a:lnTo>
                    <a:pt x="21793" y="57893"/>
                  </a:lnTo>
                  <a:lnTo>
                    <a:pt x="16876" y="54765"/>
                  </a:lnTo>
                  <a:lnTo>
                    <a:pt x="10660" y="50810"/>
                  </a:lnTo>
                  <a:lnTo>
                    <a:pt x="3905" y="46512"/>
                  </a:lnTo>
                  <a:lnTo>
                    <a:pt x="0" y="44028"/>
                  </a:lnTo>
                  <a:lnTo>
                    <a:pt x="6123" y="35416"/>
                  </a:lnTo>
                  <a:lnTo>
                    <a:pt x="12721" y="26139"/>
                  </a:lnTo>
                  <a:lnTo>
                    <a:pt x="20110" y="15748"/>
                  </a:lnTo>
                  <a:lnTo>
                    <a:pt x="31310" y="0"/>
                  </a:lnTo>
                  <a:lnTo>
                    <a:pt x="33684" y="1804"/>
                  </a:lnTo>
                  <a:lnTo>
                    <a:pt x="36596" y="4019"/>
                  </a:lnTo>
                  <a:lnTo>
                    <a:pt x="40864" y="7264"/>
                  </a:lnTo>
                  <a:lnTo>
                    <a:pt x="44444" y="9986"/>
                  </a:lnTo>
                  <a:lnTo>
                    <a:pt x="48333" y="12942"/>
                  </a:lnTo>
                  <a:lnTo>
                    <a:pt x="51599" y="15425"/>
                  </a:lnTo>
                  <a:lnTo>
                    <a:pt x="55941" y="18726"/>
                  </a:lnTo>
                  <a:lnTo>
                    <a:pt x="60183" y="21951"/>
                  </a:lnTo>
                  <a:lnTo>
                    <a:pt x="61875" y="23237"/>
                  </a:lnTo>
                  <a:lnTo>
                    <a:pt x="65392" y="25600"/>
                  </a:lnTo>
                  <a:lnTo>
                    <a:pt x="68804" y="27893"/>
                  </a:lnTo>
                  <a:lnTo>
                    <a:pt x="72842" y="30447"/>
                  </a:lnTo>
                  <a:lnTo>
                    <a:pt x="77277" y="32492"/>
                  </a:lnTo>
                  <a:lnTo>
                    <a:pt x="80333" y="33901"/>
                  </a:lnTo>
                  <a:lnTo>
                    <a:pt x="82089" y="34711"/>
                  </a:lnTo>
                  <a:lnTo>
                    <a:pt x="86982" y="36966"/>
                  </a:lnTo>
                  <a:lnTo>
                    <a:pt x="91223" y="38921"/>
                  </a:lnTo>
                  <a:lnTo>
                    <a:pt x="93057" y="39767"/>
                  </a:lnTo>
                  <a:lnTo>
                    <a:pt x="95171" y="40741"/>
                  </a:lnTo>
                  <a:lnTo>
                    <a:pt x="100349" y="43127"/>
                  </a:lnTo>
                  <a:lnTo>
                    <a:pt x="103707" y="44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429882" y="3418353"/>
              <a:ext cx="360610" cy="286790"/>
            </a:xfrm>
            <a:custGeom>
              <a:avLst/>
              <a:pathLst>
                <a:path w="360610" h="286790">
                  <a:moveTo>
                    <a:pt x="358152" y="286790"/>
                  </a:moveTo>
                  <a:lnTo>
                    <a:pt x="352436" y="283474"/>
                  </a:lnTo>
                  <a:lnTo>
                    <a:pt x="344822" y="279058"/>
                  </a:lnTo>
                  <a:lnTo>
                    <a:pt x="335841" y="273848"/>
                  </a:lnTo>
                  <a:lnTo>
                    <a:pt x="325466" y="267830"/>
                  </a:lnTo>
                  <a:lnTo>
                    <a:pt x="316971" y="262903"/>
                  </a:lnTo>
                  <a:lnTo>
                    <a:pt x="315720" y="247349"/>
                  </a:lnTo>
                  <a:lnTo>
                    <a:pt x="313908" y="224829"/>
                  </a:lnTo>
                  <a:lnTo>
                    <a:pt x="312057" y="201810"/>
                  </a:lnTo>
                  <a:lnTo>
                    <a:pt x="311141" y="190421"/>
                  </a:lnTo>
                  <a:lnTo>
                    <a:pt x="256397" y="181593"/>
                  </a:lnTo>
                  <a:lnTo>
                    <a:pt x="239375" y="178849"/>
                  </a:lnTo>
                  <a:lnTo>
                    <a:pt x="208717" y="164946"/>
                  </a:lnTo>
                  <a:lnTo>
                    <a:pt x="161446" y="136908"/>
                  </a:lnTo>
                  <a:lnTo>
                    <a:pt x="82091" y="86070"/>
                  </a:lnTo>
                  <a:lnTo>
                    <a:pt x="59496" y="71594"/>
                  </a:lnTo>
                  <a:lnTo>
                    <a:pt x="55465" y="69979"/>
                  </a:lnTo>
                  <a:lnTo>
                    <a:pt x="52989" y="68988"/>
                  </a:lnTo>
                  <a:lnTo>
                    <a:pt x="88" y="35936"/>
                  </a:lnTo>
                  <a:lnTo>
                    <a:pt x="0" y="34314"/>
                  </a:lnTo>
                  <a:lnTo>
                    <a:pt x="0" y="33143"/>
                  </a:lnTo>
                  <a:lnTo>
                    <a:pt x="758" y="32265"/>
                  </a:lnTo>
                  <a:lnTo>
                    <a:pt x="1465" y="31445"/>
                  </a:lnTo>
                  <a:lnTo>
                    <a:pt x="8287" y="27616"/>
                  </a:lnTo>
                  <a:lnTo>
                    <a:pt x="18387" y="21948"/>
                  </a:lnTo>
                  <a:lnTo>
                    <a:pt x="27726" y="16708"/>
                  </a:lnTo>
                  <a:lnTo>
                    <a:pt x="36954" y="11529"/>
                  </a:lnTo>
                  <a:lnTo>
                    <a:pt x="39734" y="9969"/>
                  </a:lnTo>
                  <a:lnTo>
                    <a:pt x="47363" y="6831"/>
                  </a:lnTo>
                  <a:lnTo>
                    <a:pt x="63975" y="0"/>
                  </a:lnTo>
                  <a:lnTo>
                    <a:pt x="67783" y="2713"/>
                  </a:lnTo>
                  <a:lnTo>
                    <a:pt x="73379" y="6701"/>
                  </a:lnTo>
                  <a:lnTo>
                    <a:pt x="77837" y="9878"/>
                  </a:lnTo>
                  <a:lnTo>
                    <a:pt x="83789" y="14118"/>
                  </a:lnTo>
                  <a:lnTo>
                    <a:pt x="88942" y="17791"/>
                  </a:lnTo>
                  <a:lnTo>
                    <a:pt x="94075" y="21448"/>
                  </a:lnTo>
                  <a:lnTo>
                    <a:pt x="100468" y="26004"/>
                  </a:lnTo>
                  <a:lnTo>
                    <a:pt x="105444" y="29550"/>
                  </a:lnTo>
                  <a:lnTo>
                    <a:pt x="110862" y="33410"/>
                  </a:lnTo>
                  <a:lnTo>
                    <a:pt x="116441" y="37386"/>
                  </a:lnTo>
                  <a:lnTo>
                    <a:pt x="122889" y="41981"/>
                  </a:lnTo>
                  <a:lnTo>
                    <a:pt x="127881" y="45538"/>
                  </a:lnTo>
                  <a:lnTo>
                    <a:pt x="133369" y="49449"/>
                  </a:lnTo>
                  <a:lnTo>
                    <a:pt x="137687" y="52525"/>
                  </a:lnTo>
                  <a:lnTo>
                    <a:pt x="143050" y="56347"/>
                  </a:lnTo>
                  <a:lnTo>
                    <a:pt x="146849" y="58889"/>
                  </a:lnTo>
                  <a:lnTo>
                    <a:pt x="150715" y="61476"/>
                  </a:lnTo>
                  <a:lnTo>
                    <a:pt x="154760" y="64182"/>
                  </a:lnTo>
                  <a:lnTo>
                    <a:pt x="159110" y="67093"/>
                  </a:lnTo>
                  <a:lnTo>
                    <a:pt x="163289" y="69889"/>
                  </a:lnTo>
                  <a:lnTo>
                    <a:pt x="167084" y="72428"/>
                  </a:lnTo>
                  <a:lnTo>
                    <a:pt x="170586" y="74772"/>
                  </a:lnTo>
                  <a:lnTo>
                    <a:pt x="175919" y="78340"/>
                  </a:lnTo>
                  <a:lnTo>
                    <a:pt x="180277" y="81255"/>
                  </a:lnTo>
                  <a:lnTo>
                    <a:pt x="184449" y="84047"/>
                  </a:lnTo>
                  <a:lnTo>
                    <a:pt x="188920" y="87038"/>
                  </a:lnTo>
                  <a:lnTo>
                    <a:pt x="192365" y="89344"/>
                  </a:lnTo>
                  <a:lnTo>
                    <a:pt x="197271" y="92626"/>
                  </a:lnTo>
                  <a:lnTo>
                    <a:pt x="200524" y="94803"/>
                  </a:lnTo>
                  <a:lnTo>
                    <a:pt x="203283" y="96649"/>
                  </a:lnTo>
                  <a:lnTo>
                    <a:pt x="205813" y="98342"/>
                  </a:lnTo>
                  <a:lnTo>
                    <a:pt x="209378" y="100726"/>
                  </a:lnTo>
                  <a:lnTo>
                    <a:pt x="212810" y="103023"/>
                  </a:lnTo>
                  <a:lnTo>
                    <a:pt x="215052" y="104523"/>
                  </a:lnTo>
                  <a:lnTo>
                    <a:pt x="220011" y="106980"/>
                  </a:lnTo>
                  <a:lnTo>
                    <a:pt x="224690" y="109298"/>
                  </a:lnTo>
                  <a:lnTo>
                    <a:pt x="228447" y="111159"/>
                  </a:lnTo>
                  <a:lnTo>
                    <a:pt x="232352" y="113093"/>
                  </a:lnTo>
                  <a:lnTo>
                    <a:pt x="237960" y="115871"/>
                  </a:lnTo>
                  <a:lnTo>
                    <a:pt x="243260" y="117717"/>
                  </a:lnTo>
                  <a:lnTo>
                    <a:pt x="247479" y="119186"/>
                  </a:lnTo>
                  <a:lnTo>
                    <a:pt x="253178" y="121170"/>
                  </a:lnTo>
                  <a:lnTo>
                    <a:pt x="258557" y="123043"/>
                  </a:lnTo>
                  <a:lnTo>
                    <a:pt x="264836" y="125230"/>
                  </a:lnTo>
                  <a:lnTo>
                    <a:pt x="270033" y="127040"/>
                  </a:lnTo>
                  <a:lnTo>
                    <a:pt x="273982" y="128023"/>
                  </a:lnTo>
                  <a:lnTo>
                    <a:pt x="279171" y="129315"/>
                  </a:lnTo>
                  <a:lnTo>
                    <a:pt x="284445" y="130629"/>
                  </a:lnTo>
                  <a:lnTo>
                    <a:pt x="289180" y="131807"/>
                  </a:lnTo>
                  <a:lnTo>
                    <a:pt x="293995" y="133007"/>
                  </a:lnTo>
                  <a:lnTo>
                    <a:pt x="297523" y="133885"/>
                  </a:lnTo>
                  <a:lnTo>
                    <a:pt x="299519" y="134174"/>
                  </a:lnTo>
                  <a:lnTo>
                    <a:pt x="305342" y="135018"/>
                  </a:lnTo>
                  <a:lnTo>
                    <a:pt x="311190" y="135864"/>
                  </a:lnTo>
                  <a:lnTo>
                    <a:pt x="318670" y="136947"/>
                  </a:lnTo>
                  <a:lnTo>
                    <a:pt x="323367" y="137242"/>
                  </a:lnTo>
                  <a:lnTo>
                    <a:pt x="328985" y="137595"/>
                  </a:lnTo>
                  <a:lnTo>
                    <a:pt x="333571" y="137883"/>
                  </a:lnTo>
                  <a:lnTo>
                    <a:pt x="341153" y="138359"/>
                  </a:lnTo>
                  <a:lnTo>
                    <a:pt x="351772" y="139025"/>
                  </a:lnTo>
                  <a:lnTo>
                    <a:pt x="351662" y="144631"/>
                  </a:lnTo>
                  <a:lnTo>
                    <a:pt x="351422" y="156897"/>
                  </a:lnTo>
                  <a:lnTo>
                    <a:pt x="351155" y="170597"/>
                  </a:lnTo>
                  <a:lnTo>
                    <a:pt x="350878" y="184763"/>
                  </a:lnTo>
                  <a:lnTo>
                    <a:pt x="350742" y="191702"/>
                  </a:lnTo>
                  <a:lnTo>
                    <a:pt x="350343" y="199036"/>
                  </a:lnTo>
                  <a:lnTo>
                    <a:pt x="349909" y="207009"/>
                  </a:lnTo>
                  <a:lnTo>
                    <a:pt x="352172" y="211867"/>
                  </a:lnTo>
                  <a:lnTo>
                    <a:pt x="360610" y="229979"/>
                  </a:lnTo>
                  <a:lnTo>
                    <a:pt x="360474" y="235846"/>
                  </a:lnTo>
                  <a:lnTo>
                    <a:pt x="359882" y="261403"/>
                  </a:lnTo>
                  <a:lnTo>
                    <a:pt x="359611" y="273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02971" y="3455781"/>
              <a:ext cx="82111" cy="86758"/>
            </a:xfrm>
            <a:custGeom>
              <a:avLst/>
              <a:pathLst>
                <a:path w="82111" h="86758">
                  <a:moveTo>
                    <a:pt x="11014" y="9223"/>
                  </a:moveTo>
                  <a:lnTo>
                    <a:pt x="21392" y="0"/>
                  </a:lnTo>
                  <a:lnTo>
                    <a:pt x="26652" y="3267"/>
                  </a:lnTo>
                  <a:lnTo>
                    <a:pt x="30720" y="5794"/>
                  </a:lnTo>
                  <a:lnTo>
                    <a:pt x="35140" y="8539"/>
                  </a:lnTo>
                  <a:lnTo>
                    <a:pt x="39599" y="11309"/>
                  </a:lnTo>
                  <a:lnTo>
                    <a:pt x="44312" y="14237"/>
                  </a:lnTo>
                  <a:lnTo>
                    <a:pt x="48702" y="16964"/>
                  </a:lnTo>
                  <a:lnTo>
                    <a:pt x="51478" y="18688"/>
                  </a:lnTo>
                  <a:lnTo>
                    <a:pt x="57410" y="22372"/>
                  </a:lnTo>
                  <a:lnTo>
                    <a:pt x="60950" y="24571"/>
                  </a:lnTo>
                  <a:lnTo>
                    <a:pt x="65308" y="27279"/>
                  </a:lnTo>
                  <a:lnTo>
                    <a:pt x="70850" y="30721"/>
                  </a:lnTo>
                  <a:lnTo>
                    <a:pt x="77831" y="35057"/>
                  </a:lnTo>
                  <a:lnTo>
                    <a:pt x="80001" y="41562"/>
                  </a:lnTo>
                  <a:lnTo>
                    <a:pt x="82111" y="47886"/>
                  </a:lnTo>
                  <a:lnTo>
                    <a:pt x="78050" y="53422"/>
                  </a:lnTo>
                  <a:lnTo>
                    <a:pt x="74039" y="58891"/>
                  </a:lnTo>
                  <a:lnTo>
                    <a:pt x="68758" y="66091"/>
                  </a:lnTo>
                  <a:lnTo>
                    <a:pt x="63431" y="73355"/>
                  </a:lnTo>
                  <a:lnTo>
                    <a:pt x="53600" y="86758"/>
                  </a:lnTo>
                  <a:lnTo>
                    <a:pt x="45878" y="81304"/>
                  </a:lnTo>
                  <a:lnTo>
                    <a:pt x="38616" y="76175"/>
                  </a:lnTo>
                  <a:lnTo>
                    <a:pt x="31347" y="71040"/>
                  </a:lnTo>
                  <a:lnTo>
                    <a:pt x="17498" y="61258"/>
                  </a:lnTo>
                  <a:lnTo>
                    <a:pt x="6744" y="53663"/>
                  </a:lnTo>
                  <a:lnTo>
                    <a:pt x="2002" y="38575"/>
                  </a:lnTo>
                  <a:lnTo>
                    <a:pt x="1211" y="30848"/>
                  </a:lnTo>
                  <a:lnTo>
                    <a:pt x="514" y="24037"/>
                  </a:lnTo>
                  <a:lnTo>
                    <a:pt x="0" y="19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330140" y="3431959"/>
              <a:ext cx="93436" cy="94688"/>
            </a:xfrm>
            <a:custGeom>
              <a:avLst/>
              <a:pathLst>
                <a:path w="93436" h="94688">
                  <a:moveTo>
                    <a:pt x="93357" y="6616"/>
                  </a:moveTo>
                  <a:lnTo>
                    <a:pt x="93436" y="11889"/>
                  </a:lnTo>
                  <a:lnTo>
                    <a:pt x="86455" y="16163"/>
                  </a:lnTo>
                  <a:lnTo>
                    <a:pt x="70822" y="25735"/>
                  </a:lnTo>
                  <a:lnTo>
                    <a:pt x="56118" y="34739"/>
                  </a:lnTo>
                  <a:lnTo>
                    <a:pt x="56699" y="37779"/>
                  </a:lnTo>
                  <a:lnTo>
                    <a:pt x="57732" y="43188"/>
                  </a:lnTo>
                  <a:lnTo>
                    <a:pt x="58619" y="47835"/>
                  </a:lnTo>
                  <a:lnTo>
                    <a:pt x="59626" y="53104"/>
                  </a:lnTo>
                  <a:lnTo>
                    <a:pt x="60428" y="57302"/>
                  </a:lnTo>
                  <a:lnTo>
                    <a:pt x="61163" y="61150"/>
                  </a:lnTo>
                  <a:lnTo>
                    <a:pt x="62097" y="66038"/>
                  </a:lnTo>
                  <a:lnTo>
                    <a:pt x="63474" y="73250"/>
                  </a:lnTo>
                  <a:lnTo>
                    <a:pt x="66036" y="86663"/>
                  </a:lnTo>
                  <a:lnTo>
                    <a:pt x="38611" y="90751"/>
                  </a:lnTo>
                  <a:lnTo>
                    <a:pt x="12196" y="94688"/>
                  </a:lnTo>
                  <a:lnTo>
                    <a:pt x="10974" y="87503"/>
                  </a:lnTo>
                  <a:lnTo>
                    <a:pt x="9322" y="77795"/>
                  </a:lnTo>
                  <a:lnTo>
                    <a:pt x="8498" y="72953"/>
                  </a:lnTo>
                  <a:lnTo>
                    <a:pt x="7158" y="65077"/>
                  </a:lnTo>
                  <a:lnTo>
                    <a:pt x="5931" y="57870"/>
                  </a:lnTo>
                  <a:lnTo>
                    <a:pt x="4247" y="47972"/>
                  </a:lnTo>
                  <a:lnTo>
                    <a:pt x="2256" y="36273"/>
                  </a:lnTo>
                  <a:lnTo>
                    <a:pt x="0" y="23009"/>
                  </a:lnTo>
                  <a:lnTo>
                    <a:pt x="7357" y="21194"/>
                  </a:lnTo>
                  <a:lnTo>
                    <a:pt x="14839" y="19348"/>
                  </a:lnTo>
                  <a:lnTo>
                    <a:pt x="21741" y="17645"/>
                  </a:lnTo>
                  <a:lnTo>
                    <a:pt x="28137" y="16067"/>
                  </a:lnTo>
                  <a:lnTo>
                    <a:pt x="36325" y="14047"/>
                  </a:lnTo>
                  <a:lnTo>
                    <a:pt x="45007" y="11905"/>
                  </a:lnTo>
                  <a:lnTo>
                    <a:pt x="54063" y="9671"/>
                  </a:lnTo>
                  <a:lnTo>
                    <a:pt x="57106" y="8920"/>
                  </a:lnTo>
                  <a:lnTo>
                    <a:pt x="62538" y="7579"/>
                  </a:lnTo>
                  <a:lnTo>
                    <a:pt x="72093" y="5222"/>
                  </a:lnTo>
                  <a:lnTo>
                    <a:pt x="83858" y="2319"/>
                  </a:lnTo>
                  <a:lnTo>
                    <a:pt x="932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343167" y="3523096"/>
              <a:ext cx="91597" cy="64488"/>
            </a:xfrm>
            <a:custGeom>
              <a:avLst/>
              <a:pathLst>
                <a:path w="91597" h="64488">
                  <a:moveTo>
                    <a:pt x="13616" y="7266"/>
                  </a:moveTo>
                  <a:lnTo>
                    <a:pt x="23513" y="5642"/>
                  </a:lnTo>
                  <a:lnTo>
                    <a:pt x="40677" y="2825"/>
                  </a:lnTo>
                  <a:lnTo>
                    <a:pt x="54385" y="575"/>
                  </a:lnTo>
                  <a:lnTo>
                    <a:pt x="57895" y="0"/>
                  </a:lnTo>
                  <a:lnTo>
                    <a:pt x="64553" y="4116"/>
                  </a:lnTo>
                  <a:lnTo>
                    <a:pt x="76638" y="11588"/>
                  </a:lnTo>
                  <a:lnTo>
                    <a:pt x="90672" y="20265"/>
                  </a:lnTo>
                  <a:lnTo>
                    <a:pt x="91333" y="22021"/>
                  </a:lnTo>
                  <a:lnTo>
                    <a:pt x="91597" y="23507"/>
                  </a:lnTo>
                  <a:lnTo>
                    <a:pt x="91597" y="24859"/>
                  </a:lnTo>
                  <a:lnTo>
                    <a:pt x="91201" y="26750"/>
                  </a:lnTo>
                  <a:lnTo>
                    <a:pt x="87578" y="32518"/>
                  </a:lnTo>
                  <a:lnTo>
                    <a:pt x="82443" y="40693"/>
                  </a:lnTo>
                  <a:lnTo>
                    <a:pt x="73975" y="54176"/>
                  </a:lnTo>
                  <a:lnTo>
                    <a:pt x="64747" y="55675"/>
                  </a:lnTo>
                  <a:lnTo>
                    <a:pt x="51446" y="57837"/>
                  </a:lnTo>
                  <a:lnTo>
                    <a:pt x="36212" y="60313"/>
                  </a:lnTo>
                  <a:lnTo>
                    <a:pt x="10524" y="64488"/>
                  </a:lnTo>
                  <a:lnTo>
                    <a:pt x="9200" y="57570"/>
                  </a:lnTo>
                  <a:lnTo>
                    <a:pt x="8079" y="51715"/>
                  </a:lnTo>
                  <a:lnTo>
                    <a:pt x="6263" y="42224"/>
                  </a:lnTo>
                  <a:lnTo>
                    <a:pt x="4936" y="35289"/>
                  </a:lnTo>
                  <a:lnTo>
                    <a:pt x="2920" y="24757"/>
                  </a:lnTo>
                  <a:lnTo>
                    <a:pt x="0" y="95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460209" y="3502849"/>
              <a:ext cx="121239" cy="106647"/>
            </a:xfrm>
            <a:custGeom>
              <a:avLst/>
              <a:pathLst>
                <a:path w="121239" h="106647">
                  <a:moveTo>
                    <a:pt x="33050" y="1734"/>
                  </a:moveTo>
                  <a:lnTo>
                    <a:pt x="37196" y="4480"/>
                  </a:lnTo>
                  <a:lnTo>
                    <a:pt x="41660" y="7437"/>
                  </a:lnTo>
                  <a:lnTo>
                    <a:pt x="46225" y="10461"/>
                  </a:lnTo>
                  <a:lnTo>
                    <a:pt x="53090" y="15008"/>
                  </a:lnTo>
                  <a:lnTo>
                    <a:pt x="58757" y="18762"/>
                  </a:lnTo>
                  <a:lnTo>
                    <a:pt x="66285" y="24170"/>
                  </a:lnTo>
                  <a:lnTo>
                    <a:pt x="74140" y="29813"/>
                  </a:lnTo>
                  <a:lnTo>
                    <a:pt x="82689" y="35954"/>
                  </a:lnTo>
                  <a:lnTo>
                    <a:pt x="93230" y="43526"/>
                  </a:lnTo>
                  <a:lnTo>
                    <a:pt x="105174" y="52107"/>
                  </a:lnTo>
                  <a:lnTo>
                    <a:pt x="121239" y="63647"/>
                  </a:lnTo>
                  <a:lnTo>
                    <a:pt x="117839" y="68534"/>
                  </a:lnTo>
                  <a:lnTo>
                    <a:pt x="113251" y="75126"/>
                  </a:lnTo>
                  <a:lnTo>
                    <a:pt x="110238" y="79456"/>
                  </a:lnTo>
                  <a:lnTo>
                    <a:pt x="106201" y="85258"/>
                  </a:lnTo>
                  <a:lnTo>
                    <a:pt x="102164" y="91060"/>
                  </a:lnTo>
                  <a:lnTo>
                    <a:pt x="97844" y="97267"/>
                  </a:lnTo>
                  <a:lnTo>
                    <a:pt x="91317" y="106647"/>
                  </a:lnTo>
                  <a:lnTo>
                    <a:pt x="80383" y="98600"/>
                  </a:lnTo>
                  <a:lnTo>
                    <a:pt x="67512" y="89128"/>
                  </a:lnTo>
                  <a:lnTo>
                    <a:pt x="65088" y="87483"/>
                  </a:lnTo>
                  <a:lnTo>
                    <a:pt x="54907" y="80575"/>
                  </a:lnTo>
                  <a:lnTo>
                    <a:pt x="42385" y="72078"/>
                  </a:lnTo>
                  <a:lnTo>
                    <a:pt x="31543" y="64722"/>
                  </a:lnTo>
                  <a:lnTo>
                    <a:pt x="14899" y="53428"/>
                  </a:lnTo>
                  <a:lnTo>
                    <a:pt x="0" y="43318"/>
                  </a:lnTo>
                  <a:lnTo>
                    <a:pt x="4374" y="37091"/>
                  </a:lnTo>
                  <a:lnTo>
                    <a:pt x="9347" y="30013"/>
                  </a:lnTo>
                  <a:lnTo>
                    <a:pt x="14606" y="22527"/>
                  </a:lnTo>
                  <a:lnTo>
                    <a:pt x="19669" y="15319"/>
                  </a:lnTo>
                  <a:lnTo>
                    <a:pt x="24762" y="8070"/>
                  </a:lnTo>
                  <a:lnTo>
                    <a:pt x="3043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393447" y="3548661"/>
              <a:ext cx="97128" cy="108140"/>
            </a:xfrm>
            <a:custGeom>
              <a:avLst/>
              <a:pathLst>
                <a:path w="97128" h="108140">
                  <a:moveTo>
                    <a:pt x="58035" y="4981"/>
                  </a:moveTo>
                  <a:lnTo>
                    <a:pt x="64966" y="10233"/>
                  </a:lnTo>
                  <a:lnTo>
                    <a:pt x="71976" y="15544"/>
                  </a:lnTo>
                  <a:lnTo>
                    <a:pt x="78559" y="20532"/>
                  </a:lnTo>
                  <a:lnTo>
                    <a:pt x="85917" y="26107"/>
                  </a:lnTo>
                  <a:lnTo>
                    <a:pt x="97128" y="34601"/>
                  </a:lnTo>
                  <a:lnTo>
                    <a:pt x="91193" y="44008"/>
                  </a:lnTo>
                  <a:lnTo>
                    <a:pt x="86215" y="51897"/>
                  </a:lnTo>
                  <a:lnTo>
                    <a:pt x="80820" y="60447"/>
                  </a:lnTo>
                  <a:lnTo>
                    <a:pt x="71480" y="75250"/>
                  </a:lnTo>
                  <a:lnTo>
                    <a:pt x="64026" y="87063"/>
                  </a:lnTo>
                  <a:lnTo>
                    <a:pt x="50727" y="108140"/>
                  </a:lnTo>
                  <a:lnTo>
                    <a:pt x="22844" y="96429"/>
                  </a:lnTo>
                  <a:lnTo>
                    <a:pt x="0" y="86834"/>
                  </a:lnTo>
                  <a:lnTo>
                    <a:pt x="5320" y="77856"/>
                  </a:lnTo>
                  <a:lnTo>
                    <a:pt x="11215" y="67909"/>
                  </a:lnTo>
                  <a:lnTo>
                    <a:pt x="19298" y="54269"/>
                  </a:lnTo>
                  <a:lnTo>
                    <a:pt x="27521" y="40394"/>
                  </a:lnTo>
                  <a:lnTo>
                    <a:pt x="34507" y="28605"/>
                  </a:lnTo>
                  <a:lnTo>
                    <a:pt x="39598" y="20016"/>
                  </a:lnTo>
                  <a:lnTo>
                    <a:pt x="45214" y="10538"/>
                  </a:lnTo>
                  <a:lnTo>
                    <a:pt x="514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452956" y="3586544"/>
              <a:ext cx="89175" cy="92310"/>
            </a:xfrm>
            <a:custGeom>
              <a:avLst/>
              <a:pathLst>
                <a:path w="89175" h="92310">
                  <a:moveTo>
                    <a:pt x="5462" y="61960"/>
                  </a:moveTo>
                  <a:lnTo>
                    <a:pt x="12847" y="50598"/>
                  </a:lnTo>
                  <a:lnTo>
                    <a:pt x="21082" y="37928"/>
                  </a:lnTo>
                  <a:lnTo>
                    <a:pt x="28630" y="26316"/>
                  </a:lnTo>
                  <a:lnTo>
                    <a:pt x="37718" y="12334"/>
                  </a:lnTo>
                  <a:lnTo>
                    <a:pt x="45735" y="0"/>
                  </a:lnTo>
                  <a:lnTo>
                    <a:pt x="52234" y="4372"/>
                  </a:lnTo>
                  <a:lnTo>
                    <a:pt x="58967" y="8901"/>
                  </a:lnTo>
                  <a:lnTo>
                    <a:pt x="65094" y="13022"/>
                  </a:lnTo>
                  <a:lnTo>
                    <a:pt x="71157" y="17101"/>
                  </a:lnTo>
                  <a:lnTo>
                    <a:pt x="78570" y="22087"/>
                  </a:lnTo>
                  <a:lnTo>
                    <a:pt x="89175" y="29222"/>
                  </a:lnTo>
                  <a:lnTo>
                    <a:pt x="84583" y="36562"/>
                  </a:lnTo>
                  <a:lnTo>
                    <a:pt x="76815" y="48979"/>
                  </a:lnTo>
                  <a:lnTo>
                    <a:pt x="66941" y="64762"/>
                  </a:lnTo>
                  <a:lnTo>
                    <a:pt x="60464" y="75115"/>
                  </a:lnTo>
                  <a:lnTo>
                    <a:pt x="49707" y="92310"/>
                  </a:lnTo>
                  <a:lnTo>
                    <a:pt x="24583" y="81218"/>
                  </a:lnTo>
                  <a:lnTo>
                    <a:pt x="0" y="7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388432" y="3671683"/>
              <a:ext cx="75070" cy="104817"/>
            </a:xfrm>
            <a:custGeom>
              <a:avLst/>
              <a:pathLst>
                <a:path w="75070" h="104817">
                  <a:moveTo>
                    <a:pt x="57463" y="81162"/>
                  </a:moveTo>
                  <a:lnTo>
                    <a:pt x="55729" y="86623"/>
                  </a:lnTo>
                  <a:lnTo>
                    <a:pt x="61393" y="89788"/>
                  </a:lnTo>
                  <a:lnTo>
                    <a:pt x="72736" y="96126"/>
                  </a:lnTo>
                  <a:lnTo>
                    <a:pt x="68726" y="104817"/>
                  </a:lnTo>
                  <a:lnTo>
                    <a:pt x="34687" y="88088"/>
                  </a:lnTo>
                  <a:lnTo>
                    <a:pt x="0" y="71041"/>
                  </a:lnTo>
                  <a:lnTo>
                    <a:pt x="1205" y="62868"/>
                  </a:lnTo>
                  <a:lnTo>
                    <a:pt x="3149" y="49685"/>
                  </a:lnTo>
                  <a:lnTo>
                    <a:pt x="6279" y="28471"/>
                  </a:lnTo>
                  <a:lnTo>
                    <a:pt x="7665" y="19071"/>
                  </a:lnTo>
                  <a:lnTo>
                    <a:pt x="10070" y="2003"/>
                  </a:lnTo>
                  <a:lnTo>
                    <a:pt x="10352" y="0"/>
                  </a:lnTo>
                  <a:lnTo>
                    <a:pt x="19000" y="523"/>
                  </a:lnTo>
                  <a:lnTo>
                    <a:pt x="28131" y="1075"/>
                  </a:lnTo>
                  <a:lnTo>
                    <a:pt x="36581" y="1586"/>
                  </a:lnTo>
                  <a:lnTo>
                    <a:pt x="47579" y="2251"/>
                  </a:lnTo>
                  <a:lnTo>
                    <a:pt x="54012" y="2755"/>
                  </a:lnTo>
                  <a:lnTo>
                    <a:pt x="63580" y="3504"/>
                  </a:lnTo>
                  <a:lnTo>
                    <a:pt x="73748" y="4300"/>
                  </a:lnTo>
                  <a:lnTo>
                    <a:pt x="74464" y="14181"/>
                  </a:lnTo>
                  <a:lnTo>
                    <a:pt x="75070" y="22539"/>
                  </a:lnTo>
                  <a:lnTo>
                    <a:pt x="74853" y="27336"/>
                  </a:lnTo>
                  <a:lnTo>
                    <a:pt x="74673" y="31321"/>
                  </a:lnTo>
                  <a:lnTo>
                    <a:pt x="73352" y="39967"/>
                  </a:lnTo>
                  <a:lnTo>
                    <a:pt x="71600" y="43906"/>
                  </a:lnTo>
                  <a:lnTo>
                    <a:pt x="66743" y="54829"/>
                  </a:lnTo>
                  <a:lnTo>
                    <a:pt x="63469" y="63104"/>
                  </a:lnTo>
                  <a:lnTo>
                    <a:pt x="61985" y="66853"/>
                  </a:lnTo>
                  <a:lnTo>
                    <a:pt x="60730" y="708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454214" y="3688188"/>
              <a:ext cx="85283" cy="92770"/>
            </a:xfrm>
            <a:custGeom>
              <a:avLst/>
              <a:pathLst>
                <a:path w="85283" h="92770">
                  <a:moveTo>
                    <a:pt x="17401" y="77900"/>
                  </a:moveTo>
                  <a:lnTo>
                    <a:pt x="0" y="64330"/>
                  </a:lnTo>
                  <a:lnTo>
                    <a:pt x="7954" y="51114"/>
                  </a:lnTo>
                  <a:lnTo>
                    <a:pt x="16666" y="36640"/>
                  </a:lnTo>
                  <a:lnTo>
                    <a:pt x="23844" y="24715"/>
                  </a:lnTo>
                  <a:lnTo>
                    <a:pt x="30050" y="14404"/>
                  </a:lnTo>
                  <a:lnTo>
                    <a:pt x="37412" y="2927"/>
                  </a:lnTo>
                  <a:lnTo>
                    <a:pt x="39290" y="0"/>
                  </a:lnTo>
                  <a:lnTo>
                    <a:pt x="44868" y="3670"/>
                  </a:lnTo>
                  <a:lnTo>
                    <a:pt x="52881" y="8942"/>
                  </a:lnTo>
                  <a:lnTo>
                    <a:pt x="59345" y="13196"/>
                  </a:lnTo>
                  <a:lnTo>
                    <a:pt x="65756" y="17414"/>
                  </a:lnTo>
                  <a:lnTo>
                    <a:pt x="73528" y="22528"/>
                  </a:lnTo>
                  <a:lnTo>
                    <a:pt x="85283" y="30262"/>
                  </a:lnTo>
                  <a:lnTo>
                    <a:pt x="81386" y="37048"/>
                  </a:lnTo>
                  <a:lnTo>
                    <a:pt x="76893" y="44867"/>
                  </a:lnTo>
                  <a:lnTo>
                    <a:pt x="72278" y="52901"/>
                  </a:lnTo>
                  <a:lnTo>
                    <a:pt x="65082" y="65428"/>
                  </a:lnTo>
                  <a:lnTo>
                    <a:pt x="57746" y="73849"/>
                  </a:lnTo>
                  <a:lnTo>
                    <a:pt x="53437" y="78795"/>
                  </a:lnTo>
                  <a:lnTo>
                    <a:pt x="48043" y="83238"/>
                  </a:lnTo>
                  <a:lnTo>
                    <a:pt x="36470" y="927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13499" y="3661075"/>
              <a:ext cx="59167" cy="54302"/>
            </a:xfrm>
            <a:custGeom>
              <a:avLst/>
              <a:pathLst>
                <a:path w="59167" h="54302">
                  <a:moveTo>
                    <a:pt x="6626" y="12219"/>
                  </a:moveTo>
                  <a:lnTo>
                    <a:pt x="14136" y="0"/>
                  </a:lnTo>
                  <a:lnTo>
                    <a:pt x="33039" y="13947"/>
                  </a:lnTo>
                  <a:lnTo>
                    <a:pt x="55111" y="30233"/>
                  </a:lnTo>
                  <a:lnTo>
                    <a:pt x="59167" y="33226"/>
                  </a:lnTo>
                  <a:lnTo>
                    <a:pt x="50557" y="44668"/>
                  </a:lnTo>
                  <a:lnTo>
                    <a:pt x="43308" y="54302"/>
                  </a:lnTo>
                  <a:lnTo>
                    <a:pt x="23342" y="39871"/>
                  </a:lnTo>
                  <a:lnTo>
                    <a:pt x="0" y="23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533922" y="3621346"/>
              <a:ext cx="73760" cy="67373"/>
            </a:xfrm>
            <a:custGeom>
              <a:avLst/>
              <a:pathLst>
                <a:path w="73760" h="67373">
                  <a:moveTo>
                    <a:pt x="29596" y="4694"/>
                  </a:moveTo>
                  <a:lnTo>
                    <a:pt x="34876" y="8117"/>
                  </a:lnTo>
                  <a:lnTo>
                    <a:pt x="41953" y="12705"/>
                  </a:lnTo>
                  <a:lnTo>
                    <a:pt x="48815" y="17154"/>
                  </a:lnTo>
                  <a:lnTo>
                    <a:pt x="58873" y="23675"/>
                  </a:lnTo>
                  <a:lnTo>
                    <a:pt x="73760" y="33327"/>
                  </a:lnTo>
                  <a:lnTo>
                    <a:pt x="68715" y="39220"/>
                  </a:lnTo>
                  <a:lnTo>
                    <a:pt x="61423" y="47739"/>
                  </a:lnTo>
                  <a:lnTo>
                    <a:pt x="53462" y="57912"/>
                  </a:lnTo>
                  <a:lnTo>
                    <a:pt x="46058" y="67373"/>
                  </a:lnTo>
                  <a:lnTo>
                    <a:pt x="22778" y="50872"/>
                  </a:lnTo>
                  <a:lnTo>
                    <a:pt x="0" y="34728"/>
                  </a:lnTo>
                  <a:lnTo>
                    <a:pt x="5291" y="26508"/>
                  </a:lnTo>
                  <a:lnTo>
                    <a:pt x="13320" y="14036"/>
                  </a:lnTo>
                  <a:lnTo>
                    <a:pt x="2235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556930" y="3570730"/>
              <a:ext cx="98267" cy="82158"/>
            </a:xfrm>
            <a:custGeom>
              <a:avLst/>
              <a:pathLst>
                <a:path w="98267" h="82158">
                  <a:moveTo>
                    <a:pt x="6521" y="32523"/>
                  </a:moveTo>
                  <a:lnTo>
                    <a:pt x="14919" y="21978"/>
                  </a:lnTo>
                  <a:lnTo>
                    <a:pt x="22198" y="12838"/>
                  </a:lnTo>
                  <a:lnTo>
                    <a:pt x="32423" y="0"/>
                  </a:lnTo>
                  <a:lnTo>
                    <a:pt x="43420" y="7000"/>
                  </a:lnTo>
                  <a:lnTo>
                    <a:pt x="54737" y="14205"/>
                  </a:lnTo>
                  <a:lnTo>
                    <a:pt x="57920" y="16231"/>
                  </a:lnTo>
                  <a:lnTo>
                    <a:pt x="62916" y="20284"/>
                  </a:lnTo>
                  <a:lnTo>
                    <a:pt x="73909" y="29202"/>
                  </a:lnTo>
                  <a:lnTo>
                    <a:pt x="84043" y="37423"/>
                  </a:lnTo>
                  <a:lnTo>
                    <a:pt x="90678" y="42806"/>
                  </a:lnTo>
                  <a:lnTo>
                    <a:pt x="98267" y="56300"/>
                  </a:lnTo>
                  <a:lnTo>
                    <a:pt x="90162" y="61542"/>
                  </a:lnTo>
                  <a:lnTo>
                    <a:pt x="82095" y="66759"/>
                  </a:lnTo>
                  <a:lnTo>
                    <a:pt x="72130" y="73204"/>
                  </a:lnTo>
                  <a:lnTo>
                    <a:pt x="58286" y="82158"/>
                  </a:lnTo>
                  <a:lnTo>
                    <a:pt x="45825" y="73297"/>
                  </a:lnTo>
                  <a:lnTo>
                    <a:pt x="37770" y="67569"/>
                  </a:lnTo>
                  <a:lnTo>
                    <a:pt x="26321" y="59428"/>
                  </a:lnTo>
                  <a:lnTo>
                    <a:pt x="12941" y="49914"/>
                  </a:lnTo>
                  <a:lnTo>
                    <a:pt x="0" y="40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498733" y="3742216"/>
              <a:ext cx="82471" cy="74553"/>
            </a:xfrm>
            <a:custGeom>
              <a:avLst/>
              <a:pathLst>
                <a:path w="82471" h="74553">
                  <a:moveTo>
                    <a:pt x="0" y="41773"/>
                  </a:moveTo>
                  <a:lnTo>
                    <a:pt x="11143" y="30511"/>
                  </a:lnTo>
                  <a:lnTo>
                    <a:pt x="20533" y="21022"/>
                  </a:lnTo>
                  <a:lnTo>
                    <a:pt x="31977" y="9457"/>
                  </a:lnTo>
                  <a:lnTo>
                    <a:pt x="41336" y="0"/>
                  </a:lnTo>
                  <a:lnTo>
                    <a:pt x="48797" y="5028"/>
                  </a:lnTo>
                  <a:lnTo>
                    <a:pt x="54102" y="8603"/>
                  </a:lnTo>
                  <a:lnTo>
                    <a:pt x="59406" y="12178"/>
                  </a:lnTo>
                  <a:lnTo>
                    <a:pt x="66302" y="16825"/>
                  </a:lnTo>
                  <a:lnTo>
                    <a:pt x="70176" y="19436"/>
                  </a:lnTo>
                  <a:lnTo>
                    <a:pt x="73162" y="21448"/>
                  </a:lnTo>
                  <a:lnTo>
                    <a:pt x="82471" y="27722"/>
                  </a:lnTo>
                  <a:lnTo>
                    <a:pt x="75774" y="37983"/>
                  </a:lnTo>
                  <a:lnTo>
                    <a:pt x="64951" y="54566"/>
                  </a:lnTo>
                  <a:lnTo>
                    <a:pt x="60266" y="61743"/>
                  </a:lnTo>
                  <a:lnTo>
                    <a:pt x="51906" y="74553"/>
                  </a:lnTo>
                  <a:lnTo>
                    <a:pt x="28148" y="60498"/>
                  </a:lnTo>
                  <a:lnTo>
                    <a:pt x="6864" y="47906"/>
                  </a:lnTo>
                  <a:lnTo>
                    <a:pt x="4881" y="461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58737" y="3773797"/>
              <a:ext cx="109179" cy="71385"/>
            </a:xfrm>
            <a:custGeom>
              <a:avLst/>
              <a:pathLst>
                <a:path w="109179" h="71385">
                  <a:moveTo>
                    <a:pt x="4152" y="34627"/>
                  </a:moveTo>
                  <a:lnTo>
                    <a:pt x="10623" y="25964"/>
                  </a:lnTo>
                  <a:lnTo>
                    <a:pt x="17714" y="16473"/>
                  </a:lnTo>
                  <a:lnTo>
                    <a:pt x="23805" y="8319"/>
                  </a:lnTo>
                  <a:lnTo>
                    <a:pt x="30020" y="0"/>
                  </a:lnTo>
                  <a:lnTo>
                    <a:pt x="36043" y="4273"/>
                  </a:lnTo>
                  <a:lnTo>
                    <a:pt x="43412" y="9503"/>
                  </a:lnTo>
                  <a:lnTo>
                    <a:pt x="51339" y="15128"/>
                  </a:lnTo>
                  <a:lnTo>
                    <a:pt x="59859" y="21525"/>
                  </a:lnTo>
                  <a:lnTo>
                    <a:pt x="67666" y="27387"/>
                  </a:lnTo>
                  <a:lnTo>
                    <a:pt x="73774" y="31973"/>
                  </a:lnTo>
                  <a:lnTo>
                    <a:pt x="82222" y="38315"/>
                  </a:lnTo>
                  <a:lnTo>
                    <a:pt x="90286" y="44369"/>
                  </a:lnTo>
                  <a:lnTo>
                    <a:pt x="109179" y="58554"/>
                  </a:lnTo>
                  <a:lnTo>
                    <a:pt x="102506" y="66199"/>
                  </a:lnTo>
                  <a:lnTo>
                    <a:pt x="98117" y="71228"/>
                  </a:lnTo>
                  <a:lnTo>
                    <a:pt x="93284" y="71385"/>
                  </a:lnTo>
                  <a:lnTo>
                    <a:pt x="82697" y="70540"/>
                  </a:lnTo>
                  <a:lnTo>
                    <a:pt x="73033" y="69371"/>
                  </a:lnTo>
                  <a:lnTo>
                    <a:pt x="63801" y="67336"/>
                  </a:lnTo>
                  <a:lnTo>
                    <a:pt x="42914" y="59631"/>
                  </a:lnTo>
                  <a:lnTo>
                    <a:pt x="36345" y="57208"/>
                  </a:lnTo>
                  <a:lnTo>
                    <a:pt x="21939" y="52479"/>
                  </a:lnTo>
                  <a:lnTo>
                    <a:pt x="0" y="401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60589" y="3700811"/>
              <a:ext cx="151945" cy="132743"/>
            </a:xfrm>
            <a:custGeom>
              <a:avLst/>
              <a:pathLst>
                <a:path w="151945" h="132743">
                  <a:moveTo>
                    <a:pt x="3180" y="41253"/>
                  </a:moveTo>
                  <a:lnTo>
                    <a:pt x="6810" y="33015"/>
                  </a:lnTo>
                  <a:lnTo>
                    <a:pt x="9690" y="26480"/>
                  </a:lnTo>
                  <a:lnTo>
                    <a:pt x="11588" y="23965"/>
                  </a:lnTo>
                  <a:lnTo>
                    <a:pt x="15434" y="18866"/>
                  </a:lnTo>
                  <a:lnTo>
                    <a:pt x="19305" y="13735"/>
                  </a:lnTo>
                  <a:lnTo>
                    <a:pt x="24612" y="6700"/>
                  </a:lnTo>
                  <a:lnTo>
                    <a:pt x="29667" y="0"/>
                  </a:lnTo>
                  <a:lnTo>
                    <a:pt x="34471" y="3212"/>
                  </a:lnTo>
                  <a:lnTo>
                    <a:pt x="39506" y="6579"/>
                  </a:lnTo>
                  <a:lnTo>
                    <a:pt x="44106" y="9655"/>
                  </a:lnTo>
                  <a:lnTo>
                    <a:pt x="48827" y="12812"/>
                  </a:lnTo>
                  <a:lnTo>
                    <a:pt x="53555" y="15973"/>
                  </a:lnTo>
                  <a:lnTo>
                    <a:pt x="60121" y="20363"/>
                  </a:lnTo>
                  <a:lnTo>
                    <a:pt x="64970" y="23606"/>
                  </a:lnTo>
                  <a:lnTo>
                    <a:pt x="67865" y="25541"/>
                  </a:lnTo>
                  <a:lnTo>
                    <a:pt x="70334" y="27259"/>
                  </a:lnTo>
                  <a:lnTo>
                    <a:pt x="76941" y="31855"/>
                  </a:lnTo>
                  <a:lnTo>
                    <a:pt x="85435" y="37763"/>
                  </a:lnTo>
                  <a:lnTo>
                    <a:pt x="93978" y="43706"/>
                  </a:lnTo>
                  <a:lnTo>
                    <a:pt x="100947" y="48553"/>
                  </a:lnTo>
                  <a:lnTo>
                    <a:pt x="107257" y="52943"/>
                  </a:lnTo>
                  <a:lnTo>
                    <a:pt x="109872" y="54762"/>
                  </a:lnTo>
                  <a:lnTo>
                    <a:pt x="113676" y="57694"/>
                  </a:lnTo>
                  <a:lnTo>
                    <a:pt x="120472" y="62931"/>
                  </a:lnTo>
                  <a:lnTo>
                    <a:pt x="129042" y="69536"/>
                  </a:lnTo>
                  <a:lnTo>
                    <a:pt x="140734" y="78546"/>
                  </a:lnTo>
                  <a:lnTo>
                    <a:pt x="151945" y="87186"/>
                  </a:lnTo>
                  <a:lnTo>
                    <a:pt x="148353" y="91017"/>
                  </a:lnTo>
                  <a:lnTo>
                    <a:pt x="145638" y="93913"/>
                  </a:lnTo>
                  <a:lnTo>
                    <a:pt x="142546" y="97212"/>
                  </a:lnTo>
                  <a:lnTo>
                    <a:pt x="138884" y="102522"/>
                  </a:lnTo>
                  <a:lnTo>
                    <a:pt x="135953" y="106773"/>
                  </a:lnTo>
                  <a:lnTo>
                    <a:pt x="133001" y="111055"/>
                  </a:lnTo>
                  <a:lnTo>
                    <a:pt x="130398" y="117808"/>
                  </a:lnTo>
                  <a:lnTo>
                    <a:pt x="129212" y="120887"/>
                  </a:lnTo>
                  <a:lnTo>
                    <a:pt x="125424" y="125237"/>
                  </a:lnTo>
                  <a:lnTo>
                    <a:pt x="118888" y="132743"/>
                  </a:lnTo>
                  <a:lnTo>
                    <a:pt x="82282" y="106642"/>
                  </a:lnTo>
                  <a:lnTo>
                    <a:pt x="54696" y="86818"/>
                  </a:lnTo>
                  <a:lnTo>
                    <a:pt x="25318" y="65706"/>
                  </a:lnTo>
                  <a:lnTo>
                    <a:pt x="0" y="4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344839" y="3591854"/>
              <a:ext cx="71722" cy="39661"/>
            </a:xfrm>
            <a:custGeom>
              <a:avLst/>
              <a:pathLst>
                <a:path w="71722" h="39661">
                  <a:moveTo>
                    <a:pt x="0" y="19274"/>
                  </a:moveTo>
                  <a:lnTo>
                    <a:pt x="0" y="16932"/>
                  </a:lnTo>
                  <a:lnTo>
                    <a:pt x="352" y="14771"/>
                  </a:lnTo>
                  <a:lnTo>
                    <a:pt x="1938" y="11708"/>
                  </a:lnTo>
                  <a:lnTo>
                    <a:pt x="4581" y="10988"/>
                  </a:lnTo>
                  <a:lnTo>
                    <a:pt x="37523" y="5597"/>
                  </a:lnTo>
                  <a:lnTo>
                    <a:pt x="71722" y="0"/>
                  </a:lnTo>
                  <a:lnTo>
                    <a:pt x="55694" y="21716"/>
                  </a:lnTo>
                  <a:lnTo>
                    <a:pt x="42450" y="39661"/>
                  </a:lnTo>
                  <a:lnTo>
                    <a:pt x="20357" y="30279"/>
                  </a:lnTo>
                  <a:lnTo>
                    <a:pt x="3773" y="23236"/>
                  </a:lnTo>
                  <a:lnTo>
                    <a:pt x="881" y="20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34638" y="3441001"/>
              <a:ext cx="175487" cy="180091"/>
            </a:xfrm>
            <a:custGeom>
              <a:avLst/>
              <a:pathLst>
                <a:path w="175487" h="180091">
                  <a:moveTo>
                    <a:pt x="5036" y="39484"/>
                  </a:moveTo>
                  <a:lnTo>
                    <a:pt x="11685" y="29187"/>
                  </a:lnTo>
                  <a:lnTo>
                    <a:pt x="19001" y="17855"/>
                  </a:lnTo>
                  <a:lnTo>
                    <a:pt x="25898" y="7173"/>
                  </a:lnTo>
                  <a:lnTo>
                    <a:pt x="30530" y="0"/>
                  </a:lnTo>
                  <a:lnTo>
                    <a:pt x="33840" y="2410"/>
                  </a:lnTo>
                  <a:lnTo>
                    <a:pt x="38095" y="5508"/>
                  </a:lnTo>
                  <a:lnTo>
                    <a:pt x="41397" y="7913"/>
                  </a:lnTo>
                  <a:lnTo>
                    <a:pt x="44926" y="10482"/>
                  </a:lnTo>
                  <a:lnTo>
                    <a:pt x="49943" y="14135"/>
                  </a:lnTo>
                  <a:lnTo>
                    <a:pt x="53235" y="16532"/>
                  </a:lnTo>
                  <a:lnTo>
                    <a:pt x="56514" y="18919"/>
                  </a:lnTo>
                  <a:lnTo>
                    <a:pt x="59267" y="20924"/>
                  </a:lnTo>
                  <a:lnTo>
                    <a:pt x="62671" y="23402"/>
                  </a:lnTo>
                  <a:lnTo>
                    <a:pt x="66426" y="26136"/>
                  </a:lnTo>
                  <a:lnTo>
                    <a:pt x="69654" y="28487"/>
                  </a:lnTo>
                  <a:lnTo>
                    <a:pt x="72883" y="30838"/>
                  </a:lnTo>
                  <a:lnTo>
                    <a:pt x="76462" y="33443"/>
                  </a:lnTo>
                  <a:lnTo>
                    <a:pt x="79991" y="36013"/>
                  </a:lnTo>
                  <a:lnTo>
                    <a:pt x="83644" y="38673"/>
                  </a:lnTo>
                  <a:lnTo>
                    <a:pt x="89020" y="42587"/>
                  </a:lnTo>
                  <a:lnTo>
                    <a:pt x="90271" y="43638"/>
                  </a:lnTo>
                  <a:lnTo>
                    <a:pt x="91516" y="44694"/>
                  </a:lnTo>
                  <a:lnTo>
                    <a:pt x="92757" y="45756"/>
                  </a:lnTo>
                  <a:lnTo>
                    <a:pt x="93994" y="46824"/>
                  </a:lnTo>
                  <a:lnTo>
                    <a:pt x="95225" y="47896"/>
                  </a:lnTo>
                  <a:lnTo>
                    <a:pt x="96452" y="48976"/>
                  </a:lnTo>
                  <a:lnTo>
                    <a:pt x="97671" y="50061"/>
                  </a:lnTo>
                  <a:lnTo>
                    <a:pt x="98889" y="51150"/>
                  </a:lnTo>
                  <a:lnTo>
                    <a:pt x="100101" y="52244"/>
                  </a:lnTo>
                  <a:lnTo>
                    <a:pt x="101309" y="53346"/>
                  </a:lnTo>
                  <a:lnTo>
                    <a:pt x="102510" y="54452"/>
                  </a:lnTo>
                  <a:lnTo>
                    <a:pt x="103708" y="55563"/>
                  </a:lnTo>
                  <a:lnTo>
                    <a:pt x="104899" y="56679"/>
                  </a:lnTo>
                  <a:lnTo>
                    <a:pt x="106086" y="57802"/>
                  </a:lnTo>
                  <a:lnTo>
                    <a:pt x="107267" y="58931"/>
                  </a:lnTo>
                  <a:lnTo>
                    <a:pt x="108444" y="60064"/>
                  </a:lnTo>
                  <a:lnTo>
                    <a:pt x="109617" y="61201"/>
                  </a:lnTo>
                  <a:lnTo>
                    <a:pt x="110784" y="62346"/>
                  </a:lnTo>
                  <a:lnTo>
                    <a:pt x="111945" y="63494"/>
                  </a:lnTo>
                  <a:lnTo>
                    <a:pt x="113100" y="64649"/>
                  </a:lnTo>
                  <a:lnTo>
                    <a:pt x="114254" y="65808"/>
                  </a:lnTo>
                  <a:lnTo>
                    <a:pt x="115398" y="66973"/>
                  </a:lnTo>
                  <a:lnTo>
                    <a:pt x="116539" y="68144"/>
                  </a:lnTo>
                  <a:lnTo>
                    <a:pt x="117676" y="69319"/>
                  </a:lnTo>
                  <a:lnTo>
                    <a:pt x="118806" y="70500"/>
                  </a:lnTo>
                  <a:lnTo>
                    <a:pt x="119931" y="71686"/>
                  </a:lnTo>
                  <a:lnTo>
                    <a:pt x="121048" y="72875"/>
                  </a:lnTo>
                  <a:lnTo>
                    <a:pt x="122164" y="74071"/>
                  </a:lnTo>
                  <a:lnTo>
                    <a:pt x="123272" y="75271"/>
                  </a:lnTo>
                  <a:lnTo>
                    <a:pt x="124376" y="76477"/>
                  </a:lnTo>
                  <a:lnTo>
                    <a:pt x="125474" y="77690"/>
                  </a:lnTo>
                  <a:lnTo>
                    <a:pt x="126566" y="78905"/>
                  </a:lnTo>
                  <a:lnTo>
                    <a:pt x="127653" y="80125"/>
                  </a:lnTo>
                  <a:lnTo>
                    <a:pt x="128736" y="81350"/>
                  </a:lnTo>
                  <a:lnTo>
                    <a:pt x="129811" y="82582"/>
                  </a:lnTo>
                  <a:lnTo>
                    <a:pt x="130881" y="83817"/>
                  </a:lnTo>
                  <a:lnTo>
                    <a:pt x="131947" y="85056"/>
                  </a:lnTo>
                  <a:lnTo>
                    <a:pt x="133006" y="86303"/>
                  </a:lnTo>
                  <a:lnTo>
                    <a:pt x="134059" y="87552"/>
                  </a:lnTo>
                  <a:lnTo>
                    <a:pt x="135108" y="88806"/>
                  </a:lnTo>
                  <a:lnTo>
                    <a:pt x="136150" y="90068"/>
                  </a:lnTo>
                  <a:lnTo>
                    <a:pt x="137188" y="91331"/>
                  </a:lnTo>
                  <a:lnTo>
                    <a:pt x="138218" y="92600"/>
                  </a:lnTo>
                  <a:lnTo>
                    <a:pt x="139243" y="93873"/>
                  </a:lnTo>
                  <a:lnTo>
                    <a:pt x="140264" y="95152"/>
                  </a:lnTo>
                  <a:lnTo>
                    <a:pt x="141278" y="96435"/>
                  </a:lnTo>
                  <a:lnTo>
                    <a:pt x="142287" y="97722"/>
                  </a:lnTo>
                  <a:lnTo>
                    <a:pt x="143288" y="99015"/>
                  </a:lnTo>
                  <a:lnTo>
                    <a:pt x="144285" y="100310"/>
                  </a:lnTo>
                  <a:lnTo>
                    <a:pt x="145275" y="101613"/>
                  </a:lnTo>
                  <a:lnTo>
                    <a:pt x="146261" y="102918"/>
                  </a:lnTo>
                  <a:lnTo>
                    <a:pt x="147239" y="104227"/>
                  </a:lnTo>
                  <a:lnTo>
                    <a:pt x="148212" y="105542"/>
                  </a:lnTo>
                  <a:lnTo>
                    <a:pt x="149180" y="106861"/>
                  </a:lnTo>
                  <a:lnTo>
                    <a:pt x="150142" y="108183"/>
                  </a:lnTo>
                  <a:lnTo>
                    <a:pt x="151096" y="109512"/>
                  </a:lnTo>
                  <a:lnTo>
                    <a:pt x="151828" y="110538"/>
                  </a:lnTo>
                  <a:lnTo>
                    <a:pt x="152290" y="111262"/>
                  </a:lnTo>
                  <a:lnTo>
                    <a:pt x="153140" y="112616"/>
                  </a:lnTo>
                  <a:lnTo>
                    <a:pt x="153976" y="113971"/>
                  </a:lnTo>
                  <a:lnTo>
                    <a:pt x="154803" y="115332"/>
                  </a:lnTo>
                  <a:lnTo>
                    <a:pt x="155620" y="116697"/>
                  </a:lnTo>
                  <a:lnTo>
                    <a:pt x="156427" y="118070"/>
                  </a:lnTo>
                  <a:lnTo>
                    <a:pt x="157225" y="119450"/>
                  </a:lnTo>
                  <a:lnTo>
                    <a:pt x="158012" y="120832"/>
                  </a:lnTo>
                  <a:lnTo>
                    <a:pt x="158791" y="122224"/>
                  </a:lnTo>
                  <a:lnTo>
                    <a:pt x="159556" y="123618"/>
                  </a:lnTo>
                  <a:lnTo>
                    <a:pt x="160314" y="125020"/>
                  </a:lnTo>
                  <a:lnTo>
                    <a:pt x="161060" y="126427"/>
                  </a:lnTo>
                  <a:lnTo>
                    <a:pt x="161796" y="127840"/>
                  </a:lnTo>
                  <a:lnTo>
                    <a:pt x="162523" y="129257"/>
                  </a:lnTo>
                  <a:lnTo>
                    <a:pt x="163238" y="130680"/>
                  </a:lnTo>
                  <a:lnTo>
                    <a:pt x="163944" y="132108"/>
                  </a:lnTo>
                  <a:lnTo>
                    <a:pt x="164638" y="133541"/>
                  </a:lnTo>
                  <a:lnTo>
                    <a:pt x="165322" y="134982"/>
                  </a:lnTo>
                  <a:lnTo>
                    <a:pt x="165997" y="136425"/>
                  </a:lnTo>
                  <a:lnTo>
                    <a:pt x="166661" y="137872"/>
                  </a:lnTo>
                  <a:lnTo>
                    <a:pt x="167314" y="139327"/>
                  </a:lnTo>
                  <a:lnTo>
                    <a:pt x="167956" y="140785"/>
                  </a:lnTo>
                  <a:lnTo>
                    <a:pt x="168588" y="142247"/>
                  </a:lnTo>
                  <a:lnTo>
                    <a:pt x="169209" y="143714"/>
                  </a:lnTo>
                  <a:lnTo>
                    <a:pt x="169820" y="145186"/>
                  </a:lnTo>
                  <a:lnTo>
                    <a:pt x="170419" y="146662"/>
                  </a:lnTo>
                  <a:lnTo>
                    <a:pt x="171006" y="148144"/>
                  </a:lnTo>
                  <a:lnTo>
                    <a:pt x="171586" y="149628"/>
                  </a:lnTo>
                  <a:lnTo>
                    <a:pt x="172152" y="151119"/>
                  </a:lnTo>
                  <a:lnTo>
                    <a:pt x="172709" y="152613"/>
                  </a:lnTo>
                  <a:lnTo>
                    <a:pt x="173256" y="154109"/>
                  </a:lnTo>
                  <a:lnTo>
                    <a:pt x="173789" y="155610"/>
                  </a:lnTo>
                  <a:lnTo>
                    <a:pt x="174312" y="157116"/>
                  </a:lnTo>
                  <a:lnTo>
                    <a:pt x="174826" y="158626"/>
                  </a:lnTo>
                  <a:lnTo>
                    <a:pt x="175328" y="160139"/>
                  </a:lnTo>
                  <a:lnTo>
                    <a:pt x="175487" y="160631"/>
                  </a:lnTo>
                  <a:lnTo>
                    <a:pt x="165627" y="164525"/>
                  </a:lnTo>
                  <a:lnTo>
                    <a:pt x="148864" y="171147"/>
                  </a:lnTo>
                  <a:lnTo>
                    <a:pt x="129726" y="178706"/>
                  </a:lnTo>
                  <a:lnTo>
                    <a:pt x="126218" y="180091"/>
                  </a:lnTo>
                  <a:lnTo>
                    <a:pt x="125471" y="178203"/>
                  </a:lnTo>
                  <a:lnTo>
                    <a:pt x="123190" y="172447"/>
                  </a:lnTo>
                  <a:lnTo>
                    <a:pt x="120747" y="166278"/>
                  </a:lnTo>
                  <a:lnTo>
                    <a:pt x="118886" y="161579"/>
                  </a:lnTo>
                  <a:lnTo>
                    <a:pt x="117495" y="158070"/>
                  </a:lnTo>
                  <a:lnTo>
                    <a:pt x="113938" y="152166"/>
                  </a:lnTo>
                  <a:lnTo>
                    <a:pt x="111894" y="148776"/>
                  </a:lnTo>
                  <a:lnTo>
                    <a:pt x="108661" y="143410"/>
                  </a:lnTo>
                  <a:lnTo>
                    <a:pt x="105118" y="137532"/>
                  </a:lnTo>
                  <a:lnTo>
                    <a:pt x="102620" y="133388"/>
                  </a:lnTo>
                  <a:lnTo>
                    <a:pt x="99256" y="127807"/>
                  </a:lnTo>
                  <a:lnTo>
                    <a:pt x="94116" y="121551"/>
                  </a:lnTo>
                  <a:lnTo>
                    <a:pt x="89935" y="116462"/>
                  </a:lnTo>
                  <a:lnTo>
                    <a:pt x="86478" y="112254"/>
                  </a:lnTo>
                  <a:lnTo>
                    <a:pt x="81094" y="105702"/>
                  </a:lnTo>
                  <a:lnTo>
                    <a:pt x="78801" y="103298"/>
                  </a:lnTo>
                  <a:lnTo>
                    <a:pt x="75347" y="100455"/>
                  </a:lnTo>
                  <a:lnTo>
                    <a:pt x="71231" y="97068"/>
                  </a:lnTo>
                  <a:lnTo>
                    <a:pt x="65958" y="92728"/>
                  </a:lnTo>
                  <a:lnTo>
                    <a:pt x="61197" y="88810"/>
                  </a:lnTo>
                  <a:lnTo>
                    <a:pt x="57125" y="85458"/>
                  </a:lnTo>
                  <a:lnTo>
                    <a:pt x="52036" y="82109"/>
                  </a:lnTo>
                  <a:lnTo>
                    <a:pt x="48216" y="79595"/>
                  </a:lnTo>
                  <a:lnTo>
                    <a:pt x="44825" y="77363"/>
                  </a:lnTo>
                  <a:lnTo>
                    <a:pt x="41259" y="75016"/>
                  </a:lnTo>
                  <a:lnTo>
                    <a:pt x="37861" y="72779"/>
                  </a:lnTo>
                  <a:lnTo>
                    <a:pt x="34716" y="70710"/>
                  </a:lnTo>
                  <a:lnTo>
                    <a:pt x="31237" y="68420"/>
                  </a:lnTo>
                  <a:lnTo>
                    <a:pt x="27478" y="65946"/>
                  </a:lnTo>
                  <a:lnTo>
                    <a:pt x="23657" y="63431"/>
                  </a:lnTo>
                  <a:lnTo>
                    <a:pt x="19659" y="60917"/>
                  </a:lnTo>
                  <a:lnTo>
                    <a:pt x="16496" y="58927"/>
                  </a:lnTo>
                  <a:lnTo>
                    <a:pt x="14439" y="57633"/>
                  </a:lnTo>
                  <a:lnTo>
                    <a:pt x="11137" y="55267"/>
                  </a:lnTo>
                  <a:lnTo>
                    <a:pt x="7856" y="52916"/>
                  </a:lnTo>
                  <a:lnTo>
                    <a:pt x="3893" y="50076"/>
                  </a:lnTo>
                  <a:lnTo>
                    <a:pt x="2155" y="48830"/>
                  </a:lnTo>
                  <a:lnTo>
                    <a:pt x="0" y="472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170830" y="3339274"/>
              <a:ext cx="222008" cy="333654"/>
            </a:xfrm>
            <a:custGeom>
              <a:avLst/>
              <a:pathLst>
                <a:path w="222008" h="333654">
                  <a:moveTo>
                    <a:pt x="152577" y="145273"/>
                  </a:moveTo>
                  <a:lnTo>
                    <a:pt x="147059" y="154200"/>
                  </a:lnTo>
                  <a:lnTo>
                    <a:pt x="165968" y="176791"/>
                  </a:lnTo>
                  <a:lnTo>
                    <a:pt x="178010" y="191177"/>
                  </a:lnTo>
                  <a:lnTo>
                    <a:pt x="182125" y="196094"/>
                  </a:lnTo>
                  <a:lnTo>
                    <a:pt x="201390" y="215932"/>
                  </a:lnTo>
                  <a:lnTo>
                    <a:pt x="205796" y="218454"/>
                  </a:lnTo>
                  <a:lnTo>
                    <a:pt x="218307" y="231784"/>
                  </a:lnTo>
                  <a:lnTo>
                    <a:pt x="222008" y="245114"/>
                  </a:lnTo>
                  <a:lnTo>
                    <a:pt x="205443" y="249617"/>
                  </a:lnTo>
                  <a:lnTo>
                    <a:pt x="208792" y="264208"/>
                  </a:lnTo>
                  <a:lnTo>
                    <a:pt x="210025" y="271954"/>
                  </a:lnTo>
                  <a:lnTo>
                    <a:pt x="215312" y="311224"/>
                  </a:lnTo>
                  <a:lnTo>
                    <a:pt x="193583" y="312368"/>
                  </a:lnTo>
                  <a:lnTo>
                    <a:pt x="195793" y="333654"/>
                  </a:lnTo>
                  <a:lnTo>
                    <a:pt x="187530" y="333251"/>
                  </a:lnTo>
                  <a:lnTo>
                    <a:pt x="164757" y="332141"/>
                  </a:lnTo>
                  <a:lnTo>
                    <a:pt x="164260" y="326415"/>
                  </a:lnTo>
                  <a:lnTo>
                    <a:pt x="163755" y="320606"/>
                  </a:lnTo>
                  <a:lnTo>
                    <a:pt x="163021" y="314790"/>
                  </a:lnTo>
                  <a:lnTo>
                    <a:pt x="162323" y="310715"/>
                  </a:lnTo>
                  <a:lnTo>
                    <a:pt x="161492" y="305858"/>
                  </a:lnTo>
                  <a:lnTo>
                    <a:pt x="160607" y="300693"/>
                  </a:lnTo>
                  <a:lnTo>
                    <a:pt x="159963" y="296931"/>
                  </a:lnTo>
                  <a:lnTo>
                    <a:pt x="159222" y="292598"/>
                  </a:lnTo>
                  <a:lnTo>
                    <a:pt x="158615" y="289052"/>
                  </a:lnTo>
                  <a:lnTo>
                    <a:pt x="157738" y="283933"/>
                  </a:lnTo>
                  <a:lnTo>
                    <a:pt x="156947" y="279313"/>
                  </a:lnTo>
                  <a:lnTo>
                    <a:pt x="156213" y="275026"/>
                  </a:lnTo>
                  <a:lnTo>
                    <a:pt x="155729" y="272199"/>
                  </a:lnTo>
                  <a:lnTo>
                    <a:pt x="154784" y="269286"/>
                  </a:lnTo>
                  <a:lnTo>
                    <a:pt x="153223" y="264475"/>
                  </a:lnTo>
                  <a:lnTo>
                    <a:pt x="151943" y="260528"/>
                  </a:lnTo>
                  <a:lnTo>
                    <a:pt x="150452" y="255933"/>
                  </a:lnTo>
                  <a:lnTo>
                    <a:pt x="149137" y="251877"/>
                  </a:lnTo>
                  <a:lnTo>
                    <a:pt x="147400" y="246524"/>
                  </a:lnTo>
                  <a:lnTo>
                    <a:pt x="146208" y="242848"/>
                  </a:lnTo>
                  <a:lnTo>
                    <a:pt x="145409" y="240386"/>
                  </a:lnTo>
                  <a:lnTo>
                    <a:pt x="144576" y="237819"/>
                  </a:lnTo>
                  <a:lnTo>
                    <a:pt x="143209" y="233603"/>
                  </a:lnTo>
                  <a:lnTo>
                    <a:pt x="142519" y="231475"/>
                  </a:lnTo>
                  <a:lnTo>
                    <a:pt x="140419" y="228338"/>
                  </a:lnTo>
                  <a:lnTo>
                    <a:pt x="138046" y="224793"/>
                  </a:lnTo>
                  <a:lnTo>
                    <a:pt x="136140" y="221945"/>
                  </a:lnTo>
                  <a:lnTo>
                    <a:pt x="133789" y="218432"/>
                  </a:lnTo>
                  <a:lnTo>
                    <a:pt x="131581" y="215132"/>
                  </a:lnTo>
                  <a:lnTo>
                    <a:pt x="130189" y="213052"/>
                  </a:lnTo>
                  <a:lnTo>
                    <a:pt x="128366" y="210591"/>
                  </a:lnTo>
                  <a:lnTo>
                    <a:pt x="125155" y="206255"/>
                  </a:lnTo>
                  <a:lnTo>
                    <a:pt x="121966" y="201950"/>
                  </a:lnTo>
                  <a:lnTo>
                    <a:pt x="118486" y="197251"/>
                  </a:lnTo>
                  <a:lnTo>
                    <a:pt x="113200" y="190114"/>
                  </a:lnTo>
                  <a:lnTo>
                    <a:pt x="108734" y="184084"/>
                  </a:lnTo>
                  <a:lnTo>
                    <a:pt x="106673" y="181301"/>
                  </a:lnTo>
                  <a:lnTo>
                    <a:pt x="105716" y="180010"/>
                  </a:lnTo>
                  <a:lnTo>
                    <a:pt x="101763" y="174868"/>
                  </a:lnTo>
                  <a:lnTo>
                    <a:pt x="97885" y="169825"/>
                  </a:lnTo>
                  <a:lnTo>
                    <a:pt x="94961" y="166022"/>
                  </a:lnTo>
                  <a:lnTo>
                    <a:pt x="92010" y="162184"/>
                  </a:lnTo>
                  <a:lnTo>
                    <a:pt x="86448" y="157041"/>
                  </a:lnTo>
                  <a:lnTo>
                    <a:pt x="82766" y="153636"/>
                  </a:lnTo>
                  <a:lnTo>
                    <a:pt x="78311" y="149516"/>
                  </a:lnTo>
                  <a:lnTo>
                    <a:pt x="75182" y="147357"/>
                  </a:lnTo>
                  <a:lnTo>
                    <a:pt x="70521" y="144141"/>
                  </a:lnTo>
                  <a:lnTo>
                    <a:pt x="63063" y="138995"/>
                  </a:lnTo>
                  <a:lnTo>
                    <a:pt x="51320" y="130893"/>
                  </a:lnTo>
                  <a:lnTo>
                    <a:pt x="45062" y="126575"/>
                  </a:lnTo>
                  <a:lnTo>
                    <a:pt x="36701" y="120519"/>
                  </a:lnTo>
                  <a:lnTo>
                    <a:pt x="27573" y="113909"/>
                  </a:lnTo>
                  <a:lnTo>
                    <a:pt x="18616" y="107423"/>
                  </a:lnTo>
                  <a:lnTo>
                    <a:pt x="10593" y="101613"/>
                  </a:lnTo>
                  <a:lnTo>
                    <a:pt x="8953" y="100425"/>
                  </a:lnTo>
                  <a:lnTo>
                    <a:pt x="0" y="93941"/>
                  </a:lnTo>
                  <a:lnTo>
                    <a:pt x="26709" y="55083"/>
                  </a:lnTo>
                  <a:lnTo>
                    <a:pt x="38724" y="37603"/>
                  </a:lnTo>
                  <a:lnTo>
                    <a:pt x="43151" y="40339"/>
                  </a:lnTo>
                  <a:lnTo>
                    <a:pt x="51578" y="28712"/>
                  </a:lnTo>
                  <a:lnTo>
                    <a:pt x="60311" y="16662"/>
                  </a:lnTo>
                  <a:lnTo>
                    <a:pt x="76171" y="10357"/>
                  </a:lnTo>
                  <a:lnTo>
                    <a:pt x="129478" y="0"/>
                  </a:lnTo>
                  <a:lnTo>
                    <a:pt x="132881" y="6857"/>
                  </a:lnTo>
                  <a:lnTo>
                    <a:pt x="152975" y="47345"/>
                  </a:lnTo>
                  <a:lnTo>
                    <a:pt x="130549" y="58807"/>
                  </a:lnTo>
                  <a:lnTo>
                    <a:pt x="132135" y="68355"/>
                  </a:lnTo>
                  <a:lnTo>
                    <a:pt x="144514" y="83487"/>
                  </a:lnTo>
                  <a:lnTo>
                    <a:pt x="146349" y="93890"/>
                  </a:lnTo>
                  <a:lnTo>
                    <a:pt x="126006" y="1218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86685" y="3805666"/>
              <a:ext cx="88879" cy="76042"/>
            </a:xfrm>
            <a:custGeom>
              <a:avLst/>
              <a:pathLst>
                <a:path w="88879" h="76042">
                  <a:moveTo>
                    <a:pt x="45096" y="3852"/>
                  </a:moveTo>
                  <a:lnTo>
                    <a:pt x="54706" y="5008"/>
                  </a:lnTo>
                  <a:lnTo>
                    <a:pt x="86453" y="13542"/>
                  </a:lnTo>
                  <a:lnTo>
                    <a:pt x="88527" y="22733"/>
                  </a:lnTo>
                  <a:lnTo>
                    <a:pt x="88879" y="29758"/>
                  </a:lnTo>
                  <a:lnTo>
                    <a:pt x="87621" y="36881"/>
                  </a:lnTo>
                  <a:lnTo>
                    <a:pt x="86166" y="45111"/>
                  </a:lnTo>
                  <a:lnTo>
                    <a:pt x="85334" y="49819"/>
                  </a:lnTo>
                  <a:lnTo>
                    <a:pt x="83116" y="62375"/>
                  </a:lnTo>
                  <a:lnTo>
                    <a:pt x="80700" y="76042"/>
                  </a:lnTo>
                  <a:lnTo>
                    <a:pt x="69688" y="73884"/>
                  </a:lnTo>
                  <a:lnTo>
                    <a:pt x="60178" y="72021"/>
                  </a:lnTo>
                  <a:lnTo>
                    <a:pt x="51834" y="70387"/>
                  </a:lnTo>
                  <a:lnTo>
                    <a:pt x="42226" y="68504"/>
                  </a:lnTo>
                  <a:lnTo>
                    <a:pt x="40557" y="68194"/>
                  </a:lnTo>
                  <a:lnTo>
                    <a:pt x="38878" y="67926"/>
                  </a:lnTo>
                  <a:lnTo>
                    <a:pt x="32459" y="67557"/>
                  </a:lnTo>
                  <a:lnTo>
                    <a:pt x="27297" y="67260"/>
                  </a:lnTo>
                  <a:lnTo>
                    <a:pt x="6419" y="66059"/>
                  </a:lnTo>
                  <a:lnTo>
                    <a:pt x="1937" y="33140"/>
                  </a:lnTo>
                  <a:lnTo>
                    <a:pt x="0" y="18914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58863" y="3632572"/>
              <a:ext cx="52652" cy="57611"/>
            </a:xfrm>
            <a:custGeom>
              <a:avLst/>
              <a:pathLst>
                <a:path w="52652" h="57611">
                  <a:moveTo>
                    <a:pt x="45929" y="50477"/>
                  </a:moveTo>
                  <a:lnTo>
                    <a:pt x="40307" y="51350"/>
                  </a:lnTo>
                  <a:lnTo>
                    <a:pt x="33989" y="52332"/>
                  </a:lnTo>
                  <a:lnTo>
                    <a:pt x="28445" y="53193"/>
                  </a:lnTo>
                  <a:lnTo>
                    <a:pt x="22385" y="54134"/>
                  </a:lnTo>
                  <a:lnTo>
                    <a:pt x="16802" y="55001"/>
                  </a:lnTo>
                  <a:lnTo>
                    <a:pt x="10742" y="55942"/>
                  </a:lnTo>
                  <a:lnTo>
                    <a:pt x="350" y="57556"/>
                  </a:lnTo>
                  <a:lnTo>
                    <a:pt x="0" y="57611"/>
                  </a:lnTo>
                  <a:lnTo>
                    <a:pt x="1162" y="31745"/>
                  </a:lnTo>
                  <a:lnTo>
                    <a:pt x="2174" y="9235"/>
                  </a:lnTo>
                  <a:lnTo>
                    <a:pt x="3356" y="9017"/>
                  </a:lnTo>
                  <a:lnTo>
                    <a:pt x="18919" y="6150"/>
                  </a:lnTo>
                  <a:lnTo>
                    <a:pt x="33297" y="3500"/>
                  </a:lnTo>
                  <a:lnTo>
                    <a:pt x="36554" y="2900"/>
                  </a:lnTo>
                  <a:lnTo>
                    <a:pt x="48619" y="676"/>
                  </a:lnTo>
                  <a:lnTo>
                    <a:pt x="52652" y="0"/>
                  </a:lnTo>
                  <a:lnTo>
                    <a:pt x="51922" y="24253"/>
                  </a:lnTo>
                  <a:lnTo>
                    <a:pt x="51158" y="49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21933" y="3767822"/>
              <a:ext cx="96657" cy="210309"/>
            </a:xfrm>
            <a:custGeom>
              <a:avLst/>
              <a:pathLst>
                <a:path w="96657" h="210309">
                  <a:moveTo>
                    <a:pt x="82625" y="174057"/>
                  </a:moveTo>
                  <a:lnTo>
                    <a:pt x="79412" y="181514"/>
                  </a:lnTo>
                  <a:lnTo>
                    <a:pt x="77735" y="185405"/>
                  </a:lnTo>
                  <a:lnTo>
                    <a:pt x="71810" y="210309"/>
                  </a:lnTo>
                  <a:lnTo>
                    <a:pt x="67259" y="209874"/>
                  </a:lnTo>
                  <a:lnTo>
                    <a:pt x="59775" y="209114"/>
                  </a:lnTo>
                  <a:lnTo>
                    <a:pt x="53667" y="207533"/>
                  </a:lnTo>
                  <a:lnTo>
                    <a:pt x="48322" y="204751"/>
                  </a:lnTo>
                  <a:lnTo>
                    <a:pt x="47710" y="199775"/>
                  </a:lnTo>
                  <a:lnTo>
                    <a:pt x="47033" y="194278"/>
                  </a:lnTo>
                  <a:lnTo>
                    <a:pt x="46414" y="189245"/>
                  </a:lnTo>
                  <a:lnTo>
                    <a:pt x="45746" y="183814"/>
                  </a:lnTo>
                  <a:lnTo>
                    <a:pt x="45080" y="178405"/>
                  </a:lnTo>
                  <a:lnTo>
                    <a:pt x="44543" y="174039"/>
                  </a:lnTo>
                  <a:lnTo>
                    <a:pt x="44309" y="172142"/>
                  </a:lnTo>
                  <a:lnTo>
                    <a:pt x="43739" y="168044"/>
                  </a:lnTo>
                  <a:lnTo>
                    <a:pt x="43054" y="163126"/>
                  </a:lnTo>
                  <a:lnTo>
                    <a:pt x="42352" y="158082"/>
                  </a:lnTo>
                  <a:lnTo>
                    <a:pt x="41664" y="153139"/>
                  </a:lnTo>
                  <a:lnTo>
                    <a:pt x="40954" y="148044"/>
                  </a:lnTo>
                  <a:lnTo>
                    <a:pt x="40375" y="143882"/>
                  </a:lnTo>
                  <a:lnTo>
                    <a:pt x="39954" y="140855"/>
                  </a:lnTo>
                  <a:lnTo>
                    <a:pt x="39357" y="136568"/>
                  </a:lnTo>
                  <a:lnTo>
                    <a:pt x="38718" y="131978"/>
                  </a:lnTo>
                  <a:lnTo>
                    <a:pt x="38068" y="127312"/>
                  </a:lnTo>
                  <a:lnTo>
                    <a:pt x="37382" y="122380"/>
                  </a:lnTo>
                  <a:lnTo>
                    <a:pt x="36707" y="117629"/>
                  </a:lnTo>
                  <a:lnTo>
                    <a:pt x="36048" y="112991"/>
                  </a:lnTo>
                  <a:lnTo>
                    <a:pt x="34823" y="104371"/>
                  </a:lnTo>
                  <a:lnTo>
                    <a:pt x="33083" y="97134"/>
                  </a:lnTo>
                  <a:lnTo>
                    <a:pt x="31591" y="90929"/>
                  </a:lnTo>
                  <a:lnTo>
                    <a:pt x="30089" y="84686"/>
                  </a:lnTo>
                  <a:lnTo>
                    <a:pt x="29037" y="80998"/>
                  </a:lnTo>
                  <a:lnTo>
                    <a:pt x="27913" y="77056"/>
                  </a:lnTo>
                  <a:lnTo>
                    <a:pt x="26836" y="73279"/>
                  </a:lnTo>
                  <a:lnTo>
                    <a:pt x="25068" y="67081"/>
                  </a:lnTo>
                  <a:lnTo>
                    <a:pt x="23789" y="62597"/>
                  </a:lnTo>
                  <a:lnTo>
                    <a:pt x="22582" y="59848"/>
                  </a:lnTo>
                  <a:lnTo>
                    <a:pt x="19818" y="53554"/>
                  </a:lnTo>
                  <a:lnTo>
                    <a:pt x="17107" y="47380"/>
                  </a:lnTo>
                  <a:lnTo>
                    <a:pt x="14770" y="42059"/>
                  </a:lnTo>
                  <a:lnTo>
                    <a:pt x="11635" y="34918"/>
                  </a:lnTo>
                  <a:lnTo>
                    <a:pt x="9486" y="30025"/>
                  </a:lnTo>
                  <a:lnTo>
                    <a:pt x="7508" y="24609"/>
                  </a:lnTo>
                  <a:lnTo>
                    <a:pt x="0" y="4053"/>
                  </a:lnTo>
                  <a:lnTo>
                    <a:pt x="3414" y="0"/>
                  </a:lnTo>
                  <a:lnTo>
                    <a:pt x="8445" y="468"/>
                  </a:lnTo>
                  <a:lnTo>
                    <a:pt x="13959" y="980"/>
                  </a:lnTo>
                  <a:lnTo>
                    <a:pt x="20664" y="1604"/>
                  </a:lnTo>
                  <a:lnTo>
                    <a:pt x="23828" y="1898"/>
                  </a:lnTo>
                  <a:lnTo>
                    <a:pt x="30209" y="2961"/>
                  </a:lnTo>
                  <a:lnTo>
                    <a:pt x="39587" y="4524"/>
                  </a:lnTo>
                  <a:lnTo>
                    <a:pt x="49740" y="6215"/>
                  </a:lnTo>
                  <a:lnTo>
                    <a:pt x="57409" y="7493"/>
                  </a:lnTo>
                  <a:lnTo>
                    <a:pt x="59774" y="12285"/>
                  </a:lnTo>
                  <a:lnTo>
                    <a:pt x="63493" y="19820"/>
                  </a:lnTo>
                  <a:lnTo>
                    <a:pt x="64943" y="23292"/>
                  </a:lnTo>
                  <a:lnTo>
                    <a:pt x="67015" y="28254"/>
                  </a:lnTo>
                  <a:lnTo>
                    <a:pt x="70053" y="35529"/>
                  </a:lnTo>
                  <a:lnTo>
                    <a:pt x="73854" y="46139"/>
                  </a:lnTo>
                  <a:lnTo>
                    <a:pt x="75387" y="50667"/>
                  </a:lnTo>
                  <a:lnTo>
                    <a:pt x="77062" y="55617"/>
                  </a:lnTo>
                  <a:lnTo>
                    <a:pt x="79139" y="61755"/>
                  </a:lnTo>
                  <a:lnTo>
                    <a:pt x="80596" y="66062"/>
                  </a:lnTo>
                  <a:lnTo>
                    <a:pt x="82283" y="71045"/>
                  </a:lnTo>
                  <a:lnTo>
                    <a:pt x="83520" y="75652"/>
                  </a:lnTo>
                  <a:lnTo>
                    <a:pt x="84789" y="80375"/>
                  </a:lnTo>
                  <a:lnTo>
                    <a:pt x="86011" y="84923"/>
                  </a:lnTo>
                  <a:lnTo>
                    <a:pt x="87116" y="89037"/>
                  </a:lnTo>
                  <a:lnTo>
                    <a:pt x="88135" y="92826"/>
                  </a:lnTo>
                  <a:lnTo>
                    <a:pt x="89030" y="96159"/>
                  </a:lnTo>
                  <a:lnTo>
                    <a:pt x="89803" y="100799"/>
                  </a:lnTo>
                  <a:lnTo>
                    <a:pt x="90478" y="104850"/>
                  </a:lnTo>
                  <a:lnTo>
                    <a:pt x="91299" y="109776"/>
                  </a:lnTo>
                  <a:lnTo>
                    <a:pt x="92124" y="114726"/>
                  </a:lnTo>
                  <a:lnTo>
                    <a:pt x="92580" y="118347"/>
                  </a:lnTo>
                  <a:lnTo>
                    <a:pt x="93121" y="122641"/>
                  </a:lnTo>
                  <a:lnTo>
                    <a:pt x="93776" y="127840"/>
                  </a:lnTo>
                  <a:lnTo>
                    <a:pt x="94349" y="133844"/>
                  </a:lnTo>
                  <a:lnTo>
                    <a:pt x="94952" y="140155"/>
                  </a:lnTo>
                  <a:lnTo>
                    <a:pt x="95473" y="145617"/>
                  </a:lnTo>
                  <a:lnTo>
                    <a:pt x="96657" y="158020"/>
                  </a:lnTo>
                  <a:lnTo>
                    <a:pt x="90555" y="16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58323" y="3762027"/>
              <a:ext cx="132085" cy="283414"/>
            </a:xfrm>
            <a:custGeom>
              <a:avLst/>
              <a:pathLst>
                <a:path w="132085" h="283414">
                  <a:moveTo>
                    <a:pt x="109505" y="281001"/>
                  </a:moveTo>
                  <a:lnTo>
                    <a:pt x="103299" y="278853"/>
                  </a:lnTo>
                  <a:lnTo>
                    <a:pt x="97686" y="276911"/>
                  </a:lnTo>
                  <a:lnTo>
                    <a:pt x="92374" y="275073"/>
                  </a:lnTo>
                  <a:lnTo>
                    <a:pt x="84569" y="270646"/>
                  </a:lnTo>
                  <a:lnTo>
                    <a:pt x="80867" y="267956"/>
                  </a:lnTo>
                  <a:lnTo>
                    <a:pt x="75879" y="264332"/>
                  </a:lnTo>
                  <a:lnTo>
                    <a:pt x="71979" y="261498"/>
                  </a:lnTo>
                  <a:lnTo>
                    <a:pt x="66910" y="256612"/>
                  </a:lnTo>
                  <a:lnTo>
                    <a:pt x="62037" y="251916"/>
                  </a:lnTo>
                  <a:lnTo>
                    <a:pt x="60712" y="249836"/>
                  </a:lnTo>
                  <a:lnTo>
                    <a:pt x="57103" y="244170"/>
                  </a:lnTo>
                  <a:lnTo>
                    <a:pt x="54826" y="239690"/>
                  </a:lnTo>
                  <a:lnTo>
                    <a:pt x="52282" y="234684"/>
                  </a:lnTo>
                  <a:lnTo>
                    <a:pt x="50553" y="231283"/>
                  </a:lnTo>
                  <a:lnTo>
                    <a:pt x="49950" y="228651"/>
                  </a:lnTo>
                  <a:lnTo>
                    <a:pt x="48901" y="224077"/>
                  </a:lnTo>
                  <a:lnTo>
                    <a:pt x="48096" y="219617"/>
                  </a:lnTo>
                  <a:lnTo>
                    <a:pt x="47531" y="216488"/>
                  </a:lnTo>
                  <a:lnTo>
                    <a:pt x="46841" y="212666"/>
                  </a:lnTo>
                  <a:lnTo>
                    <a:pt x="46151" y="208843"/>
                  </a:lnTo>
                  <a:lnTo>
                    <a:pt x="45421" y="204803"/>
                  </a:lnTo>
                  <a:lnTo>
                    <a:pt x="44848" y="201628"/>
                  </a:lnTo>
                  <a:lnTo>
                    <a:pt x="44292" y="197398"/>
                  </a:lnTo>
                  <a:lnTo>
                    <a:pt x="43760" y="193357"/>
                  </a:lnTo>
                  <a:lnTo>
                    <a:pt x="42928" y="187029"/>
                  </a:lnTo>
                  <a:lnTo>
                    <a:pt x="42379" y="182856"/>
                  </a:lnTo>
                  <a:lnTo>
                    <a:pt x="41593" y="176885"/>
                  </a:lnTo>
                  <a:lnTo>
                    <a:pt x="40883" y="171487"/>
                  </a:lnTo>
                  <a:lnTo>
                    <a:pt x="40010" y="164852"/>
                  </a:lnTo>
                  <a:lnTo>
                    <a:pt x="39417" y="160340"/>
                  </a:lnTo>
                  <a:lnTo>
                    <a:pt x="38691" y="154823"/>
                  </a:lnTo>
                  <a:lnTo>
                    <a:pt x="38031" y="149809"/>
                  </a:lnTo>
                  <a:lnTo>
                    <a:pt x="37579" y="146371"/>
                  </a:lnTo>
                  <a:lnTo>
                    <a:pt x="36812" y="140488"/>
                  </a:lnTo>
                  <a:lnTo>
                    <a:pt x="36269" y="136329"/>
                  </a:lnTo>
                  <a:lnTo>
                    <a:pt x="35659" y="131653"/>
                  </a:lnTo>
                  <a:lnTo>
                    <a:pt x="35095" y="127332"/>
                  </a:lnTo>
                  <a:lnTo>
                    <a:pt x="34407" y="122052"/>
                  </a:lnTo>
                  <a:lnTo>
                    <a:pt x="33423" y="117541"/>
                  </a:lnTo>
                  <a:lnTo>
                    <a:pt x="32176" y="111821"/>
                  </a:lnTo>
                  <a:lnTo>
                    <a:pt x="31058" y="106696"/>
                  </a:lnTo>
                  <a:lnTo>
                    <a:pt x="29781" y="100841"/>
                  </a:lnTo>
                  <a:lnTo>
                    <a:pt x="27638" y="95708"/>
                  </a:lnTo>
                  <a:lnTo>
                    <a:pt x="25787" y="91276"/>
                  </a:lnTo>
                  <a:lnTo>
                    <a:pt x="24118" y="87278"/>
                  </a:lnTo>
                  <a:lnTo>
                    <a:pt x="22108" y="82465"/>
                  </a:lnTo>
                  <a:lnTo>
                    <a:pt x="20529" y="78684"/>
                  </a:lnTo>
                  <a:lnTo>
                    <a:pt x="19544" y="76175"/>
                  </a:lnTo>
                  <a:lnTo>
                    <a:pt x="17000" y="69696"/>
                  </a:lnTo>
                  <a:lnTo>
                    <a:pt x="14547" y="63448"/>
                  </a:lnTo>
                  <a:lnTo>
                    <a:pt x="11683" y="56153"/>
                  </a:lnTo>
                  <a:lnTo>
                    <a:pt x="8743" y="48664"/>
                  </a:lnTo>
                  <a:lnTo>
                    <a:pt x="4670" y="38289"/>
                  </a:lnTo>
                  <a:lnTo>
                    <a:pt x="1452" y="28105"/>
                  </a:lnTo>
                  <a:lnTo>
                    <a:pt x="771" y="25949"/>
                  </a:lnTo>
                  <a:lnTo>
                    <a:pt x="0" y="20432"/>
                  </a:lnTo>
                  <a:lnTo>
                    <a:pt x="220" y="8386"/>
                  </a:lnTo>
                  <a:lnTo>
                    <a:pt x="2890" y="0"/>
                  </a:lnTo>
                  <a:lnTo>
                    <a:pt x="8843" y="591"/>
                  </a:lnTo>
                  <a:lnTo>
                    <a:pt x="18581" y="1559"/>
                  </a:lnTo>
                  <a:lnTo>
                    <a:pt x="27394" y="2435"/>
                  </a:lnTo>
                  <a:lnTo>
                    <a:pt x="38111" y="3500"/>
                  </a:lnTo>
                  <a:lnTo>
                    <a:pt x="49892" y="4670"/>
                  </a:lnTo>
                  <a:lnTo>
                    <a:pt x="50912" y="7239"/>
                  </a:lnTo>
                  <a:lnTo>
                    <a:pt x="52711" y="11770"/>
                  </a:lnTo>
                  <a:lnTo>
                    <a:pt x="55235" y="18124"/>
                  </a:lnTo>
                  <a:lnTo>
                    <a:pt x="57306" y="23338"/>
                  </a:lnTo>
                  <a:lnTo>
                    <a:pt x="58278" y="26115"/>
                  </a:lnTo>
                  <a:lnTo>
                    <a:pt x="60335" y="31989"/>
                  </a:lnTo>
                  <a:lnTo>
                    <a:pt x="62118" y="37080"/>
                  </a:lnTo>
                  <a:lnTo>
                    <a:pt x="63996" y="42442"/>
                  </a:lnTo>
                  <a:lnTo>
                    <a:pt x="65923" y="47947"/>
                  </a:lnTo>
                  <a:lnTo>
                    <a:pt x="68250" y="54593"/>
                  </a:lnTo>
                  <a:lnTo>
                    <a:pt x="70011" y="59620"/>
                  </a:lnTo>
                  <a:lnTo>
                    <a:pt x="72143" y="64562"/>
                  </a:lnTo>
                  <a:lnTo>
                    <a:pt x="74444" y="69895"/>
                  </a:lnTo>
                  <a:lnTo>
                    <a:pt x="76628" y="74957"/>
                  </a:lnTo>
                  <a:lnTo>
                    <a:pt x="78307" y="78849"/>
                  </a:lnTo>
                  <a:lnTo>
                    <a:pt x="80945" y="84964"/>
                  </a:lnTo>
                  <a:lnTo>
                    <a:pt x="82068" y="91365"/>
                  </a:lnTo>
                  <a:lnTo>
                    <a:pt x="83027" y="96836"/>
                  </a:lnTo>
                  <a:lnTo>
                    <a:pt x="83851" y="101534"/>
                  </a:lnTo>
                  <a:lnTo>
                    <a:pt x="84636" y="106015"/>
                  </a:lnTo>
                  <a:lnTo>
                    <a:pt x="85321" y="109919"/>
                  </a:lnTo>
                  <a:lnTo>
                    <a:pt x="86325" y="115647"/>
                  </a:lnTo>
                  <a:lnTo>
                    <a:pt x="86818" y="118457"/>
                  </a:lnTo>
                  <a:lnTo>
                    <a:pt x="87984" y="122781"/>
                  </a:lnTo>
                  <a:lnTo>
                    <a:pt x="89184" y="127233"/>
                  </a:lnTo>
                  <a:lnTo>
                    <a:pt x="90849" y="133408"/>
                  </a:lnTo>
                  <a:lnTo>
                    <a:pt x="91497" y="138303"/>
                  </a:lnTo>
                  <a:lnTo>
                    <a:pt x="91999" y="142092"/>
                  </a:lnTo>
                  <a:lnTo>
                    <a:pt x="92776" y="147961"/>
                  </a:lnTo>
                  <a:lnTo>
                    <a:pt x="93557" y="153860"/>
                  </a:lnTo>
                  <a:lnTo>
                    <a:pt x="94301" y="159477"/>
                  </a:lnTo>
                  <a:lnTo>
                    <a:pt x="95008" y="164814"/>
                  </a:lnTo>
                  <a:lnTo>
                    <a:pt x="95730" y="170271"/>
                  </a:lnTo>
                  <a:lnTo>
                    <a:pt x="96390" y="175255"/>
                  </a:lnTo>
                  <a:lnTo>
                    <a:pt x="97325" y="182316"/>
                  </a:lnTo>
                  <a:lnTo>
                    <a:pt x="98227" y="188688"/>
                  </a:lnTo>
                  <a:lnTo>
                    <a:pt x="98887" y="193351"/>
                  </a:lnTo>
                  <a:lnTo>
                    <a:pt x="99623" y="198552"/>
                  </a:lnTo>
                  <a:lnTo>
                    <a:pt x="100484" y="204634"/>
                  </a:lnTo>
                  <a:lnTo>
                    <a:pt x="101390" y="211033"/>
                  </a:lnTo>
                  <a:lnTo>
                    <a:pt x="101819" y="214065"/>
                  </a:lnTo>
                  <a:lnTo>
                    <a:pt x="103953" y="216557"/>
                  </a:lnTo>
                  <a:lnTo>
                    <a:pt x="109220" y="222711"/>
                  </a:lnTo>
                  <a:lnTo>
                    <a:pt x="117415" y="226359"/>
                  </a:lnTo>
                  <a:lnTo>
                    <a:pt x="126402" y="228791"/>
                  </a:lnTo>
                  <a:lnTo>
                    <a:pt x="132085" y="230142"/>
                  </a:lnTo>
                  <a:lnTo>
                    <a:pt x="130871" y="234549"/>
                  </a:lnTo>
                  <a:lnTo>
                    <a:pt x="129120" y="240903"/>
                  </a:lnTo>
                  <a:lnTo>
                    <a:pt x="126380" y="250847"/>
                  </a:lnTo>
                  <a:lnTo>
                    <a:pt x="125698" y="253090"/>
                  </a:lnTo>
                  <a:lnTo>
                    <a:pt x="120281" y="270907"/>
                  </a:lnTo>
                  <a:lnTo>
                    <a:pt x="116478" y="283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65331" y="3611083"/>
              <a:ext cx="57177" cy="135534"/>
            </a:xfrm>
            <a:custGeom>
              <a:avLst/>
              <a:pathLst>
                <a:path w="57177" h="135534">
                  <a:moveTo>
                    <a:pt x="56923" y="52356"/>
                  </a:moveTo>
                  <a:lnTo>
                    <a:pt x="57061" y="59067"/>
                  </a:lnTo>
                  <a:lnTo>
                    <a:pt x="57177" y="64759"/>
                  </a:lnTo>
                  <a:lnTo>
                    <a:pt x="55515" y="91104"/>
                  </a:lnTo>
                  <a:lnTo>
                    <a:pt x="55205" y="95163"/>
                  </a:lnTo>
                  <a:lnTo>
                    <a:pt x="55013" y="97799"/>
                  </a:lnTo>
                  <a:lnTo>
                    <a:pt x="49008" y="135534"/>
                  </a:lnTo>
                  <a:lnTo>
                    <a:pt x="37577" y="133604"/>
                  </a:lnTo>
                  <a:lnTo>
                    <a:pt x="26878" y="131797"/>
                  </a:lnTo>
                  <a:lnTo>
                    <a:pt x="23574" y="128419"/>
                  </a:lnTo>
                  <a:lnTo>
                    <a:pt x="19829" y="122790"/>
                  </a:lnTo>
                  <a:lnTo>
                    <a:pt x="15644" y="117386"/>
                  </a:lnTo>
                  <a:lnTo>
                    <a:pt x="12560" y="110631"/>
                  </a:lnTo>
                  <a:lnTo>
                    <a:pt x="11018" y="103200"/>
                  </a:lnTo>
                  <a:lnTo>
                    <a:pt x="9696" y="95544"/>
                  </a:lnTo>
                  <a:lnTo>
                    <a:pt x="9035" y="82484"/>
                  </a:lnTo>
                  <a:lnTo>
                    <a:pt x="8585" y="71430"/>
                  </a:lnTo>
                  <a:lnTo>
                    <a:pt x="8375" y="66272"/>
                  </a:lnTo>
                  <a:lnTo>
                    <a:pt x="7053" y="56364"/>
                  </a:lnTo>
                  <a:lnTo>
                    <a:pt x="0" y="17872"/>
                  </a:lnTo>
                  <a:lnTo>
                    <a:pt x="21874" y="9452"/>
                  </a:lnTo>
                  <a:lnTo>
                    <a:pt x="46433" y="0"/>
                  </a:lnTo>
                  <a:lnTo>
                    <a:pt x="46914" y="1641"/>
                  </a:lnTo>
                  <a:lnTo>
                    <a:pt x="47380" y="3285"/>
                  </a:lnTo>
                  <a:lnTo>
                    <a:pt x="47835" y="4933"/>
                  </a:lnTo>
                  <a:lnTo>
                    <a:pt x="48278" y="6584"/>
                  </a:lnTo>
                  <a:lnTo>
                    <a:pt x="48709" y="8240"/>
                  </a:lnTo>
                  <a:lnTo>
                    <a:pt x="49128" y="9898"/>
                  </a:lnTo>
                  <a:lnTo>
                    <a:pt x="49535" y="11559"/>
                  </a:lnTo>
                  <a:lnTo>
                    <a:pt x="49928" y="13222"/>
                  </a:lnTo>
                  <a:lnTo>
                    <a:pt x="50312" y="14890"/>
                  </a:lnTo>
                  <a:lnTo>
                    <a:pt x="50682" y="16558"/>
                  </a:lnTo>
                  <a:lnTo>
                    <a:pt x="51039" y="18231"/>
                  </a:lnTo>
                  <a:lnTo>
                    <a:pt x="51387" y="19906"/>
                  </a:lnTo>
                  <a:lnTo>
                    <a:pt x="51721" y="21584"/>
                  </a:lnTo>
                  <a:lnTo>
                    <a:pt x="53716" y="333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24000" y="3681887"/>
              <a:ext cx="38522" cy="75185"/>
            </a:xfrm>
            <a:custGeom>
              <a:avLst/>
              <a:pathLst>
                <a:path w="38522" h="75185">
                  <a:moveTo>
                    <a:pt x="437" y="67228"/>
                  </a:moveTo>
                  <a:lnTo>
                    <a:pt x="1153" y="62732"/>
                  </a:lnTo>
                  <a:lnTo>
                    <a:pt x="2042" y="57143"/>
                  </a:lnTo>
                  <a:lnTo>
                    <a:pt x="3110" y="50433"/>
                  </a:lnTo>
                  <a:lnTo>
                    <a:pt x="4300" y="42959"/>
                  </a:lnTo>
                  <a:lnTo>
                    <a:pt x="5860" y="33158"/>
                  </a:lnTo>
                  <a:lnTo>
                    <a:pt x="7210" y="24676"/>
                  </a:lnTo>
                  <a:lnTo>
                    <a:pt x="8480" y="16697"/>
                  </a:lnTo>
                  <a:lnTo>
                    <a:pt x="10183" y="5996"/>
                  </a:lnTo>
                  <a:lnTo>
                    <a:pt x="11138" y="0"/>
                  </a:lnTo>
                  <a:lnTo>
                    <a:pt x="23622" y="2605"/>
                  </a:lnTo>
                  <a:lnTo>
                    <a:pt x="36216" y="5232"/>
                  </a:lnTo>
                  <a:lnTo>
                    <a:pt x="38522" y="5714"/>
                  </a:lnTo>
                  <a:lnTo>
                    <a:pt x="38048" y="9002"/>
                  </a:lnTo>
                  <a:lnTo>
                    <a:pt x="37398" y="13521"/>
                  </a:lnTo>
                  <a:lnTo>
                    <a:pt x="36576" y="19231"/>
                  </a:lnTo>
                  <a:lnTo>
                    <a:pt x="35182" y="28912"/>
                  </a:lnTo>
                  <a:lnTo>
                    <a:pt x="33821" y="38363"/>
                  </a:lnTo>
                  <a:lnTo>
                    <a:pt x="32469" y="46653"/>
                  </a:lnTo>
                  <a:lnTo>
                    <a:pt x="29063" y="67546"/>
                  </a:lnTo>
                  <a:lnTo>
                    <a:pt x="25079" y="75185"/>
                  </a:lnTo>
                  <a:lnTo>
                    <a:pt x="12623" y="72598"/>
                  </a:lnTo>
                  <a:lnTo>
                    <a:pt x="0" y="69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32355" y="3495121"/>
              <a:ext cx="151725" cy="62688"/>
            </a:xfrm>
            <a:custGeom>
              <a:avLst/>
              <a:pathLst>
                <a:path w="151725" h="62688">
                  <a:moveTo>
                    <a:pt x="836" y="40355"/>
                  </a:moveTo>
                  <a:lnTo>
                    <a:pt x="1581" y="29858"/>
                  </a:lnTo>
                  <a:lnTo>
                    <a:pt x="2446" y="17659"/>
                  </a:lnTo>
                  <a:lnTo>
                    <a:pt x="3699" y="0"/>
                  </a:lnTo>
                  <a:lnTo>
                    <a:pt x="6037" y="166"/>
                  </a:lnTo>
                  <a:lnTo>
                    <a:pt x="10446" y="480"/>
                  </a:lnTo>
                  <a:lnTo>
                    <a:pt x="15017" y="805"/>
                  </a:lnTo>
                  <a:lnTo>
                    <a:pt x="20678" y="1208"/>
                  </a:lnTo>
                  <a:lnTo>
                    <a:pt x="24899" y="1509"/>
                  </a:lnTo>
                  <a:lnTo>
                    <a:pt x="30536" y="1910"/>
                  </a:lnTo>
                  <a:lnTo>
                    <a:pt x="36510" y="2335"/>
                  </a:lnTo>
                  <a:lnTo>
                    <a:pt x="41845" y="2715"/>
                  </a:lnTo>
                  <a:lnTo>
                    <a:pt x="46930" y="3077"/>
                  </a:lnTo>
                  <a:lnTo>
                    <a:pt x="53105" y="3517"/>
                  </a:lnTo>
                  <a:lnTo>
                    <a:pt x="60332" y="4031"/>
                  </a:lnTo>
                  <a:lnTo>
                    <a:pt x="65805" y="4421"/>
                  </a:lnTo>
                  <a:lnTo>
                    <a:pt x="71955" y="4858"/>
                  </a:lnTo>
                  <a:lnTo>
                    <a:pt x="77604" y="5261"/>
                  </a:lnTo>
                  <a:lnTo>
                    <a:pt x="83742" y="5698"/>
                  </a:lnTo>
                  <a:lnTo>
                    <a:pt x="89227" y="6088"/>
                  </a:lnTo>
                  <a:lnTo>
                    <a:pt x="95202" y="6513"/>
                  </a:lnTo>
                  <a:lnTo>
                    <a:pt x="102417" y="7027"/>
                  </a:lnTo>
                  <a:lnTo>
                    <a:pt x="109130" y="7505"/>
                  </a:lnTo>
                  <a:lnTo>
                    <a:pt x="117409" y="8094"/>
                  </a:lnTo>
                  <a:lnTo>
                    <a:pt x="126226" y="8722"/>
                  </a:lnTo>
                  <a:lnTo>
                    <a:pt x="138473" y="9594"/>
                  </a:lnTo>
                  <a:lnTo>
                    <a:pt x="151725" y="10537"/>
                  </a:lnTo>
                  <a:lnTo>
                    <a:pt x="151509" y="14420"/>
                  </a:lnTo>
                  <a:lnTo>
                    <a:pt x="151159" y="20694"/>
                  </a:lnTo>
                  <a:lnTo>
                    <a:pt x="150828" y="26629"/>
                  </a:lnTo>
                  <a:lnTo>
                    <a:pt x="150424" y="33873"/>
                  </a:lnTo>
                  <a:lnTo>
                    <a:pt x="150162" y="38572"/>
                  </a:lnTo>
                  <a:lnTo>
                    <a:pt x="149800" y="45066"/>
                  </a:lnTo>
                  <a:lnTo>
                    <a:pt x="149389" y="52428"/>
                  </a:lnTo>
                  <a:lnTo>
                    <a:pt x="148817" y="62688"/>
                  </a:lnTo>
                  <a:lnTo>
                    <a:pt x="142939" y="62271"/>
                  </a:lnTo>
                  <a:lnTo>
                    <a:pt x="134884" y="61701"/>
                  </a:lnTo>
                  <a:lnTo>
                    <a:pt x="128171" y="61225"/>
                  </a:lnTo>
                  <a:lnTo>
                    <a:pt x="120769" y="60701"/>
                  </a:lnTo>
                  <a:lnTo>
                    <a:pt x="114557" y="60262"/>
                  </a:lnTo>
                  <a:lnTo>
                    <a:pt x="106853" y="59716"/>
                  </a:lnTo>
                  <a:lnTo>
                    <a:pt x="98223" y="59105"/>
                  </a:lnTo>
                  <a:lnTo>
                    <a:pt x="90784" y="58578"/>
                  </a:lnTo>
                  <a:lnTo>
                    <a:pt x="84622" y="58142"/>
                  </a:lnTo>
                  <a:lnTo>
                    <a:pt x="78084" y="57679"/>
                  </a:lnTo>
                  <a:lnTo>
                    <a:pt x="71020" y="57178"/>
                  </a:lnTo>
                  <a:lnTo>
                    <a:pt x="64718" y="56732"/>
                  </a:lnTo>
                  <a:lnTo>
                    <a:pt x="57128" y="56195"/>
                  </a:lnTo>
                  <a:lnTo>
                    <a:pt x="51141" y="55771"/>
                  </a:lnTo>
                  <a:lnTo>
                    <a:pt x="44652" y="55311"/>
                  </a:lnTo>
                  <a:lnTo>
                    <a:pt x="37413" y="54799"/>
                  </a:lnTo>
                  <a:lnTo>
                    <a:pt x="31601" y="54387"/>
                  </a:lnTo>
                  <a:lnTo>
                    <a:pt x="26817" y="54048"/>
                  </a:lnTo>
                  <a:lnTo>
                    <a:pt x="21169" y="53649"/>
                  </a:lnTo>
                  <a:lnTo>
                    <a:pt x="14329" y="53164"/>
                  </a:lnTo>
                  <a:lnTo>
                    <a:pt x="6551" y="52613"/>
                  </a:lnTo>
                  <a:lnTo>
                    <a:pt x="0" y="52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38551" y="3430589"/>
              <a:ext cx="154557" cy="64641"/>
            </a:xfrm>
            <a:custGeom>
              <a:avLst/>
              <a:pathLst>
                <a:path w="154557" h="64641">
                  <a:moveTo>
                    <a:pt x="100112" y="61105"/>
                  </a:moveTo>
                  <a:lnTo>
                    <a:pt x="93390" y="60801"/>
                  </a:lnTo>
                  <a:lnTo>
                    <a:pt x="88906" y="60598"/>
                  </a:lnTo>
                  <a:lnTo>
                    <a:pt x="82839" y="60175"/>
                  </a:lnTo>
                  <a:lnTo>
                    <a:pt x="78127" y="59845"/>
                  </a:lnTo>
                  <a:lnTo>
                    <a:pt x="73142" y="59497"/>
                  </a:lnTo>
                  <a:lnTo>
                    <a:pt x="67322" y="59053"/>
                  </a:lnTo>
                  <a:lnTo>
                    <a:pt x="62888" y="58715"/>
                  </a:lnTo>
                  <a:lnTo>
                    <a:pt x="58319" y="58366"/>
                  </a:lnTo>
                  <a:lnTo>
                    <a:pt x="56449" y="58224"/>
                  </a:lnTo>
                  <a:lnTo>
                    <a:pt x="52672" y="57937"/>
                  </a:lnTo>
                  <a:lnTo>
                    <a:pt x="49309" y="57681"/>
                  </a:lnTo>
                  <a:lnTo>
                    <a:pt x="43331" y="57224"/>
                  </a:lnTo>
                  <a:lnTo>
                    <a:pt x="38035" y="56820"/>
                  </a:lnTo>
                  <a:lnTo>
                    <a:pt x="34017" y="56512"/>
                  </a:lnTo>
                  <a:lnTo>
                    <a:pt x="29974" y="56203"/>
                  </a:lnTo>
                  <a:lnTo>
                    <a:pt x="24138" y="55757"/>
                  </a:lnTo>
                  <a:lnTo>
                    <a:pt x="17304" y="55235"/>
                  </a:lnTo>
                  <a:lnTo>
                    <a:pt x="9190" y="54615"/>
                  </a:lnTo>
                  <a:lnTo>
                    <a:pt x="0" y="53912"/>
                  </a:lnTo>
                  <a:lnTo>
                    <a:pt x="537" y="45801"/>
                  </a:lnTo>
                  <a:lnTo>
                    <a:pt x="1069" y="37777"/>
                  </a:lnTo>
                  <a:lnTo>
                    <a:pt x="1668" y="28751"/>
                  </a:lnTo>
                  <a:lnTo>
                    <a:pt x="2145" y="21542"/>
                  </a:lnTo>
                  <a:lnTo>
                    <a:pt x="3573" y="0"/>
                  </a:lnTo>
                  <a:lnTo>
                    <a:pt x="5789" y="108"/>
                  </a:lnTo>
                  <a:lnTo>
                    <a:pt x="9523" y="290"/>
                  </a:lnTo>
                  <a:lnTo>
                    <a:pt x="13927" y="505"/>
                  </a:lnTo>
                  <a:lnTo>
                    <a:pt x="18875" y="746"/>
                  </a:lnTo>
                  <a:lnTo>
                    <a:pt x="23790" y="986"/>
                  </a:lnTo>
                  <a:lnTo>
                    <a:pt x="26980" y="1142"/>
                  </a:lnTo>
                  <a:lnTo>
                    <a:pt x="32430" y="1408"/>
                  </a:lnTo>
                  <a:lnTo>
                    <a:pt x="38056" y="1683"/>
                  </a:lnTo>
                  <a:lnTo>
                    <a:pt x="42125" y="1882"/>
                  </a:lnTo>
                  <a:lnTo>
                    <a:pt x="47408" y="2139"/>
                  </a:lnTo>
                  <a:lnTo>
                    <a:pt x="54801" y="2500"/>
                  </a:lnTo>
                  <a:lnTo>
                    <a:pt x="60989" y="2802"/>
                  </a:lnTo>
                  <a:lnTo>
                    <a:pt x="64865" y="2992"/>
                  </a:lnTo>
                  <a:lnTo>
                    <a:pt x="71563" y="3319"/>
                  </a:lnTo>
                  <a:lnTo>
                    <a:pt x="75967" y="3534"/>
                  </a:lnTo>
                  <a:lnTo>
                    <a:pt x="80898" y="3775"/>
                  </a:lnTo>
                  <a:lnTo>
                    <a:pt x="86349" y="4041"/>
                  </a:lnTo>
                  <a:lnTo>
                    <a:pt x="92729" y="4352"/>
                  </a:lnTo>
                  <a:lnTo>
                    <a:pt x="96413" y="4532"/>
                  </a:lnTo>
                  <a:lnTo>
                    <a:pt x="101185" y="4765"/>
                  </a:lnTo>
                  <a:lnTo>
                    <a:pt x="106108" y="5005"/>
                  </a:lnTo>
                  <a:lnTo>
                    <a:pt x="111558" y="5271"/>
                  </a:lnTo>
                  <a:lnTo>
                    <a:pt x="117042" y="5539"/>
                  </a:lnTo>
                  <a:lnTo>
                    <a:pt x="123196" y="5840"/>
                  </a:lnTo>
                  <a:lnTo>
                    <a:pt x="127943" y="6071"/>
                  </a:lnTo>
                  <a:lnTo>
                    <a:pt x="136039" y="6467"/>
                  </a:lnTo>
                  <a:lnTo>
                    <a:pt x="146803" y="6992"/>
                  </a:lnTo>
                  <a:lnTo>
                    <a:pt x="151314" y="11289"/>
                  </a:lnTo>
                  <a:lnTo>
                    <a:pt x="151786" y="11738"/>
                  </a:lnTo>
                  <a:lnTo>
                    <a:pt x="154557" y="14378"/>
                  </a:lnTo>
                  <a:lnTo>
                    <a:pt x="154108" y="18563"/>
                  </a:lnTo>
                  <a:lnTo>
                    <a:pt x="153636" y="22974"/>
                  </a:lnTo>
                  <a:lnTo>
                    <a:pt x="153036" y="28571"/>
                  </a:lnTo>
                  <a:lnTo>
                    <a:pt x="152551" y="33098"/>
                  </a:lnTo>
                  <a:lnTo>
                    <a:pt x="152108" y="37232"/>
                  </a:lnTo>
                  <a:lnTo>
                    <a:pt x="151721" y="40850"/>
                  </a:lnTo>
                  <a:lnTo>
                    <a:pt x="151238" y="45358"/>
                  </a:lnTo>
                  <a:lnTo>
                    <a:pt x="150662" y="50738"/>
                  </a:lnTo>
                  <a:lnTo>
                    <a:pt x="149986" y="57046"/>
                  </a:lnTo>
                  <a:lnTo>
                    <a:pt x="149173" y="64641"/>
                  </a:lnTo>
                  <a:lnTo>
                    <a:pt x="145583" y="64373"/>
                  </a:lnTo>
                  <a:lnTo>
                    <a:pt x="139910" y="63950"/>
                  </a:lnTo>
                  <a:lnTo>
                    <a:pt x="134275" y="63530"/>
                  </a:lnTo>
                  <a:lnTo>
                    <a:pt x="128653" y="63110"/>
                  </a:lnTo>
                  <a:lnTo>
                    <a:pt x="124232" y="62780"/>
                  </a:lnTo>
                  <a:lnTo>
                    <a:pt x="120351" y="62491"/>
                  </a:lnTo>
                  <a:lnTo>
                    <a:pt x="115930" y="62161"/>
                  </a:lnTo>
                  <a:lnTo>
                    <a:pt x="112262" y="61887"/>
                  </a:lnTo>
                  <a:lnTo>
                    <a:pt x="107704" y="61547"/>
                  </a:lnTo>
                  <a:lnTo>
                    <a:pt x="104372" y="61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04783" y="3446496"/>
              <a:ext cx="44662" cy="48696"/>
            </a:xfrm>
            <a:custGeom>
              <a:avLst/>
              <a:pathLst>
                <a:path w="44662" h="48696">
                  <a:moveTo>
                    <a:pt x="18711" y="47868"/>
                  </a:moveTo>
                  <a:lnTo>
                    <a:pt x="15058" y="48379"/>
                  </a:lnTo>
                  <a:lnTo>
                    <a:pt x="8051" y="48696"/>
                  </a:lnTo>
                  <a:lnTo>
                    <a:pt x="0" y="48637"/>
                  </a:lnTo>
                  <a:lnTo>
                    <a:pt x="525" y="29311"/>
                  </a:lnTo>
                  <a:lnTo>
                    <a:pt x="1321" y="0"/>
                  </a:lnTo>
                  <a:lnTo>
                    <a:pt x="18952" y="12096"/>
                  </a:lnTo>
                  <a:lnTo>
                    <a:pt x="44662" y="29735"/>
                  </a:lnTo>
                  <a:lnTo>
                    <a:pt x="43424" y="32168"/>
                  </a:lnTo>
                  <a:lnTo>
                    <a:pt x="37816" y="38428"/>
                  </a:lnTo>
                  <a:lnTo>
                    <a:pt x="35612" y="40183"/>
                  </a:lnTo>
                  <a:lnTo>
                    <a:pt x="29267" y="44325"/>
                  </a:lnTo>
                  <a:lnTo>
                    <a:pt x="23600" y="46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997738" y="3483383"/>
              <a:ext cx="103134" cy="76542"/>
            </a:xfrm>
            <a:custGeom>
              <a:avLst/>
              <a:pathLst>
                <a:path w="103134" h="76542">
                  <a:moveTo>
                    <a:pt x="44394" y="72923"/>
                  </a:moveTo>
                  <a:lnTo>
                    <a:pt x="28996" y="75816"/>
                  </a:lnTo>
                  <a:lnTo>
                    <a:pt x="13278" y="76443"/>
                  </a:lnTo>
                  <a:lnTo>
                    <a:pt x="0" y="76542"/>
                  </a:lnTo>
                  <a:lnTo>
                    <a:pt x="1136" y="49182"/>
                  </a:lnTo>
                  <a:lnTo>
                    <a:pt x="2117" y="25588"/>
                  </a:lnTo>
                  <a:lnTo>
                    <a:pt x="20051" y="26043"/>
                  </a:lnTo>
                  <a:lnTo>
                    <a:pt x="29127" y="24523"/>
                  </a:lnTo>
                  <a:lnTo>
                    <a:pt x="37924" y="21041"/>
                  </a:lnTo>
                  <a:lnTo>
                    <a:pt x="45190" y="17396"/>
                  </a:lnTo>
                  <a:lnTo>
                    <a:pt x="51142" y="12539"/>
                  </a:lnTo>
                  <a:lnTo>
                    <a:pt x="57055" y="6497"/>
                  </a:lnTo>
                  <a:lnTo>
                    <a:pt x="61756" y="0"/>
                  </a:lnTo>
                  <a:lnTo>
                    <a:pt x="80516" y="13117"/>
                  </a:lnTo>
                  <a:lnTo>
                    <a:pt x="103134" y="28934"/>
                  </a:lnTo>
                  <a:lnTo>
                    <a:pt x="96598" y="37754"/>
                  </a:lnTo>
                  <a:lnTo>
                    <a:pt x="84373" y="48950"/>
                  </a:lnTo>
                  <a:lnTo>
                    <a:pt x="70806" y="60726"/>
                  </a:lnTo>
                  <a:lnTo>
                    <a:pt x="60150" y="6705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793658" y="3558420"/>
              <a:ext cx="282160" cy="63957"/>
            </a:xfrm>
            <a:custGeom>
              <a:avLst/>
              <a:pathLst>
                <a:path w="282160" h="63957">
                  <a:moveTo>
                    <a:pt x="630" y="33864"/>
                  </a:moveTo>
                  <a:lnTo>
                    <a:pt x="677" y="31663"/>
                  </a:lnTo>
                  <a:lnTo>
                    <a:pt x="806" y="25555"/>
                  </a:lnTo>
                  <a:lnTo>
                    <a:pt x="2017" y="0"/>
                  </a:lnTo>
                  <a:lnTo>
                    <a:pt x="4666" y="121"/>
                  </a:lnTo>
                  <a:lnTo>
                    <a:pt x="11491" y="435"/>
                  </a:lnTo>
                  <a:lnTo>
                    <a:pt x="17007" y="688"/>
                  </a:lnTo>
                  <a:lnTo>
                    <a:pt x="23612" y="991"/>
                  </a:lnTo>
                  <a:lnTo>
                    <a:pt x="28677" y="1224"/>
                  </a:lnTo>
                  <a:lnTo>
                    <a:pt x="36651" y="1590"/>
                  </a:lnTo>
                  <a:lnTo>
                    <a:pt x="41477" y="1812"/>
                  </a:lnTo>
                  <a:lnTo>
                    <a:pt x="47397" y="2084"/>
                  </a:lnTo>
                  <a:lnTo>
                    <a:pt x="51817" y="2346"/>
                  </a:lnTo>
                  <a:lnTo>
                    <a:pt x="57745" y="2698"/>
                  </a:lnTo>
                  <a:lnTo>
                    <a:pt x="62794" y="2998"/>
                  </a:lnTo>
                  <a:lnTo>
                    <a:pt x="66358" y="3210"/>
                  </a:lnTo>
                  <a:lnTo>
                    <a:pt x="70749" y="3471"/>
                  </a:lnTo>
                  <a:lnTo>
                    <a:pt x="74493" y="3693"/>
                  </a:lnTo>
                  <a:lnTo>
                    <a:pt x="78458" y="3929"/>
                  </a:lnTo>
                  <a:lnTo>
                    <a:pt x="83313" y="4217"/>
                  </a:lnTo>
                  <a:lnTo>
                    <a:pt x="90119" y="4621"/>
                  </a:lnTo>
                  <a:lnTo>
                    <a:pt x="96342" y="4991"/>
                  </a:lnTo>
                  <a:lnTo>
                    <a:pt x="101172" y="5278"/>
                  </a:lnTo>
                  <a:lnTo>
                    <a:pt x="106893" y="5618"/>
                  </a:lnTo>
                  <a:lnTo>
                    <a:pt x="113918" y="6035"/>
                  </a:lnTo>
                  <a:lnTo>
                    <a:pt x="120078" y="6401"/>
                  </a:lnTo>
                  <a:lnTo>
                    <a:pt x="125811" y="6741"/>
                  </a:lnTo>
                  <a:lnTo>
                    <a:pt x="130227" y="7004"/>
                  </a:lnTo>
                  <a:lnTo>
                    <a:pt x="133194" y="7180"/>
                  </a:lnTo>
                  <a:lnTo>
                    <a:pt x="137291" y="7380"/>
                  </a:lnTo>
                  <a:lnTo>
                    <a:pt x="143005" y="7659"/>
                  </a:lnTo>
                  <a:lnTo>
                    <a:pt x="149871" y="7994"/>
                  </a:lnTo>
                  <a:lnTo>
                    <a:pt x="155344" y="8262"/>
                  </a:lnTo>
                  <a:lnTo>
                    <a:pt x="163467" y="8659"/>
                  </a:lnTo>
                  <a:lnTo>
                    <a:pt x="168996" y="9025"/>
                  </a:lnTo>
                  <a:lnTo>
                    <a:pt x="178442" y="9651"/>
                  </a:lnTo>
                  <a:lnTo>
                    <a:pt x="185519" y="10120"/>
                  </a:lnTo>
                  <a:lnTo>
                    <a:pt x="193486" y="10648"/>
                  </a:lnTo>
                  <a:lnTo>
                    <a:pt x="203357" y="11302"/>
                  </a:lnTo>
                  <a:lnTo>
                    <a:pt x="211955" y="11871"/>
                  </a:lnTo>
                  <a:lnTo>
                    <a:pt x="219513" y="12372"/>
                  </a:lnTo>
                  <a:lnTo>
                    <a:pt x="222101" y="12287"/>
                  </a:lnTo>
                  <a:lnTo>
                    <a:pt x="233785" y="11901"/>
                  </a:lnTo>
                  <a:lnTo>
                    <a:pt x="239999" y="11696"/>
                  </a:lnTo>
                  <a:lnTo>
                    <a:pt x="244195" y="11035"/>
                  </a:lnTo>
                  <a:lnTo>
                    <a:pt x="255433" y="9264"/>
                  </a:lnTo>
                  <a:lnTo>
                    <a:pt x="268024" y="7280"/>
                  </a:lnTo>
                  <a:lnTo>
                    <a:pt x="274632" y="22815"/>
                  </a:lnTo>
                  <a:lnTo>
                    <a:pt x="278933" y="32928"/>
                  </a:lnTo>
                  <a:lnTo>
                    <a:pt x="282160" y="41014"/>
                  </a:lnTo>
                  <a:lnTo>
                    <a:pt x="259141" y="51552"/>
                  </a:lnTo>
                  <a:lnTo>
                    <a:pt x="134004" y="58528"/>
                  </a:lnTo>
                  <a:lnTo>
                    <a:pt x="42898" y="63608"/>
                  </a:lnTo>
                  <a:lnTo>
                    <a:pt x="4662" y="63957"/>
                  </a:lnTo>
                  <a:lnTo>
                    <a:pt x="0" y="635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399" y="3634938"/>
              <a:ext cx="54981" cy="27634"/>
            </a:xfrm>
            <a:custGeom>
              <a:avLst/>
              <a:pathLst>
                <a:path w="54981" h="27634">
                  <a:moveTo>
                    <a:pt x="19803" y="9388"/>
                  </a:moveTo>
                  <a:lnTo>
                    <a:pt x="40867" y="20314"/>
                  </a:lnTo>
                  <a:lnTo>
                    <a:pt x="54981" y="27634"/>
                  </a:lnTo>
                  <a:lnTo>
                    <a:pt x="22594" y="27042"/>
                  </a:lnTo>
                  <a:lnTo>
                    <a:pt x="338" y="26636"/>
                  </a:lnTo>
                  <a:lnTo>
                    <a:pt x="162" y="13128"/>
                  </a:lnTo>
                  <a:lnTo>
                    <a:pt x="0" y="749"/>
                  </a:lnTo>
                  <a:lnTo>
                    <a:pt x="17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169346" y="3916591"/>
              <a:ext cx="122888" cy="154935"/>
            </a:xfrm>
            <a:custGeom>
              <a:avLst/>
              <a:pathLst>
                <a:path w="122888" h="154935">
                  <a:moveTo>
                    <a:pt x="122888" y="127195"/>
                  </a:moveTo>
                  <a:lnTo>
                    <a:pt x="115605" y="120277"/>
                  </a:lnTo>
                  <a:lnTo>
                    <a:pt x="108204" y="117305"/>
                  </a:lnTo>
                  <a:lnTo>
                    <a:pt x="100274" y="116494"/>
                  </a:lnTo>
                  <a:lnTo>
                    <a:pt x="92873" y="116494"/>
                  </a:lnTo>
                  <a:lnTo>
                    <a:pt x="84943" y="118115"/>
                  </a:lnTo>
                  <a:lnTo>
                    <a:pt x="75691" y="120277"/>
                  </a:lnTo>
                  <a:lnTo>
                    <a:pt x="71726" y="122979"/>
                  </a:lnTo>
                  <a:lnTo>
                    <a:pt x="68818" y="127573"/>
                  </a:lnTo>
                  <a:lnTo>
                    <a:pt x="66968" y="132977"/>
                  </a:lnTo>
                  <a:lnTo>
                    <a:pt x="65382" y="137300"/>
                  </a:lnTo>
                  <a:lnTo>
                    <a:pt x="49787" y="145136"/>
                  </a:lnTo>
                  <a:lnTo>
                    <a:pt x="37098" y="149729"/>
                  </a:lnTo>
                  <a:lnTo>
                    <a:pt x="32605" y="148108"/>
                  </a:lnTo>
                  <a:lnTo>
                    <a:pt x="18958" y="154935"/>
                  </a:lnTo>
                  <a:lnTo>
                    <a:pt x="18838" y="154428"/>
                  </a:lnTo>
                  <a:lnTo>
                    <a:pt x="3242" y="127137"/>
                  </a:lnTo>
                  <a:lnTo>
                    <a:pt x="1956" y="76714"/>
                  </a:lnTo>
                  <a:lnTo>
                    <a:pt x="0" y="0"/>
                  </a:lnTo>
                  <a:lnTo>
                    <a:pt x="46989" y="6376"/>
                  </a:lnTo>
                  <a:lnTo>
                    <a:pt x="99671" y="13524"/>
                  </a:lnTo>
                  <a:lnTo>
                    <a:pt x="107573" y="54314"/>
                  </a:lnTo>
                  <a:lnTo>
                    <a:pt x="114945" y="92370"/>
                  </a:lnTo>
                  <a:lnTo>
                    <a:pt x="122489" y="113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72963" y="3668340"/>
              <a:ext cx="110765" cy="234708"/>
            </a:xfrm>
            <a:custGeom>
              <a:avLst/>
              <a:pathLst>
                <a:path w="110765" h="234708">
                  <a:moveTo>
                    <a:pt x="55731" y="226680"/>
                  </a:moveTo>
                  <a:lnTo>
                    <a:pt x="54418" y="219923"/>
                  </a:lnTo>
                  <a:lnTo>
                    <a:pt x="52741" y="211295"/>
                  </a:lnTo>
                  <a:lnTo>
                    <a:pt x="51650" y="205681"/>
                  </a:lnTo>
                  <a:lnTo>
                    <a:pt x="50498" y="199756"/>
                  </a:lnTo>
                  <a:lnTo>
                    <a:pt x="49386" y="194039"/>
                  </a:lnTo>
                  <a:lnTo>
                    <a:pt x="48419" y="189064"/>
                  </a:lnTo>
                  <a:lnTo>
                    <a:pt x="47604" y="184870"/>
                  </a:lnTo>
                  <a:lnTo>
                    <a:pt x="46560" y="179499"/>
                  </a:lnTo>
                  <a:lnTo>
                    <a:pt x="45832" y="175757"/>
                  </a:lnTo>
                  <a:lnTo>
                    <a:pt x="44930" y="171113"/>
                  </a:lnTo>
                  <a:lnTo>
                    <a:pt x="44061" y="166643"/>
                  </a:lnTo>
                  <a:lnTo>
                    <a:pt x="43381" y="163144"/>
                  </a:lnTo>
                  <a:lnTo>
                    <a:pt x="42606" y="159159"/>
                  </a:lnTo>
                  <a:lnTo>
                    <a:pt x="41451" y="153216"/>
                  </a:lnTo>
                  <a:lnTo>
                    <a:pt x="39468" y="148295"/>
                  </a:lnTo>
                  <a:lnTo>
                    <a:pt x="37753" y="144036"/>
                  </a:lnTo>
                  <a:lnTo>
                    <a:pt x="36081" y="139887"/>
                  </a:lnTo>
                  <a:lnTo>
                    <a:pt x="33902" y="134476"/>
                  </a:lnTo>
                  <a:lnTo>
                    <a:pt x="32077" y="129946"/>
                  </a:lnTo>
                  <a:lnTo>
                    <a:pt x="30380" y="125733"/>
                  </a:lnTo>
                  <a:lnTo>
                    <a:pt x="28450" y="120942"/>
                  </a:lnTo>
                  <a:lnTo>
                    <a:pt x="26302" y="115608"/>
                  </a:lnTo>
                  <a:lnTo>
                    <a:pt x="23656" y="109039"/>
                  </a:lnTo>
                  <a:lnTo>
                    <a:pt x="20800" y="101950"/>
                  </a:lnTo>
                  <a:lnTo>
                    <a:pt x="18122" y="95302"/>
                  </a:lnTo>
                  <a:lnTo>
                    <a:pt x="16780" y="91969"/>
                  </a:lnTo>
                  <a:lnTo>
                    <a:pt x="15268" y="88278"/>
                  </a:lnTo>
                  <a:lnTo>
                    <a:pt x="12664" y="81920"/>
                  </a:lnTo>
                  <a:lnTo>
                    <a:pt x="10028" y="75482"/>
                  </a:lnTo>
                  <a:lnTo>
                    <a:pt x="7090" y="68308"/>
                  </a:lnTo>
                  <a:lnTo>
                    <a:pt x="4499" y="61981"/>
                  </a:lnTo>
                  <a:lnTo>
                    <a:pt x="1703" y="55153"/>
                  </a:lnTo>
                  <a:lnTo>
                    <a:pt x="0" y="50993"/>
                  </a:lnTo>
                  <a:lnTo>
                    <a:pt x="1306" y="41752"/>
                  </a:lnTo>
                  <a:lnTo>
                    <a:pt x="2281" y="34849"/>
                  </a:lnTo>
                  <a:lnTo>
                    <a:pt x="3672" y="25014"/>
                  </a:lnTo>
                  <a:lnTo>
                    <a:pt x="5306" y="13449"/>
                  </a:lnTo>
                  <a:lnTo>
                    <a:pt x="6882" y="2300"/>
                  </a:lnTo>
                  <a:lnTo>
                    <a:pt x="24373" y="1025"/>
                  </a:lnTo>
                  <a:lnTo>
                    <a:pt x="46912" y="0"/>
                  </a:lnTo>
                  <a:lnTo>
                    <a:pt x="49583" y="44055"/>
                  </a:lnTo>
                  <a:lnTo>
                    <a:pt x="57270" y="69200"/>
                  </a:lnTo>
                  <a:lnTo>
                    <a:pt x="70278" y="114712"/>
                  </a:lnTo>
                  <a:lnTo>
                    <a:pt x="81908" y="140246"/>
                  </a:lnTo>
                  <a:lnTo>
                    <a:pt x="94155" y="149039"/>
                  </a:lnTo>
                  <a:lnTo>
                    <a:pt x="105231" y="156992"/>
                  </a:lnTo>
                  <a:lnTo>
                    <a:pt x="105566" y="160244"/>
                  </a:lnTo>
                  <a:lnTo>
                    <a:pt x="106538" y="169682"/>
                  </a:lnTo>
                  <a:lnTo>
                    <a:pt x="107714" y="181103"/>
                  </a:lnTo>
                  <a:lnTo>
                    <a:pt x="108628" y="189979"/>
                  </a:lnTo>
                  <a:lnTo>
                    <a:pt x="109713" y="200514"/>
                  </a:lnTo>
                  <a:lnTo>
                    <a:pt x="110765" y="210725"/>
                  </a:lnTo>
                  <a:lnTo>
                    <a:pt x="98869" y="214553"/>
                  </a:lnTo>
                  <a:lnTo>
                    <a:pt x="86521" y="220657"/>
                  </a:lnTo>
                  <a:lnTo>
                    <a:pt x="75767" y="225973"/>
                  </a:lnTo>
                  <a:lnTo>
                    <a:pt x="64418" y="234708"/>
                  </a:lnTo>
                  <a:lnTo>
                    <a:pt x="56662" y="231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59800" y="3686389"/>
              <a:ext cx="71913" cy="56948"/>
            </a:xfrm>
            <a:custGeom>
              <a:avLst/>
              <a:pathLst>
                <a:path w="71913" h="56948">
                  <a:moveTo>
                    <a:pt x="6652" y="8872"/>
                  </a:moveTo>
                  <a:lnTo>
                    <a:pt x="14867" y="7666"/>
                  </a:lnTo>
                  <a:lnTo>
                    <a:pt x="24685" y="6224"/>
                  </a:lnTo>
                  <a:lnTo>
                    <a:pt x="34305" y="4811"/>
                  </a:lnTo>
                  <a:lnTo>
                    <a:pt x="42668" y="3583"/>
                  </a:lnTo>
                  <a:lnTo>
                    <a:pt x="45063" y="3231"/>
                  </a:lnTo>
                  <a:lnTo>
                    <a:pt x="54781" y="1804"/>
                  </a:lnTo>
                  <a:lnTo>
                    <a:pt x="67066" y="0"/>
                  </a:lnTo>
                  <a:lnTo>
                    <a:pt x="69126" y="15313"/>
                  </a:lnTo>
                  <a:lnTo>
                    <a:pt x="71913" y="36027"/>
                  </a:lnTo>
                  <a:lnTo>
                    <a:pt x="61373" y="39499"/>
                  </a:lnTo>
                  <a:lnTo>
                    <a:pt x="53263" y="42171"/>
                  </a:lnTo>
                  <a:lnTo>
                    <a:pt x="49210" y="43506"/>
                  </a:lnTo>
                  <a:lnTo>
                    <a:pt x="44988" y="44897"/>
                  </a:lnTo>
                  <a:lnTo>
                    <a:pt x="34484" y="48357"/>
                  </a:lnTo>
                  <a:lnTo>
                    <a:pt x="20328" y="53021"/>
                  </a:lnTo>
                  <a:lnTo>
                    <a:pt x="8405" y="56948"/>
                  </a:lnTo>
                  <a:lnTo>
                    <a:pt x="4054" y="32565"/>
                  </a:lnTo>
                  <a:lnTo>
                    <a:pt x="0" y="98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37246" y="3682240"/>
              <a:ext cx="26264" cy="45557"/>
            </a:xfrm>
            <a:custGeom>
              <a:avLst/>
              <a:pathLst>
                <a:path w="26264" h="45557">
                  <a:moveTo>
                    <a:pt x="1684" y="45557"/>
                  </a:moveTo>
                  <a:lnTo>
                    <a:pt x="767" y="20741"/>
                  </a:lnTo>
                  <a:lnTo>
                    <a:pt x="28" y="779"/>
                  </a:lnTo>
                  <a:lnTo>
                    <a:pt x="0" y="0"/>
                  </a:lnTo>
                  <a:lnTo>
                    <a:pt x="5151" y="40"/>
                  </a:lnTo>
                  <a:lnTo>
                    <a:pt x="7901" y="62"/>
                  </a:lnTo>
                  <a:lnTo>
                    <a:pt x="16488" y="130"/>
                  </a:lnTo>
                  <a:lnTo>
                    <a:pt x="22873" y="180"/>
                  </a:lnTo>
                  <a:lnTo>
                    <a:pt x="23143" y="3646"/>
                  </a:lnTo>
                  <a:lnTo>
                    <a:pt x="23673" y="10434"/>
                  </a:lnTo>
                  <a:lnTo>
                    <a:pt x="24241" y="17705"/>
                  </a:lnTo>
                  <a:lnTo>
                    <a:pt x="24766" y="24439"/>
                  </a:lnTo>
                  <a:lnTo>
                    <a:pt x="25019" y="27966"/>
                  </a:lnTo>
                  <a:lnTo>
                    <a:pt x="26077" y="42739"/>
                  </a:lnTo>
                  <a:lnTo>
                    <a:pt x="26264" y="45344"/>
                  </a:lnTo>
                  <a:lnTo>
                    <a:pt x="14375" y="45447"/>
                  </a:lnTo>
                  <a:lnTo>
                    <a:pt x="11588" y="45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70719" y="3736740"/>
              <a:ext cx="52039" cy="51062"/>
            </a:xfrm>
            <a:custGeom>
              <a:avLst/>
              <a:pathLst>
                <a:path w="52039" h="51062">
                  <a:moveTo>
                    <a:pt x="12185" y="10400"/>
                  </a:moveTo>
                  <a:lnTo>
                    <a:pt x="21702" y="6127"/>
                  </a:lnTo>
                  <a:lnTo>
                    <a:pt x="35350" y="0"/>
                  </a:lnTo>
                  <a:lnTo>
                    <a:pt x="43080" y="5400"/>
                  </a:lnTo>
                  <a:lnTo>
                    <a:pt x="52039" y="11657"/>
                  </a:lnTo>
                  <a:lnTo>
                    <a:pt x="50784" y="19678"/>
                  </a:lnTo>
                  <a:lnTo>
                    <a:pt x="48404" y="34879"/>
                  </a:lnTo>
                  <a:lnTo>
                    <a:pt x="45871" y="51062"/>
                  </a:lnTo>
                  <a:lnTo>
                    <a:pt x="37409" y="48179"/>
                  </a:lnTo>
                  <a:lnTo>
                    <a:pt x="26370" y="44918"/>
                  </a:lnTo>
                  <a:lnTo>
                    <a:pt x="15914" y="41830"/>
                  </a:lnTo>
                  <a:lnTo>
                    <a:pt x="8204" y="34400"/>
                  </a:lnTo>
                  <a:lnTo>
                    <a:pt x="6249" y="30402"/>
                  </a:lnTo>
                  <a:lnTo>
                    <a:pt x="2697" y="23141"/>
                  </a:lnTo>
                  <a:lnTo>
                    <a:pt x="0" y="158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20838" y="3737403"/>
              <a:ext cx="44081" cy="59428"/>
            </a:xfrm>
            <a:custGeom>
              <a:avLst/>
              <a:pathLst>
                <a:path w="44081" h="59428">
                  <a:moveTo>
                    <a:pt x="994" y="44195"/>
                  </a:moveTo>
                  <a:lnTo>
                    <a:pt x="2149" y="36916"/>
                  </a:lnTo>
                  <a:lnTo>
                    <a:pt x="2924" y="32027"/>
                  </a:lnTo>
                  <a:lnTo>
                    <a:pt x="3992" y="25296"/>
                  </a:lnTo>
                  <a:lnTo>
                    <a:pt x="5696" y="14555"/>
                  </a:lnTo>
                  <a:lnTo>
                    <a:pt x="8004" y="0"/>
                  </a:lnTo>
                  <a:lnTo>
                    <a:pt x="23513" y="644"/>
                  </a:lnTo>
                  <a:lnTo>
                    <a:pt x="42159" y="1418"/>
                  </a:lnTo>
                  <a:lnTo>
                    <a:pt x="42836" y="9887"/>
                  </a:lnTo>
                  <a:lnTo>
                    <a:pt x="43637" y="19895"/>
                  </a:lnTo>
                  <a:lnTo>
                    <a:pt x="44081" y="25450"/>
                  </a:lnTo>
                  <a:lnTo>
                    <a:pt x="44060" y="27614"/>
                  </a:lnTo>
                  <a:lnTo>
                    <a:pt x="43946" y="39357"/>
                  </a:lnTo>
                  <a:lnTo>
                    <a:pt x="43751" y="59428"/>
                  </a:lnTo>
                  <a:lnTo>
                    <a:pt x="24210" y="55426"/>
                  </a:lnTo>
                  <a:lnTo>
                    <a:pt x="0" y="504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836646" y="3787018"/>
              <a:ext cx="36499" cy="65632"/>
            </a:xfrm>
            <a:custGeom>
              <a:avLst/>
              <a:pathLst>
                <a:path w="36499" h="65632">
                  <a:moveTo>
                    <a:pt x="1915" y="1066"/>
                  </a:moveTo>
                  <a:lnTo>
                    <a:pt x="3139" y="1875"/>
                  </a:lnTo>
                  <a:lnTo>
                    <a:pt x="10367" y="6656"/>
                  </a:lnTo>
                  <a:lnTo>
                    <a:pt x="19077" y="12418"/>
                  </a:lnTo>
                  <a:lnTo>
                    <a:pt x="27788" y="18181"/>
                  </a:lnTo>
                  <a:lnTo>
                    <a:pt x="36499" y="23943"/>
                  </a:lnTo>
                  <a:lnTo>
                    <a:pt x="33761" y="29660"/>
                  </a:lnTo>
                  <a:lnTo>
                    <a:pt x="31306" y="34788"/>
                  </a:lnTo>
                  <a:lnTo>
                    <a:pt x="28358" y="40946"/>
                  </a:lnTo>
                  <a:lnTo>
                    <a:pt x="27332" y="43089"/>
                  </a:lnTo>
                  <a:lnTo>
                    <a:pt x="25642" y="45632"/>
                  </a:lnTo>
                  <a:lnTo>
                    <a:pt x="18996" y="55632"/>
                  </a:lnTo>
                  <a:lnTo>
                    <a:pt x="12350" y="65632"/>
                  </a:lnTo>
                  <a:lnTo>
                    <a:pt x="5329" y="61824"/>
                  </a:lnTo>
                  <a:lnTo>
                    <a:pt x="0" y="589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836646" y="3768955"/>
              <a:ext cx="7428" cy="13560"/>
            </a:xfrm>
            <a:custGeom>
              <a:avLst/>
              <a:pathLst>
                <a:path w="7428" h="13560">
                  <a:moveTo>
                    <a:pt x="4806" y="9159"/>
                  </a:moveTo>
                  <a:lnTo>
                    <a:pt x="2184" y="13560"/>
                  </a:lnTo>
                  <a:lnTo>
                    <a:pt x="0" y="12241"/>
                  </a:lnTo>
                  <a:lnTo>
                    <a:pt x="0" y="0"/>
                  </a:lnTo>
                  <a:lnTo>
                    <a:pt x="7428" y="47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836646" y="3937076"/>
              <a:ext cx="5561" cy="30714"/>
            </a:xfrm>
            <a:custGeom>
              <a:avLst/>
              <a:pathLst>
                <a:path w="5561" h="30714">
                  <a:moveTo>
                    <a:pt x="5561" y="4318"/>
                  </a:moveTo>
                  <a:lnTo>
                    <a:pt x="3695" y="19504"/>
                  </a:lnTo>
                  <a:lnTo>
                    <a:pt x="2317" y="30714"/>
                  </a:lnTo>
                  <a:lnTo>
                    <a:pt x="0" y="292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836646" y="3867344"/>
              <a:ext cx="22049" cy="58964"/>
            </a:xfrm>
            <a:custGeom>
              <a:avLst/>
              <a:pathLst>
                <a:path w="22049" h="58964">
                  <a:moveTo>
                    <a:pt x="0" y="57382"/>
                  </a:moveTo>
                  <a:lnTo>
                    <a:pt x="0" y="42839"/>
                  </a:lnTo>
                  <a:lnTo>
                    <a:pt x="4074" y="37108"/>
                  </a:lnTo>
                  <a:lnTo>
                    <a:pt x="7598" y="26480"/>
                  </a:lnTo>
                  <a:lnTo>
                    <a:pt x="8147" y="22141"/>
                  </a:lnTo>
                  <a:lnTo>
                    <a:pt x="10145" y="6343"/>
                  </a:lnTo>
                  <a:lnTo>
                    <a:pt x="10947" y="0"/>
                  </a:lnTo>
                  <a:lnTo>
                    <a:pt x="16498" y="1711"/>
                  </a:lnTo>
                  <a:lnTo>
                    <a:pt x="22049" y="3422"/>
                  </a:lnTo>
                  <a:lnTo>
                    <a:pt x="17834" y="25892"/>
                  </a:lnTo>
                  <a:lnTo>
                    <a:pt x="15506" y="38304"/>
                  </a:lnTo>
                  <a:lnTo>
                    <a:pt x="15424" y="38743"/>
                  </a:lnTo>
                  <a:lnTo>
                    <a:pt x="10976" y="46891"/>
                  </a:lnTo>
                  <a:lnTo>
                    <a:pt x="1161" y="589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836646" y="3856414"/>
              <a:ext cx="3457" cy="22984"/>
            </a:xfrm>
            <a:custGeom>
              <a:avLst/>
              <a:pathLst>
                <a:path w="3457" h="22984">
                  <a:moveTo>
                    <a:pt x="3457" y="2229"/>
                  </a:moveTo>
                  <a:lnTo>
                    <a:pt x="465" y="20190"/>
                  </a:lnTo>
                  <a:lnTo>
                    <a:pt x="0" y="22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836646" y="4497961"/>
              <a:ext cx="37659" cy="65343"/>
            </a:xfrm>
            <a:custGeom>
              <a:avLst/>
              <a:pathLst>
                <a:path w="37659" h="65343">
                  <a:moveTo>
                    <a:pt x="17922" y="6979"/>
                  </a:moveTo>
                  <a:lnTo>
                    <a:pt x="31315" y="15265"/>
                  </a:lnTo>
                  <a:lnTo>
                    <a:pt x="37659" y="24272"/>
                  </a:lnTo>
                  <a:lnTo>
                    <a:pt x="36249" y="33639"/>
                  </a:lnTo>
                  <a:lnTo>
                    <a:pt x="33254" y="39944"/>
                  </a:lnTo>
                  <a:lnTo>
                    <a:pt x="30258" y="46249"/>
                  </a:lnTo>
                  <a:lnTo>
                    <a:pt x="23209" y="57417"/>
                  </a:lnTo>
                  <a:lnTo>
                    <a:pt x="15455" y="65343"/>
                  </a:lnTo>
                  <a:lnTo>
                    <a:pt x="0" y="65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842960" y="4481298"/>
              <a:ext cx="112202" cy="43123"/>
            </a:xfrm>
            <a:custGeom>
              <a:avLst/>
              <a:pathLst>
                <a:path w="112202" h="43123">
                  <a:moveTo>
                    <a:pt x="82523" y="43123"/>
                  </a:moveTo>
                  <a:lnTo>
                    <a:pt x="68205" y="42898"/>
                  </a:lnTo>
                  <a:lnTo>
                    <a:pt x="51280" y="42968"/>
                  </a:lnTo>
                  <a:lnTo>
                    <a:pt x="40269" y="43013"/>
                  </a:lnTo>
                  <a:lnTo>
                    <a:pt x="39451" y="38414"/>
                  </a:lnTo>
                  <a:lnTo>
                    <a:pt x="35574" y="29047"/>
                  </a:lnTo>
                  <a:lnTo>
                    <a:pt x="23944" y="19680"/>
                  </a:lnTo>
                  <a:lnTo>
                    <a:pt x="0" y="7836"/>
                  </a:lnTo>
                  <a:lnTo>
                    <a:pt x="1145" y="3917"/>
                  </a:lnTo>
                  <a:lnTo>
                    <a:pt x="2290" y="0"/>
                  </a:lnTo>
                  <a:lnTo>
                    <a:pt x="35804" y="11534"/>
                  </a:lnTo>
                  <a:lnTo>
                    <a:pt x="43028" y="19827"/>
                  </a:lnTo>
                  <a:lnTo>
                    <a:pt x="45112" y="22219"/>
                  </a:lnTo>
                  <a:lnTo>
                    <a:pt x="53042" y="29200"/>
                  </a:lnTo>
                  <a:lnTo>
                    <a:pt x="63395" y="29425"/>
                  </a:lnTo>
                  <a:lnTo>
                    <a:pt x="77052" y="28074"/>
                  </a:lnTo>
                  <a:lnTo>
                    <a:pt x="94454" y="24471"/>
                  </a:lnTo>
                  <a:lnTo>
                    <a:pt x="104807" y="17491"/>
                  </a:lnTo>
                  <a:lnTo>
                    <a:pt x="110314" y="17491"/>
                  </a:lnTo>
                  <a:lnTo>
                    <a:pt x="110697" y="19713"/>
                  </a:lnTo>
                  <a:lnTo>
                    <a:pt x="111258" y="22974"/>
                  </a:lnTo>
                  <a:lnTo>
                    <a:pt x="112202" y="284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1936938" y="4581117"/>
              <a:ext cx="62781" cy="64558"/>
            </a:xfrm>
            <a:custGeom>
              <a:avLst/>
              <a:pathLst>
                <a:path w="62781" h="64558">
                  <a:moveTo>
                    <a:pt x="33568" y="49733"/>
                  </a:moveTo>
                  <a:lnTo>
                    <a:pt x="16740" y="64558"/>
                  </a:lnTo>
                  <a:lnTo>
                    <a:pt x="12555" y="58366"/>
                  </a:lnTo>
                  <a:lnTo>
                    <a:pt x="8370" y="52174"/>
                  </a:lnTo>
                  <a:lnTo>
                    <a:pt x="4185" y="45981"/>
                  </a:lnTo>
                  <a:lnTo>
                    <a:pt x="2096" y="42891"/>
                  </a:lnTo>
                  <a:lnTo>
                    <a:pt x="0" y="39789"/>
                  </a:lnTo>
                  <a:lnTo>
                    <a:pt x="21884" y="22301"/>
                  </a:lnTo>
                  <a:lnTo>
                    <a:pt x="49793" y="0"/>
                  </a:lnTo>
                  <a:lnTo>
                    <a:pt x="54613" y="8905"/>
                  </a:lnTo>
                  <a:lnTo>
                    <a:pt x="56287" y="11998"/>
                  </a:lnTo>
                  <a:lnTo>
                    <a:pt x="62781" y="2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1965222" y="4614467"/>
              <a:ext cx="65290" cy="58904"/>
            </a:xfrm>
            <a:custGeom>
              <a:avLst/>
              <a:pathLst>
                <a:path w="65290" h="58904">
                  <a:moveTo>
                    <a:pt x="50884" y="52014"/>
                  </a:moveTo>
                  <a:lnTo>
                    <a:pt x="36477" y="58904"/>
                  </a:lnTo>
                  <a:lnTo>
                    <a:pt x="32512" y="44988"/>
                  </a:lnTo>
                  <a:lnTo>
                    <a:pt x="28547" y="31073"/>
                  </a:lnTo>
                  <a:lnTo>
                    <a:pt x="6079" y="39720"/>
                  </a:lnTo>
                  <a:lnTo>
                    <a:pt x="0" y="25669"/>
                  </a:lnTo>
                  <a:lnTo>
                    <a:pt x="20617" y="10537"/>
                  </a:lnTo>
                  <a:lnTo>
                    <a:pt x="51544" y="0"/>
                  </a:lnTo>
                  <a:lnTo>
                    <a:pt x="54230" y="8406"/>
                  </a:lnTo>
                  <a:lnTo>
                    <a:pt x="55774" y="13240"/>
                  </a:lnTo>
                  <a:lnTo>
                    <a:pt x="65290" y="451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003638" y="4664209"/>
              <a:ext cx="38910" cy="44324"/>
            </a:xfrm>
            <a:custGeom>
              <a:avLst/>
              <a:pathLst>
                <a:path w="38910" h="44324">
                  <a:moveTo>
                    <a:pt x="3302" y="33228"/>
                  </a:moveTo>
                  <a:lnTo>
                    <a:pt x="0" y="22132"/>
                  </a:lnTo>
                  <a:lnTo>
                    <a:pt x="11591" y="11023"/>
                  </a:lnTo>
                  <a:lnTo>
                    <a:pt x="16917" y="5920"/>
                  </a:lnTo>
                  <a:lnTo>
                    <a:pt x="29394" y="0"/>
                  </a:lnTo>
                  <a:lnTo>
                    <a:pt x="32950" y="11306"/>
                  </a:lnTo>
                  <a:lnTo>
                    <a:pt x="34152" y="15131"/>
                  </a:lnTo>
                  <a:lnTo>
                    <a:pt x="38910" y="30263"/>
                  </a:lnTo>
                  <a:lnTo>
                    <a:pt x="22757" y="37293"/>
                  </a:lnTo>
                  <a:lnTo>
                    <a:pt x="6604" y="443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836646" y="4690980"/>
              <a:ext cx="59847" cy="25341"/>
            </a:xfrm>
            <a:custGeom>
              <a:avLst/>
              <a:pathLst>
                <a:path w="59847" h="25341">
                  <a:moveTo>
                    <a:pt x="5591" y="24901"/>
                  </a:moveTo>
                  <a:lnTo>
                    <a:pt x="0" y="25341"/>
                  </a:lnTo>
                  <a:lnTo>
                    <a:pt x="0" y="2316"/>
                  </a:lnTo>
                  <a:lnTo>
                    <a:pt x="11630" y="0"/>
                  </a:lnTo>
                  <a:lnTo>
                    <a:pt x="31895" y="0"/>
                  </a:lnTo>
                  <a:lnTo>
                    <a:pt x="51720" y="6304"/>
                  </a:lnTo>
                  <a:lnTo>
                    <a:pt x="58329" y="10357"/>
                  </a:lnTo>
                  <a:lnTo>
                    <a:pt x="59088" y="15490"/>
                  </a:lnTo>
                  <a:lnTo>
                    <a:pt x="59847" y="206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836646" y="4621102"/>
              <a:ext cx="77014" cy="40966"/>
            </a:xfrm>
            <a:custGeom>
              <a:avLst/>
              <a:pathLst>
                <a:path w="77014" h="40966">
                  <a:moveTo>
                    <a:pt x="23425" y="24958"/>
                  </a:moveTo>
                  <a:lnTo>
                    <a:pt x="59198" y="20274"/>
                  </a:lnTo>
                  <a:lnTo>
                    <a:pt x="65894" y="13609"/>
                  </a:lnTo>
                  <a:lnTo>
                    <a:pt x="57083" y="3702"/>
                  </a:lnTo>
                  <a:lnTo>
                    <a:pt x="60754" y="0"/>
                  </a:lnTo>
                  <a:lnTo>
                    <a:pt x="75939" y="10547"/>
                  </a:lnTo>
                  <a:lnTo>
                    <a:pt x="76476" y="20863"/>
                  </a:lnTo>
                  <a:lnTo>
                    <a:pt x="77014" y="31178"/>
                  </a:lnTo>
                  <a:lnTo>
                    <a:pt x="38884" y="39428"/>
                  </a:lnTo>
                  <a:lnTo>
                    <a:pt x="31775" y="40966"/>
                  </a:lnTo>
                  <a:lnTo>
                    <a:pt x="8992" y="34671"/>
                  </a:lnTo>
                  <a:lnTo>
                    <a:pt x="1927" y="30610"/>
                  </a:lnTo>
                  <a:lnTo>
                    <a:pt x="0" y="29502"/>
                  </a:lnTo>
                  <a:lnTo>
                    <a:pt x="0" y="14532"/>
                  </a:lnTo>
                  <a:lnTo>
                    <a:pt x="13116" y="20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836646" y="3210462"/>
              <a:ext cx="169501" cy="173763"/>
            </a:xfrm>
            <a:custGeom>
              <a:avLst/>
              <a:pathLst>
                <a:path w="169501" h="173763">
                  <a:moveTo>
                    <a:pt x="3947" y="2696"/>
                  </a:moveTo>
                  <a:lnTo>
                    <a:pt x="7354" y="5023"/>
                  </a:lnTo>
                  <a:lnTo>
                    <a:pt x="12630" y="8626"/>
                  </a:lnTo>
                  <a:lnTo>
                    <a:pt x="16328" y="11152"/>
                  </a:lnTo>
                  <a:lnTo>
                    <a:pt x="21562" y="14726"/>
                  </a:lnTo>
                  <a:lnTo>
                    <a:pt x="27967" y="19101"/>
                  </a:lnTo>
                  <a:lnTo>
                    <a:pt x="31661" y="21624"/>
                  </a:lnTo>
                  <a:lnTo>
                    <a:pt x="35246" y="24072"/>
                  </a:lnTo>
                  <a:lnTo>
                    <a:pt x="39565" y="27022"/>
                  </a:lnTo>
                  <a:lnTo>
                    <a:pt x="42475" y="29010"/>
                  </a:lnTo>
                  <a:lnTo>
                    <a:pt x="44575" y="30444"/>
                  </a:lnTo>
                  <a:lnTo>
                    <a:pt x="47792" y="32641"/>
                  </a:lnTo>
                  <a:lnTo>
                    <a:pt x="56260" y="38425"/>
                  </a:lnTo>
                  <a:lnTo>
                    <a:pt x="59403" y="40571"/>
                  </a:lnTo>
                  <a:lnTo>
                    <a:pt x="65837" y="44965"/>
                  </a:lnTo>
                  <a:lnTo>
                    <a:pt x="70652" y="48254"/>
                  </a:lnTo>
                  <a:lnTo>
                    <a:pt x="75020" y="51237"/>
                  </a:lnTo>
                  <a:lnTo>
                    <a:pt x="78103" y="53343"/>
                  </a:lnTo>
                  <a:lnTo>
                    <a:pt x="85055" y="58091"/>
                  </a:lnTo>
                  <a:lnTo>
                    <a:pt x="95577" y="65277"/>
                  </a:lnTo>
                  <a:lnTo>
                    <a:pt x="99118" y="67696"/>
                  </a:lnTo>
                  <a:lnTo>
                    <a:pt x="104208" y="71172"/>
                  </a:lnTo>
                  <a:lnTo>
                    <a:pt x="110599" y="75538"/>
                  </a:lnTo>
                  <a:lnTo>
                    <a:pt x="119524" y="81633"/>
                  </a:lnTo>
                  <a:lnTo>
                    <a:pt x="124853" y="85272"/>
                  </a:lnTo>
                  <a:lnTo>
                    <a:pt x="127269" y="86923"/>
                  </a:lnTo>
                  <a:lnTo>
                    <a:pt x="129663" y="88558"/>
                  </a:lnTo>
                  <a:lnTo>
                    <a:pt x="131317" y="89688"/>
                  </a:lnTo>
                  <a:lnTo>
                    <a:pt x="133373" y="91092"/>
                  </a:lnTo>
                  <a:lnTo>
                    <a:pt x="134677" y="91982"/>
                  </a:lnTo>
                  <a:lnTo>
                    <a:pt x="136952" y="93536"/>
                  </a:lnTo>
                  <a:lnTo>
                    <a:pt x="139201" y="95072"/>
                  </a:lnTo>
                  <a:lnTo>
                    <a:pt x="156966" y="107205"/>
                  </a:lnTo>
                  <a:lnTo>
                    <a:pt x="164172" y="112127"/>
                  </a:lnTo>
                  <a:lnTo>
                    <a:pt x="169501" y="115766"/>
                  </a:lnTo>
                  <a:lnTo>
                    <a:pt x="167635" y="118631"/>
                  </a:lnTo>
                  <a:lnTo>
                    <a:pt x="159977" y="130395"/>
                  </a:lnTo>
                  <a:lnTo>
                    <a:pt x="157070" y="134859"/>
                  </a:lnTo>
                  <a:lnTo>
                    <a:pt x="155658" y="137029"/>
                  </a:lnTo>
                  <a:lnTo>
                    <a:pt x="152805" y="141411"/>
                  </a:lnTo>
                  <a:lnTo>
                    <a:pt x="142932" y="156575"/>
                  </a:lnTo>
                  <a:lnTo>
                    <a:pt x="141625" y="158583"/>
                  </a:lnTo>
                  <a:lnTo>
                    <a:pt x="140512" y="160291"/>
                  </a:lnTo>
                  <a:lnTo>
                    <a:pt x="138559" y="163291"/>
                  </a:lnTo>
                  <a:lnTo>
                    <a:pt x="131742" y="173763"/>
                  </a:lnTo>
                  <a:lnTo>
                    <a:pt x="121455" y="166688"/>
                  </a:lnTo>
                  <a:lnTo>
                    <a:pt x="103094" y="154061"/>
                  </a:lnTo>
                  <a:lnTo>
                    <a:pt x="91750" y="146259"/>
                  </a:lnTo>
                  <a:lnTo>
                    <a:pt x="89115" y="144446"/>
                  </a:lnTo>
                  <a:lnTo>
                    <a:pt x="87434" y="143291"/>
                  </a:lnTo>
                  <a:lnTo>
                    <a:pt x="85432" y="141914"/>
                  </a:lnTo>
                  <a:lnTo>
                    <a:pt x="81949" y="139518"/>
                  </a:lnTo>
                  <a:lnTo>
                    <a:pt x="75759" y="135261"/>
                  </a:lnTo>
                  <a:lnTo>
                    <a:pt x="72257" y="132853"/>
                  </a:lnTo>
                  <a:lnTo>
                    <a:pt x="69153" y="130718"/>
                  </a:lnTo>
                  <a:lnTo>
                    <a:pt x="57617" y="122784"/>
                  </a:lnTo>
                  <a:lnTo>
                    <a:pt x="55280" y="121177"/>
                  </a:lnTo>
                  <a:lnTo>
                    <a:pt x="49153" y="116963"/>
                  </a:lnTo>
                  <a:lnTo>
                    <a:pt x="46356" y="115039"/>
                  </a:lnTo>
                  <a:lnTo>
                    <a:pt x="42084" y="112102"/>
                  </a:lnTo>
                  <a:lnTo>
                    <a:pt x="38607" y="109710"/>
                  </a:lnTo>
                  <a:lnTo>
                    <a:pt x="35562" y="107616"/>
                  </a:lnTo>
                  <a:lnTo>
                    <a:pt x="33050" y="105889"/>
                  </a:lnTo>
                  <a:lnTo>
                    <a:pt x="28120" y="102498"/>
                  </a:lnTo>
                  <a:lnTo>
                    <a:pt x="23616" y="99401"/>
                  </a:lnTo>
                  <a:lnTo>
                    <a:pt x="18929" y="96177"/>
                  </a:lnTo>
                  <a:lnTo>
                    <a:pt x="12363" y="91661"/>
                  </a:lnTo>
                  <a:lnTo>
                    <a:pt x="6520" y="87643"/>
                  </a:lnTo>
                  <a:lnTo>
                    <a:pt x="2553" y="84915"/>
                  </a:lnTo>
                  <a:lnTo>
                    <a:pt x="0" y="8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836646" y="3309888"/>
              <a:ext cx="74316" cy="105632"/>
            </a:xfrm>
            <a:custGeom>
              <a:avLst/>
              <a:pathLst>
                <a:path w="74316" h="105632">
                  <a:moveTo>
                    <a:pt x="3884" y="2691"/>
                  </a:moveTo>
                  <a:lnTo>
                    <a:pt x="7894" y="5469"/>
                  </a:lnTo>
                  <a:lnTo>
                    <a:pt x="13271" y="9195"/>
                  </a:lnTo>
                  <a:lnTo>
                    <a:pt x="16936" y="11734"/>
                  </a:lnTo>
                  <a:lnTo>
                    <a:pt x="20649" y="14306"/>
                  </a:lnTo>
                  <a:lnTo>
                    <a:pt x="25662" y="17780"/>
                  </a:lnTo>
                  <a:lnTo>
                    <a:pt x="28484" y="19735"/>
                  </a:lnTo>
                  <a:lnTo>
                    <a:pt x="31459" y="21796"/>
                  </a:lnTo>
                  <a:lnTo>
                    <a:pt x="34097" y="23624"/>
                  </a:lnTo>
                  <a:lnTo>
                    <a:pt x="36240" y="25109"/>
                  </a:lnTo>
                  <a:lnTo>
                    <a:pt x="38600" y="26743"/>
                  </a:lnTo>
                  <a:lnTo>
                    <a:pt x="42690" y="29578"/>
                  </a:lnTo>
                  <a:lnTo>
                    <a:pt x="46908" y="32499"/>
                  </a:lnTo>
                  <a:lnTo>
                    <a:pt x="50920" y="35280"/>
                  </a:lnTo>
                  <a:lnTo>
                    <a:pt x="55444" y="38414"/>
                  </a:lnTo>
                  <a:lnTo>
                    <a:pt x="60195" y="41705"/>
                  </a:lnTo>
                  <a:lnTo>
                    <a:pt x="66695" y="46209"/>
                  </a:lnTo>
                  <a:lnTo>
                    <a:pt x="74316" y="51489"/>
                  </a:lnTo>
                  <a:lnTo>
                    <a:pt x="72491" y="54190"/>
                  </a:lnTo>
                  <a:lnTo>
                    <a:pt x="70020" y="57848"/>
                  </a:lnTo>
                  <a:lnTo>
                    <a:pt x="68220" y="60512"/>
                  </a:lnTo>
                  <a:lnTo>
                    <a:pt x="65734" y="64193"/>
                  </a:lnTo>
                  <a:lnTo>
                    <a:pt x="64366" y="66218"/>
                  </a:lnTo>
                  <a:lnTo>
                    <a:pt x="54908" y="80219"/>
                  </a:lnTo>
                  <a:lnTo>
                    <a:pt x="53017" y="83018"/>
                  </a:lnTo>
                  <a:lnTo>
                    <a:pt x="50023" y="87451"/>
                  </a:lnTo>
                  <a:lnTo>
                    <a:pt x="46726" y="92332"/>
                  </a:lnTo>
                  <a:lnTo>
                    <a:pt x="37742" y="105632"/>
                  </a:lnTo>
                  <a:lnTo>
                    <a:pt x="35160" y="103838"/>
                  </a:lnTo>
                  <a:lnTo>
                    <a:pt x="30884" y="100868"/>
                  </a:lnTo>
                  <a:lnTo>
                    <a:pt x="29371" y="99817"/>
                  </a:lnTo>
                  <a:lnTo>
                    <a:pt x="26626" y="97910"/>
                  </a:lnTo>
                  <a:lnTo>
                    <a:pt x="24036" y="96111"/>
                  </a:lnTo>
                  <a:lnTo>
                    <a:pt x="20809" y="93869"/>
                  </a:lnTo>
                  <a:lnTo>
                    <a:pt x="15947" y="90491"/>
                  </a:lnTo>
                  <a:lnTo>
                    <a:pt x="1027" y="80126"/>
                  </a:lnTo>
                  <a:lnTo>
                    <a:pt x="0" y="794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836646" y="3400068"/>
              <a:ext cx="33629" cy="54613"/>
            </a:xfrm>
            <a:custGeom>
              <a:avLst/>
              <a:pathLst>
                <a:path w="33629" h="54613">
                  <a:moveTo>
                    <a:pt x="5032" y="3482"/>
                  </a:moveTo>
                  <a:lnTo>
                    <a:pt x="6938" y="5103"/>
                  </a:lnTo>
                  <a:lnTo>
                    <a:pt x="10632" y="8243"/>
                  </a:lnTo>
                  <a:lnTo>
                    <a:pt x="16325" y="13083"/>
                  </a:lnTo>
                  <a:lnTo>
                    <a:pt x="24259" y="19827"/>
                  </a:lnTo>
                  <a:lnTo>
                    <a:pt x="33629" y="27792"/>
                  </a:lnTo>
                  <a:lnTo>
                    <a:pt x="30702" y="31850"/>
                  </a:lnTo>
                  <a:lnTo>
                    <a:pt x="14280" y="54613"/>
                  </a:lnTo>
                  <a:lnTo>
                    <a:pt x="0" y="44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836646" y="3465136"/>
              <a:ext cx="5911" cy="14191"/>
            </a:xfrm>
            <a:custGeom>
              <a:avLst/>
              <a:pathLst>
                <a:path w="5911" h="14191">
                  <a:moveTo>
                    <a:pt x="5911" y="3982"/>
                  </a:moveTo>
                  <a:lnTo>
                    <a:pt x="3412" y="8297"/>
                  </a:lnTo>
                  <a:lnTo>
                    <a:pt x="0" y="14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836646" y="6018772"/>
              <a:ext cx="1714" cy="34555"/>
            </a:xfrm>
            <a:custGeom>
              <a:avLst/>
              <a:pathLst>
                <a:path w="1714" h="34555">
                  <a:moveTo>
                    <a:pt x="315" y="0"/>
                  </a:moveTo>
                  <a:lnTo>
                    <a:pt x="412" y="2397"/>
                  </a:lnTo>
                  <a:lnTo>
                    <a:pt x="767" y="11162"/>
                  </a:lnTo>
                  <a:lnTo>
                    <a:pt x="1134" y="20226"/>
                  </a:lnTo>
                  <a:lnTo>
                    <a:pt x="1562" y="30805"/>
                  </a:lnTo>
                  <a:lnTo>
                    <a:pt x="1714" y="34555"/>
                  </a:lnTo>
                  <a:lnTo>
                    <a:pt x="0" y="34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841916" y="5965251"/>
              <a:ext cx="55823" cy="88076"/>
            </a:xfrm>
            <a:custGeom>
              <a:avLst/>
              <a:pathLst>
                <a:path w="55823" h="88076">
                  <a:moveTo>
                    <a:pt x="55021" y="11785"/>
                  </a:moveTo>
                  <a:lnTo>
                    <a:pt x="54588" y="19715"/>
                  </a:lnTo>
                  <a:lnTo>
                    <a:pt x="54191" y="26971"/>
                  </a:lnTo>
                  <a:lnTo>
                    <a:pt x="54022" y="30074"/>
                  </a:lnTo>
                  <a:lnTo>
                    <a:pt x="53795" y="34223"/>
                  </a:lnTo>
                  <a:lnTo>
                    <a:pt x="53363" y="42128"/>
                  </a:lnTo>
                  <a:lnTo>
                    <a:pt x="52920" y="50234"/>
                  </a:lnTo>
                  <a:lnTo>
                    <a:pt x="52886" y="50863"/>
                  </a:lnTo>
                  <a:lnTo>
                    <a:pt x="52523" y="57505"/>
                  </a:lnTo>
                  <a:lnTo>
                    <a:pt x="52145" y="64428"/>
                  </a:lnTo>
                  <a:lnTo>
                    <a:pt x="51771" y="71268"/>
                  </a:lnTo>
                  <a:lnTo>
                    <a:pt x="51451" y="77127"/>
                  </a:lnTo>
                  <a:lnTo>
                    <a:pt x="51101" y="83547"/>
                  </a:lnTo>
                  <a:lnTo>
                    <a:pt x="50853" y="88076"/>
                  </a:lnTo>
                  <a:lnTo>
                    <a:pt x="1815" y="88076"/>
                  </a:lnTo>
                  <a:lnTo>
                    <a:pt x="1747" y="84823"/>
                  </a:lnTo>
                  <a:lnTo>
                    <a:pt x="1430" y="69519"/>
                  </a:lnTo>
                  <a:lnTo>
                    <a:pt x="1178" y="57362"/>
                  </a:lnTo>
                  <a:lnTo>
                    <a:pt x="974" y="47524"/>
                  </a:lnTo>
                  <a:lnTo>
                    <a:pt x="763" y="37365"/>
                  </a:lnTo>
                  <a:lnTo>
                    <a:pt x="547" y="26941"/>
                  </a:lnTo>
                  <a:lnTo>
                    <a:pt x="354" y="17617"/>
                  </a:lnTo>
                  <a:lnTo>
                    <a:pt x="163" y="8420"/>
                  </a:lnTo>
                  <a:lnTo>
                    <a:pt x="0" y="529"/>
                  </a:lnTo>
                  <a:lnTo>
                    <a:pt x="27599" y="267"/>
                  </a:lnTo>
                  <a:lnTo>
                    <a:pt x="558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175640" y="5946050"/>
              <a:ext cx="133629" cy="38309"/>
            </a:xfrm>
            <a:custGeom>
              <a:avLst/>
              <a:pathLst>
                <a:path w="133629" h="38309">
                  <a:moveTo>
                    <a:pt x="17950" y="14016"/>
                  </a:moveTo>
                  <a:lnTo>
                    <a:pt x="24747" y="12995"/>
                  </a:lnTo>
                  <a:lnTo>
                    <a:pt x="27567" y="12569"/>
                  </a:lnTo>
                  <a:lnTo>
                    <a:pt x="38812" y="10871"/>
                  </a:lnTo>
                  <a:lnTo>
                    <a:pt x="50922" y="9042"/>
                  </a:lnTo>
                  <a:lnTo>
                    <a:pt x="61145" y="7498"/>
                  </a:lnTo>
                  <a:lnTo>
                    <a:pt x="70075" y="6149"/>
                  </a:lnTo>
                  <a:lnTo>
                    <a:pt x="71144" y="6003"/>
                  </a:lnTo>
                  <a:lnTo>
                    <a:pt x="81545" y="4573"/>
                  </a:lnTo>
                  <a:lnTo>
                    <a:pt x="92112" y="3121"/>
                  </a:lnTo>
                  <a:lnTo>
                    <a:pt x="101849" y="1783"/>
                  </a:lnTo>
                  <a:lnTo>
                    <a:pt x="105734" y="1249"/>
                  </a:lnTo>
                  <a:lnTo>
                    <a:pt x="111512" y="663"/>
                  </a:lnTo>
                  <a:lnTo>
                    <a:pt x="114952" y="498"/>
                  </a:lnTo>
                  <a:lnTo>
                    <a:pt x="116432" y="427"/>
                  </a:lnTo>
                  <a:lnTo>
                    <a:pt x="131444" y="0"/>
                  </a:lnTo>
                  <a:lnTo>
                    <a:pt x="132586" y="13222"/>
                  </a:lnTo>
                  <a:lnTo>
                    <a:pt x="133629" y="25314"/>
                  </a:lnTo>
                  <a:lnTo>
                    <a:pt x="100145" y="28895"/>
                  </a:lnTo>
                  <a:lnTo>
                    <a:pt x="84845" y="30531"/>
                  </a:lnTo>
                  <a:lnTo>
                    <a:pt x="61632" y="33014"/>
                  </a:lnTo>
                  <a:lnTo>
                    <a:pt x="12122" y="38309"/>
                  </a:lnTo>
                  <a:lnTo>
                    <a:pt x="6589" y="28451"/>
                  </a:lnTo>
                  <a:lnTo>
                    <a:pt x="0" y="167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06846" y="5917637"/>
              <a:ext cx="375583" cy="46330"/>
            </a:xfrm>
            <a:custGeom>
              <a:avLst/>
              <a:pathLst>
                <a:path w="375583" h="46330">
                  <a:moveTo>
                    <a:pt x="103" y="37565"/>
                  </a:moveTo>
                  <a:lnTo>
                    <a:pt x="0" y="25708"/>
                  </a:lnTo>
                  <a:lnTo>
                    <a:pt x="6444" y="24470"/>
                  </a:lnTo>
                  <a:lnTo>
                    <a:pt x="21231" y="21630"/>
                  </a:lnTo>
                  <a:lnTo>
                    <a:pt x="35732" y="18844"/>
                  </a:lnTo>
                  <a:lnTo>
                    <a:pt x="51104" y="15891"/>
                  </a:lnTo>
                  <a:lnTo>
                    <a:pt x="57465" y="14669"/>
                  </a:lnTo>
                  <a:lnTo>
                    <a:pt x="65863" y="13362"/>
                  </a:lnTo>
                  <a:lnTo>
                    <a:pt x="80864" y="11029"/>
                  </a:lnTo>
                  <a:lnTo>
                    <a:pt x="94896" y="8847"/>
                  </a:lnTo>
                  <a:lnTo>
                    <a:pt x="110945" y="6351"/>
                  </a:lnTo>
                  <a:lnTo>
                    <a:pt x="127361" y="4072"/>
                  </a:lnTo>
                  <a:lnTo>
                    <a:pt x="142507" y="1970"/>
                  </a:lnTo>
                  <a:lnTo>
                    <a:pt x="160531" y="924"/>
                  </a:lnTo>
                  <a:lnTo>
                    <a:pt x="176464" y="0"/>
                  </a:lnTo>
                  <a:lnTo>
                    <a:pt x="180809" y="749"/>
                  </a:lnTo>
                  <a:lnTo>
                    <a:pt x="196341" y="3427"/>
                  </a:lnTo>
                  <a:lnTo>
                    <a:pt x="213447" y="6376"/>
                  </a:lnTo>
                  <a:lnTo>
                    <a:pt x="228827" y="9028"/>
                  </a:lnTo>
                  <a:lnTo>
                    <a:pt x="243628" y="11580"/>
                  </a:lnTo>
                  <a:lnTo>
                    <a:pt x="260023" y="14407"/>
                  </a:lnTo>
                  <a:lnTo>
                    <a:pt x="274876" y="16969"/>
                  </a:lnTo>
                  <a:lnTo>
                    <a:pt x="288029" y="19237"/>
                  </a:lnTo>
                  <a:lnTo>
                    <a:pt x="292188" y="19485"/>
                  </a:lnTo>
                  <a:lnTo>
                    <a:pt x="309504" y="20518"/>
                  </a:lnTo>
                  <a:lnTo>
                    <a:pt x="326344" y="21523"/>
                  </a:lnTo>
                  <a:lnTo>
                    <a:pt x="333705" y="21962"/>
                  </a:lnTo>
                  <a:lnTo>
                    <a:pt x="342981" y="21618"/>
                  </a:lnTo>
                  <a:lnTo>
                    <a:pt x="358224" y="21052"/>
                  </a:lnTo>
                  <a:lnTo>
                    <a:pt x="374692" y="20440"/>
                  </a:lnTo>
                  <a:lnTo>
                    <a:pt x="375165" y="30414"/>
                  </a:lnTo>
                  <a:lnTo>
                    <a:pt x="375583" y="39223"/>
                  </a:lnTo>
                  <a:lnTo>
                    <a:pt x="234156" y="28276"/>
                  </a:lnTo>
                  <a:lnTo>
                    <a:pt x="195274" y="31522"/>
                  </a:lnTo>
                  <a:lnTo>
                    <a:pt x="104436" y="39106"/>
                  </a:lnTo>
                  <a:lnTo>
                    <a:pt x="179" y="46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836646" y="5414746"/>
              <a:ext cx="315988" cy="253656"/>
            </a:xfrm>
            <a:custGeom>
              <a:avLst/>
              <a:pathLst>
                <a:path w="315988" h="253656">
                  <a:moveTo>
                    <a:pt x="86789" y="183897"/>
                  </a:moveTo>
                  <a:lnTo>
                    <a:pt x="115846" y="183273"/>
                  </a:lnTo>
                  <a:lnTo>
                    <a:pt x="138855" y="182779"/>
                  </a:lnTo>
                  <a:lnTo>
                    <a:pt x="161031" y="182302"/>
                  </a:lnTo>
                  <a:lnTo>
                    <a:pt x="184428" y="181800"/>
                  </a:lnTo>
                  <a:lnTo>
                    <a:pt x="187866" y="180630"/>
                  </a:lnTo>
                  <a:lnTo>
                    <a:pt x="209977" y="173108"/>
                  </a:lnTo>
                  <a:lnTo>
                    <a:pt x="235500" y="164424"/>
                  </a:lnTo>
                  <a:lnTo>
                    <a:pt x="260190" y="156024"/>
                  </a:lnTo>
                  <a:lnTo>
                    <a:pt x="296908" y="143532"/>
                  </a:lnTo>
                  <a:lnTo>
                    <a:pt x="305054" y="160671"/>
                  </a:lnTo>
                  <a:lnTo>
                    <a:pt x="315988" y="183678"/>
                  </a:lnTo>
                  <a:lnTo>
                    <a:pt x="305533" y="188843"/>
                  </a:lnTo>
                  <a:lnTo>
                    <a:pt x="295956" y="193574"/>
                  </a:lnTo>
                  <a:lnTo>
                    <a:pt x="280411" y="201252"/>
                  </a:lnTo>
                  <a:lnTo>
                    <a:pt x="269074" y="206853"/>
                  </a:lnTo>
                  <a:lnTo>
                    <a:pt x="254432" y="214085"/>
                  </a:lnTo>
                  <a:lnTo>
                    <a:pt x="242712" y="219874"/>
                  </a:lnTo>
                  <a:lnTo>
                    <a:pt x="229735" y="226284"/>
                  </a:lnTo>
                  <a:lnTo>
                    <a:pt x="218736" y="231718"/>
                  </a:lnTo>
                  <a:lnTo>
                    <a:pt x="207155" y="237438"/>
                  </a:lnTo>
                  <a:lnTo>
                    <a:pt x="195931" y="242983"/>
                  </a:lnTo>
                  <a:lnTo>
                    <a:pt x="185518" y="248127"/>
                  </a:lnTo>
                  <a:lnTo>
                    <a:pt x="181003" y="248261"/>
                  </a:lnTo>
                  <a:lnTo>
                    <a:pt x="166083" y="248706"/>
                  </a:lnTo>
                  <a:lnTo>
                    <a:pt x="152734" y="249104"/>
                  </a:lnTo>
                  <a:lnTo>
                    <a:pt x="139629" y="249495"/>
                  </a:lnTo>
                  <a:lnTo>
                    <a:pt x="125196" y="249925"/>
                  </a:lnTo>
                  <a:lnTo>
                    <a:pt x="111999" y="250318"/>
                  </a:lnTo>
                  <a:lnTo>
                    <a:pt x="97407" y="250753"/>
                  </a:lnTo>
                  <a:lnTo>
                    <a:pt x="84937" y="251125"/>
                  </a:lnTo>
                  <a:lnTo>
                    <a:pt x="80103" y="251269"/>
                  </a:lnTo>
                  <a:lnTo>
                    <a:pt x="71749" y="251518"/>
                  </a:lnTo>
                  <a:lnTo>
                    <a:pt x="63243" y="251771"/>
                  </a:lnTo>
                  <a:lnTo>
                    <a:pt x="51573" y="252119"/>
                  </a:lnTo>
                  <a:lnTo>
                    <a:pt x="42906" y="252377"/>
                  </a:lnTo>
                  <a:lnTo>
                    <a:pt x="40424" y="252451"/>
                  </a:lnTo>
                  <a:lnTo>
                    <a:pt x="29588" y="252774"/>
                  </a:lnTo>
                  <a:lnTo>
                    <a:pt x="19574" y="253073"/>
                  </a:lnTo>
                  <a:lnTo>
                    <a:pt x="10419" y="253346"/>
                  </a:lnTo>
                  <a:lnTo>
                    <a:pt x="0" y="253656"/>
                  </a:lnTo>
                  <a:lnTo>
                    <a:pt x="0" y="170345"/>
                  </a:lnTo>
                  <a:lnTo>
                    <a:pt x="3112" y="167771"/>
                  </a:lnTo>
                  <a:lnTo>
                    <a:pt x="15620" y="157430"/>
                  </a:lnTo>
                  <a:lnTo>
                    <a:pt x="21410" y="152500"/>
                  </a:lnTo>
                  <a:lnTo>
                    <a:pt x="26952" y="147343"/>
                  </a:lnTo>
                  <a:lnTo>
                    <a:pt x="32022" y="142627"/>
                  </a:lnTo>
                  <a:lnTo>
                    <a:pt x="37792" y="137258"/>
                  </a:lnTo>
                  <a:lnTo>
                    <a:pt x="48335" y="127450"/>
                  </a:lnTo>
                  <a:lnTo>
                    <a:pt x="53264" y="122864"/>
                  </a:lnTo>
                  <a:lnTo>
                    <a:pt x="56393" y="120364"/>
                  </a:lnTo>
                  <a:lnTo>
                    <a:pt x="61532" y="116259"/>
                  </a:lnTo>
                  <a:lnTo>
                    <a:pt x="66802" y="112162"/>
                  </a:lnTo>
                  <a:lnTo>
                    <a:pt x="76021" y="104995"/>
                  </a:lnTo>
                  <a:lnTo>
                    <a:pt x="85607" y="97543"/>
                  </a:lnTo>
                  <a:lnTo>
                    <a:pt x="97040" y="88655"/>
                  </a:lnTo>
                  <a:lnTo>
                    <a:pt x="107918" y="80197"/>
                  </a:lnTo>
                  <a:lnTo>
                    <a:pt x="117747" y="72556"/>
                  </a:lnTo>
                  <a:lnTo>
                    <a:pt x="127201" y="65206"/>
                  </a:lnTo>
                  <a:lnTo>
                    <a:pt x="136618" y="57885"/>
                  </a:lnTo>
                  <a:lnTo>
                    <a:pt x="146802" y="49967"/>
                  </a:lnTo>
                  <a:lnTo>
                    <a:pt x="155056" y="43550"/>
                  </a:lnTo>
                  <a:lnTo>
                    <a:pt x="163562" y="36938"/>
                  </a:lnTo>
                  <a:lnTo>
                    <a:pt x="171539" y="30736"/>
                  </a:lnTo>
                  <a:lnTo>
                    <a:pt x="180215" y="23991"/>
                  </a:lnTo>
                  <a:lnTo>
                    <a:pt x="187911" y="18008"/>
                  </a:lnTo>
                  <a:lnTo>
                    <a:pt x="196310" y="11478"/>
                  </a:lnTo>
                  <a:lnTo>
                    <a:pt x="211075" y="0"/>
                  </a:lnTo>
                  <a:lnTo>
                    <a:pt x="223207" y="11238"/>
                  </a:lnTo>
                  <a:lnTo>
                    <a:pt x="231992" y="19376"/>
                  </a:lnTo>
                  <a:lnTo>
                    <a:pt x="211385" y="37430"/>
                  </a:lnTo>
                  <a:lnTo>
                    <a:pt x="191649" y="54722"/>
                  </a:lnTo>
                  <a:lnTo>
                    <a:pt x="173428" y="70686"/>
                  </a:lnTo>
                  <a:lnTo>
                    <a:pt x="154808" y="87000"/>
                  </a:lnTo>
                  <a:lnTo>
                    <a:pt x="137538" y="102131"/>
                  </a:lnTo>
                  <a:lnTo>
                    <a:pt x="120335" y="117204"/>
                  </a:lnTo>
                  <a:lnTo>
                    <a:pt x="100094" y="134937"/>
                  </a:lnTo>
                  <a:lnTo>
                    <a:pt x="71273" y="157037"/>
                  </a:lnTo>
                  <a:lnTo>
                    <a:pt x="31240" y="187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836646" y="5503964"/>
              <a:ext cx="51554" cy="63708"/>
            </a:xfrm>
            <a:custGeom>
              <a:avLst/>
              <a:pathLst>
                <a:path w="51554" h="63708">
                  <a:moveTo>
                    <a:pt x="19714" y="0"/>
                  </a:moveTo>
                  <a:lnTo>
                    <a:pt x="31373" y="9034"/>
                  </a:lnTo>
                  <a:lnTo>
                    <a:pt x="51554" y="24673"/>
                  </a:lnTo>
                  <a:lnTo>
                    <a:pt x="32353" y="39211"/>
                  </a:lnTo>
                  <a:lnTo>
                    <a:pt x="16559" y="51170"/>
                  </a:lnTo>
                  <a:lnTo>
                    <a:pt x="0" y="63708"/>
                  </a:lnTo>
                  <a:lnTo>
                    <a:pt x="0" y="7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1898393" y="5912922"/>
              <a:ext cx="408722" cy="140405"/>
            </a:xfrm>
            <a:custGeom>
              <a:avLst/>
              <a:pathLst>
                <a:path w="408722" h="140405">
                  <a:moveTo>
                    <a:pt x="265450" y="17047"/>
                  </a:moveTo>
                  <a:lnTo>
                    <a:pt x="355606" y="2821"/>
                  </a:lnTo>
                  <a:lnTo>
                    <a:pt x="405631" y="0"/>
                  </a:lnTo>
                  <a:lnTo>
                    <a:pt x="406981" y="12845"/>
                  </a:lnTo>
                  <a:lnTo>
                    <a:pt x="408722" y="29413"/>
                  </a:lnTo>
                  <a:lnTo>
                    <a:pt x="398107" y="30000"/>
                  </a:lnTo>
                  <a:lnTo>
                    <a:pt x="392042" y="30336"/>
                  </a:lnTo>
                  <a:lnTo>
                    <a:pt x="384766" y="30738"/>
                  </a:lnTo>
                  <a:lnTo>
                    <a:pt x="375927" y="31227"/>
                  </a:lnTo>
                  <a:lnTo>
                    <a:pt x="366535" y="32873"/>
                  </a:lnTo>
                  <a:lnTo>
                    <a:pt x="357808" y="34402"/>
                  </a:lnTo>
                  <a:lnTo>
                    <a:pt x="349263" y="35899"/>
                  </a:lnTo>
                  <a:lnTo>
                    <a:pt x="340670" y="37404"/>
                  </a:lnTo>
                  <a:lnTo>
                    <a:pt x="332406" y="38852"/>
                  </a:lnTo>
                  <a:lnTo>
                    <a:pt x="323615" y="40392"/>
                  </a:lnTo>
                  <a:lnTo>
                    <a:pt x="316328" y="41669"/>
                  </a:lnTo>
                  <a:lnTo>
                    <a:pt x="307947" y="43137"/>
                  </a:lnTo>
                  <a:lnTo>
                    <a:pt x="299768" y="44570"/>
                  </a:lnTo>
                  <a:lnTo>
                    <a:pt x="290850" y="46133"/>
                  </a:lnTo>
                  <a:lnTo>
                    <a:pt x="280462" y="47953"/>
                  </a:lnTo>
                  <a:lnTo>
                    <a:pt x="273640" y="49148"/>
                  </a:lnTo>
                  <a:lnTo>
                    <a:pt x="271374" y="51485"/>
                  </a:lnTo>
                  <a:lnTo>
                    <a:pt x="267453" y="55531"/>
                  </a:lnTo>
                  <a:lnTo>
                    <a:pt x="263014" y="60111"/>
                  </a:lnTo>
                  <a:lnTo>
                    <a:pt x="256354" y="66981"/>
                  </a:lnTo>
                  <a:lnTo>
                    <a:pt x="250282" y="73246"/>
                  </a:lnTo>
                  <a:lnTo>
                    <a:pt x="245227" y="78461"/>
                  </a:lnTo>
                  <a:lnTo>
                    <a:pt x="240612" y="83222"/>
                  </a:lnTo>
                  <a:lnTo>
                    <a:pt x="235575" y="88419"/>
                  </a:lnTo>
                  <a:lnTo>
                    <a:pt x="231384" y="92742"/>
                  </a:lnTo>
                  <a:lnTo>
                    <a:pt x="227323" y="96932"/>
                  </a:lnTo>
                  <a:lnTo>
                    <a:pt x="225186" y="99136"/>
                  </a:lnTo>
                  <a:lnTo>
                    <a:pt x="222398" y="100529"/>
                  </a:lnTo>
                  <a:lnTo>
                    <a:pt x="217694" y="102880"/>
                  </a:lnTo>
                  <a:lnTo>
                    <a:pt x="212196" y="105627"/>
                  </a:lnTo>
                  <a:lnTo>
                    <a:pt x="206591" y="108427"/>
                  </a:lnTo>
                  <a:lnTo>
                    <a:pt x="202207" y="110617"/>
                  </a:lnTo>
                  <a:lnTo>
                    <a:pt x="196462" y="113487"/>
                  </a:lnTo>
                  <a:lnTo>
                    <a:pt x="192041" y="115696"/>
                  </a:lnTo>
                  <a:lnTo>
                    <a:pt x="186981" y="118224"/>
                  </a:lnTo>
                  <a:lnTo>
                    <a:pt x="182431" y="120498"/>
                  </a:lnTo>
                  <a:lnTo>
                    <a:pt x="178123" y="122650"/>
                  </a:lnTo>
                  <a:lnTo>
                    <a:pt x="173897" y="124761"/>
                  </a:lnTo>
                  <a:lnTo>
                    <a:pt x="168154" y="127630"/>
                  </a:lnTo>
                  <a:lnTo>
                    <a:pt x="162525" y="130443"/>
                  </a:lnTo>
                  <a:lnTo>
                    <a:pt x="158553" y="132427"/>
                  </a:lnTo>
                  <a:lnTo>
                    <a:pt x="153790" y="134807"/>
                  </a:lnTo>
                  <a:lnTo>
                    <a:pt x="150550" y="136426"/>
                  </a:lnTo>
                  <a:lnTo>
                    <a:pt x="147489" y="136987"/>
                  </a:lnTo>
                  <a:lnTo>
                    <a:pt x="139854" y="138386"/>
                  </a:lnTo>
                  <a:lnTo>
                    <a:pt x="132473" y="139738"/>
                  </a:lnTo>
                  <a:lnTo>
                    <a:pt x="128836" y="140405"/>
                  </a:lnTo>
                  <a:lnTo>
                    <a:pt x="0" y="140405"/>
                  </a:lnTo>
                  <a:lnTo>
                    <a:pt x="403" y="133646"/>
                  </a:lnTo>
                  <a:lnTo>
                    <a:pt x="879" y="125678"/>
                  </a:lnTo>
                  <a:lnTo>
                    <a:pt x="1387" y="117181"/>
                  </a:lnTo>
                  <a:lnTo>
                    <a:pt x="1936" y="107996"/>
                  </a:lnTo>
                  <a:lnTo>
                    <a:pt x="2195" y="98508"/>
                  </a:lnTo>
                  <a:lnTo>
                    <a:pt x="2429" y="89920"/>
                  </a:lnTo>
                  <a:lnTo>
                    <a:pt x="2560" y="85134"/>
                  </a:lnTo>
                  <a:lnTo>
                    <a:pt x="2650" y="81809"/>
                  </a:lnTo>
                  <a:lnTo>
                    <a:pt x="2860" y="74134"/>
                  </a:lnTo>
                  <a:lnTo>
                    <a:pt x="3111" y="64927"/>
                  </a:lnTo>
                  <a:lnTo>
                    <a:pt x="3331" y="56855"/>
                  </a:lnTo>
                  <a:lnTo>
                    <a:pt x="3424" y="53452"/>
                  </a:lnTo>
                  <a:lnTo>
                    <a:pt x="4083" y="48143"/>
                  </a:lnTo>
                  <a:lnTo>
                    <a:pt x="5134" y="39676"/>
                  </a:lnTo>
                  <a:lnTo>
                    <a:pt x="6478" y="28853"/>
                  </a:lnTo>
                  <a:lnTo>
                    <a:pt x="6944" y="25102"/>
                  </a:lnTo>
                  <a:lnTo>
                    <a:pt x="25352" y="25900"/>
                  </a:lnTo>
                  <a:lnTo>
                    <a:pt x="30555" y="26126"/>
                  </a:lnTo>
                  <a:lnTo>
                    <a:pt x="36674" y="44346"/>
                  </a:lnTo>
                  <a:lnTo>
                    <a:pt x="39719" y="53413"/>
                  </a:lnTo>
                  <a:lnTo>
                    <a:pt x="41544" y="59278"/>
                  </a:lnTo>
                  <a:lnTo>
                    <a:pt x="42861" y="63507"/>
                  </a:lnTo>
                  <a:lnTo>
                    <a:pt x="51994" y="95014"/>
                  </a:lnTo>
                  <a:lnTo>
                    <a:pt x="41089" y="104934"/>
                  </a:lnTo>
                  <a:lnTo>
                    <a:pt x="43419" y="133394"/>
                  </a:lnTo>
                  <a:lnTo>
                    <a:pt x="172483" y="88576"/>
                  </a:lnTo>
                  <a:lnTo>
                    <a:pt x="189168" y="82677"/>
                  </a:lnTo>
                  <a:lnTo>
                    <a:pt x="234909" y="47688"/>
                  </a:lnTo>
                  <a:lnTo>
                    <a:pt x="240288" y="37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11552" y="5886985"/>
              <a:ext cx="225847" cy="47617"/>
            </a:xfrm>
            <a:custGeom>
              <a:avLst/>
              <a:pathLst>
                <a:path w="225847" h="47617">
                  <a:moveTo>
                    <a:pt x="224959" y="37863"/>
                  </a:moveTo>
                  <a:lnTo>
                    <a:pt x="225847" y="46942"/>
                  </a:lnTo>
                  <a:lnTo>
                    <a:pt x="217017" y="46059"/>
                  </a:lnTo>
                  <a:lnTo>
                    <a:pt x="206194" y="44976"/>
                  </a:lnTo>
                  <a:lnTo>
                    <a:pt x="202554" y="44612"/>
                  </a:lnTo>
                  <a:lnTo>
                    <a:pt x="196215" y="44785"/>
                  </a:lnTo>
                  <a:lnTo>
                    <a:pt x="186239" y="45057"/>
                  </a:lnTo>
                  <a:lnTo>
                    <a:pt x="176301" y="45328"/>
                  </a:lnTo>
                  <a:lnTo>
                    <a:pt x="168069" y="45552"/>
                  </a:lnTo>
                  <a:lnTo>
                    <a:pt x="165528" y="45622"/>
                  </a:lnTo>
                  <a:lnTo>
                    <a:pt x="158226" y="45821"/>
                  </a:lnTo>
                  <a:lnTo>
                    <a:pt x="150156" y="46041"/>
                  </a:lnTo>
                  <a:lnTo>
                    <a:pt x="139271" y="46338"/>
                  </a:lnTo>
                  <a:lnTo>
                    <a:pt x="129036" y="46617"/>
                  </a:lnTo>
                  <a:lnTo>
                    <a:pt x="117774" y="46924"/>
                  </a:lnTo>
                  <a:lnTo>
                    <a:pt x="107579" y="47202"/>
                  </a:lnTo>
                  <a:lnTo>
                    <a:pt x="97195" y="47485"/>
                  </a:lnTo>
                  <a:lnTo>
                    <a:pt x="92377" y="47617"/>
                  </a:lnTo>
                  <a:lnTo>
                    <a:pt x="86810" y="46461"/>
                  </a:lnTo>
                  <a:lnTo>
                    <a:pt x="74611" y="43927"/>
                  </a:lnTo>
                  <a:lnTo>
                    <a:pt x="63042" y="41525"/>
                  </a:lnTo>
                  <a:lnTo>
                    <a:pt x="51740" y="39178"/>
                  </a:lnTo>
                  <a:lnTo>
                    <a:pt x="40278" y="36798"/>
                  </a:lnTo>
                  <a:lnTo>
                    <a:pt x="28972" y="34450"/>
                  </a:lnTo>
                  <a:lnTo>
                    <a:pt x="18363" y="32247"/>
                  </a:lnTo>
                  <a:lnTo>
                    <a:pt x="5016" y="29475"/>
                  </a:lnTo>
                  <a:lnTo>
                    <a:pt x="0" y="28433"/>
                  </a:lnTo>
                  <a:lnTo>
                    <a:pt x="480" y="16662"/>
                  </a:lnTo>
                  <a:lnTo>
                    <a:pt x="1215" y="11098"/>
                  </a:lnTo>
                  <a:lnTo>
                    <a:pt x="2683" y="0"/>
                  </a:lnTo>
                  <a:lnTo>
                    <a:pt x="20745" y="2476"/>
                  </a:lnTo>
                  <a:lnTo>
                    <a:pt x="19644" y="14411"/>
                  </a:lnTo>
                  <a:lnTo>
                    <a:pt x="86812" y="29138"/>
                  </a:lnTo>
                  <a:lnTo>
                    <a:pt x="92556" y="30397"/>
                  </a:lnTo>
                  <a:lnTo>
                    <a:pt x="143219" y="29047"/>
                  </a:lnTo>
                  <a:lnTo>
                    <a:pt x="200051" y="27696"/>
                  </a:lnTo>
                  <a:lnTo>
                    <a:pt x="224046" y="28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054193" y="6027627"/>
              <a:ext cx="71921" cy="25700"/>
            </a:xfrm>
            <a:custGeom>
              <a:avLst/>
              <a:pathLst>
                <a:path w="71921" h="25700">
                  <a:moveTo>
                    <a:pt x="5161" y="23605"/>
                  </a:moveTo>
                  <a:lnTo>
                    <a:pt x="12156" y="20766"/>
                  </a:lnTo>
                  <a:lnTo>
                    <a:pt x="18538" y="18175"/>
                  </a:lnTo>
                  <a:lnTo>
                    <a:pt x="25234" y="15458"/>
                  </a:lnTo>
                  <a:lnTo>
                    <a:pt x="32176" y="12640"/>
                  </a:lnTo>
                  <a:lnTo>
                    <a:pt x="38286" y="10160"/>
                  </a:lnTo>
                  <a:lnTo>
                    <a:pt x="44409" y="7675"/>
                  </a:lnTo>
                  <a:lnTo>
                    <a:pt x="50877" y="5050"/>
                  </a:lnTo>
                  <a:lnTo>
                    <a:pt x="55960" y="2987"/>
                  </a:lnTo>
                  <a:lnTo>
                    <a:pt x="63321" y="0"/>
                  </a:lnTo>
                  <a:lnTo>
                    <a:pt x="67821" y="12914"/>
                  </a:lnTo>
                  <a:lnTo>
                    <a:pt x="71921" y="24680"/>
                  </a:lnTo>
                  <a:lnTo>
                    <a:pt x="68892" y="25700"/>
                  </a:lnTo>
                  <a:lnTo>
                    <a:pt x="0" y="25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256090" y="5977277"/>
              <a:ext cx="47058" cy="76050"/>
            </a:xfrm>
            <a:custGeom>
              <a:avLst/>
              <a:pathLst>
                <a:path w="47058" h="76050">
                  <a:moveTo>
                    <a:pt x="17474" y="2272"/>
                  </a:moveTo>
                  <a:lnTo>
                    <a:pt x="35447" y="0"/>
                  </a:lnTo>
                  <a:lnTo>
                    <a:pt x="37429" y="12979"/>
                  </a:lnTo>
                  <a:lnTo>
                    <a:pt x="39576" y="27041"/>
                  </a:lnTo>
                  <a:lnTo>
                    <a:pt x="41494" y="39606"/>
                  </a:lnTo>
                  <a:lnTo>
                    <a:pt x="43519" y="52868"/>
                  </a:lnTo>
                  <a:lnTo>
                    <a:pt x="45355" y="64894"/>
                  </a:lnTo>
                  <a:lnTo>
                    <a:pt x="47038" y="75919"/>
                  </a:lnTo>
                  <a:lnTo>
                    <a:pt x="47058" y="76050"/>
                  </a:lnTo>
                  <a:lnTo>
                    <a:pt x="16085" y="76050"/>
                  </a:lnTo>
                  <a:lnTo>
                    <a:pt x="14864" y="70616"/>
                  </a:lnTo>
                  <a:lnTo>
                    <a:pt x="0" y="44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592155" y="5722982"/>
              <a:ext cx="93874" cy="144169"/>
            </a:xfrm>
            <a:custGeom>
              <a:avLst/>
              <a:pathLst>
                <a:path w="93874" h="144169">
                  <a:moveTo>
                    <a:pt x="47932" y="71397"/>
                  </a:moveTo>
                  <a:lnTo>
                    <a:pt x="57114" y="60734"/>
                  </a:lnTo>
                  <a:lnTo>
                    <a:pt x="74998" y="0"/>
                  </a:lnTo>
                  <a:lnTo>
                    <a:pt x="91308" y="5347"/>
                  </a:lnTo>
                  <a:lnTo>
                    <a:pt x="93874" y="6188"/>
                  </a:lnTo>
                  <a:lnTo>
                    <a:pt x="88507" y="22426"/>
                  </a:lnTo>
                  <a:lnTo>
                    <a:pt x="82266" y="41311"/>
                  </a:lnTo>
                  <a:lnTo>
                    <a:pt x="75868" y="60668"/>
                  </a:lnTo>
                  <a:lnTo>
                    <a:pt x="74064" y="66127"/>
                  </a:lnTo>
                  <a:lnTo>
                    <a:pt x="65842" y="75223"/>
                  </a:lnTo>
                  <a:lnTo>
                    <a:pt x="57011" y="84992"/>
                  </a:lnTo>
                  <a:lnTo>
                    <a:pt x="47135" y="95916"/>
                  </a:lnTo>
                  <a:lnTo>
                    <a:pt x="36746" y="107409"/>
                  </a:lnTo>
                  <a:lnTo>
                    <a:pt x="26518" y="118724"/>
                  </a:lnTo>
                  <a:lnTo>
                    <a:pt x="16470" y="129839"/>
                  </a:lnTo>
                  <a:lnTo>
                    <a:pt x="3517" y="144169"/>
                  </a:lnTo>
                  <a:lnTo>
                    <a:pt x="2077" y="137166"/>
                  </a:lnTo>
                  <a:lnTo>
                    <a:pt x="0" y="127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631518" y="5800463"/>
              <a:ext cx="42157" cy="46992"/>
            </a:xfrm>
            <a:custGeom>
              <a:avLst/>
              <a:pathLst>
                <a:path w="42157" h="46992">
                  <a:moveTo>
                    <a:pt x="9556" y="28171"/>
                  </a:moveTo>
                  <a:lnTo>
                    <a:pt x="10887" y="26161"/>
                  </a:lnTo>
                  <a:lnTo>
                    <a:pt x="18056" y="15340"/>
                  </a:lnTo>
                  <a:lnTo>
                    <a:pt x="28220" y="0"/>
                  </a:lnTo>
                  <a:lnTo>
                    <a:pt x="32462" y="2763"/>
                  </a:lnTo>
                  <a:lnTo>
                    <a:pt x="42157" y="9080"/>
                  </a:lnTo>
                  <a:lnTo>
                    <a:pt x="30413" y="26168"/>
                  </a:lnTo>
                  <a:lnTo>
                    <a:pt x="11003" y="46992"/>
                  </a:lnTo>
                  <a:lnTo>
                    <a:pt x="3193" y="43871"/>
                  </a:lnTo>
                  <a:lnTo>
                    <a:pt x="0" y="42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785004" y="5937438"/>
              <a:ext cx="47083" cy="16148"/>
            </a:xfrm>
            <a:custGeom>
              <a:avLst/>
              <a:pathLst>
                <a:path w="47083" h="16148">
                  <a:moveTo>
                    <a:pt x="3084" y="437"/>
                  </a:moveTo>
                  <a:lnTo>
                    <a:pt x="6827" y="398"/>
                  </a:lnTo>
                  <a:lnTo>
                    <a:pt x="10353" y="362"/>
                  </a:lnTo>
                  <a:lnTo>
                    <a:pt x="13212" y="332"/>
                  </a:lnTo>
                  <a:lnTo>
                    <a:pt x="16350" y="300"/>
                  </a:lnTo>
                  <a:lnTo>
                    <a:pt x="19548" y="267"/>
                  </a:lnTo>
                  <a:lnTo>
                    <a:pt x="22632" y="235"/>
                  </a:lnTo>
                  <a:lnTo>
                    <a:pt x="25217" y="208"/>
                  </a:lnTo>
                  <a:lnTo>
                    <a:pt x="28582" y="173"/>
                  </a:lnTo>
                  <a:lnTo>
                    <a:pt x="31764" y="140"/>
                  </a:lnTo>
                  <a:lnTo>
                    <a:pt x="35089" y="106"/>
                  </a:lnTo>
                  <a:lnTo>
                    <a:pt x="38468" y="71"/>
                  </a:lnTo>
                  <a:lnTo>
                    <a:pt x="41793" y="37"/>
                  </a:lnTo>
                  <a:lnTo>
                    <a:pt x="45385" y="0"/>
                  </a:lnTo>
                  <a:lnTo>
                    <a:pt x="46129" y="6846"/>
                  </a:lnTo>
                  <a:lnTo>
                    <a:pt x="47083" y="15623"/>
                  </a:lnTo>
                  <a:lnTo>
                    <a:pt x="20560" y="15922"/>
                  </a:lnTo>
                  <a:lnTo>
                    <a:pt x="609" y="16148"/>
                  </a:lnTo>
                  <a:lnTo>
                    <a:pt x="351" y="9521"/>
                  </a:lnTo>
                  <a:lnTo>
                    <a:pt x="0" y="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974007" y="5975849"/>
              <a:ext cx="121224" cy="69121"/>
            </a:xfrm>
            <a:custGeom>
              <a:avLst/>
              <a:pathLst>
                <a:path w="121224" h="69121">
                  <a:moveTo>
                    <a:pt x="11366" y="28057"/>
                  </a:moveTo>
                  <a:lnTo>
                    <a:pt x="19132" y="0"/>
                  </a:lnTo>
                  <a:lnTo>
                    <a:pt x="28638" y="3271"/>
                  </a:lnTo>
                  <a:lnTo>
                    <a:pt x="39142" y="6885"/>
                  </a:lnTo>
                  <a:lnTo>
                    <a:pt x="50279" y="10717"/>
                  </a:lnTo>
                  <a:lnTo>
                    <a:pt x="60955" y="14390"/>
                  </a:lnTo>
                  <a:lnTo>
                    <a:pt x="71525" y="18027"/>
                  </a:lnTo>
                  <a:lnTo>
                    <a:pt x="83459" y="22134"/>
                  </a:lnTo>
                  <a:lnTo>
                    <a:pt x="95168" y="26163"/>
                  </a:lnTo>
                  <a:lnTo>
                    <a:pt x="115572" y="33184"/>
                  </a:lnTo>
                  <a:lnTo>
                    <a:pt x="117413" y="33649"/>
                  </a:lnTo>
                  <a:lnTo>
                    <a:pt x="118883" y="34097"/>
                  </a:lnTo>
                  <a:lnTo>
                    <a:pt x="119961" y="34897"/>
                  </a:lnTo>
                  <a:lnTo>
                    <a:pt x="120630" y="36422"/>
                  </a:lnTo>
                  <a:lnTo>
                    <a:pt x="120927" y="37929"/>
                  </a:lnTo>
                  <a:lnTo>
                    <a:pt x="121224" y="39436"/>
                  </a:lnTo>
                  <a:lnTo>
                    <a:pt x="120777" y="40906"/>
                  </a:lnTo>
                  <a:lnTo>
                    <a:pt x="119585" y="42337"/>
                  </a:lnTo>
                  <a:lnTo>
                    <a:pt x="117669" y="43359"/>
                  </a:lnTo>
                  <a:lnTo>
                    <a:pt x="115752" y="44382"/>
                  </a:lnTo>
                  <a:lnTo>
                    <a:pt x="114208" y="45422"/>
                  </a:lnTo>
                  <a:lnTo>
                    <a:pt x="112701" y="45719"/>
                  </a:lnTo>
                  <a:lnTo>
                    <a:pt x="111175" y="46388"/>
                  </a:lnTo>
                  <a:lnTo>
                    <a:pt x="109650" y="47057"/>
                  </a:lnTo>
                  <a:lnTo>
                    <a:pt x="106617" y="48023"/>
                  </a:lnTo>
                  <a:lnTo>
                    <a:pt x="104720" y="48673"/>
                  </a:lnTo>
                  <a:lnTo>
                    <a:pt x="102450" y="49304"/>
                  </a:lnTo>
                  <a:lnTo>
                    <a:pt x="100180" y="49936"/>
                  </a:lnTo>
                  <a:lnTo>
                    <a:pt x="98636" y="50977"/>
                  </a:lnTo>
                  <a:lnTo>
                    <a:pt x="96757" y="51255"/>
                  </a:lnTo>
                  <a:lnTo>
                    <a:pt x="95603" y="51942"/>
                  </a:lnTo>
                  <a:lnTo>
                    <a:pt x="93333" y="52574"/>
                  </a:lnTo>
                  <a:lnTo>
                    <a:pt x="91454" y="52852"/>
                  </a:lnTo>
                  <a:lnTo>
                    <a:pt x="89185" y="53483"/>
                  </a:lnTo>
                  <a:lnTo>
                    <a:pt x="87287" y="54133"/>
                  </a:lnTo>
                  <a:lnTo>
                    <a:pt x="84664" y="54374"/>
                  </a:lnTo>
                  <a:lnTo>
                    <a:pt x="83157" y="54671"/>
                  </a:lnTo>
                  <a:lnTo>
                    <a:pt x="80515" y="55283"/>
                  </a:lnTo>
                  <a:lnTo>
                    <a:pt x="79008" y="55580"/>
                  </a:lnTo>
                  <a:lnTo>
                    <a:pt x="77129" y="55858"/>
                  </a:lnTo>
                  <a:lnTo>
                    <a:pt x="74878" y="56118"/>
                  </a:lnTo>
                  <a:lnTo>
                    <a:pt x="73000" y="56396"/>
                  </a:lnTo>
                  <a:lnTo>
                    <a:pt x="70730" y="57027"/>
                  </a:lnTo>
                  <a:lnTo>
                    <a:pt x="68851" y="57305"/>
                  </a:lnTo>
                  <a:lnTo>
                    <a:pt x="66991" y="57211"/>
                  </a:lnTo>
                  <a:lnTo>
                    <a:pt x="65837" y="57899"/>
                  </a:lnTo>
                  <a:lnTo>
                    <a:pt x="64330" y="58196"/>
                  </a:lnTo>
                  <a:lnTo>
                    <a:pt x="62079" y="58455"/>
                  </a:lnTo>
                  <a:lnTo>
                    <a:pt x="59810" y="59087"/>
                  </a:lnTo>
                  <a:lnTo>
                    <a:pt x="58303" y="59384"/>
                  </a:lnTo>
                  <a:lnTo>
                    <a:pt x="56405" y="60034"/>
                  </a:lnTo>
                  <a:lnTo>
                    <a:pt x="54154" y="60293"/>
                  </a:lnTo>
                  <a:lnTo>
                    <a:pt x="51884" y="60924"/>
                  </a:lnTo>
                  <a:lnTo>
                    <a:pt x="51140" y="60887"/>
                  </a:lnTo>
                  <a:lnTo>
                    <a:pt x="49633" y="61184"/>
                  </a:lnTo>
                  <a:lnTo>
                    <a:pt x="46973" y="62168"/>
                  </a:lnTo>
                  <a:lnTo>
                    <a:pt x="45466" y="62465"/>
                  </a:lnTo>
                  <a:lnTo>
                    <a:pt x="43568" y="63115"/>
                  </a:lnTo>
                  <a:lnTo>
                    <a:pt x="41298" y="63747"/>
                  </a:lnTo>
                  <a:lnTo>
                    <a:pt x="40164" y="64062"/>
                  </a:lnTo>
                  <a:lnTo>
                    <a:pt x="37894" y="64694"/>
                  </a:lnTo>
                  <a:lnTo>
                    <a:pt x="36778" y="64637"/>
                  </a:lnTo>
                  <a:lnTo>
                    <a:pt x="35252" y="65306"/>
                  </a:lnTo>
                  <a:lnTo>
                    <a:pt x="33745" y="65603"/>
                  </a:lnTo>
                  <a:lnTo>
                    <a:pt x="31513" y="65490"/>
                  </a:lnTo>
                  <a:lnTo>
                    <a:pt x="29615" y="66140"/>
                  </a:lnTo>
                  <a:lnTo>
                    <a:pt x="28108" y="66437"/>
                  </a:lnTo>
                  <a:lnTo>
                    <a:pt x="26620" y="66362"/>
                  </a:lnTo>
                  <a:lnTo>
                    <a:pt x="24741" y="66640"/>
                  </a:lnTo>
                  <a:lnTo>
                    <a:pt x="23234" y="66937"/>
                  </a:lnTo>
                  <a:lnTo>
                    <a:pt x="0" y="69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996954" y="6022789"/>
              <a:ext cx="230741" cy="30538"/>
            </a:xfrm>
            <a:custGeom>
              <a:avLst/>
              <a:pathLst>
                <a:path w="230741" h="30538">
                  <a:moveTo>
                    <a:pt x="9488" y="28306"/>
                  </a:moveTo>
                  <a:lnTo>
                    <a:pt x="29341" y="23637"/>
                  </a:lnTo>
                  <a:lnTo>
                    <a:pt x="38253" y="21540"/>
                  </a:lnTo>
                  <a:lnTo>
                    <a:pt x="45095" y="19593"/>
                  </a:lnTo>
                  <a:lnTo>
                    <a:pt x="60294" y="15267"/>
                  </a:lnTo>
                  <a:lnTo>
                    <a:pt x="75764" y="10864"/>
                  </a:lnTo>
                  <a:lnTo>
                    <a:pt x="91311" y="6439"/>
                  </a:lnTo>
                  <a:lnTo>
                    <a:pt x="113937" y="0"/>
                  </a:lnTo>
                  <a:lnTo>
                    <a:pt x="125764" y="3092"/>
                  </a:lnTo>
                  <a:lnTo>
                    <a:pt x="141734" y="7267"/>
                  </a:lnTo>
                  <a:lnTo>
                    <a:pt x="156317" y="11080"/>
                  </a:lnTo>
                  <a:lnTo>
                    <a:pt x="172096" y="15206"/>
                  </a:lnTo>
                  <a:lnTo>
                    <a:pt x="186038" y="18851"/>
                  </a:lnTo>
                  <a:lnTo>
                    <a:pt x="199742" y="22434"/>
                  </a:lnTo>
                  <a:lnTo>
                    <a:pt x="214537" y="26302"/>
                  </a:lnTo>
                  <a:lnTo>
                    <a:pt x="229850" y="30305"/>
                  </a:lnTo>
                  <a:lnTo>
                    <a:pt x="230741" y="30538"/>
                  </a:lnTo>
                  <a:lnTo>
                    <a:pt x="0" y="30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15416" y="5770313"/>
              <a:ext cx="147273" cy="106142"/>
            </a:xfrm>
            <a:custGeom>
              <a:avLst/>
              <a:pathLst>
                <a:path w="147273" h="106142">
                  <a:moveTo>
                    <a:pt x="26445" y="66593"/>
                  </a:moveTo>
                  <a:lnTo>
                    <a:pt x="48382" y="59155"/>
                  </a:lnTo>
                  <a:lnTo>
                    <a:pt x="71225" y="51409"/>
                  </a:lnTo>
                  <a:lnTo>
                    <a:pt x="94685" y="43455"/>
                  </a:lnTo>
                  <a:lnTo>
                    <a:pt x="102476" y="40813"/>
                  </a:lnTo>
                  <a:lnTo>
                    <a:pt x="113872" y="28168"/>
                  </a:lnTo>
                  <a:lnTo>
                    <a:pt x="139256" y="0"/>
                  </a:lnTo>
                  <a:lnTo>
                    <a:pt x="147273" y="13807"/>
                  </a:lnTo>
                  <a:lnTo>
                    <a:pt x="143618" y="31378"/>
                  </a:lnTo>
                  <a:lnTo>
                    <a:pt x="135808" y="68914"/>
                  </a:lnTo>
                  <a:lnTo>
                    <a:pt x="111047" y="85514"/>
                  </a:lnTo>
                  <a:lnTo>
                    <a:pt x="80280" y="106142"/>
                  </a:lnTo>
                  <a:lnTo>
                    <a:pt x="56242" y="96985"/>
                  </a:lnTo>
                  <a:lnTo>
                    <a:pt x="41219" y="91262"/>
                  </a:lnTo>
                  <a:lnTo>
                    <a:pt x="22351" y="84074"/>
                  </a:lnTo>
                  <a:lnTo>
                    <a:pt x="0" y="75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390329" y="5801373"/>
              <a:ext cx="73725" cy="100655"/>
            </a:xfrm>
            <a:custGeom>
              <a:avLst/>
              <a:pathLst>
                <a:path w="73725" h="100655">
                  <a:moveTo>
                    <a:pt x="530" y="89484"/>
                  </a:moveTo>
                  <a:lnTo>
                    <a:pt x="1028" y="79968"/>
                  </a:lnTo>
                  <a:lnTo>
                    <a:pt x="1460" y="71723"/>
                  </a:lnTo>
                  <a:lnTo>
                    <a:pt x="1964" y="62079"/>
                  </a:lnTo>
                  <a:lnTo>
                    <a:pt x="2515" y="51571"/>
                  </a:lnTo>
                  <a:lnTo>
                    <a:pt x="3116" y="40093"/>
                  </a:lnTo>
                  <a:lnTo>
                    <a:pt x="3647" y="29948"/>
                  </a:lnTo>
                  <a:lnTo>
                    <a:pt x="4258" y="18270"/>
                  </a:lnTo>
                  <a:lnTo>
                    <a:pt x="4732" y="9217"/>
                  </a:lnTo>
                  <a:lnTo>
                    <a:pt x="16949" y="2062"/>
                  </a:lnTo>
                  <a:lnTo>
                    <a:pt x="31501" y="1492"/>
                  </a:lnTo>
                  <a:lnTo>
                    <a:pt x="69556" y="0"/>
                  </a:lnTo>
                  <a:lnTo>
                    <a:pt x="71947" y="33800"/>
                  </a:lnTo>
                  <a:lnTo>
                    <a:pt x="73725" y="58941"/>
                  </a:lnTo>
                  <a:lnTo>
                    <a:pt x="23841" y="62846"/>
                  </a:lnTo>
                  <a:lnTo>
                    <a:pt x="19628" y="100655"/>
                  </a:lnTo>
                  <a:lnTo>
                    <a:pt x="14168" y="100366"/>
                  </a:lnTo>
                  <a:lnTo>
                    <a:pt x="0" y="996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836646" y="5731118"/>
              <a:ext cx="111870" cy="114640"/>
            </a:xfrm>
            <a:custGeom>
              <a:avLst/>
              <a:pathLst>
                <a:path w="111870" h="114640">
                  <a:moveTo>
                    <a:pt x="59150" y="106895"/>
                  </a:moveTo>
                  <a:lnTo>
                    <a:pt x="48707" y="98576"/>
                  </a:lnTo>
                  <a:lnTo>
                    <a:pt x="37502" y="89650"/>
                  </a:lnTo>
                  <a:lnTo>
                    <a:pt x="25659" y="80216"/>
                  </a:lnTo>
                  <a:lnTo>
                    <a:pt x="15334" y="71991"/>
                  </a:lnTo>
                  <a:lnTo>
                    <a:pt x="4821" y="63617"/>
                  </a:lnTo>
                  <a:lnTo>
                    <a:pt x="0" y="59776"/>
                  </a:lnTo>
                  <a:lnTo>
                    <a:pt x="0" y="0"/>
                  </a:lnTo>
                  <a:lnTo>
                    <a:pt x="9258" y="366"/>
                  </a:lnTo>
                  <a:lnTo>
                    <a:pt x="19342" y="764"/>
                  </a:lnTo>
                  <a:lnTo>
                    <a:pt x="27962" y="1105"/>
                  </a:lnTo>
                  <a:lnTo>
                    <a:pt x="36540" y="1444"/>
                  </a:lnTo>
                  <a:lnTo>
                    <a:pt x="44744" y="1769"/>
                  </a:lnTo>
                  <a:lnTo>
                    <a:pt x="55656" y="2200"/>
                  </a:lnTo>
                  <a:lnTo>
                    <a:pt x="64495" y="2550"/>
                  </a:lnTo>
                  <a:lnTo>
                    <a:pt x="75318" y="2978"/>
                  </a:lnTo>
                  <a:lnTo>
                    <a:pt x="85853" y="3394"/>
                  </a:lnTo>
                  <a:lnTo>
                    <a:pt x="89578" y="11018"/>
                  </a:lnTo>
                  <a:lnTo>
                    <a:pt x="93261" y="18555"/>
                  </a:lnTo>
                  <a:lnTo>
                    <a:pt x="96923" y="26048"/>
                  </a:lnTo>
                  <a:lnTo>
                    <a:pt x="100762" y="33905"/>
                  </a:lnTo>
                  <a:lnTo>
                    <a:pt x="103631" y="39776"/>
                  </a:lnTo>
                  <a:lnTo>
                    <a:pt x="106853" y="46368"/>
                  </a:lnTo>
                  <a:lnTo>
                    <a:pt x="110365" y="53555"/>
                  </a:lnTo>
                  <a:lnTo>
                    <a:pt x="111870" y="56636"/>
                  </a:lnTo>
                  <a:lnTo>
                    <a:pt x="94462" y="82959"/>
                  </a:lnTo>
                  <a:lnTo>
                    <a:pt x="89129" y="89561"/>
                  </a:lnTo>
                  <a:lnTo>
                    <a:pt x="68872" y="1146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17283" y="5967510"/>
              <a:ext cx="116131" cy="85817"/>
            </a:xfrm>
            <a:custGeom>
              <a:avLst/>
              <a:pathLst>
                <a:path w="116131" h="85817">
                  <a:moveTo>
                    <a:pt x="115976" y="12769"/>
                  </a:moveTo>
                  <a:lnTo>
                    <a:pt x="116083" y="25646"/>
                  </a:lnTo>
                  <a:lnTo>
                    <a:pt x="116131" y="31428"/>
                  </a:lnTo>
                  <a:lnTo>
                    <a:pt x="108797" y="36371"/>
                  </a:lnTo>
                  <a:lnTo>
                    <a:pt x="97461" y="44011"/>
                  </a:lnTo>
                  <a:lnTo>
                    <a:pt x="86881" y="51142"/>
                  </a:lnTo>
                  <a:lnTo>
                    <a:pt x="74937" y="59191"/>
                  </a:lnTo>
                  <a:lnTo>
                    <a:pt x="65147" y="65789"/>
                  </a:lnTo>
                  <a:lnTo>
                    <a:pt x="54450" y="72998"/>
                  </a:lnTo>
                  <a:lnTo>
                    <a:pt x="42176" y="81271"/>
                  </a:lnTo>
                  <a:lnTo>
                    <a:pt x="35431" y="85817"/>
                  </a:lnTo>
                  <a:lnTo>
                    <a:pt x="21530" y="85817"/>
                  </a:lnTo>
                  <a:lnTo>
                    <a:pt x="21107" y="84025"/>
                  </a:lnTo>
                  <a:lnTo>
                    <a:pt x="18888" y="74639"/>
                  </a:lnTo>
                  <a:lnTo>
                    <a:pt x="17512" y="68817"/>
                  </a:lnTo>
                  <a:lnTo>
                    <a:pt x="15177" y="67560"/>
                  </a:lnTo>
                  <a:lnTo>
                    <a:pt x="6023" y="62632"/>
                  </a:lnTo>
                  <a:lnTo>
                    <a:pt x="0" y="59389"/>
                  </a:lnTo>
                  <a:lnTo>
                    <a:pt x="47" y="53631"/>
                  </a:lnTo>
                  <a:lnTo>
                    <a:pt x="121" y="44736"/>
                  </a:lnTo>
                  <a:lnTo>
                    <a:pt x="187" y="36830"/>
                  </a:lnTo>
                  <a:lnTo>
                    <a:pt x="265" y="27362"/>
                  </a:lnTo>
                  <a:lnTo>
                    <a:pt x="349" y="17330"/>
                  </a:lnTo>
                  <a:lnTo>
                    <a:pt x="430" y="7557"/>
                  </a:lnTo>
                  <a:lnTo>
                    <a:pt x="493" y="0"/>
                  </a:lnTo>
                  <a:lnTo>
                    <a:pt x="49139" y="1786"/>
                  </a:lnTo>
                  <a:lnTo>
                    <a:pt x="115905" y="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996459" y="5873515"/>
              <a:ext cx="309136" cy="179812"/>
            </a:xfrm>
            <a:custGeom>
              <a:avLst/>
              <a:pathLst>
                <a:path w="309136" h="179812">
                  <a:moveTo>
                    <a:pt x="181530" y="134676"/>
                  </a:moveTo>
                  <a:lnTo>
                    <a:pt x="183995" y="122517"/>
                  </a:lnTo>
                  <a:lnTo>
                    <a:pt x="188108" y="102228"/>
                  </a:lnTo>
                  <a:lnTo>
                    <a:pt x="217225" y="106527"/>
                  </a:lnTo>
                  <a:lnTo>
                    <a:pt x="257114" y="112416"/>
                  </a:lnTo>
                  <a:lnTo>
                    <a:pt x="275920" y="115192"/>
                  </a:lnTo>
                  <a:lnTo>
                    <a:pt x="277196" y="116604"/>
                  </a:lnTo>
                  <a:lnTo>
                    <a:pt x="278472" y="118015"/>
                  </a:lnTo>
                  <a:lnTo>
                    <a:pt x="279748" y="119427"/>
                  </a:lnTo>
                  <a:lnTo>
                    <a:pt x="280956" y="122182"/>
                  </a:lnTo>
                  <a:lnTo>
                    <a:pt x="283082" y="124535"/>
                  </a:lnTo>
                  <a:lnTo>
                    <a:pt x="284381" y="125498"/>
                  </a:lnTo>
                  <a:lnTo>
                    <a:pt x="285657" y="126910"/>
                  </a:lnTo>
                  <a:lnTo>
                    <a:pt x="287381" y="128344"/>
                  </a:lnTo>
                  <a:lnTo>
                    <a:pt x="288657" y="129756"/>
                  </a:lnTo>
                  <a:lnTo>
                    <a:pt x="290358" y="131638"/>
                  </a:lnTo>
                  <a:lnTo>
                    <a:pt x="291611" y="133497"/>
                  </a:lnTo>
                  <a:lnTo>
                    <a:pt x="292910" y="134461"/>
                  </a:lnTo>
                  <a:lnTo>
                    <a:pt x="294589" y="136791"/>
                  </a:lnTo>
                  <a:lnTo>
                    <a:pt x="295417" y="138180"/>
                  </a:lnTo>
                  <a:lnTo>
                    <a:pt x="296670" y="140039"/>
                  </a:lnTo>
                  <a:lnTo>
                    <a:pt x="298371" y="141921"/>
                  </a:lnTo>
                  <a:lnTo>
                    <a:pt x="299580" y="144677"/>
                  </a:lnTo>
                  <a:lnTo>
                    <a:pt x="300855" y="146088"/>
                  </a:lnTo>
                  <a:lnTo>
                    <a:pt x="302131" y="147500"/>
                  </a:lnTo>
                  <a:lnTo>
                    <a:pt x="303385" y="149359"/>
                  </a:lnTo>
                  <a:lnTo>
                    <a:pt x="305109" y="150793"/>
                  </a:lnTo>
                  <a:lnTo>
                    <a:pt x="306339" y="153101"/>
                  </a:lnTo>
                  <a:lnTo>
                    <a:pt x="307167" y="154490"/>
                  </a:lnTo>
                  <a:lnTo>
                    <a:pt x="308398" y="156797"/>
                  </a:lnTo>
                  <a:lnTo>
                    <a:pt x="308778" y="158163"/>
                  </a:lnTo>
                  <a:lnTo>
                    <a:pt x="309136" y="159978"/>
                  </a:lnTo>
                  <a:lnTo>
                    <a:pt x="309045" y="161769"/>
                  </a:lnTo>
                  <a:lnTo>
                    <a:pt x="308932" y="164009"/>
                  </a:lnTo>
                  <a:lnTo>
                    <a:pt x="308842" y="165800"/>
                  </a:lnTo>
                  <a:lnTo>
                    <a:pt x="308729" y="168040"/>
                  </a:lnTo>
                  <a:lnTo>
                    <a:pt x="308616" y="170280"/>
                  </a:lnTo>
                  <a:lnTo>
                    <a:pt x="308032" y="172944"/>
                  </a:lnTo>
                  <a:lnTo>
                    <a:pt x="307494" y="174713"/>
                  </a:lnTo>
                  <a:lnTo>
                    <a:pt x="306955" y="176482"/>
                  </a:lnTo>
                  <a:lnTo>
                    <a:pt x="306417" y="178251"/>
                  </a:lnTo>
                  <a:lnTo>
                    <a:pt x="305942" y="179812"/>
                  </a:lnTo>
                  <a:lnTo>
                    <a:pt x="279294" y="179812"/>
                  </a:lnTo>
                  <a:lnTo>
                    <a:pt x="272035" y="177869"/>
                  </a:lnTo>
                  <a:lnTo>
                    <a:pt x="247832" y="171391"/>
                  </a:lnTo>
                  <a:lnTo>
                    <a:pt x="222774" y="164684"/>
                  </a:lnTo>
                  <a:lnTo>
                    <a:pt x="195256" y="157319"/>
                  </a:lnTo>
                  <a:lnTo>
                    <a:pt x="169845" y="150518"/>
                  </a:lnTo>
                  <a:lnTo>
                    <a:pt x="150012" y="145210"/>
                  </a:lnTo>
                  <a:lnTo>
                    <a:pt x="145804" y="143725"/>
                  </a:lnTo>
                  <a:lnTo>
                    <a:pt x="120848" y="134920"/>
                  </a:lnTo>
                  <a:lnTo>
                    <a:pt x="97261" y="126599"/>
                  </a:lnTo>
                  <a:lnTo>
                    <a:pt x="74887" y="118705"/>
                  </a:lnTo>
                  <a:lnTo>
                    <a:pt x="50241" y="110009"/>
                  </a:lnTo>
                  <a:lnTo>
                    <a:pt x="33202" y="103998"/>
                  </a:lnTo>
                  <a:lnTo>
                    <a:pt x="13731" y="97128"/>
                  </a:lnTo>
                  <a:lnTo>
                    <a:pt x="0" y="92283"/>
                  </a:lnTo>
                  <a:lnTo>
                    <a:pt x="3692" y="76913"/>
                  </a:lnTo>
                  <a:lnTo>
                    <a:pt x="8128" y="58453"/>
                  </a:lnTo>
                  <a:lnTo>
                    <a:pt x="11805" y="43149"/>
                  </a:lnTo>
                  <a:lnTo>
                    <a:pt x="15317" y="28530"/>
                  </a:lnTo>
                  <a:lnTo>
                    <a:pt x="22172" y="0"/>
                  </a:lnTo>
                  <a:lnTo>
                    <a:pt x="43280" y="10207"/>
                  </a:lnTo>
                  <a:lnTo>
                    <a:pt x="87489" y="31587"/>
                  </a:lnTo>
                  <a:lnTo>
                    <a:pt x="84295" y="45955"/>
                  </a:lnTo>
                  <a:lnTo>
                    <a:pt x="78047" y="74057"/>
                  </a:lnTo>
                  <a:lnTo>
                    <a:pt x="72384" y="99530"/>
                  </a:lnTo>
                  <a:lnTo>
                    <a:pt x="145338" y="131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37815" y="6053275"/>
              <a:ext cx="150" cy="52"/>
            </a:xfrm>
            <a:custGeom>
              <a:avLst/>
              <a:pathLst>
                <a:path w="150" h="52">
                  <a:moveTo>
                    <a:pt x="0" y="0"/>
                  </a:moveTo>
                  <a:lnTo>
                    <a:pt x="150" y="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122909" y="5973046"/>
              <a:ext cx="82695" cy="79098"/>
            </a:xfrm>
            <a:custGeom>
              <a:avLst/>
              <a:pathLst>
                <a:path w="82695" h="79098">
                  <a:moveTo>
                    <a:pt x="53626" y="6137"/>
                  </a:moveTo>
                  <a:lnTo>
                    <a:pt x="60368" y="11440"/>
                  </a:lnTo>
                  <a:lnTo>
                    <a:pt x="70706" y="17240"/>
                  </a:lnTo>
                  <a:lnTo>
                    <a:pt x="82695" y="23966"/>
                  </a:lnTo>
                  <a:lnTo>
                    <a:pt x="78498" y="50196"/>
                  </a:lnTo>
                  <a:lnTo>
                    <a:pt x="74162" y="77302"/>
                  </a:lnTo>
                  <a:lnTo>
                    <a:pt x="60585" y="77677"/>
                  </a:lnTo>
                  <a:lnTo>
                    <a:pt x="41269" y="78210"/>
                  </a:lnTo>
                  <a:lnTo>
                    <a:pt x="24391" y="78677"/>
                  </a:lnTo>
                  <a:lnTo>
                    <a:pt x="9148" y="79098"/>
                  </a:lnTo>
                  <a:lnTo>
                    <a:pt x="4701" y="66115"/>
                  </a:lnTo>
                  <a:lnTo>
                    <a:pt x="0" y="52392"/>
                  </a:lnTo>
                  <a:lnTo>
                    <a:pt x="5096" y="45670"/>
                  </a:lnTo>
                  <a:lnTo>
                    <a:pt x="13245" y="34922"/>
                  </a:lnTo>
                  <a:lnTo>
                    <a:pt x="19779" y="26043"/>
                  </a:lnTo>
                  <a:lnTo>
                    <a:pt x="26657" y="16695"/>
                  </a:lnTo>
                  <a:lnTo>
                    <a:pt x="27759" y="15198"/>
                  </a:lnTo>
                  <a:lnTo>
                    <a:pt x="36016" y="8251"/>
                  </a:lnTo>
                  <a:lnTo>
                    <a:pt x="458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205496" y="6021236"/>
              <a:ext cx="53598" cy="32091"/>
            </a:xfrm>
            <a:custGeom>
              <a:avLst/>
              <a:pathLst>
                <a:path w="53598" h="32091">
                  <a:moveTo>
                    <a:pt x="0" y="24881"/>
                  </a:moveTo>
                  <a:lnTo>
                    <a:pt x="1165" y="20443"/>
                  </a:lnTo>
                  <a:lnTo>
                    <a:pt x="5558" y="3714"/>
                  </a:lnTo>
                  <a:lnTo>
                    <a:pt x="11995" y="3033"/>
                  </a:lnTo>
                  <a:lnTo>
                    <a:pt x="22079" y="1966"/>
                  </a:lnTo>
                  <a:lnTo>
                    <a:pt x="31598" y="958"/>
                  </a:lnTo>
                  <a:lnTo>
                    <a:pt x="40663" y="0"/>
                  </a:lnTo>
                  <a:lnTo>
                    <a:pt x="47707" y="17477"/>
                  </a:lnTo>
                  <a:lnTo>
                    <a:pt x="53598" y="32091"/>
                  </a:lnTo>
                  <a:lnTo>
                    <a:pt x="562" y="32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346192" y="5881504"/>
              <a:ext cx="251793" cy="57481"/>
            </a:xfrm>
            <a:custGeom>
              <a:avLst/>
              <a:pathLst>
                <a:path w="251793" h="57481">
                  <a:moveTo>
                    <a:pt x="67160" y="27307"/>
                  </a:moveTo>
                  <a:lnTo>
                    <a:pt x="107519" y="20091"/>
                  </a:lnTo>
                  <a:lnTo>
                    <a:pt x="146939" y="13042"/>
                  </a:lnTo>
                  <a:lnTo>
                    <a:pt x="185667" y="6118"/>
                  </a:lnTo>
                  <a:lnTo>
                    <a:pt x="249436" y="0"/>
                  </a:lnTo>
                  <a:lnTo>
                    <a:pt x="250394" y="10699"/>
                  </a:lnTo>
                  <a:lnTo>
                    <a:pt x="251793" y="26338"/>
                  </a:lnTo>
                  <a:lnTo>
                    <a:pt x="244317" y="27454"/>
                  </a:lnTo>
                  <a:lnTo>
                    <a:pt x="233433" y="29079"/>
                  </a:lnTo>
                  <a:lnTo>
                    <a:pt x="222288" y="30743"/>
                  </a:lnTo>
                  <a:lnTo>
                    <a:pt x="211268" y="32388"/>
                  </a:lnTo>
                  <a:lnTo>
                    <a:pt x="199717" y="34112"/>
                  </a:lnTo>
                  <a:lnTo>
                    <a:pt x="188170" y="35836"/>
                  </a:lnTo>
                  <a:lnTo>
                    <a:pt x="176408" y="37592"/>
                  </a:lnTo>
                  <a:lnTo>
                    <a:pt x="164383" y="39388"/>
                  </a:lnTo>
                  <a:lnTo>
                    <a:pt x="152575" y="41151"/>
                  </a:lnTo>
                  <a:lnTo>
                    <a:pt x="140712" y="42922"/>
                  </a:lnTo>
                  <a:lnTo>
                    <a:pt x="134332" y="43874"/>
                  </a:lnTo>
                  <a:lnTo>
                    <a:pt x="128561" y="44736"/>
                  </a:lnTo>
                  <a:lnTo>
                    <a:pt x="117946" y="46321"/>
                  </a:lnTo>
                  <a:lnTo>
                    <a:pt x="107140" y="47934"/>
                  </a:lnTo>
                  <a:lnTo>
                    <a:pt x="95881" y="49615"/>
                  </a:lnTo>
                  <a:lnTo>
                    <a:pt x="89663" y="50544"/>
                  </a:lnTo>
                  <a:lnTo>
                    <a:pt x="84402" y="51171"/>
                  </a:lnTo>
                  <a:lnTo>
                    <a:pt x="72851" y="52550"/>
                  </a:lnTo>
                  <a:lnTo>
                    <a:pt x="66814" y="53271"/>
                  </a:lnTo>
                  <a:lnTo>
                    <a:pt x="62167" y="53581"/>
                  </a:lnTo>
                  <a:lnTo>
                    <a:pt x="52114" y="54252"/>
                  </a:lnTo>
                  <a:lnTo>
                    <a:pt x="41343" y="54971"/>
                  </a:lnTo>
                  <a:lnTo>
                    <a:pt x="27934" y="55866"/>
                  </a:lnTo>
                  <a:lnTo>
                    <a:pt x="14265" y="56778"/>
                  </a:lnTo>
                  <a:lnTo>
                    <a:pt x="3732" y="57481"/>
                  </a:lnTo>
                  <a:lnTo>
                    <a:pt x="1735" y="42388"/>
                  </a:lnTo>
                  <a:lnTo>
                    <a:pt x="0" y="29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297485" y="5972773"/>
              <a:ext cx="46095" cy="80554"/>
            </a:xfrm>
            <a:custGeom>
              <a:avLst/>
              <a:pathLst>
                <a:path w="46095" h="80554">
                  <a:moveTo>
                    <a:pt x="18343" y="1730"/>
                  </a:moveTo>
                  <a:lnTo>
                    <a:pt x="33482" y="0"/>
                  </a:lnTo>
                  <a:lnTo>
                    <a:pt x="34636" y="7374"/>
                  </a:lnTo>
                  <a:lnTo>
                    <a:pt x="36500" y="19274"/>
                  </a:lnTo>
                  <a:lnTo>
                    <a:pt x="38364" y="31180"/>
                  </a:lnTo>
                  <a:lnTo>
                    <a:pt x="40236" y="43135"/>
                  </a:lnTo>
                  <a:lnTo>
                    <a:pt x="42289" y="56245"/>
                  </a:lnTo>
                  <a:lnTo>
                    <a:pt x="44225" y="68613"/>
                  </a:lnTo>
                  <a:lnTo>
                    <a:pt x="45805" y="78705"/>
                  </a:lnTo>
                  <a:lnTo>
                    <a:pt x="46095" y="80554"/>
                  </a:lnTo>
                  <a:lnTo>
                    <a:pt x="11497" y="80554"/>
                  </a:lnTo>
                  <a:lnTo>
                    <a:pt x="9543" y="67515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337002" y="5969520"/>
              <a:ext cx="45746" cy="83807"/>
            </a:xfrm>
            <a:custGeom>
              <a:avLst/>
              <a:pathLst>
                <a:path w="45746" h="83807">
                  <a:moveTo>
                    <a:pt x="11866" y="73878"/>
                  </a:moveTo>
                  <a:lnTo>
                    <a:pt x="10253" y="64159"/>
                  </a:lnTo>
                  <a:lnTo>
                    <a:pt x="8096" y="51164"/>
                  </a:lnTo>
                  <a:lnTo>
                    <a:pt x="5884" y="37833"/>
                  </a:lnTo>
                  <a:lnTo>
                    <a:pt x="4165" y="27480"/>
                  </a:lnTo>
                  <a:lnTo>
                    <a:pt x="2148" y="15327"/>
                  </a:lnTo>
                  <a:lnTo>
                    <a:pt x="0" y="2383"/>
                  </a:lnTo>
                  <a:lnTo>
                    <a:pt x="14693" y="1262"/>
                  </a:lnTo>
                  <a:lnTo>
                    <a:pt x="31222" y="0"/>
                  </a:lnTo>
                  <a:lnTo>
                    <a:pt x="35748" y="26114"/>
                  </a:lnTo>
                  <a:lnTo>
                    <a:pt x="41505" y="59333"/>
                  </a:lnTo>
                  <a:lnTo>
                    <a:pt x="45746" y="83807"/>
                  </a:lnTo>
                  <a:lnTo>
                    <a:pt x="13514" y="83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375328" y="5966338"/>
              <a:ext cx="63392" cy="86989"/>
            </a:xfrm>
            <a:custGeom>
              <a:avLst/>
              <a:pathLst>
                <a:path w="63392" h="86989">
                  <a:moveTo>
                    <a:pt x="20614" y="1631"/>
                  </a:moveTo>
                  <a:lnTo>
                    <a:pt x="49773" y="0"/>
                  </a:lnTo>
                  <a:lnTo>
                    <a:pt x="52538" y="17663"/>
                  </a:lnTo>
                  <a:lnTo>
                    <a:pt x="55612" y="37298"/>
                  </a:lnTo>
                  <a:lnTo>
                    <a:pt x="58546" y="56038"/>
                  </a:lnTo>
                  <a:lnTo>
                    <a:pt x="61251" y="73314"/>
                  </a:lnTo>
                  <a:lnTo>
                    <a:pt x="63392" y="86989"/>
                  </a:lnTo>
                  <a:lnTo>
                    <a:pt x="14375" y="86989"/>
                  </a:lnTo>
                  <a:lnTo>
                    <a:pt x="14342" y="86793"/>
                  </a:lnTo>
                  <a:lnTo>
                    <a:pt x="12100" y="73660"/>
                  </a:lnTo>
                  <a:lnTo>
                    <a:pt x="9457" y="58183"/>
                  </a:lnTo>
                  <a:lnTo>
                    <a:pt x="6895" y="43173"/>
                  </a:lnTo>
                  <a:lnTo>
                    <a:pt x="4639" y="29961"/>
                  </a:lnTo>
                  <a:lnTo>
                    <a:pt x="2062" y="14862"/>
                  </a:lnTo>
                  <a:lnTo>
                    <a:pt x="0" y="2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31653" y="5964376"/>
              <a:ext cx="39697" cy="88951"/>
            </a:xfrm>
            <a:custGeom>
              <a:avLst/>
              <a:pathLst>
                <a:path w="39697" h="88951">
                  <a:moveTo>
                    <a:pt x="12833" y="877"/>
                  </a:moveTo>
                  <a:lnTo>
                    <a:pt x="28518" y="0"/>
                  </a:lnTo>
                  <a:lnTo>
                    <a:pt x="29927" y="11207"/>
                  </a:lnTo>
                  <a:lnTo>
                    <a:pt x="32797" y="34051"/>
                  </a:lnTo>
                  <a:lnTo>
                    <a:pt x="36185" y="61006"/>
                  </a:lnTo>
                  <a:lnTo>
                    <a:pt x="39213" y="85101"/>
                  </a:lnTo>
                  <a:lnTo>
                    <a:pt x="39697" y="88951"/>
                  </a:lnTo>
                  <a:lnTo>
                    <a:pt x="13499" y="88951"/>
                  </a:lnTo>
                  <a:lnTo>
                    <a:pt x="12747" y="84080"/>
                  </a:lnTo>
                  <a:lnTo>
                    <a:pt x="10170" y="67408"/>
                  </a:lnTo>
                  <a:lnTo>
                    <a:pt x="7511" y="50200"/>
                  </a:lnTo>
                  <a:lnTo>
                    <a:pt x="5017" y="34065"/>
                  </a:lnTo>
                  <a:lnTo>
                    <a:pt x="2268" y="16275"/>
                  </a:lnTo>
                  <a:lnTo>
                    <a:pt x="0" y="1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472796" y="5963322"/>
              <a:ext cx="126361" cy="90005"/>
            </a:xfrm>
            <a:custGeom>
              <a:avLst/>
              <a:pathLst>
                <a:path w="126361" h="90005">
                  <a:moveTo>
                    <a:pt x="104170" y="32262"/>
                  </a:moveTo>
                  <a:lnTo>
                    <a:pt x="86232" y="45664"/>
                  </a:lnTo>
                  <a:lnTo>
                    <a:pt x="50245" y="72551"/>
                  </a:lnTo>
                  <a:lnTo>
                    <a:pt x="41031" y="79436"/>
                  </a:lnTo>
                  <a:lnTo>
                    <a:pt x="43482" y="90005"/>
                  </a:lnTo>
                  <a:lnTo>
                    <a:pt x="6693" y="90005"/>
                  </a:lnTo>
                  <a:lnTo>
                    <a:pt x="6293" y="84948"/>
                  </a:lnTo>
                  <a:lnTo>
                    <a:pt x="5816" y="78919"/>
                  </a:lnTo>
                  <a:lnTo>
                    <a:pt x="5267" y="71984"/>
                  </a:lnTo>
                  <a:lnTo>
                    <a:pt x="4819" y="66319"/>
                  </a:lnTo>
                  <a:lnTo>
                    <a:pt x="4348" y="60371"/>
                  </a:lnTo>
                  <a:lnTo>
                    <a:pt x="3904" y="54759"/>
                  </a:lnTo>
                  <a:lnTo>
                    <a:pt x="3413" y="48557"/>
                  </a:lnTo>
                  <a:lnTo>
                    <a:pt x="2955" y="42768"/>
                  </a:lnTo>
                  <a:lnTo>
                    <a:pt x="2412" y="35902"/>
                  </a:lnTo>
                  <a:lnTo>
                    <a:pt x="1824" y="28470"/>
                  </a:lnTo>
                  <a:lnTo>
                    <a:pt x="1091" y="19212"/>
                  </a:lnTo>
                  <a:lnTo>
                    <a:pt x="406" y="10555"/>
                  </a:lnTo>
                  <a:lnTo>
                    <a:pt x="0" y="5418"/>
                  </a:lnTo>
                  <a:lnTo>
                    <a:pt x="53244" y="3126"/>
                  </a:lnTo>
                  <a:lnTo>
                    <a:pt x="125868" y="0"/>
                  </a:lnTo>
                  <a:lnTo>
                    <a:pt x="126000" y="8208"/>
                  </a:lnTo>
                  <a:lnTo>
                    <a:pt x="126237" y="22953"/>
                  </a:lnTo>
                  <a:lnTo>
                    <a:pt x="126361" y="307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03923" y="5963330"/>
              <a:ext cx="61095" cy="60053"/>
            </a:xfrm>
            <a:custGeom>
              <a:avLst/>
              <a:pathLst>
                <a:path w="61095" h="60053">
                  <a:moveTo>
                    <a:pt x="60093" y="7632"/>
                  </a:moveTo>
                  <a:lnTo>
                    <a:pt x="58999" y="13517"/>
                  </a:lnTo>
                  <a:lnTo>
                    <a:pt x="57689" y="20558"/>
                  </a:lnTo>
                  <a:lnTo>
                    <a:pt x="56141" y="28883"/>
                  </a:lnTo>
                  <a:lnTo>
                    <a:pt x="54756" y="36331"/>
                  </a:lnTo>
                  <a:lnTo>
                    <a:pt x="54214" y="39247"/>
                  </a:lnTo>
                  <a:lnTo>
                    <a:pt x="45904" y="44479"/>
                  </a:lnTo>
                  <a:lnTo>
                    <a:pt x="38825" y="48936"/>
                  </a:lnTo>
                  <a:lnTo>
                    <a:pt x="37126" y="51819"/>
                  </a:lnTo>
                  <a:lnTo>
                    <a:pt x="32274" y="60053"/>
                  </a:lnTo>
                  <a:lnTo>
                    <a:pt x="18245" y="59694"/>
                  </a:lnTo>
                  <a:lnTo>
                    <a:pt x="1258" y="59259"/>
                  </a:lnTo>
                  <a:lnTo>
                    <a:pt x="623" y="29377"/>
                  </a:lnTo>
                  <a:lnTo>
                    <a:pt x="0" y="0"/>
                  </a:lnTo>
                  <a:lnTo>
                    <a:pt x="26099" y="958"/>
                  </a:lnTo>
                  <a:lnTo>
                    <a:pt x="61095" y="2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670438" y="5965774"/>
              <a:ext cx="38344" cy="56435"/>
            </a:xfrm>
            <a:custGeom>
              <a:avLst/>
              <a:pathLst>
                <a:path w="38344" h="56435">
                  <a:moveTo>
                    <a:pt x="38247" y="26746"/>
                  </a:moveTo>
                  <a:lnTo>
                    <a:pt x="38133" y="56435"/>
                  </a:lnTo>
                  <a:lnTo>
                    <a:pt x="20377" y="53351"/>
                  </a:lnTo>
                  <a:lnTo>
                    <a:pt x="0" y="49811"/>
                  </a:lnTo>
                  <a:lnTo>
                    <a:pt x="5" y="43752"/>
                  </a:lnTo>
                  <a:lnTo>
                    <a:pt x="14" y="34274"/>
                  </a:lnTo>
                  <a:lnTo>
                    <a:pt x="23" y="24442"/>
                  </a:lnTo>
                  <a:lnTo>
                    <a:pt x="32" y="15761"/>
                  </a:lnTo>
                  <a:lnTo>
                    <a:pt x="40" y="6349"/>
                  </a:lnTo>
                  <a:lnTo>
                    <a:pt x="46" y="0"/>
                  </a:lnTo>
                  <a:lnTo>
                    <a:pt x="18387" y="673"/>
                  </a:lnTo>
                  <a:lnTo>
                    <a:pt x="38344" y="1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26960" y="5959205"/>
              <a:ext cx="61349" cy="91037"/>
            </a:xfrm>
            <a:custGeom>
              <a:avLst/>
              <a:pathLst>
                <a:path w="61349" h="91037">
                  <a:moveTo>
                    <a:pt x="52269" y="48451"/>
                  </a:moveTo>
                  <a:lnTo>
                    <a:pt x="41697" y="87421"/>
                  </a:lnTo>
                  <a:lnTo>
                    <a:pt x="38273" y="88204"/>
                  </a:lnTo>
                  <a:lnTo>
                    <a:pt x="30220" y="90047"/>
                  </a:lnTo>
                  <a:lnTo>
                    <a:pt x="25893" y="91037"/>
                  </a:lnTo>
                  <a:lnTo>
                    <a:pt x="2941" y="21777"/>
                  </a:lnTo>
                  <a:lnTo>
                    <a:pt x="0" y="12900"/>
                  </a:lnTo>
                  <a:lnTo>
                    <a:pt x="17808" y="0"/>
                  </a:lnTo>
                  <a:lnTo>
                    <a:pt x="21176" y="1159"/>
                  </a:lnTo>
                  <a:lnTo>
                    <a:pt x="30723" y="4444"/>
                  </a:lnTo>
                  <a:lnTo>
                    <a:pt x="41043" y="7995"/>
                  </a:lnTo>
                  <a:lnTo>
                    <a:pt x="51076" y="11447"/>
                  </a:lnTo>
                  <a:lnTo>
                    <a:pt x="61349" y="14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23019" y="5847390"/>
              <a:ext cx="165659" cy="44854"/>
            </a:xfrm>
            <a:custGeom>
              <a:avLst/>
              <a:pathLst>
                <a:path w="165659" h="44854">
                  <a:moveTo>
                    <a:pt x="123590" y="40621"/>
                  </a:moveTo>
                  <a:lnTo>
                    <a:pt x="114074" y="38639"/>
                  </a:lnTo>
                  <a:lnTo>
                    <a:pt x="106841" y="35127"/>
                  </a:lnTo>
                  <a:lnTo>
                    <a:pt x="93698" y="32279"/>
                  </a:lnTo>
                  <a:lnTo>
                    <a:pt x="34244" y="17199"/>
                  </a:lnTo>
                  <a:lnTo>
                    <a:pt x="19620" y="15402"/>
                  </a:lnTo>
                  <a:lnTo>
                    <a:pt x="8517" y="12700"/>
                  </a:lnTo>
                  <a:lnTo>
                    <a:pt x="3841" y="9488"/>
                  </a:lnTo>
                  <a:lnTo>
                    <a:pt x="0" y="5939"/>
                  </a:lnTo>
                  <a:lnTo>
                    <a:pt x="9139" y="0"/>
                  </a:lnTo>
                  <a:lnTo>
                    <a:pt x="80403" y="17624"/>
                  </a:lnTo>
                  <a:lnTo>
                    <a:pt x="133255" y="30695"/>
                  </a:lnTo>
                  <a:lnTo>
                    <a:pt x="146807" y="24984"/>
                  </a:lnTo>
                  <a:lnTo>
                    <a:pt x="165659" y="30645"/>
                  </a:lnTo>
                  <a:lnTo>
                    <a:pt x="163496" y="41608"/>
                  </a:lnTo>
                  <a:lnTo>
                    <a:pt x="160641" y="44516"/>
                  </a:lnTo>
                  <a:lnTo>
                    <a:pt x="157337" y="44854"/>
                  </a:lnTo>
                  <a:lnTo>
                    <a:pt x="149865" y="44449"/>
                  </a:lnTo>
                  <a:lnTo>
                    <a:pt x="138275" y="41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333393" y="5940658"/>
              <a:ext cx="69279" cy="23339"/>
            </a:xfrm>
            <a:custGeom>
              <a:avLst/>
              <a:pathLst>
                <a:path w="69279" h="23339">
                  <a:moveTo>
                    <a:pt x="69061" y="13449"/>
                  </a:moveTo>
                  <a:lnTo>
                    <a:pt x="68844" y="23339"/>
                  </a:lnTo>
                  <a:lnTo>
                    <a:pt x="32316" y="20715"/>
                  </a:lnTo>
                  <a:lnTo>
                    <a:pt x="0" y="18394"/>
                  </a:lnTo>
                  <a:lnTo>
                    <a:pt x="19" y="10810"/>
                  </a:lnTo>
                  <a:lnTo>
                    <a:pt x="46" y="0"/>
                  </a:lnTo>
                  <a:lnTo>
                    <a:pt x="11498" y="577"/>
                  </a:lnTo>
                  <a:lnTo>
                    <a:pt x="22824" y="1147"/>
                  </a:lnTo>
                  <a:lnTo>
                    <a:pt x="34418" y="1732"/>
                  </a:lnTo>
                  <a:lnTo>
                    <a:pt x="43968" y="2213"/>
                  </a:lnTo>
                  <a:lnTo>
                    <a:pt x="55805" y="2810"/>
                  </a:lnTo>
                  <a:lnTo>
                    <a:pt x="63211" y="3183"/>
                  </a:lnTo>
                  <a:lnTo>
                    <a:pt x="69279" y="3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187815" y="5831658"/>
              <a:ext cx="59361" cy="85307"/>
            </a:xfrm>
            <a:custGeom>
              <a:avLst/>
              <a:pathLst>
                <a:path w="59361" h="85307">
                  <a:moveTo>
                    <a:pt x="36445" y="81742"/>
                  </a:moveTo>
                  <a:lnTo>
                    <a:pt x="12433" y="85307"/>
                  </a:lnTo>
                  <a:lnTo>
                    <a:pt x="11177" y="77082"/>
                  </a:lnTo>
                  <a:lnTo>
                    <a:pt x="9581" y="66627"/>
                  </a:lnTo>
                  <a:lnTo>
                    <a:pt x="7767" y="54745"/>
                  </a:lnTo>
                  <a:lnTo>
                    <a:pt x="5843" y="42140"/>
                  </a:lnTo>
                  <a:lnTo>
                    <a:pt x="4284" y="31927"/>
                  </a:lnTo>
                  <a:lnTo>
                    <a:pt x="2663" y="21308"/>
                  </a:lnTo>
                  <a:lnTo>
                    <a:pt x="1544" y="13982"/>
                  </a:lnTo>
                  <a:lnTo>
                    <a:pt x="0" y="3863"/>
                  </a:lnTo>
                  <a:lnTo>
                    <a:pt x="24742" y="1912"/>
                  </a:lnTo>
                  <a:lnTo>
                    <a:pt x="49002" y="0"/>
                  </a:lnTo>
                  <a:lnTo>
                    <a:pt x="50089" y="8218"/>
                  </a:lnTo>
                  <a:lnTo>
                    <a:pt x="52261" y="24639"/>
                  </a:lnTo>
                  <a:lnTo>
                    <a:pt x="54058" y="38231"/>
                  </a:lnTo>
                  <a:lnTo>
                    <a:pt x="55979" y="52761"/>
                  </a:lnTo>
                  <a:lnTo>
                    <a:pt x="57953" y="67688"/>
                  </a:lnTo>
                  <a:lnTo>
                    <a:pt x="59361" y="783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243094" y="5843179"/>
              <a:ext cx="48870" cy="66188"/>
            </a:xfrm>
            <a:custGeom>
              <a:avLst/>
              <a:pathLst>
                <a:path w="48870" h="66188">
                  <a:moveTo>
                    <a:pt x="29593" y="63031"/>
                  </a:moveTo>
                  <a:lnTo>
                    <a:pt x="8332" y="66188"/>
                  </a:lnTo>
                  <a:lnTo>
                    <a:pt x="7227" y="57736"/>
                  </a:lnTo>
                  <a:lnTo>
                    <a:pt x="5242" y="42549"/>
                  </a:lnTo>
                  <a:lnTo>
                    <a:pt x="3395" y="28416"/>
                  </a:lnTo>
                  <a:lnTo>
                    <a:pt x="1426" y="13357"/>
                  </a:lnTo>
                  <a:lnTo>
                    <a:pt x="0" y="2439"/>
                  </a:lnTo>
                  <a:lnTo>
                    <a:pt x="21415" y="1164"/>
                  </a:lnTo>
                  <a:lnTo>
                    <a:pt x="40963" y="0"/>
                  </a:lnTo>
                  <a:lnTo>
                    <a:pt x="41841" y="6683"/>
                  </a:lnTo>
                  <a:lnTo>
                    <a:pt x="43143" y="16591"/>
                  </a:lnTo>
                  <a:lnTo>
                    <a:pt x="44584" y="27553"/>
                  </a:lnTo>
                  <a:lnTo>
                    <a:pt x="45909" y="37636"/>
                  </a:lnTo>
                  <a:lnTo>
                    <a:pt x="47261" y="47923"/>
                  </a:lnTo>
                  <a:lnTo>
                    <a:pt x="48870" y="601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287701" y="5839748"/>
              <a:ext cx="58754" cy="63067"/>
            </a:xfrm>
            <a:custGeom>
              <a:avLst/>
              <a:pathLst>
                <a:path w="58754" h="63067">
                  <a:moveTo>
                    <a:pt x="32472" y="60920"/>
                  </a:moveTo>
                  <a:lnTo>
                    <a:pt x="11643" y="62505"/>
                  </a:lnTo>
                  <a:lnTo>
                    <a:pt x="7855" y="63067"/>
                  </a:lnTo>
                  <a:lnTo>
                    <a:pt x="5440" y="44668"/>
                  </a:lnTo>
                  <a:lnTo>
                    <a:pt x="3326" y="28560"/>
                  </a:lnTo>
                  <a:lnTo>
                    <a:pt x="1561" y="15113"/>
                  </a:lnTo>
                  <a:lnTo>
                    <a:pt x="0" y="3214"/>
                  </a:lnTo>
                  <a:lnTo>
                    <a:pt x="26152" y="1656"/>
                  </a:lnTo>
                  <a:lnTo>
                    <a:pt x="53970" y="0"/>
                  </a:lnTo>
                  <a:lnTo>
                    <a:pt x="55686" y="21134"/>
                  </a:lnTo>
                  <a:lnTo>
                    <a:pt x="56457" y="30627"/>
                  </a:lnTo>
                  <a:lnTo>
                    <a:pt x="57298" y="40989"/>
                  </a:lnTo>
                  <a:lnTo>
                    <a:pt x="58018" y="49862"/>
                  </a:lnTo>
                  <a:lnTo>
                    <a:pt x="58754" y="58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345682" y="5813426"/>
              <a:ext cx="44537" cy="87339"/>
            </a:xfrm>
            <a:custGeom>
              <a:avLst/>
              <a:pathLst>
                <a:path w="44537" h="87339">
                  <a:moveTo>
                    <a:pt x="22844" y="86411"/>
                  </a:moveTo>
                  <a:lnTo>
                    <a:pt x="4843" y="85458"/>
                  </a:lnTo>
                  <a:lnTo>
                    <a:pt x="4298" y="78781"/>
                  </a:lnTo>
                  <a:lnTo>
                    <a:pt x="3359" y="67272"/>
                  </a:lnTo>
                  <a:lnTo>
                    <a:pt x="2315" y="54474"/>
                  </a:lnTo>
                  <a:lnTo>
                    <a:pt x="1501" y="44492"/>
                  </a:lnTo>
                  <a:lnTo>
                    <a:pt x="668" y="34272"/>
                  </a:lnTo>
                  <a:lnTo>
                    <a:pt x="0" y="26083"/>
                  </a:lnTo>
                  <a:lnTo>
                    <a:pt x="21044" y="13758"/>
                  </a:lnTo>
                  <a:lnTo>
                    <a:pt x="44537" y="0"/>
                  </a:lnTo>
                  <a:lnTo>
                    <a:pt x="44218" y="6728"/>
                  </a:lnTo>
                  <a:lnTo>
                    <a:pt x="43681" y="18067"/>
                  </a:lnTo>
                  <a:lnTo>
                    <a:pt x="43188" y="28449"/>
                  </a:lnTo>
                  <a:lnTo>
                    <a:pt x="42695" y="38854"/>
                  </a:lnTo>
                  <a:lnTo>
                    <a:pt x="42265" y="47910"/>
                  </a:lnTo>
                  <a:lnTo>
                    <a:pt x="41783" y="58075"/>
                  </a:lnTo>
                  <a:lnTo>
                    <a:pt x="41272" y="68847"/>
                  </a:lnTo>
                  <a:lnTo>
                    <a:pt x="40697" y="80973"/>
                  </a:lnTo>
                  <a:lnTo>
                    <a:pt x="40395" y="873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464430" y="5776436"/>
              <a:ext cx="56242" cy="83276"/>
            </a:xfrm>
            <a:custGeom>
              <a:avLst/>
              <a:pathLst>
                <a:path w="56242" h="83276">
                  <a:moveTo>
                    <a:pt x="6015" y="68664"/>
                  </a:moveTo>
                  <a:lnTo>
                    <a:pt x="4690" y="53874"/>
                  </a:lnTo>
                  <a:lnTo>
                    <a:pt x="2943" y="34377"/>
                  </a:lnTo>
                  <a:lnTo>
                    <a:pt x="2074" y="24677"/>
                  </a:lnTo>
                  <a:lnTo>
                    <a:pt x="1411" y="16790"/>
                  </a:lnTo>
                  <a:lnTo>
                    <a:pt x="0" y="0"/>
                  </a:lnTo>
                  <a:lnTo>
                    <a:pt x="28852" y="1043"/>
                  </a:lnTo>
                  <a:lnTo>
                    <a:pt x="49527" y="1791"/>
                  </a:lnTo>
                  <a:lnTo>
                    <a:pt x="50740" y="15821"/>
                  </a:lnTo>
                  <a:lnTo>
                    <a:pt x="53003" y="41995"/>
                  </a:lnTo>
                  <a:lnTo>
                    <a:pt x="54773" y="62464"/>
                  </a:lnTo>
                  <a:lnTo>
                    <a:pt x="56242" y="79447"/>
                  </a:lnTo>
                  <a:lnTo>
                    <a:pt x="50010" y="79935"/>
                  </a:lnTo>
                  <a:lnTo>
                    <a:pt x="40061" y="80713"/>
                  </a:lnTo>
                  <a:lnTo>
                    <a:pt x="29760" y="81520"/>
                  </a:lnTo>
                  <a:lnTo>
                    <a:pt x="21762" y="82146"/>
                  </a:lnTo>
                  <a:lnTo>
                    <a:pt x="12937" y="82836"/>
                  </a:lnTo>
                  <a:lnTo>
                    <a:pt x="7323" y="83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520002" y="5778447"/>
              <a:ext cx="69533" cy="76946"/>
            </a:xfrm>
            <a:custGeom>
              <a:avLst/>
              <a:pathLst>
                <a:path w="69533" h="76946">
                  <a:moveTo>
                    <a:pt x="5430" y="60287"/>
                  </a:moveTo>
                  <a:lnTo>
                    <a:pt x="3522" y="39106"/>
                  </a:lnTo>
                  <a:lnTo>
                    <a:pt x="1249" y="13869"/>
                  </a:lnTo>
                  <a:lnTo>
                    <a:pt x="0" y="0"/>
                  </a:lnTo>
                  <a:lnTo>
                    <a:pt x="9140" y="330"/>
                  </a:lnTo>
                  <a:lnTo>
                    <a:pt x="24485" y="885"/>
                  </a:lnTo>
                  <a:lnTo>
                    <a:pt x="37238" y="1347"/>
                  </a:lnTo>
                  <a:lnTo>
                    <a:pt x="39371" y="10319"/>
                  </a:lnTo>
                  <a:lnTo>
                    <a:pt x="41438" y="19014"/>
                  </a:lnTo>
                  <a:lnTo>
                    <a:pt x="43953" y="29597"/>
                  </a:lnTo>
                  <a:lnTo>
                    <a:pt x="44907" y="33612"/>
                  </a:lnTo>
                  <a:lnTo>
                    <a:pt x="64915" y="31966"/>
                  </a:lnTo>
                  <a:lnTo>
                    <a:pt x="65572" y="37667"/>
                  </a:lnTo>
                  <a:lnTo>
                    <a:pt x="67066" y="50636"/>
                  </a:lnTo>
                  <a:lnTo>
                    <a:pt x="68326" y="61571"/>
                  </a:lnTo>
                  <a:lnTo>
                    <a:pt x="69533" y="72046"/>
                  </a:lnTo>
                  <a:lnTo>
                    <a:pt x="36230" y="74653"/>
                  </a:lnTo>
                  <a:lnTo>
                    <a:pt x="6931" y="76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841963" y="5894781"/>
              <a:ext cx="61477" cy="64226"/>
            </a:xfrm>
            <a:custGeom>
              <a:avLst/>
              <a:pathLst>
                <a:path w="61477" h="64226">
                  <a:moveTo>
                    <a:pt x="28912" y="64096"/>
                  </a:moveTo>
                  <a:lnTo>
                    <a:pt x="0" y="63958"/>
                  </a:lnTo>
                  <a:lnTo>
                    <a:pt x="85" y="51191"/>
                  </a:lnTo>
                  <a:lnTo>
                    <a:pt x="223" y="30689"/>
                  </a:lnTo>
                  <a:lnTo>
                    <a:pt x="332" y="14519"/>
                  </a:lnTo>
                  <a:lnTo>
                    <a:pt x="426" y="527"/>
                  </a:lnTo>
                  <a:lnTo>
                    <a:pt x="27700" y="291"/>
                  </a:lnTo>
                  <a:lnTo>
                    <a:pt x="61477" y="0"/>
                  </a:lnTo>
                  <a:lnTo>
                    <a:pt x="60485" y="11982"/>
                  </a:lnTo>
                  <a:lnTo>
                    <a:pt x="60294" y="14286"/>
                  </a:lnTo>
                  <a:lnTo>
                    <a:pt x="59880" y="19296"/>
                  </a:lnTo>
                  <a:lnTo>
                    <a:pt x="58109" y="40677"/>
                  </a:lnTo>
                  <a:lnTo>
                    <a:pt x="57804" y="44362"/>
                  </a:lnTo>
                  <a:lnTo>
                    <a:pt x="56392" y="61414"/>
                  </a:lnTo>
                  <a:lnTo>
                    <a:pt x="56201" y="64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836646" y="5796358"/>
              <a:ext cx="35676" cy="66218"/>
            </a:xfrm>
            <a:custGeom>
              <a:avLst/>
              <a:pathLst>
                <a:path w="35676" h="66218">
                  <a:moveTo>
                    <a:pt x="0" y="66218"/>
                  </a:moveTo>
                  <a:lnTo>
                    <a:pt x="0" y="0"/>
                  </a:lnTo>
                  <a:lnTo>
                    <a:pt x="4959" y="3998"/>
                  </a:lnTo>
                  <a:lnTo>
                    <a:pt x="20352" y="16408"/>
                  </a:lnTo>
                  <a:lnTo>
                    <a:pt x="35676" y="28763"/>
                  </a:lnTo>
                  <a:lnTo>
                    <a:pt x="17055" y="483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836646" y="5294089"/>
              <a:ext cx="164110" cy="81624"/>
            </a:xfrm>
            <a:custGeom>
              <a:avLst/>
              <a:pathLst>
                <a:path w="164110" h="81624">
                  <a:moveTo>
                    <a:pt x="85601" y="80100"/>
                  </a:moveTo>
                  <a:lnTo>
                    <a:pt x="69391" y="77684"/>
                  </a:lnTo>
                  <a:lnTo>
                    <a:pt x="64835" y="63988"/>
                  </a:lnTo>
                  <a:lnTo>
                    <a:pt x="60029" y="49537"/>
                  </a:lnTo>
                  <a:lnTo>
                    <a:pt x="52136" y="46962"/>
                  </a:lnTo>
                  <a:lnTo>
                    <a:pt x="34146" y="41093"/>
                  </a:lnTo>
                  <a:lnTo>
                    <a:pt x="24859" y="42922"/>
                  </a:lnTo>
                  <a:lnTo>
                    <a:pt x="7173" y="46404"/>
                  </a:lnTo>
                  <a:lnTo>
                    <a:pt x="0" y="47817"/>
                  </a:lnTo>
                  <a:lnTo>
                    <a:pt x="0" y="7137"/>
                  </a:lnTo>
                  <a:lnTo>
                    <a:pt x="5044" y="6176"/>
                  </a:lnTo>
                  <a:lnTo>
                    <a:pt x="26530" y="2081"/>
                  </a:lnTo>
                  <a:lnTo>
                    <a:pt x="37450" y="0"/>
                  </a:lnTo>
                  <a:lnTo>
                    <a:pt x="51826" y="1725"/>
                  </a:lnTo>
                  <a:lnTo>
                    <a:pt x="75770" y="4598"/>
                  </a:lnTo>
                  <a:lnTo>
                    <a:pt x="101549" y="7691"/>
                  </a:lnTo>
                  <a:lnTo>
                    <a:pt x="127682" y="10827"/>
                  </a:lnTo>
                  <a:lnTo>
                    <a:pt x="164110" y="15199"/>
                  </a:lnTo>
                  <a:lnTo>
                    <a:pt x="161962" y="32137"/>
                  </a:lnTo>
                  <a:lnTo>
                    <a:pt x="160255" y="45597"/>
                  </a:lnTo>
                  <a:lnTo>
                    <a:pt x="137387" y="47404"/>
                  </a:lnTo>
                  <a:lnTo>
                    <a:pt x="112391" y="49379"/>
                  </a:lnTo>
                  <a:lnTo>
                    <a:pt x="96176" y="50661"/>
                  </a:lnTo>
                  <a:lnTo>
                    <a:pt x="95824" y="8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836646" y="5466939"/>
              <a:ext cx="12484" cy="36395"/>
            </a:xfrm>
            <a:custGeom>
              <a:avLst/>
              <a:pathLst>
                <a:path w="12484" h="36395">
                  <a:moveTo>
                    <a:pt x="2686" y="2497"/>
                  </a:moveTo>
                  <a:lnTo>
                    <a:pt x="9489" y="0"/>
                  </a:lnTo>
                  <a:lnTo>
                    <a:pt x="10689" y="12595"/>
                  </a:lnTo>
                  <a:lnTo>
                    <a:pt x="12484" y="31441"/>
                  </a:lnTo>
                  <a:lnTo>
                    <a:pt x="4352" y="34668"/>
                  </a:lnTo>
                  <a:lnTo>
                    <a:pt x="0" y="36395"/>
                  </a:lnTo>
                  <a:lnTo>
                    <a:pt x="0" y="3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836646" y="5671413"/>
              <a:ext cx="48081" cy="27936"/>
            </a:xfrm>
            <a:custGeom>
              <a:avLst/>
              <a:pathLst>
                <a:path w="48081" h="27936">
                  <a:moveTo>
                    <a:pt x="2147" y="1949"/>
                  </a:moveTo>
                  <a:lnTo>
                    <a:pt x="7435" y="1724"/>
                  </a:lnTo>
                  <a:lnTo>
                    <a:pt x="12880" y="1493"/>
                  </a:lnTo>
                  <a:lnTo>
                    <a:pt x="19103" y="1229"/>
                  </a:lnTo>
                  <a:lnTo>
                    <a:pt x="25209" y="970"/>
                  </a:lnTo>
                  <a:lnTo>
                    <a:pt x="31754" y="692"/>
                  </a:lnTo>
                  <a:lnTo>
                    <a:pt x="40955" y="302"/>
                  </a:lnTo>
                  <a:lnTo>
                    <a:pt x="48081" y="0"/>
                  </a:lnTo>
                  <a:lnTo>
                    <a:pt x="47801" y="8977"/>
                  </a:lnTo>
                  <a:lnTo>
                    <a:pt x="47482" y="19244"/>
                  </a:lnTo>
                  <a:lnTo>
                    <a:pt x="0" y="27936"/>
                  </a:lnTo>
                  <a:lnTo>
                    <a:pt x="0" y="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1887704" y="5602764"/>
              <a:ext cx="280027" cy="90134"/>
            </a:xfrm>
            <a:custGeom>
              <a:avLst/>
              <a:pathLst>
                <a:path w="280027" h="90134">
                  <a:moveTo>
                    <a:pt x="170834" y="49379"/>
                  </a:moveTo>
                  <a:lnTo>
                    <a:pt x="179800" y="44746"/>
                  </a:lnTo>
                  <a:lnTo>
                    <a:pt x="188412" y="40296"/>
                  </a:lnTo>
                  <a:lnTo>
                    <a:pt x="196344" y="36197"/>
                  </a:lnTo>
                  <a:lnTo>
                    <a:pt x="205269" y="31585"/>
                  </a:lnTo>
                  <a:lnTo>
                    <a:pt x="214058" y="27043"/>
                  </a:lnTo>
                  <a:lnTo>
                    <a:pt x="223100" y="22371"/>
                  </a:lnTo>
                  <a:lnTo>
                    <a:pt x="234287" y="16590"/>
                  </a:lnTo>
                  <a:lnTo>
                    <a:pt x="243852" y="11647"/>
                  </a:lnTo>
                  <a:lnTo>
                    <a:pt x="254468" y="6161"/>
                  </a:lnTo>
                  <a:lnTo>
                    <a:pt x="266392" y="0"/>
                  </a:lnTo>
                  <a:lnTo>
                    <a:pt x="272908" y="8046"/>
                  </a:lnTo>
                  <a:lnTo>
                    <a:pt x="280027" y="16837"/>
                  </a:lnTo>
                  <a:lnTo>
                    <a:pt x="176157" y="80321"/>
                  </a:lnTo>
                  <a:lnTo>
                    <a:pt x="165060" y="87103"/>
                  </a:lnTo>
                  <a:lnTo>
                    <a:pt x="109033" y="88132"/>
                  </a:lnTo>
                  <a:lnTo>
                    <a:pt x="0" y="90134"/>
                  </a:lnTo>
                  <a:lnTo>
                    <a:pt x="515" y="81126"/>
                  </a:lnTo>
                  <a:lnTo>
                    <a:pt x="1245" y="68366"/>
                  </a:lnTo>
                  <a:lnTo>
                    <a:pt x="8857" y="68184"/>
                  </a:lnTo>
                  <a:lnTo>
                    <a:pt x="16563" y="68001"/>
                  </a:lnTo>
                  <a:lnTo>
                    <a:pt x="24545" y="67810"/>
                  </a:lnTo>
                  <a:lnTo>
                    <a:pt x="33763" y="67590"/>
                  </a:lnTo>
                  <a:lnTo>
                    <a:pt x="42958" y="67371"/>
                  </a:lnTo>
                  <a:lnTo>
                    <a:pt x="52690" y="67139"/>
                  </a:lnTo>
                  <a:lnTo>
                    <a:pt x="63057" y="66892"/>
                  </a:lnTo>
                  <a:lnTo>
                    <a:pt x="72440" y="66668"/>
                  </a:lnTo>
                  <a:lnTo>
                    <a:pt x="82743" y="66422"/>
                  </a:lnTo>
                  <a:lnTo>
                    <a:pt x="93038" y="66177"/>
                  </a:lnTo>
                  <a:lnTo>
                    <a:pt x="104348" y="65907"/>
                  </a:lnTo>
                  <a:lnTo>
                    <a:pt x="116532" y="65616"/>
                  </a:lnTo>
                  <a:lnTo>
                    <a:pt x="127545" y="65354"/>
                  </a:lnTo>
                  <a:lnTo>
                    <a:pt x="129700" y="65302"/>
                  </a:lnTo>
                  <a:lnTo>
                    <a:pt x="138959" y="62323"/>
                  </a:lnTo>
                  <a:lnTo>
                    <a:pt x="150285" y="58679"/>
                  </a:lnTo>
                  <a:lnTo>
                    <a:pt x="153707" y="57578"/>
                  </a:lnTo>
                  <a:lnTo>
                    <a:pt x="161107" y="54087"/>
                  </a:lnTo>
                  <a:lnTo>
                    <a:pt x="168212" y="50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194975" y="5546033"/>
              <a:ext cx="108113" cy="115367"/>
            </a:xfrm>
            <a:custGeom>
              <a:avLst/>
              <a:pathLst>
                <a:path w="108113" h="115367">
                  <a:moveTo>
                    <a:pt x="30914" y="17443"/>
                  </a:moveTo>
                  <a:lnTo>
                    <a:pt x="69079" y="0"/>
                  </a:lnTo>
                  <a:lnTo>
                    <a:pt x="73253" y="9014"/>
                  </a:lnTo>
                  <a:lnTo>
                    <a:pt x="78030" y="19332"/>
                  </a:lnTo>
                  <a:lnTo>
                    <a:pt x="82906" y="29863"/>
                  </a:lnTo>
                  <a:lnTo>
                    <a:pt x="88512" y="41969"/>
                  </a:lnTo>
                  <a:lnTo>
                    <a:pt x="94331" y="54537"/>
                  </a:lnTo>
                  <a:lnTo>
                    <a:pt x="99391" y="65467"/>
                  </a:lnTo>
                  <a:lnTo>
                    <a:pt x="105129" y="77858"/>
                  </a:lnTo>
                  <a:lnTo>
                    <a:pt x="108113" y="84304"/>
                  </a:lnTo>
                  <a:lnTo>
                    <a:pt x="74175" y="99100"/>
                  </a:lnTo>
                  <a:lnTo>
                    <a:pt x="36864" y="115367"/>
                  </a:lnTo>
                  <a:lnTo>
                    <a:pt x="30354" y="100568"/>
                  </a:lnTo>
                  <a:lnTo>
                    <a:pt x="23427" y="84824"/>
                  </a:lnTo>
                  <a:lnTo>
                    <a:pt x="16934" y="70066"/>
                  </a:lnTo>
                  <a:lnTo>
                    <a:pt x="10765" y="56042"/>
                  </a:lnTo>
                  <a:lnTo>
                    <a:pt x="5652" y="44421"/>
                  </a:lnTo>
                  <a:lnTo>
                    <a:pt x="0" y="3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836646" y="4397452"/>
              <a:ext cx="125423" cy="93119"/>
            </a:xfrm>
            <a:custGeom>
              <a:avLst/>
              <a:pathLst>
                <a:path w="125423" h="93119">
                  <a:moveTo>
                    <a:pt x="1094" y="40075"/>
                  </a:moveTo>
                  <a:lnTo>
                    <a:pt x="8737" y="37237"/>
                  </a:lnTo>
                  <a:lnTo>
                    <a:pt x="12301" y="35734"/>
                  </a:lnTo>
                  <a:lnTo>
                    <a:pt x="31351" y="27701"/>
                  </a:lnTo>
                  <a:lnTo>
                    <a:pt x="46424" y="21344"/>
                  </a:lnTo>
                  <a:lnTo>
                    <a:pt x="51593" y="18234"/>
                  </a:lnTo>
                  <a:lnTo>
                    <a:pt x="70611" y="6789"/>
                  </a:lnTo>
                  <a:lnTo>
                    <a:pt x="81894" y="0"/>
                  </a:lnTo>
                  <a:lnTo>
                    <a:pt x="90063" y="12393"/>
                  </a:lnTo>
                  <a:lnTo>
                    <a:pt x="93641" y="17822"/>
                  </a:lnTo>
                  <a:lnTo>
                    <a:pt x="106352" y="40505"/>
                  </a:lnTo>
                  <a:lnTo>
                    <a:pt x="125423" y="74540"/>
                  </a:lnTo>
                  <a:lnTo>
                    <a:pt x="113700" y="81716"/>
                  </a:lnTo>
                  <a:lnTo>
                    <a:pt x="95074" y="93119"/>
                  </a:lnTo>
                  <a:lnTo>
                    <a:pt x="53069" y="82160"/>
                  </a:lnTo>
                  <a:lnTo>
                    <a:pt x="37324" y="76312"/>
                  </a:lnTo>
                  <a:lnTo>
                    <a:pt x="28288" y="72957"/>
                  </a:lnTo>
                  <a:lnTo>
                    <a:pt x="0" y="71111"/>
                  </a:lnTo>
                  <a:lnTo>
                    <a:pt x="0" y="40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836646" y="4335622"/>
              <a:ext cx="39751" cy="90898"/>
            </a:xfrm>
            <a:custGeom>
              <a:avLst/>
              <a:pathLst>
                <a:path w="39751" h="90898">
                  <a:moveTo>
                    <a:pt x="0" y="85999"/>
                  </a:moveTo>
                  <a:lnTo>
                    <a:pt x="0" y="0"/>
                  </a:lnTo>
                  <a:lnTo>
                    <a:pt x="728" y="1094"/>
                  </a:lnTo>
                  <a:lnTo>
                    <a:pt x="13008" y="19537"/>
                  </a:lnTo>
                  <a:lnTo>
                    <a:pt x="25353" y="38078"/>
                  </a:lnTo>
                  <a:lnTo>
                    <a:pt x="28114" y="44716"/>
                  </a:lnTo>
                  <a:lnTo>
                    <a:pt x="39751" y="72685"/>
                  </a:lnTo>
                  <a:lnTo>
                    <a:pt x="27137" y="79211"/>
                  </a:lnTo>
                  <a:lnTo>
                    <a:pt x="4545" y="90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862131" y="4321753"/>
              <a:ext cx="64537" cy="78667"/>
            </a:xfrm>
            <a:custGeom>
              <a:avLst/>
              <a:pathLst>
                <a:path w="64537" h="78667">
                  <a:moveTo>
                    <a:pt x="28944" y="0"/>
                  </a:moveTo>
                  <a:lnTo>
                    <a:pt x="36765" y="8661"/>
                  </a:lnTo>
                  <a:lnTo>
                    <a:pt x="41925" y="14375"/>
                  </a:lnTo>
                  <a:lnTo>
                    <a:pt x="48613" y="21782"/>
                  </a:lnTo>
                  <a:lnTo>
                    <a:pt x="64537" y="39416"/>
                  </a:lnTo>
                  <a:lnTo>
                    <a:pt x="58750" y="45516"/>
                  </a:lnTo>
                  <a:lnTo>
                    <a:pt x="48789" y="56017"/>
                  </a:lnTo>
                  <a:lnTo>
                    <a:pt x="40105" y="65171"/>
                  </a:lnTo>
                  <a:lnTo>
                    <a:pt x="27303" y="78667"/>
                  </a:lnTo>
                  <a:lnTo>
                    <a:pt x="13275" y="61224"/>
                  </a:lnTo>
                  <a:lnTo>
                    <a:pt x="7832" y="54457"/>
                  </a:lnTo>
                  <a:lnTo>
                    <a:pt x="6151" y="50129"/>
                  </a:lnTo>
                  <a:lnTo>
                    <a:pt x="0" y="34293"/>
                  </a:lnTo>
                  <a:lnTo>
                    <a:pt x="6150" y="28558"/>
                  </a:lnTo>
                  <a:lnTo>
                    <a:pt x="17107" y="18340"/>
                  </a:lnTo>
                  <a:lnTo>
                    <a:pt x="22600" y="132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836646" y="4288381"/>
              <a:ext cx="52249" cy="64288"/>
            </a:xfrm>
            <a:custGeom>
              <a:avLst/>
              <a:pathLst>
                <a:path w="52249" h="64288">
                  <a:moveTo>
                    <a:pt x="23833" y="64288"/>
                  </a:moveTo>
                  <a:lnTo>
                    <a:pt x="15805" y="45877"/>
                  </a:lnTo>
                  <a:lnTo>
                    <a:pt x="11315" y="35582"/>
                  </a:lnTo>
                  <a:lnTo>
                    <a:pt x="0" y="33093"/>
                  </a:lnTo>
                  <a:lnTo>
                    <a:pt x="0" y="0"/>
                  </a:lnTo>
                  <a:lnTo>
                    <a:pt x="6414" y="3000"/>
                  </a:lnTo>
                  <a:lnTo>
                    <a:pt x="20385" y="9537"/>
                  </a:lnTo>
                  <a:lnTo>
                    <a:pt x="28755" y="13453"/>
                  </a:lnTo>
                  <a:lnTo>
                    <a:pt x="36266" y="19395"/>
                  </a:lnTo>
                  <a:lnTo>
                    <a:pt x="45818" y="26954"/>
                  </a:lnTo>
                  <a:lnTo>
                    <a:pt x="47007" y="27895"/>
                  </a:lnTo>
                  <a:lnTo>
                    <a:pt x="51852" y="31729"/>
                  </a:lnTo>
                  <a:lnTo>
                    <a:pt x="52249" y="32043"/>
                  </a:lnTo>
                  <a:lnTo>
                    <a:pt x="46519" y="42362"/>
                  </a:lnTo>
                  <a:lnTo>
                    <a:pt x="44847" y="45374"/>
                  </a:lnTo>
                  <a:lnTo>
                    <a:pt x="37361" y="52910"/>
                  </a:lnTo>
                  <a:lnTo>
                    <a:pt x="36124" y="54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1911699" y="4260147"/>
              <a:ext cx="19406" cy="42842"/>
            </a:xfrm>
            <a:custGeom>
              <a:avLst/>
              <a:pathLst>
                <a:path w="19406" h="42842">
                  <a:moveTo>
                    <a:pt x="2117" y="25756"/>
                  </a:moveTo>
                  <a:lnTo>
                    <a:pt x="6338" y="0"/>
                  </a:lnTo>
                  <a:lnTo>
                    <a:pt x="10614" y="1173"/>
                  </a:lnTo>
                  <a:lnTo>
                    <a:pt x="15350" y="2474"/>
                  </a:lnTo>
                  <a:lnTo>
                    <a:pt x="19406" y="3587"/>
                  </a:lnTo>
                  <a:lnTo>
                    <a:pt x="16676" y="21299"/>
                  </a:lnTo>
                  <a:lnTo>
                    <a:pt x="13356" y="42842"/>
                  </a:lnTo>
                  <a:lnTo>
                    <a:pt x="7808" y="41114"/>
                  </a:lnTo>
                  <a:lnTo>
                    <a:pt x="0" y="38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845454" y="4245579"/>
              <a:ext cx="67899" cy="50687"/>
            </a:xfrm>
            <a:custGeom>
              <a:avLst/>
              <a:pathLst>
                <a:path w="67899" h="50687">
                  <a:moveTo>
                    <a:pt x="2986" y="28016"/>
                  </a:moveTo>
                  <a:lnTo>
                    <a:pt x="6153" y="17497"/>
                  </a:lnTo>
                  <a:lnTo>
                    <a:pt x="11422" y="0"/>
                  </a:lnTo>
                  <a:lnTo>
                    <a:pt x="23045" y="1021"/>
                  </a:lnTo>
                  <a:lnTo>
                    <a:pt x="40621" y="2565"/>
                  </a:lnTo>
                  <a:lnTo>
                    <a:pt x="50974" y="5380"/>
                  </a:lnTo>
                  <a:lnTo>
                    <a:pt x="54074" y="6935"/>
                  </a:lnTo>
                  <a:lnTo>
                    <a:pt x="67899" y="13872"/>
                  </a:lnTo>
                  <a:lnTo>
                    <a:pt x="66329" y="23411"/>
                  </a:lnTo>
                  <a:lnTo>
                    <a:pt x="64578" y="34055"/>
                  </a:lnTo>
                  <a:lnTo>
                    <a:pt x="61841" y="50687"/>
                  </a:lnTo>
                  <a:lnTo>
                    <a:pt x="52957" y="49097"/>
                  </a:lnTo>
                  <a:lnTo>
                    <a:pt x="36845" y="46213"/>
                  </a:lnTo>
                  <a:lnTo>
                    <a:pt x="35255" y="45929"/>
                  </a:lnTo>
                  <a:lnTo>
                    <a:pt x="0" y="37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839458" y="4243506"/>
              <a:ext cx="15283" cy="23202"/>
            </a:xfrm>
            <a:custGeom>
              <a:avLst/>
              <a:pathLst>
                <a:path w="15283" h="23202">
                  <a:moveTo>
                    <a:pt x="2047" y="13053"/>
                  </a:moveTo>
                  <a:lnTo>
                    <a:pt x="5580" y="0"/>
                  </a:lnTo>
                  <a:lnTo>
                    <a:pt x="8652" y="480"/>
                  </a:lnTo>
                  <a:lnTo>
                    <a:pt x="11741" y="963"/>
                  </a:lnTo>
                  <a:lnTo>
                    <a:pt x="15283" y="1517"/>
                  </a:lnTo>
                  <a:lnTo>
                    <a:pt x="12280" y="12389"/>
                  </a:lnTo>
                  <a:lnTo>
                    <a:pt x="9293" y="23202"/>
                  </a:lnTo>
                  <a:lnTo>
                    <a:pt x="5682" y="22197"/>
                  </a:lnTo>
                  <a:lnTo>
                    <a:pt x="0" y="20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857251" y="4188410"/>
              <a:ext cx="81271" cy="64103"/>
            </a:xfrm>
            <a:custGeom>
              <a:avLst/>
              <a:pathLst>
                <a:path w="81271" h="64103">
                  <a:moveTo>
                    <a:pt x="81271" y="16215"/>
                  </a:moveTo>
                  <a:lnTo>
                    <a:pt x="80408" y="31663"/>
                  </a:lnTo>
                  <a:lnTo>
                    <a:pt x="79188" y="53516"/>
                  </a:lnTo>
                  <a:lnTo>
                    <a:pt x="77261" y="64103"/>
                  </a:lnTo>
                  <a:lnTo>
                    <a:pt x="74837" y="63506"/>
                  </a:lnTo>
                  <a:lnTo>
                    <a:pt x="70244" y="62374"/>
                  </a:lnTo>
                  <a:lnTo>
                    <a:pt x="62466" y="60458"/>
                  </a:lnTo>
                  <a:lnTo>
                    <a:pt x="58349" y="59444"/>
                  </a:lnTo>
                  <a:lnTo>
                    <a:pt x="53421" y="58229"/>
                  </a:lnTo>
                  <a:lnTo>
                    <a:pt x="44636" y="56064"/>
                  </a:lnTo>
                  <a:lnTo>
                    <a:pt x="39269" y="54741"/>
                  </a:lnTo>
                  <a:lnTo>
                    <a:pt x="31043" y="52714"/>
                  </a:lnTo>
                  <a:lnTo>
                    <a:pt x="24798" y="51175"/>
                  </a:lnTo>
                  <a:lnTo>
                    <a:pt x="13324" y="48347"/>
                  </a:lnTo>
                  <a:lnTo>
                    <a:pt x="0" y="45063"/>
                  </a:lnTo>
                  <a:lnTo>
                    <a:pt x="4312" y="20469"/>
                  </a:lnTo>
                  <a:lnTo>
                    <a:pt x="7901" y="0"/>
                  </a:lnTo>
                  <a:lnTo>
                    <a:pt x="18108" y="1884"/>
                  </a:lnTo>
                  <a:lnTo>
                    <a:pt x="24923" y="3142"/>
                  </a:lnTo>
                  <a:lnTo>
                    <a:pt x="32834" y="4603"/>
                  </a:lnTo>
                  <a:lnTo>
                    <a:pt x="41050" y="6120"/>
                  </a:lnTo>
                  <a:lnTo>
                    <a:pt x="49167" y="7618"/>
                  </a:lnTo>
                  <a:lnTo>
                    <a:pt x="57497" y="9156"/>
                  </a:lnTo>
                  <a:lnTo>
                    <a:pt x="61181" y="9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836646" y="4166934"/>
              <a:ext cx="15404" cy="44358"/>
            </a:xfrm>
            <a:custGeom>
              <a:avLst/>
              <a:pathLst>
                <a:path w="15404" h="44358">
                  <a:moveTo>
                    <a:pt x="1812" y="0"/>
                  </a:moveTo>
                  <a:lnTo>
                    <a:pt x="7945" y="2087"/>
                  </a:lnTo>
                  <a:lnTo>
                    <a:pt x="15404" y="4625"/>
                  </a:lnTo>
                  <a:lnTo>
                    <a:pt x="7531" y="24932"/>
                  </a:lnTo>
                  <a:lnTo>
                    <a:pt x="0" y="44358"/>
                  </a:lnTo>
                  <a:lnTo>
                    <a:pt x="0" y="37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860526" y="4140510"/>
              <a:ext cx="90313" cy="59592"/>
            </a:xfrm>
            <a:custGeom>
              <a:avLst/>
              <a:pathLst>
                <a:path w="90313" h="59592">
                  <a:moveTo>
                    <a:pt x="9276" y="17952"/>
                  </a:moveTo>
                  <a:lnTo>
                    <a:pt x="20881" y="0"/>
                  </a:lnTo>
                  <a:lnTo>
                    <a:pt x="30331" y="754"/>
                  </a:lnTo>
                  <a:lnTo>
                    <a:pt x="37162" y="1298"/>
                  </a:lnTo>
                  <a:lnTo>
                    <a:pt x="43550" y="1808"/>
                  </a:lnTo>
                  <a:lnTo>
                    <a:pt x="50077" y="2329"/>
                  </a:lnTo>
                  <a:lnTo>
                    <a:pt x="57778" y="2943"/>
                  </a:lnTo>
                  <a:lnTo>
                    <a:pt x="65701" y="3575"/>
                  </a:lnTo>
                  <a:lnTo>
                    <a:pt x="74433" y="4272"/>
                  </a:lnTo>
                  <a:lnTo>
                    <a:pt x="82294" y="4899"/>
                  </a:lnTo>
                  <a:lnTo>
                    <a:pt x="88991" y="5433"/>
                  </a:lnTo>
                  <a:lnTo>
                    <a:pt x="90313" y="19061"/>
                  </a:lnTo>
                  <a:lnTo>
                    <a:pt x="90108" y="26024"/>
                  </a:lnTo>
                  <a:lnTo>
                    <a:pt x="89990" y="30046"/>
                  </a:lnTo>
                  <a:lnTo>
                    <a:pt x="88331" y="39777"/>
                  </a:lnTo>
                  <a:lnTo>
                    <a:pt x="84145" y="59592"/>
                  </a:lnTo>
                  <a:lnTo>
                    <a:pt x="79372" y="58146"/>
                  </a:lnTo>
                  <a:lnTo>
                    <a:pt x="71578" y="55785"/>
                  </a:lnTo>
                  <a:lnTo>
                    <a:pt x="62695" y="53095"/>
                  </a:lnTo>
                  <a:lnTo>
                    <a:pt x="51428" y="49682"/>
                  </a:lnTo>
                  <a:lnTo>
                    <a:pt x="42513" y="46982"/>
                  </a:lnTo>
                  <a:lnTo>
                    <a:pt x="37647" y="46132"/>
                  </a:lnTo>
                  <a:lnTo>
                    <a:pt x="26891" y="44252"/>
                  </a:lnTo>
                  <a:lnTo>
                    <a:pt x="11563" y="41572"/>
                  </a:lnTo>
                  <a:lnTo>
                    <a:pt x="0" y="39551"/>
                  </a:lnTo>
                  <a:lnTo>
                    <a:pt x="5066" y="24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837686" y="4040509"/>
              <a:ext cx="108376" cy="116728"/>
            </a:xfrm>
            <a:custGeom>
              <a:avLst/>
              <a:pathLst>
                <a:path w="108376" h="116728">
                  <a:moveTo>
                    <a:pt x="106948" y="25254"/>
                  </a:moveTo>
                  <a:lnTo>
                    <a:pt x="103431" y="41312"/>
                  </a:lnTo>
                  <a:lnTo>
                    <a:pt x="87759" y="39704"/>
                  </a:lnTo>
                  <a:lnTo>
                    <a:pt x="78443" y="38748"/>
                  </a:lnTo>
                  <a:lnTo>
                    <a:pt x="75256" y="42056"/>
                  </a:lnTo>
                  <a:lnTo>
                    <a:pt x="72663" y="44749"/>
                  </a:lnTo>
                  <a:lnTo>
                    <a:pt x="69228" y="48315"/>
                  </a:lnTo>
                  <a:lnTo>
                    <a:pt x="55053" y="63030"/>
                  </a:lnTo>
                  <a:lnTo>
                    <a:pt x="49795" y="68490"/>
                  </a:lnTo>
                  <a:lnTo>
                    <a:pt x="49570" y="74852"/>
                  </a:lnTo>
                  <a:lnTo>
                    <a:pt x="49165" y="86330"/>
                  </a:lnTo>
                  <a:lnTo>
                    <a:pt x="44053" y="91110"/>
                  </a:lnTo>
                  <a:lnTo>
                    <a:pt x="29904" y="104338"/>
                  </a:lnTo>
                  <a:lnTo>
                    <a:pt x="16653" y="116728"/>
                  </a:lnTo>
                  <a:lnTo>
                    <a:pt x="7059" y="101732"/>
                  </a:lnTo>
                  <a:lnTo>
                    <a:pt x="1919" y="93697"/>
                  </a:lnTo>
                  <a:lnTo>
                    <a:pt x="0" y="90518"/>
                  </a:lnTo>
                  <a:lnTo>
                    <a:pt x="8319" y="80134"/>
                  </a:lnTo>
                  <a:lnTo>
                    <a:pt x="14516" y="72397"/>
                  </a:lnTo>
                  <a:lnTo>
                    <a:pt x="20668" y="64719"/>
                  </a:lnTo>
                  <a:lnTo>
                    <a:pt x="27384" y="56335"/>
                  </a:lnTo>
                  <a:lnTo>
                    <a:pt x="35104" y="46698"/>
                  </a:lnTo>
                  <a:lnTo>
                    <a:pt x="40311" y="38063"/>
                  </a:lnTo>
                  <a:lnTo>
                    <a:pt x="46919" y="27104"/>
                  </a:lnTo>
                  <a:lnTo>
                    <a:pt x="53162" y="16750"/>
                  </a:lnTo>
                  <a:lnTo>
                    <a:pt x="58605" y="7724"/>
                  </a:lnTo>
                  <a:lnTo>
                    <a:pt x="63263" y="0"/>
                  </a:lnTo>
                  <a:lnTo>
                    <a:pt x="75290" y="4994"/>
                  </a:lnTo>
                  <a:lnTo>
                    <a:pt x="108376" y="18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1887028" y="4083561"/>
              <a:ext cx="62382" cy="57959"/>
            </a:xfrm>
            <a:custGeom>
              <a:avLst/>
              <a:pathLst>
                <a:path w="62382" h="57959">
                  <a:moveTo>
                    <a:pt x="3562" y="46655"/>
                  </a:moveTo>
                  <a:lnTo>
                    <a:pt x="6644" y="41085"/>
                  </a:lnTo>
                  <a:lnTo>
                    <a:pt x="9890" y="35219"/>
                  </a:lnTo>
                  <a:lnTo>
                    <a:pt x="12159" y="31118"/>
                  </a:lnTo>
                  <a:lnTo>
                    <a:pt x="16174" y="25247"/>
                  </a:lnTo>
                  <a:lnTo>
                    <a:pt x="19771" y="19986"/>
                  </a:lnTo>
                  <a:lnTo>
                    <a:pt x="23853" y="14016"/>
                  </a:lnTo>
                  <a:lnTo>
                    <a:pt x="29300" y="6050"/>
                  </a:lnTo>
                  <a:lnTo>
                    <a:pt x="33438" y="0"/>
                  </a:lnTo>
                  <a:lnTo>
                    <a:pt x="44687" y="1038"/>
                  </a:lnTo>
                  <a:lnTo>
                    <a:pt x="58329" y="2296"/>
                  </a:lnTo>
                  <a:lnTo>
                    <a:pt x="58800" y="8772"/>
                  </a:lnTo>
                  <a:lnTo>
                    <a:pt x="59327" y="16007"/>
                  </a:lnTo>
                  <a:lnTo>
                    <a:pt x="59855" y="23263"/>
                  </a:lnTo>
                  <a:lnTo>
                    <a:pt x="60504" y="32170"/>
                  </a:lnTo>
                  <a:lnTo>
                    <a:pt x="61286" y="42910"/>
                  </a:lnTo>
                  <a:lnTo>
                    <a:pt x="62382" y="57959"/>
                  </a:lnTo>
                  <a:lnTo>
                    <a:pt x="38416" y="57058"/>
                  </a:lnTo>
                  <a:lnTo>
                    <a:pt x="30773" y="56269"/>
                  </a:lnTo>
                  <a:lnTo>
                    <a:pt x="0" y="530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836646" y="4092214"/>
              <a:ext cx="3077" cy="8610"/>
            </a:xfrm>
            <a:custGeom>
              <a:avLst/>
              <a:pathLst>
                <a:path w="3077" h="8610">
                  <a:moveTo>
                    <a:pt x="3077" y="4191"/>
                  </a:moveTo>
                  <a:lnTo>
                    <a:pt x="573" y="7787"/>
                  </a:lnTo>
                  <a:lnTo>
                    <a:pt x="0" y="8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836646" y="4060536"/>
              <a:ext cx="14167" cy="20047"/>
            </a:xfrm>
            <a:custGeom>
              <a:avLst/>
              <a:pathLst>
                <a:path w="14167" h="20047">
                  <a:moveTo>
                    <a:pt x="3917" y="3714"/>
                  </a:moveTo>
                  <a:lnTo>
                    <a:pt x="14167" y="16915"/>
                  </a:lnTo>
                  <a:lnTo>
                    <a:pt x="11556" y="17999"/>
                  </a:lnTo>
                  <a:lnTo>
                    <a:pt x="6625" y="20047"/>
                  </a:lnTo>
                  <a:lnTo>
                    <a:pt x="1803" y="15264"/>
                  </a:lnTo>
                  <a:lnTo>
                    <a:pt x="0" y="134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836646" y="4026603"/>
              <a:ext cx="41507" cy="47021"/>
            </a:xfrm>
            <a:custGeom>
              <a:avLst/>
              <a:pathLst>
                <a:path w="41507" h="47021">
                  <a:moveTo>
                    <a:pt x="30581" y="23040"/>
                  </a:moveTo>
                  <a:lnTo>
                    <a:pt x="41507" y="36910"/>
                  </a:lnTo>
                  <a:lnTo>
                    <a:pt x="39157" y="38866"/>
                  </a:lnTo>
                  <a:lnTo>
                    <a:pt x="34292" y="42915"/>
                  </a:lnTo>
                  <a:lnTo>
                    <a:pt x="29357" y="47021"/>
                  </a:lnTo>
                  <a:lnTo>
                    <a:pt x="12959" y="25021"/>
                  </a:lnTo>
                  <a:lnTo>
                    <a:pt x="0" y="13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836646" y="3976690"/>
              <a:ext cx="22327" cy="43069"/>
            </a:xfrm>
            <a:custGeom>
              <a:avLst/>
              <a:pathLst>
                <a:path w="22327" h="43069">
                  <a:moveTo>
                    <a:pt x="14789" y="26528"/>
                  </a:moveTo>
                  <a:lnTo>
                    <a:pt x="0" y="43069"/>
                  </a:lnTo>
                  <a:lnTo>
                    <a:pt x="0" y="0"/>
                  </a:lnTo>
                  <a:lnTo>
                    <a:pt x="6290" y="5098"/>
                  </a:lnTo>
                  <a:lnTo>
                    <a:pt x="22327" y="1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842705" y="4001104"/>
              <a:ext cx="50119" cy="56489"/>
            </a:xfrm>
            <a:custGeom>
              <a:avLst/>
              <a:pathLst>
                <a:path w="50119" h="56489">
                  <a:moveTo>
                    <a:pt x="11802" y="12352"/>
                  </a:moveTo>
                  <a:lnTo>
                    <a:pt x="24060" y="0"/>
                  </a:lnTo>
                  <a:lnTo>
                    <a:pt x="30252" y="8437"/>
                  </a:lnTo>
                  <a:lnTo>
                    <a:pt x="35984" y="16247"/>
                  </a:lnTo>
                  <a:lnTo>
                    <a:pt x="42307" y="24864"/>
                  </a:lnTo>
                  <a:lnTo>
                    <a:pt x="50119" y="35509"/>
                  </a:lnTo>
                  <a:lnTo>
                    <a:pt x="45618" y="44402"/>
                  </a:lnTo>
                  <a:lnTo>
                    <a:pt x="44755" y="46109"/>
                  </a:lnTo>
                  <a:lnTo>
                    <a:pt x="39502" y="56489"/>
                  </a:lnTo>
                  <a:lnTo>
                    <a:pt x="25761" y="42710"/>
                  </a:lnTo>
                  <a:lnTo>
                    <a:pt x="17221" y="36589"/>
                  </a:lnTo>
                  <a:lnTo>
                    <a:pt x="0" y="24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203318" y="4682562"/>
              <a:ext cx="42368" cy="32974"/>
            </a:xfrm>
            <a:custGeom>
              <a:avLst/>
              <a:pathLst>
                <a:path w="42368" h="32974">
                  <a:moveTo>
                    <a:pt x="32743" y="0"/>
                  </a:moveTo>
                  <a:lnTo>
                    <a:pt x="33926" y="3215"/>
                  </a:lnTo>
                  <a:lnTo>
                    <a:pt x="36082" y="9076"/>
                  </a:lnTo>
                  <a:lnTo>
                    <a:pt x="38840" y="16574"/>
                  </a:lnTo>
                  <a:lnTo>
                    <a:pt x="42368" y="26167"/>
                  </a:lnTo>
                  <a:lnTo>
                    <a:pt x="29333" y="30447"/>
                  </a:lnTo>
                  <a:lnTo>
                    <a:pt x="25641" y="30782"/>
                  </a:lnTo>
                  <a:lnTo>
                    <a:pt x="1541" y="32974"/>
                  </a:lnTo>
                  <a:lnTo>
                    <a:pt x="961" y="28399"/>
                  </a:lnTo>
                  <a:lnTo>
                    <a:pt x="385" y="23855"/>
                  </a:lnTo>
                  <a:lnTo>
                    <a:pt x="0" y="20815"/>
                  </a:lnTo>
                  <a:lnTo>
                    <a:pt x="15558" y="7405"/>
                  </a:lnTo>
                  <a:lnTo>
                    <a:pt x="21221" y="2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237232" y="4667252"/>
              <a:ext cx="20896" cy="22881"/>
            </a:xfrm>
            <a:custGeom>
              <a:avLst/>
              <a:pathLst>
                <a:path w="20896" h="22881">
                  <a:moveTo>
                    <a:pt x="1465" y="7830"/>
                  </a:moveTo>
                  <a:lnTo>
                    <a:pt x="3945" y="6013"/>
                  </a:lnTo>
                  <a:lnTo>
                    <a:pt x="5883" y="4593"/>
                  </a:lnTo>
                  <a:lnTo>
                    <a:pt x="8924" y="2366"/>
                  </a:lnTo>
                  <a:lnTo>
                    <a:pt x="12155" y="0"/>
                  </a:lnTo>
                  <a:lnTo>
                    <a:pt x="16646" y="7426"/>
                  </a:lnTo>
                  <a:lnTo>
                    <a:pt x="19532" y="12198"/>
                  </a:lnTo>
                  <a:lnTo>
                    <a:pt x="20896" y="14454"/>
                  </a:lnTo>
                  <a:lnTo>
                    <a:pt x="14663" y="18828"/>
                  </a:lnTo>
                  <a:lnTo>
                    <a:pt x="4378" y="22881"/>
                  </a:lnTo>
                  <a:lnTo>
                    <a:pt x="3697" y="20708"/>
                  </a:lnTo>
                  <a:lnTo>
                    <a:pt x="2743" y="17662"/>
                  </a:lnTo>
                  <a:lnTo>
                    <a:pt x="1877" y="14898"/>
                  </a:lnTo>
                  <a:lnTo>
                    <a:pt x="1130" y="12512"/>
                  </a:lnTo>
                  <a:lnTo>
                    <a:pt x="0" y="8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268172" y="4649021"/>
              <a:ext cx="33202" cy="19961"/>
            </a:xfrm>
            <a:custGeom>
              <a:avLst/>
              <a:pathLst>
                <a:path w="33202" h="19961">
                  <a:moveTo>
                    <a:pt x="5158" y="8816"/>
                  </a:moveTo>
                  <a:lnTo>
                    <a:pt x="15503" y="5159"/>
                  </a:lnTo>
                  <a:lnTo>
                    <a:pt x="30097" y="0"/>
                  </a:lnTo>
                  <a:lnTo>
                    <a:pt x="31277" y="5371"/>
                  </a:lnTo>
                  <a:lnTo>
                    <a:pt x="33202" y="14133"/>
                  </a:lnTo>
                  <a:lnTo>
                    <a:pt x="22220" y="16166"/>
                  </a:lnTo>
                  <a:lnTo>
                    <a:pt x="7706" y="18853"/>
                  </a:lnTo>
                  <a:lnTo>
                    <a:pt x="1718" y="19961"/>
                  </a:lnTo>
                  <a:lnTo>
                    <a:pt x="1468" y="18605"/>
                  </a:lnTo>
                  <a:lnTo>
                    <a:pt x="1132" y="16783"/>
                  </a:lnTo>
                  <a:lnTo>
                    <a:pt x="764" y="14785"/>
                  </a:lnTo>
                  <a:lnTo>
                    <a:pt x="520" y="13461"/>
                  </a:lnTo>
                  <a:lnTo>
                    <a:pt x="239" y="11936"/>
                  </a:lnTo>
                  <a:lnTo>
                    <a:pt x="0" y="10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03417" y="4645528"/>
              <a:ext cx="16192" cy="14397"/>
            </a:xfrm>
            <a:custGeom>
              <a:avLst/>
              <a:pathLst>
                <a:path w="16192" h="14397">
                  <a:moveTo>
                    <a:pt x="2786" y="1447"/>
                  </a:moveTo>
                  <a:lnTo>
                    <a:pt x="6152" y="1075"/>
                  </a:lnTo>
                  <a:lnTo>
                    <a:pt x="9909" y="659"/>
                  </a:lnTo>
                  <a:lnTo>
                    <a:pt x="13294" y="284"/>
                  </a:lnTo>
                  <a:lnTo>
                    <a:pt x="15860" y="0"/>
                  </a:lnTo>
                  <a:lnTo>
                    <a:pt x="16022" y="6212"/>
                  </a:lnTo>
                  <a:lnTo>
                    <a:pt x="16192" y="12752"/>
                  </a:lnTo>
                  <a:lnTo>
                    <a:pt x="11330" y="13404"/>
                  </a:lnTo>
                  <a:lnTo>
                    <a:pt x="3932" y="14397"/>
                  </a:lnTo>
                  <a:lnTo>
                    <a:pt x="3211" y="12077"/>
                  </a:lnTo>
                  <a:lnTo>
                    <a:pt x="2258" y="9015"/>
                  </a:lnTo>
                  <a:lnTo>
                    <a:pt x="1477" y="6505"/>
                  </a:lnTo>
                  <a:lnTo>
                    <a:pt x="730" y="4103"/>
                  </a:lnTo>
                  <a:lnTo>
                    <a:pt x="0" y="1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183278" y="4619337"/>
              <a:ext cx="29159" cy="41911"/>
            </a:xfrm>
            <a:custGeom>
              <a:avLst/>
              <a:pathLst>
                <a:path w="29159" h="41911">
                  <a:moveTo>
                    <a:pt x="9684" y="3523"/>
                  </a:moveTo>
                  <a:lnTo>
                    <a:pt x="21392" y="0"/>
                  </a:lnTo>
                  <a:lnTo>
                    <a:pt x="25138" y="17816"/>
                  </a:lnTo>
                  <a:lnTo>
                    <a:pt x="29159" y="36946"/>
                  </a:lnTo>
                  <a:lnTo>
                    <a:pt x="22082" y="39382"/>
                  </a:lnTo>
                  <a:lnTo>
                    <a:pt x="14734" y="41911"/>
                  </a:lnTo>
                  <a:lnTo>
                    <a:pt x="6984" y="23252"/>
                  </a:lnTo>
                  <a:lnTo>
                    <a:pt x="0" y="6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276884" y="4594778"/>
              <a:ext cx="43792" cy="37011"/>
            </a:xfrm>
            <a:custGeom>
              <a:avLst/>
              <a:pathLst>
                <a:path w="43792" h="37011">
                  <a:moveTo>
                    <a:pt x="28524" y="1105"/>
                  </a:moveTo>
                  <a:lnTo>
                    <a:pt x="42293" y="0"/>
                  </a:lnTo>
                  <a:lnTo>
                    <a:pt x="42442" y="3684"/>
                  </a:lnTo>
                  <a:lnTo>
                    <a:pt x="42883" y="14558"/>
                  </a:lnTo>
                  <a:lnTo>
                    <a:pt x="43792" y="37011"/>
                  </a:lnTo>
                  <a:lnTo>
                    <a:pt x="31928" y="36763"/>
                  </a:lnTo>
                  <a:lnTo>
                    <a:pt x="23502" y="36587"/>
                  </a:lnTo>
                  <a:lnTo>
                    <a:pt x="13921" y="36387"/>
                  </a:lnTo>
                  <a:lnTo>
                    <a:pt x="10695" y="29917"/>
                  </a:lnTo>
                  <a:lnTo>
                    <a:pt x="4202" y="16894"/>
                  </a:lnTo>
                  <a:lnTo>
                    <a:pt x="0" y="8466"/>
                  </a:lnTo>
                  <a:lnTo>
                    <a:pt x="2482" y="7197"/>
                  </a:lnTo>
                  <a:lnTo>
                    <a:pt x="7225" y="4773"/>
                  </a:lnTo>
                  <a:lnTo>
                    <a:pt x="11770" y="24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02851" y="4492506"/>
              <a:ext cx="44672" cy="87492"/>
            </a:xfrm>
            <a:custGeom>
              <a:avLst/>
              <a:pathLst>
                <a:path w="44672" h="87492">
                  <a:moveTo>
                    <a:pt x="5462" y="3076"/>
                  </a:moveTo>
                  <a:lnTo>
                    <a:pt x="12185" y="2207"/>
                  </a:lnTo>
                  <a:lnTo>
                    <a:pt x="18863" y="1343"/>
                  </a:lnTo>
                  <a:lnTo>
                    <a:pt x="24414" y="625"/>
                  </a:lnTo>
                  <a:lnTo>
                    <a:pt x="29252" y="0"/>
                  </a:lnTo>
                  <a:lnTo>
                    <a:pt x="31922" y="10507"/>
                  </a:lnTo>
                  <a:lnTo>
                    <a:pt x="35130" y="29193"/>
                  </a:lnTo>
                  <a:lnTo>
                    <a:pt x="43868" y="80097"/>
                  </a:lnTo>
                  <a:lnTo>
                    <a:pt x="44672" y="84780"/>
                  </a:lnTo>
                  <a:lnTo>
                    <a:pt x="33752" y="86127"/>
                  </a:lnTo>
                  <a:lnTo>
                    <a:pt x="22679" y="87492"/>
                  </a:lnTo>
                  <a:lnTo>
                    <a:pt x="19392" y="73762"/>
                  </a:lnTo>
                  <a:lnTo>
                    <a:pt x="16891" y="63315"/>
                  </a:lnTo>
                  <a:lnTo>
                    <a:pt x="12687" y="45754"/>
                  </a:lnTo>
                  <a:lnTo>
                    <a:pt x="5064" y="20537"/>
                  </a:lnTo>
                  <a:lnTo>
                    <a:pt x="0" y="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198946" y="4568110"/>
              <a:ext cx="84998" cy="96791"/>
            </a:xfrm>
            <a:custGeom>
              <a:avLst/>
              <a:pathLst>
                <a:path w="84998" h="96791">
                  <a:moveTo>
                    <a:pt x="6283" y="7117"/>
                  </a:moveTo>
                  <a:lnTo>
                    <a:pt x="15063" y="4771"/>
                  </a:lnTo>
                  <a:lnTo>
                    <a:pt x="24990" y="2118"/>
                  </a:lnTo>
                  <a:lnTo>
                    <a:pt x="32920" y="0"/>
                  </a:lnTo>
                  <a:lnTo>
                    <a:pt x="41360" y="4424"/>
                  </a:lnTo>
                  <a:lnTo>
                    <a:pt x="54820" y="11480"/>
                  </a:lnTo>
                  <a:lnTo>
                    <a:pt x="84998" y="72501"/>
                  </a:lnTo>
                  <a:lnTo>
                    <a:pt x="81772" y="74482"/>
                  </a:lnTo>
                  <a:lnTo>
                    <a:pt x="76379" y="77795"/>
                  </a:lnTo>
                  <a:lnTo>
                    <a:pt x="71028" y="81082"/>
                  </a:lnTo>
                  <a:lnTo>
                    <a:pt x="62288" y="85283"/>
                  </a:lnTo>
                  <a:lnTo>
                    <a:pt x="38341" y="96791"/>
                  </a:lnTo>
                  <a:lnTo>
                    <a:pt x="15285" y="46841"/>
                  </a:lnTo>
                  <a:lnTo>
                    <a:pt x="9877" y="35126"/>
                  </a:lnTo>
                  <a:lnTo>
                    <a:pt x="0" y="8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226159" y="4531072"/>
              <a:ext cx="91894" cy="64849"/>
            </a:xfrm>
            <a:custGeom>
              <a:avLst/>
              <a:pathLst>
                <a:path w="91894" h="64849">
                  <a:moveTo>
                    <a:pt x="1119" y="23839"/>
                  </a:moveTo>
                  <a:lnTo>
                    <a:pt x="0" y="18689"/>
                  </a:lnTo>
                  <a:lnTo>
                    <a:pt x="22527" y="13537"/>
                  </a:lnTo>
                  <a:lnTo>
                    <a:pt x="47379" y="7854"/>
                  </a:lnTo>
                  <a:lnTo>
                    <a:pt x="81722" y="0"/>
                  </a:lnTo>
                  <a:lnTo>
                    <a:pt x="85219" y="18121"/>
                  </a:lnTo>
                  <a:lnTo>
                    <a:pt x="91894" y="52719"/>
                  </a:lnTo>
                  <a:lnTo>
                    <a:pt x="74468" y="57681"/>
                  </a:lnTo>
                  <a:lnTo>
                    <a:pt x="60255" y="61728"/>
                  </a:lnTo>
                  <a:lnTo>
                    <a:pt x="49298" y="64849"/>
                  </a:lnTo>
                  <a:lnTo>
                    <a:pt x="43655" y="56811"/>
                  </a:lnTo>
                  <a:lnTo>
                    <a:pt x="31279" y="39179"/>
                  </a:lnTo>
                  <a:lnTo>
                    <a:pt x="2202" y="288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042317" y="4545512"/>
              <a:ext cx="171573" cy="218255"/>
            </a:xfrm>
            <a:custGeom>
              <a:avLst/>
              <a:pathLst>
                <a:path w="171573" h="218255">
                  <a:moveTo>
                    <a:pt x="3171" y="79820"/>
                  </a:moveTo>
                  <a:lnTo>
                    <a:pt x="0" y="71714"/>
                  </a:lnTo>
                  <a:lnTo>
                    <a:pt x="37012" y="49357"/>
                  </a:lnTo>
                  <a:lnTo>
                    <a:pt x="41428" y="46690"/>
                  </a:lnTo>
                  <a:lnTo>
                    <a:pt x="52337" y="40100"/>
                  </a:lnTo>
                  <a:lnTo>
                    <a:pt x="55986" y="36412"/>
                  </a:lnTo>
                  <a:lnTo>
                    <a:pt x="68348" y="23916"/>
                  </a:lnTo>
                  <a:lnTo>
                    <a:pt x="76319" y="15858"/>
                  </a:lnTo>
                  <a:lnTo>
                    <a:pt x="92007" y="0"/>
                  </a:lnTo>
                  <a:lnTo>
                    <a:pt x="102777" y="5556"/>
                  </a:lnTo>
                  <a:lnTo>
                    <a:pt x="111441" y="10025"/>
                  </a:lnTo>
                  <a:lnTo>
                    <a:pt x="97142" y="56718"/>
                  </a:lnTo>
                  <a:lnTo>
                    <a:pt x="105552" y="76747"/>
                  </a:lnTo>
                  <a:lnTo>
                    <a:pt x="113574" y="95852"/>
                  </a:lnTo>
                  <a:lnTo>
                    <a:pt x="123375" y="120276"/>
                  </a:lnTo>
                  <a:lnTo>
                    <a:pt x="138576" y="140977"/>
                  </a:lnTo>
                  <a:lnTo>
                    <a:pt x="149766" y="193847"/>
                  </a:lnTo>
                  <a:lnTo>
                    <a:pt x="162116" y="194867"/>
                  </a:lnTo>
                  <a:lnTo>
                    <a:pt x="171573" y="195648"/>
                  </a:lnTo>
                  <a:lnTo>
                    <a:pt x="166331" y="217985"/>
                  </a:lnTo>
                  <a:lnTo>
                    <a:pt x="154575" y="218033"/>
                  </a:lnTo>
                  <a:lnTo>
                    <a:pt x="143114" y="218079"/>
                  </a:lnTo>
                  <a:lnTo>
                    <a:pt x="130773" y="218128"/>
                  </a:lnTo>
                  <a:lnTo>
                    <a:pt x="110511" y="218210"/>
                  </a:lnTo>
                  <a:lnTo>
                    <a:pt x="99190" y="218255"/>
                  </a:lnTo>
                  <a:lnTo>
                    <a:pt x="73413" y="187685"/>
                  </a:lnTo>
                  <a:lnTo>
                    <a:pt x="33041" y="139806"/>
                  </a:lnTo>
                  <a:lnTo>
                    <a:pt x="15331" y="104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046810" y="4524714"/>
              <a:ext cx="64586" cy="62332"/>
            </a:xfrm>
            <a:custGeom>
              <a:avLst/>
              <a:pathLst>
                <a:path w="64586" h="62332">
                  <a:moveTo>
                    <a:pt x="32658" y="11541"/>
                  </a:moveTo>
                  <a:lnTo>
                    <a:pt x="43028" y="0"/>
                  </a:lnTo>
                  <a:lnTo>
                    <a:pt x="48899" y="4073"/>
                  </a:lnTo>
                  <a:lnTo>
                    <a:pt x="56225" y="9155"/>
                  </a:lnTo>
                  <a:lnTo>
                    <a:pt x="64586" y="14955"/>
                  </a:lnTo>
                  <a:lnTo>
                    <a:pt x="53436" y="26397"/>
                  </a:lnTo>
                  <a:lnTo>
                    <a:pt x="41341" y="38808"/>
                  </a:lnTo>
                  <a:lnTo>
                    <a:pt x="18416" y="62332"/>
                  </a:lnTo>
                  <a:lnTo>
                    <a:pt x="16155" y="60558"/>
                  </a:lnTo>
                  <a:lnTo>
                    <a:pt x="10927" y="56458"/>
                  </a:lnTo>
                  <a:lnTo>
                    <a:pt x="0" y="47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147467" y="4512751"/>
              <a:ext cx="36506" cy="32532"/>
            </a:xfrm>
            <a:custGeom>
              <a:avLst/>
              <a:pathLst>
                <a:path w="36506" h="32532">
                  <a:moveTo>
                    <a:pt x="11641" y="5377"/>
                  </a:moveTo>
                  <a:lnTo>
                    <a:pt x="20049" y="0"/>
                  </a:lnTo>
                  <a:lnTo>
                    <a:pt x="27568" y="6568"/>
                  </a:lnTo>
                  <a:lnTo>
                    <a:pt x="36506" y="14375"/>
                  </a:lnTo>
                  <a:lnTo>
                    <a:pt x="27916" y="25194"/>
                  </a:lnTo>
                  <a:lnTo>
                    <a:pt x="22091" y="32532"/>
                  </a:lnTo>
                  <a:lnTo>
                    <a:pt x="9362" y="21175"/>
                  </a:lnTo>
                  <a:lnTo>
                    <a:pt x="0" y="1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185961" y="4475298"/>
              <a:ext cx="115753" cy="71759"/>
            </a:xfrm>
            <a:custGeom>
              <a:avLst/>
              <a:pathLst>
                <a:path w="115753" h="71759">
                  <a:moveTo>
                    <a:pt x="52395" y="4840"/>
                  </a:moveTo>
                  <a:lnTo>
                    <a:pt x="97822" y="0"/>
                  </a:lnTo>
                  <a:lnTo>
                    <a:pt x="104550" y="17885"/>
                  </a:lnTo>
                  <a:lnTo>
                    <a:pt x="109468" y="30959"/>
                  </a:lnTo>
                  <a:lnTo>
                    <a:pt x="115753" y="47668"/>
                  </a:lnTo>
                  <a:lnTo>
                    <a:pt x="90861" y="55572"/>
                  </a:lnTo>
                  <a:lnTo>
                    <a:pt x="73393" y="59477"/>
                  </a:lnTo>
                  <a:lnTo>
                    <a:pt x="18460" y="71759"/>
                  </a:lnTo>
                  <a:lnTo>
                    <a:pt x="9351" y="50262"/>
                  </a:lnTo>
                  <a:lnTo>
                    <a:pt x="0" y="28192"/>
                  </a:lnTo>
                  <a:lnTo>
                    <a:pt x="40770" y="6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1966882" y="4467085"/>
              <a:ext cx="94731" cy="90199"/>
            </a:xfrm>
            <a:custGeom>
              <a:avLst/>
              <a:pathLst>
                <a:path w="94731" h="90199">
                  <a:moveTo>
                    <a:pt x="28442" y="10876"/>
                  </a:moveTo>
                  <a:lnTo>
                    <a:pt x="50539" y="0"/>
                  </a:lnTo>
                  <a:lnTo>
                    <a:pt x="57834" y="790"/>
                  </a:lnTo>
                  <a:lnTo>
                    <a:pt x="65476" y="1617"/>
                  </a:lnTo>
                  <a:lnTo>
                    <a:pt x="77744" y="2946"/>
                  </a:lnTo>
                  <a:lnTo>
                    <a:pt x="83066" y="10813"/>
                  </a:lnTo>
                  <a:lnTo>
                    <a:pt x="88699" y="24702"/>
                  </a:lnTo>
                  <a:lnTo>
                    <a:pt x="94731" y="39575"/>
                  </a:lnTo>
                  <a:lnTo>
                    <a:pt x="83724" y="49261"/>
                  </a:lnTo>
                  <a:lnTo>
                    <a:pt x="73425" y="58325"/>
                  </a:lnTo>
                  <a:lnTo>
                    <a:pt x="61927" y="68443"/>
                  </a:lnTo>
                  <a:lnTo>
                    <a:pt x="37205" y="90199"/>
                  </a:lnTo>
                  <a:lnTo>
                    <a:pt x="17367" y="65059"/>
                  </a:lnTo>
                  <a:lnTo>
                    <a:pt x="11816" y="58024"/>
                  </a:lnTo>
                  <a:lnTo>
                    <a:pt x="0" y="248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082923" y="4475270"/>
              <a:ext cx="70356" cy="56441"/>
            </a:xfrm>
            <a:custGeom>
              <a:avLst/>
              <a:pathLst>
                <a:path w="70356" h="56441">
                  <a:moveTo>
                    <a:pt x="30040" y="5508"/>
                  </a:moveTo>
                  <a:lnTo>
                    <a:pt x="38632" y="0"/>
                  </a:lnTo>
                  <a:lnTo>
                    <a:pt x="53094" y="11092"/>
                  </a:lnTo>
                  <a:lnTo>
                    <a:pt x="65167" y="20351"/>
                  </a:lnTo>
                  <a:lnTo>
                    <a:pt x="70356" y="24331"/>
                  </a:lnTo>
                  <a:lnTo>
                    <a:pt x="60899" y="34585"/>
                  </a:lnTo>
                  <a:lnTo>
                    <a:pt x="52938" y="43217"/>
                  </a:lnTo>
                  <a:lnTo>
                    <a:pt x="40743" y="56441"/>
                  </a:lnTo>
                  <a:lnTo>
                    <a:pt x="37545" y="54357"/>
                  </a:lnTo>
                  <a:lnTo>
                    <a:pt x="33784" y="51905"/>
                  </a:lnTo>
                  <a:lnTo>
                    <a:pt x="28092" y="48195"/>
                  </a:lnTo>
                  <a:lnTo>
                    <a:pt x="23751" y="45365"/>
                  </a:lnTo>
                  <a:lnTo>
                    <a:pt x="18399" y="41877"/>
                  </a:lnTo>
                  <a:lnTo>
                    <a:pt x="8862" y="35660"/>
                  </a:lnTo>
                  <a:lnTo>
                    <a:pt x="4933" y="33099"/>
                  </a:lnTo>
                  <a:lnTo>
                    <a:pt x="0" y="30230"/>
                  </a:lnTo>
                  <a:lnTo>
                    <a:pt x="8688" y="22200"/>
                  </a:lnTo>
                  <a:lnTo>
                    <a:pt x="19296" y="12397"/>
                  </a:lnTo>
                  <a:lnTo>
                    <a:pt x="23652" y="96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1978896" y="4441776"/>
              <a:ext cx="40499" cy="32051"/>
            </a:xfrm>
            <a:custGeom>
              <a:avLst/>
              <a:pathLst>
                <a:path w="40499" h="32051">
                  <a:moveTo>
                    <a:pt x="30571" y="0"/>
                  </a:moveTo>
                  <a:lnTo>
                    <a:pt x="32471" y="1330"/>
                  </a:lnTo>
                  <a:lnTo>
                    <a:pt x="36773" y="4344"/>
                  </a:lnTo>
                  <a:lnTo>
                    <a:pt x="40499" y="6954"/>
                  </a:lnTo>
                  <a:lnTo>
                    <a:pt x="39616" y="11766"/>
                  </a:lnTo>
                  <a:lnTo>
                    <a:pt x="38920" y="15559"/>
                  </a:lnTo>
                  <a:lnTo>
                    <a:pt x="38111" y="19969"/>
                  </a:lnTo>
                  <a:lnTo>
                    <a:pt x="35564" y="20960"/>
                  </a:lnTo>
                  <a:lnTo>
                    <a:pt x="32192" y="22271"/>
                  </a:lnTo>
                  <a:lnTo>
                    <a:pt x="27896" y="23941"/>
                  </a:lnTo>
                  <a:lnTo>
                    <a:pt x="24039" y="25441"/>
                  </a:lnTo>
                  <a:lnTo>
                    <a:pt x="19659" y="27144"/>
                  </a:lnTo>
                  <a:lnTo>
                    <a:pt x="12669" y="29862"/>
                  </a:lnTo>
                  <a:lnTo>
                    <a:pt x="7040" y="32051"/>
                  </a:lnTo>
                  <a:lnTo>
                    <a:pt x="3729" y="21811"/>
                  </a:lnTo>
                  <a:lnTo>
                    <a:pt x="0" y="10275"/>
                  </a:lnTo>
                  <a:lnTo>
                    <a:pt x="12301" y="6140"/>
                  </a:lnTo>
                  <a:lnTo>
                    <a:pt x="25055" y="1854"/>
                  </a:lnTo>
                  <a:lnTo>
                    <a:pt x="26221" y="14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046679" y="4445782"/>
              <a:ext cx="66744" cy="52827"/>
            </a:xfrm>
            <a:custGeom>
              <a:avLst/>
              <a:pathLst>
                <a:path w="66744" h="52827">
                  <a:moveTo>
                    <a:pt x="24821" y="9698"/>
                  </a:moveTo>
                  <a:lnTo>
                    <a:pt x="30006" y="7746"/>
                  </a:lnTo>
                  <a:lnTo>
                    <a:pt x="50586" y="0"/>
                  </a:lnTo>
                  <a:lnTo>
                    <a:pt x="54764" y="6739"/>
                  </a:lnTo>
                  <a:lnTo>
                    <a:pt x="58550" y="12848"/>
                  </a:lnTo>
                  <a:lnTo>
                    <a:pt x="66744" y="26066"/>
                  </a:lnTo>
                  <a:lnTo>
                    <a:pt x="61048" y="30255"/>
                  </a:lnTo>
                  <a:lnTo>
                    <a:pt x="55238" y="34527"/>
                  </a:lnTo>
                  <a:lnTo>
                    <a:pt x="46977" y="40602"/>
                  </a:lnTo>
                  <a:lnTo>
                    <a:pt x="40165" y="45611"/>
                  </a:lnTo>
                  <a:lnTo>
                    <a:pt x="34611" y="49695"/>
                  </a:lnTo>
                  <a:lnTo>
                    <a:pt x="29643" y="52827"/>
                  </a:lnTo>
                  <a:lnTo>
                    <a:pt x="27398" y="50446"/>
                  </a:lnTo>
                  <a:lnTo>
                    <a:pt x="24173" y="47025"/>
                  </a:lnTo>
                  <a:lnTo>
                    <a:pt x="19824" y="42414"/>
                  </a:lnTo>
                  <a:lnTo>
                    <a:pt x="16012" y="38925"/>
                  </a:lnTo>
                  <a:lnTo>
                    <a:pt x="11935" y="35193"/>
                  </a:lnTo>
                  <a:lnTo>
                    <a:pt x="8458" y="32011"/>
                  </a:lnTo>
                  <a:lnTo>
                    <a:pt x="4649" y="26171"/>
                  </a:lnTo>
                  <a:lnTo>
                    <a:pt x="0" y="19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142260" y="4429915"/>
              <a:ext cx="71196" cy="67430"/>
            </a:xfrm>
            <a:custGeom>
              <a:avLst/>
              <a:pathLst>
                <a:path w="71196" h="67430">
                  <a:moveTo>
                    <a:pt x="21943" y="12900"/>
                  </a:moveTo>
                  <a:lnTo>
                    <a:pt x="35436" y="0"/>
                  </a:lnTo>
                  <a:lnTo>
                    <a:pt x="42194" y="8920"/>
                  </a:lnTo>
                  <a:lnTo>
                    <a:pt x="50128" y="19394"/>
                  </a:lnTo>
                  <a:lnTo>
                    <a:pt x="59565" y="31851"/>
                  </a:lnTo>
                  <a:lnTo>
                    <a:pt x="71196" y="47206"/>
                  </a:lnTo>
                  <a:lnTo>
                    <a:pt x="63544" y="51243"/>
                  </a:lnTo>
                  <a:lnTo>
                    <a:pt x="53673" y="56450"/>
                  </a:lnTo>
                  <a:lnTo>
                    <a:pt x="41586" y="62827"/>
                  </a:lnTo>
                  <a:lnTo>
                    <a:pt x="32861" y="67430"/>
                  </a:lnTo>
                  <a:lnTo>
                    <a:pt x="25215" y="59624"/>
                  </a:lnTo>
                  <a:lnTo>
                    <a:pt x="16356" y="50579"/>
                  </a:lnTo>
                  <a:lnTo>
                    <a:pt x="0" y="338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191164" y="4393538"/>
              <a:ext cx="67619" cy="75026"/>
            </a:xfrm>
            <a:custGeom>
              <a:avLst/>
              <a:pathLst>
                <a:path w="67619" h="75026">
                  <a:moveTo>
                    <a:pt x="49399" y="24237"/>
                  </a:moveTo>
                  <a:lnTo>
                    <a:pt x="67619" y="56232"/>
                  </a:lnTo>
                  <a:lnTo>
                    <a:pt x="51585" y="69914"/>
                  </a:lnTo>
                  <a:lnTo>
                    <a:pt x="44694" y="71286"/>
                  </a:lnTo>
                  <a:lnTo>
                    <a:pt x="25904" y="75026"/>
                  </a:lnTo>
                  <a:lnTo>
                    <a:pt x="8560" y="46443"/>
                  </a:lnTo>
                  <a:lnTo>
                    <a:pt x="0" y="32334"/>
                  </a:lnTo>
                  <a:lnTo>
                    <a:pt x="16360" y="17473"/>
                  </a:lnTo>
                  <a:lnTo>
                    <a:pt x="355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231390" y="4376981"/>
              <a:ext cx="60719" cy="74029"/>
            </a:xfrm>
            <a:custGeom>
              <a:avLst/>
              <a:pathLst>
                <a:path w="60719" h="74029">
                  <a:moveTo>
                    <a:pt x="11548" y="5132"/>
                  </a:moveTo>
                  <a:lnTo>
                    <a:pt x="20949" y="0"/>
                  </a:lnTo>
                  <a:lnTo>
                    <a:pt x="30010" y="15130"/>
                  </a:lnTo>
                  <a:lnTo>
                    <a:pt x="60719" y="66409"/>
                  </a:lnTo>
                  <a:lnTo>
                    <a:pt x="54321" y="68395"/>
                  </a:lnTo>
                  <a:lnTo>
                    <a:pt x="42801" y="71972"/>
                  </a:lnTo>
                  <a:lnTo>
                    <a:pt x="36176" y="74029"/>
                  </a:lnTo>
                  <a:lnTo>
                    <a:pt x="30533" y="64265"/>
                  </a:lnTo>
                  <a:lnTo>
                    <a:pt x="23077" y="51365"/>
                  </a:lnTo>
                  <a:lnTo>
                    <a:pt x="14806" y="37054"/>
                  </a:lnTo>
                  <a:lnTo>
                    <a:pt x="5787" y="21450"/>
                  </a:lnTo>
                  <a:lnTo>
                    <a:pt x="0" y="11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325128" y="4397478"/>
              <a:ext cx="32353" cy="35306"/>
            </a:xfrm>
            <a:custGeom>
              <a:avLst/>
              <a:pathLst>
                <a:path w="32353" h="35306">
                  <a:moveTo>
                    <a:pt x="2045" y="7588"/>
                  </a:moveTo>
                  <a:lnTo>
                    <a:pt x="8569" y="4088"/>
                  </a:lnTo>
                  <a:lnTo>
                    <a:pt x="16191" y="0"/>
                  </a:lnTo>
                  <a:lnTo>
                    <a:pt x="21308" y="7527"/>
                  </a:lnTo>
                  <a:lnTo>
                    <a:pt x="32353" y="23778"/>
                  </a:lnTo>
                  <a:lnTo>
                    <a:pt x="22642" y="29845"/>
                  </a:lnTo>
                  <a:lnTo>
                    <a:pt x="13901" y="35306"/>
                  </a:lnTo>
                  <a:lnTo>
                    <a:pt x="5615" y="19440"/>
                  </a:lnTo>
                  <a:lnTo>
                    <a:pt x="0" y="8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255209" y="4353097"/>
              <a:ext cx="72144" cy="115062"/>
            </a:xfrm>
            <a:custGeom>
              <a:avLst/>
              <a:pathLst>
                <a:path w="72144" h="115062">
                  <a:moveTo>
                    <a:pt x="20379" y="48862"/>
                  </a:moveTo>
                  <a:lnTo>
                    <a:pt x="17416" y="43305"/>
                  </a:lnTo>
                  <a:lnTo>
                    <a:pt x="8319" y="26246"/>
                  </a:lnTo>
                  <a:lnTo>
                    <a:pt x="0" y="10644"/>
                  </a:lnTo>
                  <a:lnTo>
                    <a:pt x="16487" y="3234"/>
                  </a:lnTo>
                  <a:lnTo>
                    <a:pt x="23683" y="0"/>
                  </a:lnTo>
                  <a:lnTo>
                    <a:pt x="33467" y="17050"/>
                  </a:lnTo>
                  <a:lnTo>
                    <a:pt x="46812" y="40305"/>
                  </a:lnTo>
                  <a:lnTo>
                    <a:pt x="68179" y="92095"/>
                  </a:lnTo>
                  <a:lnTo>
                    <a:pt x="72144" y="112135"/>
                  </a:lnTo>
                  <a:lnTo>
                    <a:pt x="64364" y="112975"/>
                  </a:lnTo>
                  <a:lnTo>
                    <a:pt x="55778" y="113903"/>
                  </a:lnTo>
                  <a:lnTo>
                    <a:pt x="45050" y="115062"/>
                  </a:lnTo>
                  <a:lnTo>
                    <a:pt x="44979" y="108888"/>
                  </a:lnTo>
                  <a:lnTo>
                    <a:pt x="44946" y="106026"/>
                  </a:lnTo>
                  <a:lnTo>
                    <a:pt x="44885" y="100664"/>
                  </a:lnTo>
                  <a:lnTo>
                    <a:pt x="40731" y="88677"/>
                  </a:lnTo>
                  <a:lnTo>
                    <a:pt x="37126" y="82304"/>
                  </a:lnTo>
                  <a:lnTo>
                    <a:pt x="34257" y="772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289290" y="4337054"/>
              <a:ext cx="43709" cy="44077"/>
            </a:xfrm>
            <a:custGeom>
              <a:avLst/>
              <a:pathLst>
                <a:path w="43709" h="44077">
                  <a:moveTo>
                    <a:pt x="27658" y="35027"/>
                  </a:moveTo>
                  <a:lnTo>
                    <a:pt x="18327" y="44077"/>
                  </a:lnTo>
                  <a:lnTo>
                    <a:pt x="12771" y="36869"/>
                  </a:lnTo>
                  <a:lnTo>
                    <a:pt x="4657" y="26341"/>
                  </a:lnTo>
                  <a:lnTo>
                    <a:pt x="0" y="20299"/>
                  </a:lnTo>
                  <a:lnTo>
                    <a:pt x="18691" y="8381"/>
                  </a:lnTo>
                  <a:lnTo>
                    <a:pt x="35650" y="0"/>
                  </a:lnTo>
                  <a:lnTo>
                    <a:pt x="38752" y="2728"/>
                  </a:lnTo>
                  <a:lnTo>
                    <a:pt x="43709" y="7088"/>
                  </a:lnTo>
                  <a:lnTo>
                    <a:pt x="40203" y="16091"/>
                  </a:lnTo>
                  <a:lnTo>
                    <a:pt x="38315" y="20939"/>
                  </a:lnTo>
                  <a:lnTo>
                    <a:pt x="35965" y="26972"/>
                  </a:lnTo>
                  <a:lnTo>
                    <a:pt x="33705" y="29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000321" y="4513370"/>
              <a:ext cx="86448" cy="73856"/>
            </a:xfrm>
            <a:custGeom>
              <a:avLst/>
              <a:pathLst>
                <a:path w="86448" h="73856">
                  <a:moveTo>
                    <a:pt x="0" y="56322"/>
                  </a:moveTo>
                  <a:lnTo>
                    <a:pt x="7030" y="48397"/>
                  </a:lnTo>
                  <a:lnTo>
                    <a:pt x="22439" y="35306"/>
                  </a:lnTo>
                  <a:lnTo>
                    <a:pt x="36445" y="23408"/>
                  </a:lnTo>
                  <a:lnTo>
                    <a:pt x="47447" y="14062"/>
                  </a:lnTo>
                  <a:lnTo>
                    <a:pt x="55197" y="7477"/>
                  </a:lnTo>
                  <a:lnTo>
                    <a:pt x="71117" y="0"/>
                  </a:lnTo>
                  <a:lnTo>
                    <a:pt x="74553" y="2099"/>
                  </a:lnTo>
                  <a:lnTo>
                    <a:pt x="76855" y="3505"/>
                  </a:lnTo>
                  <a:lnTo>
                    <a:pt x="80163" y="5526"/>
                  </a:lnTo>
                  <a:lnTo>
                    <a:pt x="83146" y="7349"/>
                  </a:lnTo>
                  <a:lnTo>
                    <a:pt x="86448" y="9367"/>
                  </a:lnTo>
                  <a:lnTo>
                    <a:pt x="77730" y="18863"/>
                  </a:lnTo>
                  <a:lnTo>
                    <a:pt x="68670" y="28730"/>
                  </a:lnTo>
                  <a:lnTo>
                    <a:pt x="59068" y="39188"/>
                  </a:lnTo>
                  <a:lnTo>
                    <a:pt x="27238" y="73856"/>
                  </a:lnTo>
                  <a:lnTo>
                    <a:pt x="17513" y="67596"/>
                  </a:lnTo>
                  <a:lnTo>
                    <a:pt x="15139" y="66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325432" y="4584285"/>
              <a:ext cx="29606" cy="79215"/>
            </a:xfrm>
            <a:custGeom>
              <a:avLst/>
              <a:pathLst>
                <a:path w="29606" h="79215">
                  <a:moveTo>
                    <a:pt x="572" y="27707"/>
                  </a:moveTo>
                  <a:lnTo>
                    <a:pt x="634" y="19016"/>
                  </a:lnTo>
                  <a:lnTo>
                    <a:pt x="0" y="3164"/>
                  </a:lnTo>
                  <a:lnTo>
                    <a:pt x="2785" y="2563"/>
                  </a:lnTo>
                  <a:lnTo>
                    <a:pt x="5405" y="1998"/>
                  </a:lnTo>
                  <a:lnTo>
                    <a:pt x="8779" y="1270"/>
                  </a:lnTo>
                  <a:lnTo>
                    <a:pt x="12299" y="511"/>
                  </a:lnTo>
                  <a:lnTo>
                    <a:pt x="14671" y="0"/>
                  </a:lnTo>
                  <a:lnTo>
                    <a:pt x="16759" y="29575"/>
                  </a:lnTo>
                  <a:lnTo>
                    <a:pt x="19385" y="66785"/>
                  </a:lnTo>
                  <a:lnTo>
                    <a:pt x="29606" y="70748"/>
                  </a:lnTo>
                  <a:lnTo>
                    <a:pt x="29267" y="74824"/>
                  </a:lnTo>
                  <a:lnTo>
                    <a:pt x="28901" y="79215"/>
                  </a:lnTo>
                  <a:lnTo>
                    <a:pt x="20795" y="78314"/>
                  </a:lnTo>
                  <a:lnTo>
                    <a:pt x="10750" y="72009"/>
                  </a:lnTo>
                  <a:lnTo>
                    <a:pt x="7047" y="59436"/>
                  </a:lnTo>
                  <a:lnTo>
                    <a:pt x="505" y="37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325868" y="4229603"/>
              <a:ext cx="175688" cy="354331"/>
            </a:xfrm>
            <a:custGeom>
              <a:avLst/>
              <a:pathLst>
                <a:path w="175688" h="354331">
                  <a:moveTo>
                    <a:pt x="161533" y="247948"/>
                  </a:moveTo>
                  <a:lnTo>
                    <a:pt x="161247" y="266282"/>
                  </a:lnTo>
                  <a:lnTo>
                    <a:pt x="161441" y="268936"/>
                  </a:lnTo>
                  <a:lnTo>
                    <a:pt x="161185" y="271294"/>
                  </a:lnTo>
                  <a:lnTo>
                    <a:pt x="161090" y="274378"/>
                  </a:lnTo>
                  <a:lnTo>
                    <a:pt x="160994" y="277455"/>
                  </a:lnTo>
                  <a:lnTo>
                    <a:pt x="161185" y="280089"/>
                  </a:lnTo>
                  <a:lnTo>
                    <a:pt x="161375" y="282718"/>
                  </a:lnTo>
                  <a:lnTo>
                    <a:pt x="161405" y="284614"/>
                  </a:lnTo>
                  <a:lnTo>
                    <a:pt x="161595" y="287235"/>
                  </a:lnTo>
                  <a:lnTo>
                    <a:pt x="161912" y="288687"/>
                  </a:lnTo>
                  <a:lnTo>
                    <a:pt x="161686" y="292900"/>
                  </a:lnTo>
                  <a:lnTo>
                    <a:pt x="161588" y="295942"/>
                  </a:lnTo>
                  <a:lnTo>
                    <a:pt x="161619" y="297821"/>
                  </a:lnTo>
                  <a:lnTo>
                    <a:pt x="161807" y="300417"/>
                  </a:lnTo>
                  <a:lnTo>
                    <a:pt x="162438" y="303294"/>
                  </a:lnTo>
                  <a:lnTo>
                    <a:pt x="162911" y="305449"/>
                  </a:lnTo>
                  <a:lnTo>
                    <a:pt x="163382" y="307600"/>
                  </a:lnTo>
                  <a:lnTo>
                    <a:pt x="164139" y="309317"/>
                  </a:lnTo>
                  <a:lnTo>
                    <a:pt x="165649" y="312745"/>
                  </a:lnTo>
                  <a:lnTo>
                    <a:pt x="166716" y="315884"/>
                  </a:lnTo>
                  <a:lnTo>
                    <a:pt x="167909" y="317876"/>
                  </a:lnTo>
                  <a:lnTo>
                    <a:pt x="169257" y="320577"/>
                  </a:lnTo>
                  <a:lnTo>
                    <a:pt x="169723" y="322714"/>
                  </a:lnTo>
                  <a:lnTo>
                    <a:pt x="171068" y="325424"/>
                  </a:lnTo>
                  <a:lnTo>
                    <a:pt x="171817" y="327135"/>
                  </a:lnTo>
                  <a:lnTo>
                    <a:pt x="173006" y="329129"/>
                  </a:lnTo>
                  <a:lnTo>
                    <a:pt x="173754" y="330837"/>
                  </a:lnTo>
                  <a:lnTo>
                    <a:pt x="174941" y="332829"/>
                  </a:lnTo>
                  <a:lnTo>
                    <a:pt x="175688" y="334535"/>
                  </a:lnTo>
                  <a:lnTo>
                    <a:pt x="151956" y="342910"/>
                  </a:lnTo>
                  <a:lnTo>
                    <a:pt x="134726" y="345469"/>
                  </a:lnTo>
                  <a:lnTo>
                    <a:pt x="75037" y="354331"/>
                  </a:lnTo>
                  <a:lnTo>
                    <a:pt x="46279" y="351848"/>
                  </a:lnTo>
                  <a:lnTo>
                    <a:pt x="41655" y="293991"/>
                  </a:lnTo>
                  <a:lnTo>
                    <a:pt x="111716" y="283327"/>
                  </a:lnTo>
                  <a:lnTo>
                    <a:pt x="84948" y="210048"/>
                  </a:lnTo>
                  <a:lnTo>
                    <a:pt x="58905" y="217692"/>
                  </a:lnTo>
                  <a:lnTo>
                    <a:pt x="52084" y="208079"/>
                  </a:lnTo>
                  <a:lnTo>
                    <a:pt x="13066" y="153093"/>
                  </a:lnTo>
                  <a:lnTo>
                    <a:pt x="14264" y="142065"/>
                  </a:lnTo>
                  <a:lnTo>
                    <a:pt x="38405" y="103029"/>
                  </a:lnTo>
                  <a:lnTo>
                    <a:pt x="17990" y="45339"/>
                  </a:lnTo>
                  <a:lnTo>
                    <a:pt x="3874" y="45119"/>
                  </a:lnTo>
                  <a:lnTo>
                    <a:pt x="0" y="26817"/>
                  </a:lnTo>
                  <a:lnTo>
                    <a:pt x="28589" y="13528"/>
                  </a:lnTo>
                  <a:lnTo>
                    <a:pt x="57692" y="0"/>
                  </a:lnTo>
                  <a:lnTo>
                    <a:pt x="114937" y="149856"/>
                  </a:lnTo>
                  <a:lnTo>
                    <a:pt x="130939" y="191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413493" y="2482442"/>
              <a:ext cx="36896" cy="27020"/>
            </a:xfrm>
            <a:custGeom>
              <a:avLst/>
              <a:pathLst>
                <a:path w="36896" h="27020">
                  <a:moveTo>
                    <a:pt x="32931" y="11033"/>
                  </a:moveTo>
                  <a:lnTo>
                    <a:pt x="36896" y="22066"/>
                  </a:lnTo>
                  <a:lnTo>
                    <a:pt x="30067" y="24543"/>
                  </a:lnTo>
                  <a:lnTo>
                    <a:pt x="23239" y="27020"/>
                  </a:lnTo>
                  <a:lnTo>
                    <a:pt x="19714" y="19927"/>
                  </a:lnTo>
                  <a:lnTo>
                    <a:pt x="2423" y="23192"/>
                  </a:lnTo>
                  <a:lnTo>
                    <a:pt x="1211" y="16437"/>
                  </a:lnTo>
                  <a:lnTo>
                    <a:pt x="0" y="9682"/>
                  </a:lnTo>
                  <a:lnTo>
                    <a:pt x="14483" y="4841"/>
                  </a:lnTo>
                  <a:lnTo>
                    <a:pt x="289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836646" y="2394313"/>
              <a:ext cx="379768" cy="435304"/>
            </a:xfrm>
            <a:custGeom>
              <a:avLst/>
              <a:pathLst>
                <a:path w="379768" h="435304">
                  <a:moveTo>
                    <a:pt x="327886" y="277085"/>
                  </a:moveTo>
                  <a:lnTo>
                    <a:pt x="324053" y="277780"/>
                  </a:lnTo>
                  <a:lnTo>
                    <a:pt x="316490" y="279152"/>
                  </a:lnTo>
                  <a:lnTo>
                    <a:pt x="313362" y="279720"/>
                  </a:lnTo>
                  <a:lnTo>
                    <a:pt x="310894" y="280597"/>
                  </a:lnTo>
                  <a:lnTo>
                    <a:pt x="312268" y="287304"/>
                  </a:lnTo>
                  <a:lnTo>
                    <a:pt x="313814" y="306627"/>
                  </a:lnTo>
                  <a:lnTo>
                    <a:pt x="315671" y="329835"/>
                  </a:lnTo>
                  <a:lnTo>
                    <a:pt x="317854" y="357133"/>
                  </a:lnTo>
                  <a:lnTo>
                    <a:pt x="313669" y="399240"/>
                  </a:lnTo>
                  <a:lnTo>
                    <a:pt x="313458" y="404837"/>
                  </a:lnTo>
                  <a:lnTo>
                    <a:pt x="293838" y="396813"/>
                  </a:lnTo>
                  <a:lnTo>
                    <a:pt x="275261" y="388976"/>
                  </a:lnTo>
                  <a:lnTo>
                    <a:pt x="272436" y="387785"/>
                  </a:lnTo>
                  <a:lnTo>
                    <a:pt x="268470" y="386748"/>
                  </a:lnTo>
                  <a:lnTo>
                    <a:pt x="246943" y="371960"/>
                  </a:lnTo>
                  <a:lnTo>
                    <a:pt x="216320" y="372118"/>
                  </a:lnTo>
                  <a:lnTo>
                    <a:pt x="194005" y="396501"/>
                  </a:lnTo>
                  <a:lnTo>
                    <a:pt x="190180" y="400681"/>
                  </a:lnTo>
                  <a:lnTo>
                    <a:pt x="173889" y="378312"/>
                  </a:lnTo>
                  <a:lnTo>
                    <a:pt x="167721" y="392272"/>
                  </a:lnTo>
                  <a:lnTo>
                    <a:pt x="122830" y="421942"/>
                  </a:lnTo>
                  <a:lnTo>
                    <a:pt x="95509" y="435304"/>
                  </a:lnTo>
                  <a:lnTo>
                    <a:pt x="83383" y="432820"/>
                  </a:lnTo>
                  <a:lnTo>
                    <a:pt x="47192" y="399703"/>
                  </a:lnTo>
                  <a:lnTo>
                    <a:pt x="28237" y="371517"/>
                  </a:lnTo>
                  <a:lnTo>
                    <a:pt x="17897" y="359185"/>
                  </a:lnTo>
                  <a:lnTo>
                    <a:pt x="15551" y="352176"/>
                  </a:lnTo>
                  <a:lnTo>
                    <a:pt x="11587" y="337049"/>
                  </a:lnTo>
                  <a:lnTo>
                    <a:pt x="0" y="292829"/>
                  </a:lnTo>
                  <a:lnTo>
                    <a:pt x="0" y="0"/>
                  </a:lnTo>
                  <a:lnTo>
                    <a:pt x="4708" y="3147"/>
                  </a:lnTo>
                  <a:lnTo>
                    <a:pt x="11070" y="7400"/>
                  </a:lnTo>
                  <a:lnTo>
                    <a:pt x="17432" y="11653"/>
                  </a:lnTo>
                  <a:lnTo>
                    <a:pt x="23794" y="15906"/>
                  </a:lnTo>
                  <a:lnTo>
                    <a:pt x="30156" y="20159"/>
                  </a:lnTo>
                  <a:lnTo>
                    <a:pt x="36518" y="24412"/>
                  </a:lnTo>
                  <a:lnTo>
                    <a:pt x="42880" y="28665"/>
                  </a:lnTo>
                  <a:lnTo>
                    <a:pt x="49242" y="32918"/>
                  </a:lnTo>
                  <a:lnTo>
                    <a:pt x="55604" y="37171"/>
                  </a:lnTo>
                  <a:lnTo>
                    <a:pt x="61966" y="41424"/>
                  </a:lnTo>
                  <a:lnTo>
                    <a:pt x="68328" y="45677"/>
                  </a:lnTo>
                  <a:lnTo>
                    <a:pt x="74690" y="49930"/>
                  </a:lnTo>
                  <a:lnTo>
                    <a:pt x="81052" y="54183"/>
                  </a:lnTo>
                  <a:lnTo>
                    <a:pt x="87414" y="58436"/>
                  </a:lnTo>
                  <a:lnTo>
                    <a:pt x="93776" y="62689"/>
                  </a:lnTo>
                  <a:lnTo>
                    <a:pt x="100138" y="66942"/>
                  </a:lnTo>
                  <a:lnTo>
                    <a:pt x="106172" y="70976"/>
                  </a:lnTo>
                  <a:lnTo>
                    <a:pt x="106426" y="71280"/>
                  </a:lnTo>
                  <a:lnTo>
                    <a:pt x="111361" y="77191"/>
                  </a:lnTo>
                  <a:lnTo>
                    <a:pt x="116296" y="83101"/>
                  </a:lnTo>
                  <a:lnTo>
                    <a:pt x="121231" y="89012"/>
                  </a:lnTo>
                  <a:lnTo>
                    <a:pt x="126201" y="94964"/>
                  </a:lnTo>
                  <a:lnTo>
                    <a:pt x="128377" y="97571"/>
                  </a:lnTo>
                  <a:lnTo>
                    <a:pt x="131563" y="100361"/>
                  </a:lnTo>
                  <a:lnTo>
                    <a:pt x="137334" y="105418"/>
                  </a:lnTo>
                  <a:lnTo>
                    <a:pt x="143106" y="110475"/>
                  </a:lnTo>
                  <a:lnTo>
                    <a:pt x="148877" y="115533"/>
                  </a:lnTo>
                  <a:lnTo>
                    <a:pt x="149254" y="115862"/>
                  </a:lnTo>
                  <a:lnTo>
                    <a:pt x="155250" y="119760"/>
                  </a:lnTo>
                  <a:lnTo>
                    <a:pt x="161665" y="123929"/>
                  </a:lnTo>
                  <a:lnTo>
                    <a:pt x="168079" y="128098"/>
                  </a:lnTo>
                  <a:lnTo>
                    <a:pt x="174494" y="132267"/>
                  </a:lnTo>
                  <a:lnTo>
                    <a:pt x="180909" y="136436"/>
                  </a:lnTo>
                  <a:lnTo>
                    <a:pt x="187324" y="140606"/>
                  </a:lnTo>
                  <a:lnTo>
                    <a:pt x="193739" y="144775"/>
                  </a:lnTo>
                  <a:lnTo>
                    <a:pt x="200153" y="148944"/>
                  </a:lnTo>
                  <a:lnTo>
                    <a:pt x="206568" y="153113"/>
                  </a:lnTo>
                  <a:lnTo>
                    <a:pt x="212983" y="157282"/>
                  </a:lnTo>
                  <a:lnTo>
                    <a:pt x="219398" y="161452"/>
                  </a:lnTo>
                  <a:lnTo>
                    <a:pt x="225812" y="165621"/>
                  </a:lnTo>
                  <a:lnTo>
                    <a:pt x="232228" y="169790"/>
                  </a:lnTo>
                  <a:lnTo>
                    <a:pt x="238642" y="173959"/>
                  </a:lnTo>
                  <a:lnTo>
                    <a:pt x="245057" y="178129"/>
                  </a:lnTo>
                  <a:lnTo>
                    <a:pt x="251472" y="182298"/>
                  </a:lnTo>
                  <a:lnTo>
                    <a:pt x="257887" y="186467"/>
                  </a:lnTo>
                  <a:lnTo>
                    <a:pt x="264301" y="190636"/>
                  </a:lnTo>
                  <a:lnTo>
                    <a:pt x="270716" y="194805"/>
                  </a:lnTo>
                  <a:lnTo>
                    <a:pt x="277131" y="198974"/>
                  </a:lnTo>
                  <a:lnTo>
                    <a:pt x="283546" y="203144"/>
                  </a:lnTo>
                  <a:lnTo>
                    <a:pt x="289961" y="207313"/>
                  </a:lnTo>
                  <a:lnTo>
                    <a:pt x="296375" y="211482"/>
                  </a:lnTo>
                  <a:lnTo>
                    <a:pt x="302790" y="215651"/>
                  </a:lnTo>
                  <a:lnTo>
                    <a:pt x="309205" y="219821"/>
                  </a:lnTo>
                  <a:lnTo>
                    <a:pt x="315620" y="223990"/>
                  </a:lnTo>
                  <a:lnTo>
                    <a:pt x="322035" y="228159"/>
                  </a:lnTo>
                  <a:lnTo>
                    <a:pt x="328449" y="232328"/>
                  </a:lnTo>
                  <a:lnTo>
                    <a:pt x="334864" y="236497"/>
                  </a:lnTo>
                  <a:lnTo>
                    <a:pt x="341279" y="240667"/>
                  </a:lnTo>
                  <a:lnTo>
                    <a:pt x="346546" y="244090"/>
                  </a:lnTo>
                  <a:lnTo>
                    <a:pt x="350619" y="246737"/>
                  </a:lnTo>
                  <a:lnTo>
                    <a:pt x="355324" y="249795"/>
                  </a:lnTo>
                  <a:lnTo>
                    <a:pt x="366585" y="257114"/>
                  </a:lnTo>
                  <a:lnTo>
                    <a:pt x="366938" y="257344"/>
                  </a:lnTo>
                  <a:lnTo>
                    <a:pt x="373353" y="261513"/>
                  </a:lnTo>
                  <a:lnTo>
                    <a:pt x="379768" y="265682"/>
                  </a:lnTo>
                  <a:lnTo>
                    <a:pt x="375365" y="274040"/>
                  </a:lnTo>
                  <a:lnTo>
                    <a:pt x="371874" y="280667"/>
                  </a:lnTo>
                  <a:lnTo>
                    <a:pt x="359846" y="274022"/>
                  </a:lnTo>
                  <a:lnTo>
                    <a:pt x="358020" y="273191"/>
                  </a:lnTo>
                  <a:lnTo>
                    <a:pt x="355993" y="277009"/>
                  </a:lnTo>
                  <a:lnTo>
                    <a:pt x="341331" y="268389"/>
                  </a:lnTo>
                  <a:lnTo>
                    <a:pt x="337856" y="275058"/>
                  </a:lnTo>
                  <a:lnTo>
                    <a:pt x="336385" y="275402"/>
                  </a:lnTo>
                  <a:lnTo>
                    <a:pt x="333693" y="276032"/>
                  </a:lnTo>
                  <a:lnTo>
                    <a:pt x="330347" y="276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836646" y="3072626"/>
              <a:ext cx="27698" cy="57099"/>
            </a:xfrm>
            <a:custGeom>
              <a:avLst/>
              <a:pathLst>
                <a:path w="27698" h="57099">
                  <a:moveTo>
                    <a:pt x="936" y="645"/>
                  </a:moveTo>
                  <a:lnTo>
                    <a:pt x="4759" y="3279"/>
                  </a:lnTo>
                  <a:lnTo>
                    <a:pt x="8582" y="5913"/>
                  </a:lnTo>
                  <a:lnTo>
                    <a:pt x="12405" y="8548"/>
                  </a:lnTo>
                  <a:lnTo>
                    <a:pt x="16229" y="11182"/>
                  </a:lnTo>
                  <a:lnTo>
                    <a:pt x="20052" y="13816"/>
                  </a:lnTo>
                  <a:lnTo>
                    <a:pt x="23875" y="16451"/>
                  </a:lnTo>
                  <a:lnTo>
                    <a:pt x="27698" y="19085"/>
                  </a:lnTo>
                  <a:lnTo>
                    <a:pt x="25944" y="21492"/>
                  </a:lnTo>
                  <a:lnTo>
                    <a:pt x="24223" y="23854"/>
                  </a:lnTo>
                  <a:lnTo>
                    <a:pt x="20749" y="28622"/>
                  </a:lnTo>
                  <a:lnTo>
                    <a:pt x="17274" y="33391"/>
                  </a:lnTo>
                  <a:lnTo>
                    <a:pt x="13799" y="38160"/>
                  </a:lnTo>
                  <a:lnTo>
                    <a:pt x="10325" y="42928"/>
                  </a:lnTo>
                  <a:lnTo>
                    <a:pt x="6850" y="47697"/>
                  </a:lnTo>
                  <a:lnTo>
                    <a:pt x="3376" y="52466"/>
                  </a:lnTo>
                  <a:lnTo>
                    <a:pt x="0" y="57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836646" y="2964226"/>
              <a:ext cx="75286" cy="114336"/>
            </a:xfrm>
            <a:custGeom>
              <a:avLst/>
              <a:pathLst>
                <a:path w="75286" h="114336">
                  <a:moveTo>
                    <a:pt x="127" y="86"/>
                  </a:moveTo>
                  <a:lnTo>
                    <a:pt x="3004" y="2037"/>
                  </a:lnTo>
                  <a:lnTo>
                    <a:pt x="7019" y="4761"/>
                  </a:lnTo>
                  <a:lnTo>
                    <a:pt x="11035" y="7485"/>
                  </a:lnTo>
                  <a:lnTo>
                    <a:pt x="15051" y="10208"/>
                  </a:lnTo>
                  <a:lnTo>
                    <a:pt x="19067" y="12932"/>
                  </a:lnTo>
                  <a:lnTo>
                    <a:pt x="23082" y="15656"/>
                  </a:lnTo>
                  <a:lnTo>
                    <a:pt x="27098" y="18380"/>
                  </a:lnTo>
                  <a:lnTo>
                    <a:pt x="31114" y="21103"/>
                  </a:lnTo>
                  <a:lnTo>
                    <a:pt x="35129" y="23827"/>
                  </a:lnTo>
                  <a:lnTo>
                    <a:pt x="39145" y="26551"/>
                  </a:lnTo>
                  <a:lnTo>
                    <a:pt x="43161" y="29275"/>
                  </a:lnTo>
                  <a:lnTo>
                    <a:pt x="47176" y="31998"/>
                  </a:lnTo>
                  <a:lnTo>
                    <a:pt x="51192" y="34722"/>
                  </a:lnTo>
                  <a:lnTo>
                    <a:pt x="55208" y="37446"/>
                  </a:lnTo>
                  <a:lnTo>
                    <a:pt x="59223" y="40169"/>
                  </a:lnTo>
                  <a:lnTo>
                    <a:pt x="63239" y="42893"/>
                  </a:lnTo>
                  <a:lnTo>
                    <a:pt x="67254" y="45617"/>
                  </a:lnTo>
                  <a:lnTo>
                    <a:pt x="71270" y="48341"/>
                  </a:lnTo>
                  <a:lnTo>
                    <a:pt x="75286" y="51064"/>
                  </a:lnTo>
                  <a:lnTo>
                    <a:pt x="73192" y="54395"/>
                  </a:lnTo>
                  <a:lnTo>
                    <a:pt x="71098" y="57725"/>
                  </a:lnTo>
                  <a:lnTo>
                    <a:pt x="69004" y="61055"/>
                  </a:lnTo>
                  <a:lnTo>
                    <a:pt x="66910" y="64385"/>
                  </a:lnTo>
                  <a:lnTo>
                    <a:pt x="64816" y="67715"/>
                  </a:lnTo>
                  <a:lnTo>
                    <a:pt x="62700" y="71080"/>
                  </a:lnTo>
                  <a:lnTo>
                    <a:pt x="58534" y="77705"/>
                  </a:lnTo>
                  <a:lnTo>
                    <a:pt x="57105" y="79977"/>
                  </a:lnTo>
                  <a:lnTo>
                    <a:pt x="54346" y="84366"/>
                  </a:lnTo>
                  <a:lnTo>
                    <a:pt x="53667" y="85445"/>
                  </a:lnTo>
                  <a:lnTo>
                    <a:pt x="52251" y="87696"/>
                  </a:lnTo>
                  <a:lnTo>
                    <a:pt x="49155" y="92620"/>
                  </a:lnTo>
                  <a:lnTo>
                    <a:pt x="47291" y="95585"/>
                  </a:lnTo>
                  <a:lnTo>
                    <a:pt x="43876" y="101016"/>
                  </a:lnTo>
                  <a:lnTo>
                    <a:pt x="41781" y="104346"/>
                  </a:lnTo>
                  <a:lnTo>
                    <a:pt x="40616" y="106199"/>
                  </a:lnTo>
                  <a:lnTo>
                    <a:pt x="39687" y="107676"/>
                  </a:lnTo>
                  <a:lnTo>
                    <a:pt x="37593" y="111006"/>
                  </a:lnTo>
                  <a:lnTo>
                    <a:pt x="35499" y="114336"/>
                  </a:lnTo>
                  <a:lnTo>
                    <a:pt x="31165" y="111339"/>
                  </a:lnTo>
                  <a:lnTo>
                    <a:pt x="26831" y="108342"/>
                  </a:lnTo>
                  <a:lnTo>
                    <a:pt x="22496" y="105345"/>
                  </a:lnTo>
                  <a:lnTo>
                    <a:pt x="18885" y="102848"/>
                  </a:lnTo>
                  <a:lnTo>
                    <a:pt x="15839" y="100741"/>
                  </a:lnTo>
                  <a:lnTo>
                    <a:pt x="11160" y="97505"/>
                  </a:lnTo>
                  <a:lnTo>
                    <a:pt x="5159" y="93355"/>
                  </a:lnTo>
                  <a:lnTo>
                    <a:pt x="1958" y="91142"/>
                  </a:lnTo>
                  <a:lnTo>
                    <a:pt x="0" y="897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836646" y="2798133"/>
              <a:ext cx="31787" cy="68142"/>
            </a:xfrm>
            <a:custGeom>
              <a:avLst/>
              <a:pathLst>
                <a:path w="31787" h="68142">
                  <a:moveTo>
                    <a:pt x="3435" y="2352"/>
                  </a:moveTo>
                  <a:lnTo>
                    <a:pt x="9034" y="6185"/>
                  </a:lnTo>
                  <a:lnTo>
                    <a:pt x="16691" y="11429"/>
                  </a:lnTo>
                  <a:lnTo>
                    <a:pt x="21346" y="14616"/>
                  </a:lnTo>
                  <a:lnTo>
                    <a:pt x="26380" y="18063"/>
                  </a:lnTo>
                  <a:lnTo>
                    <a:pt x="28989" y="19849"/>
                  </a:lnTo>
                  <a:lnTo>
                    <a:pt x="31787" y="21765"/>
                  </a:lnTo>
                  <a:lnTo>
                    <a:pt x="27016" y="28726"/>
                  </a:lnTo>
                  <a:lnTo>
                    <a:pt x="24132" y="32934"/>
                  </a:lnTo>
                  <a:lnTo>
                    <a:pt x="22483" y="35339"/>
                  </a:lnTo>
                  <a:lnTo>
                    <a:pt x="19382" y="39864"/>
                  </a:lnTo>
                  <a:lnTo>
                    <a:pt x="16280" y="44389"/>
                  </a:lnTo>
                  <a:lnTo>
                    <a:pt x="13179" y="48913"/>
                  </a:lnTo>
                  <a:lnTo>
                    <a:pt x="10078" y="53438"/>
                  </a:lnTo>
                  <a:lnTo>
                    <a:pt x="6976" y="57963"/>
                  </a:lnTo>
                  <a:lnTo>
                    <a:pt x="3875" y="62487"/>
                  </a:lnTo>
                  <a:lnTo>
                    <a:pt x="774" y="67012"/>
                  </a:lnTo>
                  <a:lnTo>
                    <a:pt x="0" y="68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836646" y="2826929"/>
              <a:ext cx="86212" cy="132849"/>
            </a:xfrm>
            <a:custGeom>
              <a:avLst/>
              <a:pathLst>
                <a:path w="86212" h="132849">
                  <a:moveTo>
                    <a:pt x="4736" y="53727"/>
                  </a:moveTo>
                  <a:lnTo>
                    <a:pt x="5582" y="52459"/>
                  </a:lnTo>
                  <a:lnTo>
                    <a:pt x="9573" y="46479"/>
                  </a:lnTo>
                  <a:lnTo>
                    <a:pt x="13700" y="40295"/>
                  </a:lnTo>
                  <a:lnTo>
                    <a:pt x="18182" y="33579"/>
                  </a:lnTo>
                  <a:lnTo>
                    <a:pt x="22995" y="26368"/>
                  </a:lnTo>
                  <a:lnTo>
                    <a:pt x="29214" y="17050"/>
                  </a:lnTo>
                  <a:lnTo>
                    <a:pt x="32028" y="12833"/>
                  </a:lnTo>
                  <a:lnTo>
                    <a:pt x="35361" y="7839"/>
                  </a:lnTo>
                  <a:lnTo>
                    <a:pt x="40593" y="0"/>
                  </a:lnTo>
                  <a:lnTo>
                    <a:pt x="47110" y="4607"/>
                  </a:lnTo>
                  <a:lnTo>
                    <a:pt x="53627" y="9214"/>
                  </a:lnTo>
                  <a:lnTo>
                    <a:pt x="60144" y="13821"/>
                  </a:lnTo>
                  <a:lnTo>
                    <a:pt x="66661" y="18428"/>
                  </a:lnTo>
                  <a:lnTo>
                    <a:pt x="73178" y="23036"/>
                  </a:lnTo>
                  <a:lnTo>
                    <a:pt x="79695" y="27643"/>
                  </a:lnTo>
                  <a:lnTo>
                    <a:pt x="82940" y="29937"/>
                  </a:lnTo>
                  <a:lnTo>
                    <a:pt x="86212" y="32250"/>
                  </a:lnTo>
                  <a:lnTo>
                    <a:pt x="84785" y="34372"/>
                  </a:lnTo>
                  <a:lnTo>
                    <a:pt x="82830" y="37280"/>
                  </a:lnTo>
                  <a:lnTo>
                    <a:pt x="76065" y="47340"/>
                  </a:lnTo>
                  <a:lnTo>
                    <a:pt x="72683" y="52370"/>
                  </a:lnTo>
                  <a:lnTo>
                    <a:pt x="70157" y="56127"/>
                  </a:lnTo>
                  <a:lnTo>
                    <a:pt x="65979" y="62340"/>
                  </a:lnTo>
                  <a:lnTo>
                    <a:pt x="64548" y="64468"/>
                  </a:lnTo>
                  <a:lnTo>
                    <a:pt x="59326" y="72233"/>
                  </a:lnTo>
                  <a:lnTo>
                    <a:pt x="56049" y="77106"/>
                  </a:lnTo>
                  <a:lnTo>
                    <a:pt x="55176" y="78405"/>
                  </a:lnTo>
                  <a:lnTo>
                    <a:pt x="52389" y="82549"/>
                  </a:lnTo>
                  <a:lnTo>
                    <a:pt x="49007" y="87579"/>
                  </a:lnTo>
                  <a:lnTo>
                    <a:pt x="45183" y="93266"/>
                  </a:lnTo>
                  <a:lnTo>
                    <a:pt x="38860" y="102669"/>
                  </a:lnTo>
                  <a:lnTo>
                    <a:pt x="35477" y="107699"/>
                  </a:lnTo>
                  <a:lnTo>
                    <a:pt x="33930" y="110001"/>
                  </a:lnTo>
                  <a:lnTo>
                    <a:pt x="32095" y="112729"/>
                  </a:lnTo>
                  <a:lnTo>
                    <a:pt x="28713" y="117759"/>
                  </a:lnTo>
                  <a:lnTo>
                    <a:pt x="25330" y="122789"/>
                  </a:lnTo>
                  <a:lnTo>
                    <a:pt x="21948" y="127819"/>
                  </a:lnTo>
                  <a:lnTo>
                    <a:pt x="18566" y="132849"/>
                  </a:lnTo>
                  <a:lnTo>
                    <a:pt x="13912" y="129543"/>
                  </a:lnTo>
                  <a:lnTo>
                    <a:pt x="9874" y="126675"/>
                  </a:lnTo>
                  <a:lnTo>
                    <a:pt x="7900" y="125273"/>
                  </a:lnTo>
                  <a:lnTo>
                    <a:pt x="5004" y="123216"/>
                  </a:lnTo>
                  <a:lnTo>
                    <a:pt x="0" y="119661"/>
                  </a:lnTo>
                  <a:lnTo>
                    <a:pt x="0" y="60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867071" y="2863653"/>
              <a:ext cx="124382" cy="138908"/>
            </a:xfrm>
            <a:custGeom>
              <a:avLst/>
              <a:pathLst>
                <a:path w="124382" h="138908">
                  <a:moveTo>
                    <a:pt x="73760" y="4134"/>
                  </a:moveTo>
                  <a:lnTo>
                    <a:pt x="75290" y="5133"/>
                  </a:lnTo>
                  <a:lnTo>
                    <a:pt x="80088" y="8269"/>
                  </a:lnTo>
                  <a:lnTo>
                    <a:pt x="90605" y="15140"/>
                  </a:lnTo>
                  <a:lnTo>
                    <a:pt x="96143" y="18759"/>
                  </a:lnTo>
                  <a:lnTo>
                    <a:pt x="99071" y="20672"/>
                  </a:lnTo>
                  <a:lnTo>
                    <a:pt x="105534" y="24895"/>
                  </a:lnTo>
                  <a:lnTo>
                    <a:pt x="116864" y="32299"/>
                  </a:lnTo>
                  <a:lnTo>
                    <a:pt x="118054" y="33076"/>
                  </a:lnTo>
                  <a:lnTo>
                    <a:pt x="124382" y="37211"/>
                  </a:lnTo>
                  <a:lnTo>
                    <a:pt x="121861" y="40920"/>
                  </a:lnTo>
                  <a:lnTo>
                    <a:pt x="119510" y="44381"/>
                  </a:lnTo>
                  <a:lnTo>
                    <a:pt x="117134" y="47878"/>
                  </a:lnTo>
                  <a:lnTo>
                    <a:pt x="115752" y="49912"/>
                  </a:lnTo>
                  <a:lnTo>
                    <a:pt x="112013" y="55414"/>
                  </a:lnTo>
                  <a:lnTo>
                    <a:pt x="109844" y="58606"/>
                  </a:lnTo>
                  <a:lnTo>
                    <a:pt x="109026" y="59810"/>
                  </a:lnTo>
                  <a:lnTo>
                    <a:pt x="105977" y="64298"/>
                  </a:lnTo>
                  <a:lnTo>
                    <a:pt x="102715" y="69099"/>
                  </a:lnTo>
                  <a:lnTo>
                    <a:pt x="98789" y="74876"/>
                  </a:lnTo>
                  <a:lnTo>
                    <a:pt x="96230" y="78643"/>
                  </a:lnTo>
                  <a:lnTo>
                    <a:pt x="91111" y="86176"/>
                  </a:lnTo>
                  <a:lnTo>
                    <a:pt x="88552" y="89943"/>
                  </a:lnTo>
                  <a:lnTo>
                    <a:pt x="85993" y="93709"/>
                  </a:lnTo>
                  <a:lnTo>
                    <a:pt x="83824" y="96902"/>
                  </a:lnTo>
                  <a:lnTo>
                    <a:pt x="81488" y="100338"/>
                  </a:lnTo>
                  <a:lnTo>
                    <a:pt x="79059" y="103913"/>
                  </a:lnTo>
                  <a:lnTo>
                    <a:pt x="78002" y="105469"/>
                  </a:lnTo>
                  <a:lnTo>
                    <a:pt x="75755" y="108776"/>
                  </a:lnTo>
                  <a:lnTo>
                    <a:pt x="70637" y="116309"/>
                  </a:lnTo>
                  <a:lnTo>
                    <a:pt x="68889" y="118881"/>
                  </a:lnTo>
                  <a:lnTo>
                    <a:pt x="68078" y="120075"/>
                  </a:lnTo>
                  <a:lnTo>
                    <a:pt x="63334" y="127056"/>
                  </a:lnTo>
                  <a:lnTo>
                    <a:pt x="60400" y="131375"/>
                  </a:lnTo>
                  <a:lnTo>
                    <a:pt x="59151" y="133213"/>
                  </a:lnTo>
                  <a:lnTo>
                    <a:pt x="57841" y="135142"/>
                  </a:lnTo>
                  <a:lnTo>
                    <a:pt x="55281" y="138908"/>
                  </a:lnTo>
                  <a:lnTo>
                    <a:pt x="41461" y="129088"/>
                  </a:lnTo>
                  <a:lnTo>
                    <a:pt x="27640" y="119268"/>
                  </a:lnTo>
                  <a:lnTo>
                    <a:pt x="13820" y="109448"/>
                  </a:lnTo>
                  <a:lnTo>
                    <a:pt x="7119" y="104686"/>
                  </a:lnTo>
                  <a:lnTo>
                    <a:pt x="0" y="99627"/>
                  </a:lnTo>
                  <a:lnTo>
                    <a:pt x="1683" y="97140"/>
                  </a:lnTo>
                  <a:lnTo>
                    <a:pt x="2931" y="95296"/>
                  </a:lnTo>
                  <a:lnTo>
                    <a:pt x="5863" y="90964"/>
                  </a:lnTo>
                  <a:lnTo>
                    <a:pt x="8795" y="86632"/>
                  </a:lnTo>
                  <a:lnTo>
                    <a:pt x="11727" y="82301"/>
                  </a:lnTo>
                  <a:lnTo>
                    <a:pt x="14659" y="77969"/>
                  </a:lnTo>
                  <a:lnTo>
                    <a:pt x="17591" y="73637"/>
                  </a:lnTo>
                  <a:lnTo>
                    <a:pt x="20523" y="69306"/>
                  </a:lnTo>
                  <a:lnTo>
                    <a:pt x="23455" y="64974"/>
                  </a:lnTo>
                  <a:lnTo>
                    <a:pt x="26386" y="60643"/>
                  </a:lnTo>
                  <a:lnTo>
                    <a:pt x="29318" y="56311"/>
                  </a:lnTo>
                  <a:lnTo>
                    <a:pt x="32250" y="51979"/>
                  </a:lnTo>
                  <a:lnTo>
                    <a:pt x="35182" y="47648"/>
                  </a:lnTo>
                  <a:lnTo>
                    <a:pt x="38114" y="43316"/>
                  </a:lnTo>
                  <a:lnTo>
                    <a:pt x="41046" y="38984"/>
                  </a:lnTo>
                  <a:lnTo>
                    <a:pt x="43978" y="34653"/>
                  </a:lnTo>
                  <a:lnTo>
                    <a:pt x="47766" y="29056"/>
                  </a:lnTo>
                  <a:lnTo>
                    <a:pt x="49842" y="25989"/>
                  </a:lnTo>
                  <a:lnTo>
                    <a:pt x="52773" y="21658"/>
                  </a:lnTo>
                  <a:lnTo>
                    <a:pt x="55705" y="17326"/>
                  </a:lnTo>
                  <a:lnTo>
                    <a:pt x="58637" y="12994"/>
                  </a:lnTo>
                  <a:lnTo>
                    <a:pt x="61569" y="8663"/>
                  </a:lnTo>
                  <a:lnTo>
                    <a:pt x="64501" y="4331"/>
                  </a:lnTo>
                  <a:lnTo>
                    <a:pt x="674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184768" y="2579652"/>
              <a:ext cx="73993" cy="77189"/>
            </a:xfrm>
            <a:custGeom>
              <a:avLst/>
              <a:pathLst>
                <a:path w="73993" h="77189">
                  <a:moveTo>
                    <a:pt x="10520" y="32452"/>
                  </a:moveTo>
                  <a:lnTo>
                    <a:pt x="21041" y="16226"/>
                  </a:lnTo>
                  <a:lnTo>
                    <a:pt x="24919" y="10244"/>
                  </a:lnTo>
                  <a:lnTo>
                    <a:pt x="31561" y="0"/>
                  </a:lnTo>
                  <a:lnTo>
                    <a:pt x="34528" y="1931"/>
                  </a:lnTo>
                  <a:lnTo>
                    <a:pt x="36865" y="3452"/>
                  </a:lnTo>
                  <a:lnTo>
                    <a:pt x="42169" y="6904"/>
                  </a:lnTo>
                  <a:lnTo>
                    <a:pt x="47473" y="10356"/>
                  </a:lnTo>
                  <a:lnTo>
                    <a:pt x="52777" y="13808"/>
                  </a:lnTo>
                  <a:lnTo>
                    <a:pt x="58081" y="17260"/>
                  </a:lnTo>
                  <a:lnTo>
                    <a:pt x="63385" y="20712"/>
                  </a:lnTo>
                  <a:lnTo>
                    <a:pt x="68689" y="24165"/>
                  </a:lnTo>
                  <a:lnTo>
                    <a:pt x="73993" y="27617"/>
                  </a:lnTo>
                  <a:lnTo>
                    <a:pt x="69961" y="34144"/>
                  </a:lnTo>
                  <a:lnTo>
                    <a:pt x="66336" y="40010"/>
                  </a:lnTo>
                  <a:lnTo>
                    <a:pt x="58680" y="52403"/>
                  </a:lnTo>
                  <a:lnTo>
                    <a:pt x="51024" y="64796"/>
                  </a:lnTo>
                  <a:lnTo>
                    <a:pt x="43368" y="77189"/>
                  </a:lnTo>
                  <a:lnTo>
                    <a:pt x="38549" y="74022"/>
                  </a:lnTo>
                  <a:lnTo>
                    <a:pt x="33731" y="70854"/>
                  </a:lnTo>
                  <a:lnTo>
                    <a:pt x="28912" y="67686"/>
                  </a:lnTo>
                  <a:lnTo>
                    <a:pt x="24093" y="64518"/>
                  </a:lnTo>
                  <a:lnTo>
                    <a:pt x="19274" y="61350"/>
                  </a:lnTo>
                  <a:lnTo>
                    <a:pt x="14456" y="58182"/>
                  </a:lnTo>
                  <a:lnTo>
                    <a:pt x="9637" y="55014"/>
                  </a:lnTo>
                  <a:lnTo>
                    <a:pt x="4818" y="51846"/>
                  </a:lnTo>
                  <a:lnTo>
                    <a:pt x="2665" y="50431"/>
                  </a:lnTo>
                  <a:lnTo>
                    <a:pt x="0" y="48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238298" y="2610367"/>
              <a:ext cx="76010" cy="52638"/>
            </a:xfrm>
            <a:custGeom>
              <a:avLst/>
              <a:pathLst>
                <a:path w="76010" h="52638">
                  <a:moveTo>
                    <a:pt x="4464" y="44698"/>
                  </a:moveTo>
                  <a:lnTo>
                    <a:pt x="8928" y="37248"/>
                  </a:lnTo>
                  <a:lnTo>
                    <a:pt x="13392" y="29798"/>
                  </a:lnTo>
                  <a:lnTo>
                    <a:pt x="17857" y="22349"/>
                  </a:lnTo>
                  <a:lnTo>
                    <a:pt x="22321" y="14899"/>
                  </a:lnTo>
                  <a:lnTo>
                    <a:pt x="26785" y="7449"/>
                  </a:lnTo>
                  <a:lnTo>
                    <a:pt x="28730" y="4204"/>
                  </a:lnTo>
                  <a:lnTo>
                    <a:pt x="31250" y="0"/>
                  </a:lnTo>
                  <a:lnTo>
                    <a:pt x="44152" y="6853"/>
                  </a:lnTo>
                  <a:lnTo>
                    <a:pt x="53630" y="11889"/>
                  </a:lnTo>
                  <a:lnTo>
                    <a:pt x="76010" y="23777"/>
                  </a:lnTo>
                  <a:lnTo>
                    <a:pt x="65855" y="34949"/>
                  </a:lnTo>
                  <a:lnTo>
                    <a:pt x="53380" y="41844"/>
                  </a:lnTo>
                  <a:lnTo>
                    <a:pt x="48070" y="44778"/>
                  </a:lnTo>
                  <a:lnTo>
                    <a:pt x="19708" y="52638"/>
                  </a:lnTo>
                  <a:lnTo>
                    <a:pt x="0" y="521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182912" y="2671604"/>
              <a:ext cx="99763" cy="162823"/>
            </a:xfrm>
            <a:custGeom>
              <a:avLst/>
              <a:pathLst>
                <a:path w="99763" h="162823">
                  <a:moveTo>
                    <a:pt x="5964" y="48932"/>
                  </a:moveTo>
                  <a:lnTo>
                    <a:pt x="3976" y="38545"/>
                  </a:lnTo>
                  <a:lnTo>
                    <a:pt x="2630" y="31513"/>
                  </a:lnTo>
                  <a:lnTo>
                    <a:pt x="1154" y="23802"/>
                  </a:lnTo>
                  <a:lnTo>
                    <a:pt x="0" y="17771"/>
                  </a:lnTo>
                  <a:lnTo>
                    <a:pt x="13742" y="12964"/>
                  </a:lnTo>
                  <a:lnTo>
                    <a:pt x="25402" y="8885"/>
                  </a:lnTo>
                  <a:lnTo>
                    <a:pt x="50806" y="0"/>
                  </a:lnTo>
                  <a:lnTo>
                    <a:pt x="52918" y="6632"/>
                  </a:lnTo>
                  <a:lnTo>
                    <a:pt x="53866" y="9605"/>
                  </a:lnTo>
                  <a:lnTo>
                    <a:pt x="56925" y="19210"/>
                  </a:lnTo>
                  <a:lnTo>
                    <a:pt x="59985" y="28815"/>
                  </a:lnTo>
                  <a:lnTo>
                    <a:pt x="63045" y="38421"/>
                  </a:lnTo>
                  <a:lnTo>
                    <a:pt x="66105" y="48026"/>
                  </a:lnTo>
                  <a:lnTo>
                    <a:pt x="69165" y="57631"/>
                  </a:lnTo>
                  <a:lnTo>
                    <a:pt x="72224" y="67237"/>
                  </a:lnTo>
                  <a:lnTo>
                    <a:pt x="75284" y="76842"/>
                  </a:lnTo>
                  <a:lnTo>
                    <a:pt x="78344" y="86447"/>
                  </a:lnTo>
                  <a:lnTo>
                    <a:pt x="81404" y="96052"/>
                  </a:lnTo>
                  <a:lnTo>
                    <a:pt x="84464" y="105658"/>
                  </a:lnTo>
                  <a:lnTo>
                    <a:pt x="87524" y="115263"/>
                  </a:lnTo>
                  <a:lnTo>
                    <a:pt x="90584" y="124868"/>
                  </a:lnTo>
                  <a:lnTo>
                    <a:pt x="93643" y="134474"/>
                  </a:lnTo>
                  <a:lnTo>
                    <a:pt x="96703" y="144079"/>
                  </a:lnTo>
                  <a:lnTo>
                    <a:pt x="99763" y="153684"/>
                  </a:lnTo>
                  <a:lnTo>
                    <a:pt x="86699" y="158253"/>
                  </a:lnTo>
                  <a:lnTo>
                    <a:pt x="73634" y="162823"/>
                  </a:lnTo>
                  <a:lnTo>
                    <a:pt x="50403" y="161216"/>
                  </a:lnTo>
                  <a:lnTo>
                    <a:pt x="42436" y="157925"/>
                  </a:lnTo>
                  <a:lnTo>
                    <a:pt x="28595" y="152209"/>
                  </a:lnTo>
                  <a:lnTo>
                    <a:pt x="26313" y="141885"/>
                  </a:lnTo>
                  <a:lnTo>
                    <a:pt x="24032" y="131561"/>
                  </a:lnTo>
                  <a:lnTo>
                    <a:pt x="21750" y="121238"/>
                  </a:lnTo>
                  <a:lnTo>
                    <a:pt x="19468" y="110914"/>
                  </a:lnTo>
                  <a:lnTo>
                    <a:pt x="17186" y="100590"/>
                  </a:lnTo>
                  <a:lnTo>
                    <a:pt x="14905" y="90267"/>
                  </a:lnTo>
                  <a:lnTo>
                    <a:pt x="12623" y="79943"/>
                  </a:lnTo>
                  <a:lnTo>
                    <a:pt x="10341" y="69619"/>
                  </a:lnTo>
                  <a:lnTo>
                    <a:pt x="8059" y="59296"/>
                  </a:lnTo>
                  <a:lnTo>
                    <a:pt x="7228" y="5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240322" y="2667157"/>
              <a:ext cx="128582" cy="176967"/>
            </a:xfrm>
            <a:custGeom>
              <a:avLst/>
              <a:pathLst>
                <a:path w="128582" h="176967">
                  <a:moveTo>
                    <a:pt x="23754" y="2225"/>
                  </a:moveTo>
                  <a:lnTo>
                    <a:pt x="26959" y="1153"/>
                  </a:lnTo>
                  <a:lnTo>
                    <a:pt x="30836" y="9980"/>
                  </a:lnTo>
                  <a:lnTo>
                    <a:pt x="54789" y="0"/>
                  </a:lnTo>
                  <a:lnTo>
                    <a:pt x="57478" y="5582"/>
                  </a:lnTo>
                  <a:lnTo>
                    <a:pt x="58888" y="8511"/>
                  </a:lnTo>
                  <a:lnTo>
                    <a:pt x="62988" y="17022"/>
                  </a:lnTo>
                  <a:lnTo>
                    <a:pt x="67088" y="25533"/>
                  </a:lnTo>
                  <a:lnTo>
                    <a:pt x="71187" y="34045"/>
                  </a:lnTo>
                  <a:lnTo>
                    <a:pt x="75287" y="42556"/>
                  </a:lnTo>
                  <a:lnTo>
                    <a:pt x="79386" y="51067"/>
                  </a:lnTo>
                  <a:lnTo>
                    <a:pt x="83486" y="59578"/>
                  </a:lnTo>
                  <a:lnTo>
                    <a:pt x="87586" y="68089"/>
                  </a:lnTo>
                  <a:lnTo>
                    <a:pt x="91686" y="76601"/>
                  </a:lnTo>
                  <a:lnTo>
                    <a:pt x="95785" y="85112"/>
                  </a:lnTo>
                  <a:lnTo>
                    <a:pt x="99885" y="93623"/>
                  </a:lnTo>
                  <a:lnTo>
                    <a:pt x="103985" y="102134"/>
                  </a:lnTo>
                  <a:lnTo>
                    <a:pt x="108084" y="110645"/>
                  </a:lnTo>
                  <a:lnTo>
                    <a:pt x="112184" y="119157"/>
                  </a:lnTo>
                  <a:lnTo>
                    <a:pt x="116283" y="127668"/>
                  </a:lnTo>
                  <a:lnTo>
                    <a:pt x="120383" y="136179"/>
                  </a:lnTo>
                  <a:lnTo>
                    <a:pt x="124483" y="144690"/>
                  </a:lnTo>
                  <a:lnTo>
                    <a:pt x="128582" y="153201"/>
                  </a:lnTo>
                  <a:lnTo>
                    <a:pt x="88151" y="174290"/>
                  </a:lnTo>
                  <a:lnTo>
                    <a:pt x="64847" y="176967"/>
                  </a:lnTo>
                  <a:lnTo>
                    <a:pt x="61929" y="169848"/>
                  </a:lnTo>
                  <a:lnTo>
                    <a:pt x="61616" y="169085"/>
                  </a:lnTo>
                  <a:lnTo>
                    <a:pt x="58385" y="161203"/>
                  </a:lnTo>
                  <a:lnTo>
                    <a:pt x="55155" y="153322"/>
                  </a:lnTo>
                  <a:lnTo>
                    <a:pt x="51924" y="145440"/>
                  </a:lnTo>
                  <a:lnTo>
                    <a:pt x="48693" y="137559"/>
                  </a:lnTo>
                  <a:lnTo>
                    <a:pt x="45463" y="129677"/>
                  </a:lnTo>
                  <a:lnTo>
                    <a:pt x="43153" y="124043"/>
                  </a:lnTo>
                  <a:lnTo>
                    <a:pt x="42282" y="121744"/>
                  </a:lnTo>
                  <a:lnTo>
                    <a:pt x="39262" y="113774"/>
                  </a:lnTo>
                  <a:lnTo>
                    <a:pt x="36242" y="105805"/>
                  </a:lnTo>
                  <a:lnTo>
                    <a:pt x="33221" y="97835"/>
                  </a:lnTo>
                  <a:lnTo>
                    <a:pt x="30201" y="89866"/>
                  </a:lnTo>
                  <a:lnTo>
                    <a:pt x="27181" y="81896"/>
                  </a:lnTo>
                  <a:lnTo>
                    <a:pt x="24161" y="73926"/>
                  </a:lnTo>
                  <a:lnTo>
                    <a:pt x="21141" y="65957"/>
                  </a:lnTo>
                  <a:lnTo>
                    <a:pt x="18121" y="57988"/>
                  </a:lnTo>
                  <a:lnTo>
                    <a:pt x="15100" y="50018"/>
                  </a:lnTo>
                  <a:lnTo>
                    <a:pt x="12080" y="42048"/>
                  </a:lnTo>
                  <a:lnTo>
                    <a:pt x="9060" y="34079"/>
                  </a:lnTo>
                  <a:lnTo>
                    <a:pt x="6040" y="26109"/>
                  </a:lnTo>
                  <a:lnTo>
                    <a:pt x="3020" y="18140"/>
                  </a:lnTo>
                  <a:lnTo>
                    <a:pt x="1960" y="15343"/>
                  </a:lnTo>
                  <a:lnTo>
                    <a:pt x="0" y="10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293393" y="2627644"/>
              <a:ext cx="139214" cy="175112"/>
            </a:xfrm>
            <a:custGeom>
              <a:avLst/>
              <a:pathLst>
                <a:path w="139214" h="175112">
                  <a:moveTo>
                    <a:pt x="50353" y="6996"/>
                  </a:moveTo>
                  <a:lnTo>
                    <a:pt x="52260" y="10335"/>
                  </a:lnTo>
                  <a:lnTo>
                    <a:pt x="53788" y="13012"/>
                  </a:lnTo>
                  <a:lnTo>
                    <a:pt x="57502" y="19518"/>
                  </a:lnTo>
                  <a:lnTo>
                    <a:pt x="61216" y="26024"/>
                  </a:lnTo>
                  <a:lnTo>
                    <a:pt x="64930" y="32530"/>
                  </a:lnTo>
                  <a:lnTo>
                    <a:pt x="68644" y="39036"/>
                  </a:lnTo>
                  <a:lnTo>
                    <a:pt x="72359" y="45542"/>
                  </a:lnTo>
                  <a:lnTo>
                    <a:pt x="76073" y="52048"/>
                  </a:lnTo>
                  <a:lnTo>
                    <a:pt x="79787" y="58554"/>
                  </a:lnTo>
                  <a:lnTo>
                    <a:pt x="83501" y="65060"/>
                  </a:lnTo>
                  <a:lnTo>
                    <a:pt x="87215" y="71566"/>
                  </a:lnTo>
                  <a:lnTo>
                    <a:pt x="90929" y="78072"/>
                  </a:lnTo>
                  <a:lnTo>
                    <a:pt x="94644" y="84579"/>
                  </a:lnTo>
                  <a:lnTo>
                    <a:pt x="98358" y="91085"/>
                  </a:lnTo>
                  <a:lnTo>
                    <a:pt x="102072" y="97591"/>
                  </a:lnTo>
                  <a:lnTo>
                    <a:pt x="105786" y="104097"/>
                  </a:lnTo>
                  <a:lnTo>
                    <a:pt x="109500" y="110603"/>
                  </a:lnTo>
                  <a:lnTo>
                    <a:pt x="113214" y="117109"/>
                  </a:lnTo>
                  <a:lnTo>
                    <a:pt x="116929" y="123615"/>
                  </a:lnTo>
                  <a:lnTo>
                    <a:pt x="120643" y="130121"/>
                  </a:lnTo>
                  <a:lnTo>
                    <a:pt x="124357" y="136627"/>
                  </a:lnTo>
                  <a:lnTo>
                    <a:pt x="128071" y="143133"/>
                  </a:lnTo>
                  <a:lnTo>
                    <a:pt x="131785" y="149639"/>
                  </a:lnTo>
                  <a:lnTo>
                    <a:pt x="135499" y="156146"/>
                  </a:lnTo>
                  <a:lnTo>
                    <a:pt x="139214" y="162652"/>
                  </a:lnTo>
                  <a:lnTo>
                    <a:pt x="115043" y="175112"/>
                  </a:lnTo>
                  <a:lnTo>
                    <a:pt x="97831" y="143268"/>
                  </a:lnTo>
                  <a:lnTo>
                    <a:pt x="86585" y="147157"/>
                  </a:lnTo>
                  <a:lnTo>
                    <a:pt x="60524" y="156170"/>
                  </a:lnTo>
                  <a:lnTo>
                    <a:pt x="56741" y="148234"/>
                  </a:lnTo>
                  <a:lnTo>
                    <a:pt x="52958" y="140299"/>
                  </a:lnTo>
                  <a:lnTo>
                    <a:pt x="49175" y="132363"/>
                  </a:lnTo>
                  <a:lnTo>
                    <a:pt x="45392" y="124427"/>
                  </a:lnTo>
                  <a:lnTo>
                    <a:pt x="41610" y="116491"/>
                  </a:lnTo>
                  <a:lnTo>
                    <a:pt x="37827" y="108555"/>
                  </a:lnTo>
                  <a:lnTo>
                    <a:pt x="34044" y="100619"/>
                  </a:lnTo>
                  <a:lnTo>
                    <a:pt x="30262" y="92684"/>
                  </a:lnTo>
                  <a:lnTo>
                    <a:pt x="26479" y="84748"/>
                  </a:lnTo>
                  <a:lnTo>
                    <a:pt x="22696" y="76812"/>
                  </a:lnTo>
                  <a:lnTo>
                    <a:pt x="18913" y="68876"/>
                  </a:lnTo>
                  <a:lnTo>
                    <a:pt x="15131" y="60940"/>
                  </a:lnTo>
                  <a:lnTo>
                    <a:pt x="11348" y="53004"/>
                  </a:lnTo>
                  <a:lnTo>
                    <a:pt x="7565" y="45069"/>
                  </a:lnTo>
                  <a:lnTo>
                    <a:pt x="3782" y="37133"/>
                  </a:lnTo>
                  <a:lnTo>
                    <a:pt x="2587" y="34625"/>
                  </a:lnTo>
                  <a:lnTo>
                    <a:pt x="0" y="29197"/>
                  </a:lnTo>
                  <a:lnTo>
                    <a:pt x="25719" y="12999"/>
                  </a:lnTo>
                  <a:lnTo>
                    <a:pt x="463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350348" y="2586026"/>
              <a:ext cx="88851" cy="125729"/>
            </a:xfrm>
            <a:custGeom>
              <a:avLst/>
              <a:pathLst>
                <a:path w="88851" h="125729">
                  <a:moveTo>
                    <a:pt x="65923" y="53407"/>
                  </a:moveTo>
                  <a:lnTo>
                    <a:pt x="88851" y="92239"/>
                  </a:lnTo>
                  <a:lnTo>
                    <a:pt x="66284" y="108984"/>
                  </a:lnTo>
                  <a:lnTo>
                    <a:pt x="43716" y="125729"/>
                  </a:lnTo>
                  <a:lnTo>
                    <a:pt x="38106" y="115402"/>
                  </a:lnTo>
                  <a:lnTo>
                    <a:pt x="31899" y="103978"/>
                  </a:lnTo>
                  <a:lnTo>
                    <a:pt x="25718" y="92602"/>
                  </a:lnTo>
                  <a:lnTo>
                    <a:pt x="23080" y="87745"/>
                  </a:lnTo>
                  <a:lnTo>
                    <a:pt x="21184" y="84256"/>
                  </a:lnTo>
                  <a:lnTo>
                    <a:pt x="17366" y="77230"/>
                  </a:lnTo>
                  <a:lnTo>
                    <a:pt x="15216" y="73272"/>
                  </a:lnTo>
                  <a:lnTo>
                    <a:pt x="10526" y="64639"/>
                  </a:lnTo>
                  <a:lnTo>
                    <a:pt x="6178" y="56638"/>
                  </a:lnTo>
                  <a:lnTo>
                    <a:pt x="0" y="45265"/>
                  </a:lnTo>
                  <a:lnTo>
                    <a:pt x="28022" y="22980"/>
                  </a:lnTo>
                  <a:lnTo>
                    <a:pt x="29971" y="21429"/>
                  </a:lnTo>
                  <a:lnTo>
                    <a:pt x="76322" y="0"/>
                  </a:lnTo>
                  <a:lnTo>
                    <a:pt x="79099" y="5232"/>
                  </a:lnTo>
                  <a:lnTo>
                    <a:pt x="81619" y="10296"/>
                  </a:lnTo>
                  <a:lnTo>
                    <a:pt x="84139" y="15360"/>
                  </a:lnTo>
                  <a:lnTo>
                    <a:pt x="86908" y="20925"/>
                  </a:lnTo>
                  <a:lnTo>
                    <a:pt x="67793" y="31520"/>
                  </a:lnTo>
                  <a:lnTo>
                    <a:pt x="56627" y="37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335753" y="2445360"/>
              <a:ext cx="195077" cy="153982"/>
            </a:xfrm>
            <a:custGeom>
              <a:avLst/>
              <a:pathLst>
                <a:path w="195077" h="153982">
                  <a:moveTo>
                    <a:pt x="130986" y="8523"/>
                  </a:moveTo>
                  <a:lnTo>
                    <a:pt x="144825" y="4261"/>
                  </a:lnTo>
                  <a:lnTo>
                    <a:pt x="158663" y="0"/>
                  </a:lnTo>
                  <a:lnTo>
                    <a:pt x="167556" y="6661"/>
                  </a:lnTo>
                  <a:lnTo>
                    <a:pt x="170309" y="14732"/>
                  </a:lnTo>
                  <a:lnTo>
                    <a:pt x="173061" y="22804"/>
                  </a:lnTo>
                  <a:lnTo>
                    <a:pt x="175096" y="28774"/>
                  </a:lnTo>
                  <a:lnTo>
                    <a:pt x="175813" y="30875"/>
                  </a:lnTo>
                  <a:lnTo>
                    <a:pt x="178565" y="38947"/>
                  </a:lnTo>
                  <a:lnTo>
                    <a:pt x="181317" y="47018"/>
                  </a:lnTo>
                  <a:lnTo>
                    <a:pt x="184069" y="55089"/>
                  </a:lnTo>
                  <a:lnTo>
                    <a:pt x="186821" y="63161"/>
                  </a:lnTo>
                  <a:lnTo>
                    <a:pt x="189573" y="71232"/>
                  </a:lnTo>
                  <a:lnTo>
                    <a:pt x="191380" y="76532"/>
                  </a:lnTo>
                  <a:lnTo>
                    <a:pt x="192325" y="79303"/>
                  </a:lnTo>
                  <a:lnTo>
                    <a:pt x="195077" y="87375"/>
                  </a:lnTo>
                  <a:lnTo>
                    <a:pt x="187859" y="90532"/>
                  </a:lnTo>
                  <a:lnTo>
                    <a:pt x="180642" y="93689"/>
                  </a:lnTo>
                  <a:lnTo>
                    <a:pt x="173424" y="96846"/>
                  </a:lnTo>
                  <a:lnTo>
                    <a:pt x="166207" y="100003"/>
                  </a:lnTo>
                  <a:lnTo>
                    <a:pt x="158989" y="103161"/>
                  </a:lnTo>
                  <a:lnTo>
                    <a:pt x="151772" y="106318"/>
                  </a:lnTo>
                  <a:lnTo>
                    <a:pt x="144554" y="109475"/>
                  </a:lnTo>
                  <a:lnTo>
                    <a:pt x="137337" y="112632"/>
                  </a:lnTo>
                  <a:lnTo>
                    <a:pt x="130119" y="115789"/>
                  </a:lnTo>
                  <a:lnTo>
                    <a:pt x="122902" y="118946"/>
                  </a:lnTo>
                  <a:lnTo>
                    <a:pt x="115684" y="122103"/>
                  </a:lnTo>
                  <a:lnTo>
                    <a:pt x="108467" y="125260"/>
                  </a:lnTo>
                  <a:lnTo>
                    <a:pt x="101250" y="128417"/>
                  </a:lnTo>
                  <a:lnTo>
                    <a:pt x="94032" y="131574"/>
                  </a:lnTo>
                  <a:lnTo>
                    <a:pt x="86814" y="134732"/>
                  </a:lnTo>
                  <a:lnTo>
                    <a:pt x="79563" y="137903"/>
                  </a:lnTo>
                  <a:lnTo>
                    <a:pt x="72077" y="140191"/>
                  </a:lnTo>
                  <a:lnTo>
                    <a:pt x="64555" y="142490"/>
                  </a:lnTo>
                  <a:lnTo>
                    <a:pt x="57034" y="144788"/>
                  </a:lnTo>
                  <a:lnTo>
                    <a:pt x="49512" y="147087"/>
                  </a:lnTo>
                  <a:lnTo>
                    <a:pt x="41990" y="149385"/>
                  </a:lnTo>
                  <a:lnTo>
                    <a:pt x="34469" y="151684"/>
                  </a:lnTo>
                  <a:lnTo>
                    <a:pt x="31301" y="152652"/>
                  </a:lnTo>
                  <a:lnTo>
                    <a:pt x="26947" y="153982"/>
                  </a:lnTo>
                  <a:lnTo>
                    <a:pt x="20210" y="138276"/>
                  </a:lnTo>
                  <a:lnTo>
                    <a:pt x="13473" y="122570"/>
                  </a:lnTo>
                  <a:lnTo>
                    <a:pt x="6736" y="106864"/>
                  </a:lnTo>
                  <a:lnTo>
                    <a:pt x="4336" y="101268"/>
                  </a:lnTo>
                  <a:lnTo>
                    <a:pt x="0" y="91158"/>
                  </a:lnTo>
                  <a:lnTo>
                    <a:pt x="15199" y="86564"/>
                  </a:lnTo>
                  <a:lnTo>
                    <a:pt x="30398" y="81971"/>
                  </a:lnTo>
                  <a:lnTo>
                    <a:pt x="37900" y="89859"/>
                  </a:lnTo>
                  <a:lnTo>
                    <a:pt x="38654" y="91752"/>
                  </a:lnTo>
                  <a:lnTo>
                    <a:pt x="43532" y="104001"/>
                  </a:lnTo>
                  <a:lnTo>
                    <a:pt x="44972" y="107616"/>
                  </a:lnTo>
                  <a:lnTo>
                    <a:pt x="91157" y="89112"/>
                  </a:lnTo>
                  <a:lnTo>
                    <a:pt x="148175" y="66268"/>
                  </a:lnTo>
                  <a:lnTo>
                    <a:pt x="142746" y="53732"/>
                  </a:lnTo>
                  <a:lnTo>
                    <a:pt x="137317" y="41195"/>
                  </a:lnTo>
                  <a:lnTo>
                    <a:pt x="132910" y="31017"/>
                  </a:lnTo>
                  <a:lnTo>
                    <a:pt x="131889" y="28659"/>
                  </a:lnTo>
                  <a:lnTo>
                    <a:pt x="126460" y="161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437805" y="2545066"/>
              <a:ext cx="154665" cy="59057"/>
            </a:xfrm>
            <a:custGeom>
              <a:avLst/>
              <a:pathLst>
                <a:path w="154665" h="59057">
                  <a:moveTo>
                    <a:pt x="4254" y="48923"/>
                  </a:moveTo>
                  <a:lnTo>
                    <a:pt x="0" y="38789"/>
                  </a:lnTo>
                  <a:lnTo>
                    <a:pt x="5010" y="36441"/>
                  </a:lnTo>
                  <a:lnTo>
                    <a:pt x="8230" y="34933"/>
                  </a:lnTo>
                  <a:lnTo>
                    <a:pt x="16461" y="31077"/>
                  </a:lnTo>
                  <a:lnTo>
                    <a:pt x="24692" y="27221"/>
                  </a:lnTo>
                  <a:lnTo>
                    <a:pt x="32922" y="23365"/>
                  </a:lnTo>
                  <a:lnTo>
                    <a:pt x="41153" y="19509"/>
                  </a:lnTo>
                  <a:lnTo>
                    <a:pt x="49384" y="15653"/>
                  </a:lnTo>
                  <a:lnTo>
                    <a:pt x="57615" y="11797"/>
                  </a:lnTo>
                  <a:lnTo>
                    <a:pt x="65846" y="7941"/>
                  </a:lnTo>
                  <a:lnTo>
                    <a:pt x="74076" y="4085"/>
                  </a:lnTo>
                  <a:lnTo>
                    <a:pt x="77877" y="2304"/>
                  </a:lnTo>
                  <a:lnTo>
                    <a:pt x="82656" y="1328"/>
                  </a:lnTo>
                  <a:lnTo>
                    <a:pt x="89154" y="0"/>
                  </a:lnTo>
                  <a:lnTo>
                    <a:pt x="91574" y="172"/>
                  </a:lnTo>
                  <a:lnTo>
                    <a:pt x="100604" y="814"/>
                  </a:lnTo>
                  <a:lnTo>
                    <a:pt x="109633" y="1456"/>
                  </a:lnTo>
                  <a:lnTo>
                    <a:pt x="118662" y="2098"/>
                  </a:lnTo>
                  <a:lnTo>
                    <a:pt x="127692" y="2741"/>
                  </a:lnTo>
                  <a:lnTo>
                    <a:pt x="133701" y="3168"/>
                  </a:lnTo>
                  <a:lnTo>
                    <a:pt x="136778" y="3636"/>
                  </a:lnTo>
                  <a:lnTo>
                    <a:pt x="145722" y="4995"/>
                  </a:lnTo>
                  <a:lnTo>
                    <a:pt x="154665" y="6353"/>
                  </a:lnTo>
                  <a:lnTo>
                    <a:pt x="150053" y="18803"/>
                  </a:lnTo>
                  <a:lnTo>
                    <a:pt x="145441" y="31254"/>
                  </a:lnTo>
                  <a:lnTo>
                    <a:pt x="128029" y="28936"/>
                  </a:lnTo>
                  <a:lnTo>
                    <a:pt x="85081" y="24738"/>
                  </a:lnTo>
                  <a:lnTo>
                    <a:pt x="58662" y="36579"/>
                  </a:lnTo>
                  <a:lnTo>
                    <a:pt x="8509" y="590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535222" y="2447550"/>
              <a:ext cx="72995" cy="93419"/>
            </a:xfrm>
            <a:custGeom>
              <a:avLst/>
              <a:pathLst>
                <a:path w="72995" h="93419">
                  <a:moveTo>
                    <a:pt x="1548" y="72781"/>
                  </a:moveTo>
                  <a:lnTo>
                    <a:pt x="3096" y="58225"/>
                  </a:lnTo>
                  <a:lnTo>
                    <a:pt x="4645" y="43668"/>
                  </a:lnTo>
                  <a:lnTo>
                    <a:pt x="6193" y="29112"/>
                  </a:lnTo>
                  <a:lnTo>
                    <a:pt x="7742" y="14556"/>
                  </a:lnTo>
                  <a:lnTo>
                    <a:pt x="8385" y="8506"/>
                  </a:lnTo>
                  <a:lnTo>
                    <a:pt x="9290" y="0"/>
                  </a:lnTo>
                  <a:lnTo>
                    <a:pt x="41143" y="4188"/>
                  </a:lnTo>
                  <a:lnTo>
                    <a:pt x="72995" y="8376"/>
                  </a:lnTo>
                  <a:lnTo>
                    <a:pt x="70978" y="18209"/>
                  </a:lnTo>
                  <a:lnTo>
                    <a:pt x="69505" y="25384"/>
                  </a:lnTo>
                  <a:lnTo>
                    <a:pt x="66016" y="42393"/>
                  </a:lnTo>
                  <a:lnTo>
                    <a:pt x="62527" y="59402"/>
                  </a:lnTo>
                  <a:lnTo>
                    <a:pt x="59038" y="76410"/>
                  </a:lnTo>
                  <a:lnTo>
                    <a:pt x="55549" y="93419"/>
                  </a:lnTo>
                  <a:lnTo>
                    <a:pt x="37032" y="91391"/>
                  </a:lnTo>
                  <a:lnTo>
                    <a:pt x="18516" y="89364"/>
                  </a:lnTo>
                  <a:lnTo>
                    <a:pt x="9783" y="88408"/>
                  </a:lnTo>
                  <a:lnTo>
                    <a:pt x="0" y="87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026912" y="2768797"/>
              <a:ext cx="76655" cy="65151"/>
            </a:xfrm>
            <a:custGeom>
              <a:avLst/>
              <a:pathLst>
                <a:path w="76655" h="65151">
                  <a:moveTo>
                    <a:pt x="71709" y="22757"/>
                  </a:moveTo>
                  <a:lnTo>
                    <a:pt x="68056" y="28660"/>
                  </a:lnTo>
                  <a:lnTo>
                    <a:pt x="58745" y="43702"/>
                  </a:lnTo>
                  <a:lnTo>
                    <a:pt x="54521" y="50527"/>
                  </a:lnTo>
                  <a:lnTo>
                    <a:pt x="49308" y="58951"/>
                  </a:lnTo>
                  <a:lnTo>
                    <a:pt x="45470" y="65151"/>
                  </a:lnTo>
                  <a:lnTo>
                    <a:pt x="24921" y="51173"/>
                  </a:lnTo>
                  <a:lnTo>
                    <a:pt x="9857" y="40926"/>
                  </a:lnTo>
                  <a:lnTo>
                    <a:pt x="0" y="34221"/>
                  </a:lnTo>
                  <a:lnTo>
                    <a:pt x="10805" y="20674"/>
                  </a:lnTo>
                  <a:lnTo>
                    <a:pt x="14712" y="15776"/>
                  </a:lnTo>
                  <a:lnTo>
                    <a:pt x="20984" y="7912"/>
                  </a:lnTo>
                  <a:lnTo>
                    <a:pt x="23586" y="4651"/>
                  </a:lnTo>
                  <a:lnTo>
                    <a:pt x="26577" y="900"/>
                  </a:lnTo>
                  <a:lnTo>
                    <a:pt x="55654" y="0"/>
                  </a:lnTo>
                  <a:lnTo>
                    <a:pt x="64431" y="6171"/>
                  </a:lnTo>
                  <a:lnTo>
                    <a:pt x="76655" y="147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1977466" y="2812920"/>
              <a:ext cx="276578" cy="271701"/>
            </a:xfrm>
            <a:custGeom>
              <a:avLst/>
              <a:pathLst>
                <a:path w="276578" h="271701">
                  <a:moveTo>
                    <a:pt x="6066" y="48769"/>
                  </a:moveTo>
                  <a:lnTo>
                    <a:pt x="12132" y="40454"/>
                  </a:lnTo>
                  <a:lnTo>
                    <a:pt x="15778" y="35458"/>
                  </a:lnTo>
                  <a:lnTo>
                    <a:pt x="18348" y="32221"/>
                  </a:lnTo>
                  <a:lnTo>
                    <a:pt x="23463" y="25779"/>
                  </a:lnTo>
                  <a:lnTo>
                    <a:pt x="24744" y="24166"/>
                  </a:lnTo>
                  <a:lnTo>
                    <a:pt x="31140" y="16110"/>
                  </a:lnTo>
                  <a:lnTo>
                    <a:pt x="37536" y="8055"/>
                  </a:lnTo>
                  <a:lnTo>
                    <a:pt x="40942" y="3765"/>
                  </a:lnTo>
                  <a:lnTo>
                    <a:pt x="43932" y="0"/>
                  </a:lnTo>
                  <a:lnTo>
                    <a:pt x="114838" y="49675"/>
                  </a:lnTo>
                  <a:lnTo>
                    <a:pt x="226604" y="127975"/>
                  </a:lnTo>
                  <a:lnTo>
                    <a:pt x="276578" y="222908"/>
                  </a:lnTo>
                  <a:lnTo>
                    <a:pt x="273640" y="239919"/>
                  </a:lnTo>
                  <a:lnTo>
                    <a:pt x="271389" y="250355"/>
                  </a:lnTo>
                  <a:lnTo>
                    <a:pt x="252886" y="271701"/>
                  </a:lnTo>
                  <a:lnTo>
                    <a:pt x="242841" y="259001"/>
                  </a:lnTo>
                  <a:lnTo>
                    <a:pt x="240602" y="259792"/>
                  </a:lnTo>
                  <a:lnTo>
                    <a:pt x="220638" y="266837"/>
                  </a:lnTo>
                  <a:lnTo>
                    <a:pt x="218031" y="261062"/>
                  </a:lnTo>
                  <a:lnTo>
                    <a:pt x="215424" y="255286"/>
                  </a:lnTo>
                  <a:lnTo>
                    <a:pt x="212817" y="249511"/>
                  </a:lnTo>
                  <a:lnTo>
                    <a:pt x="210210" y="243735"/>
                  </a:lnTo>
                  <a:lnTo>
                    <a:pt x="207603" y="237959"/>
                  </a:lnTo>
                  <a:lnTo>
                    <a:pt x="204996" y="232184"/>
                  </a:lnTo>
                  <a:lnTo>
                    <a:pt x="202389" y="226408"/>
                  </a:lnTo>
                  <a:lnTo>
                    <a:pt x="199782" y="220633"/>
                  </a:lnTo>
                  <a:lnTo>
                    <a:pt x="197175" y="214857"/>
                  </a:lnTo>
                  <a:lnTo>
                    <a:pt x="194568" y="209082"/>
                  </a:lnTo>
                  <a:lnTo>
                    <a:pt x="191961" y="203306"/>
                  </a:lnTo>
                  <a:lnTo>
                    <a:pt x="189354" y="197530"/>
                  </a:lnTo>
                  <a:lnTo>
                    <a:pt x="186748" y="191755"/>
                  </a:lnTo>
                  <a:lnTo>
                    <a:pt x="184141" y="185979"/>
                  </a:lnTo>
                  <a:lnTo>
                    <a:pt x="181728" y="180635"/>
                  </a:lnTo>
                  <a:lnTo>
                    <a:pt x="181357" y="180351"/>
                  </a:lnTo>
                  <a:lnTo>
                    <a:pt x="176379" y="176550"/>
                  </a:lnTo>
                  <a:lnTo>
                    <a:pt x="171402" y="172748"/>
                  </a:lnTo>
                  <a:lnTo>
                    <a:pt x="166424" y="168947"/>
                  </a:lnTo>
                  <a:lnTo>
                    <a:pt x="164996" y="167857"/>
                  </a:lnTo>
                  <a:lnTo>
                    <a:pt x="161229" y="165328"/>
                  </a:lnTo>
                  <a:lnTo>
                    <a:pt x="156028" y="161836"/>
                  </a:lnTo>
                  <a:lnTo>
                    <a:pt x="150827" y="158344"/>
                  </a:lnTo>
                  <a:lnTo>
                    <a:pt x="145627" y="154852"/>
                  </a:lnTo>
                  <a:lnTo>
                    <a:pt x="140426" y="151361"/>
                  </a:lnTo>
                  <a:lnTo>
                    <a:pt x="135225" y="147869"/>
                  </a:lnTo>
                  <a:lnTo>
                    <a:pt x="130024" y="144377"/>
                  </a:lnTo>
                  <a:lnTo>
                    <a:pt x="124823" y="140886"/>
                  </a:lnTo>
                  <a:lnTo>
                    <a:pt x="119622" y="137394"/>
                  </a:lnTo>
                  <a:lnTo>
                    <a:pt x="114421" y="133902"/>
                  </a:lnTo>
                  <a:lnTo>
                    <a:pt x="109220" y="130410"/>
                  </a:lnTo>
                  <a:lnTo>
                    <a:pt x="104019" y="126919"/>
                  </a:lnTo>
                  <a:lnTo>
                    <a:pt x="98818" y="123427"/>
                  </a:lnTo>
                  <a:lnTo>
                    <a:pt x="93617" y="119935"/>
                  </a:lnTo>
                  <a:lnTo>
                    <a:pt x="88416" y="116443"/>
                  </a:lnTo>
                  <a:lnTo>
                    <a:pt x="83215" y="112952"/>
                  </a:lnTo>
                  <a:lnTo>
                    <a:pt x="78014" y="109460"/>
                  </a:lnTo>
                  <a:lnTo>
                    <a:pt x="72813" y="105968"/>
                  </a:lnTo>
                  <a:lnTo>
                    <a:pt x="67612" y="102476"/>
                  </a:lnTo>
                  <a:lnTo>
                    <a:pt x="62411" y="98985"/>
                  </a:lnTo>
                  <a:lnTo>
                    <a:pt x="57210" y="95493"/>
                  </a:lnTo>
                  <a:lnTo>
                    <a:pt x="52009" y="92001"/>
                  </a:lnTo>
                  <a:lnTo>
                    <a:pt x="46808" y="88509"/>
                  </a:lnTo>
                  <a:lnTo>
                    <a:pt x="41607" y="85018"/>
                  </a:lnTo>
                  <a:lnTo>
                    <a:pt x="36406" y="81526"/>
                  </a:lnTo>
                  <a:lnTo>
                    <a:pt x="31205" y="78034"/>
                  </a:lnTo>
                  <a:lnTo>
                    <a:pt x="26004" y="74542"/>
                  </a:lnTo>
                  <a:lnTo>
                    <a:pt x="20803" y="71051"/>
                  </a:lnTo>
                  <a:lnTo>
                    <a:pt x="15602" y="67559"/>
                  </a:lnTo>
                  <a:lnTo>
                    <a:pt x="10401" y="64067"/>
                  </a:lnTo>
                  <a:lnTo>
                    <a:pt x="7082" y="61839"/>
                  </a:lnTo>
                  <a:lnTo>
                    <a:pt x="4727" y="60257"/>
                  </a:lnTo>
                  <a:lnTo>
                    <a:pt x="0" y="57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075877" y="2786052"/>
              <a:ext cx="86747" cy="83425"/>
            </a:xfrm>
            <a:custGeom>
              <a:avLst/>
              <a:pathLst>
                <a:path w="86747" h="83425">
                  <a:moveTo>
                    <a:pt x="86747" y="18218"/>
                  </a:moveTo>
                  <a:lnTo>
                    <a:pt x="78979" y="34148"/>
                  </a:lnTo>
                  <a:lnTo>
                    <a:pt x="73066" y="46272"/>
                  </a:lnTo>
                  <a:lnTo>
                    <a:pt x="65007" y="57890"/>
                  </a:lnTo>
                  <a:lnTo>
                    <a:pt x="60180" y="64849"/>
                  </a:lnTo>
                  <a:lnTo>
                    <a:pt x="52342" y="76147"/>
                  </a:lnTo>
                  <a:lnTo>
                    <a:pt x="47294" y="83425"/>
                  </a:lnTo>
                  <a:lnTo>
                    <a:pt x="40941" y="79197"/>
                  </a:lnTo>
                  <a:lnTo>
                    <a:pt x="33933" y="74531"/>
                  </a:lnTo>
                  <a:lnTo>
                    <a:pt x="24174" y="68034"/>
                  </a:lnTo>
                  <a:lnTo>
                    <a:pt x="1054" y="52643"/>
                  </a:lnTo>
                  <a:lnTo>
                    <a:pt x="0" y="52064"/>
                  </a:lnTo>
                  <a:lnTo>
                    <a:pt x="12269" y="31366"/>
                  </a:lnTo>
                  <a:lnTo>
                    <a:pt x="19329" y="19456"/>
                  </a:lnTo>
                  <a:lnTo>
                    <a:pt x="23382" y="12618"/>
                  </a:lnTo>
                  <a:lnTo>
                    <a:pt x="25756" y="8613"/>
                  </a:lnTo>
                  <a:lnTo>
                    <a:pt x="27880" y="5031"/>
                  </a:lnTo>
                  <a:lnTo>
                    <a:pt x="30862" y="0"/>
                  </a:lnTo>
                  <a:lnTo>
                    <a:pt x="54709" y="9765"/>
                  </a:lnTo>
                  <a:lnTo>
                    <a:pt x="57317" y="10713"/>
                  </a:lnTo>
                  <a:lnTo>
                    <a:pt x="74534" y="16970"/>
                  </a:lnTo>
                  <a:lnTo>
                    <a:pt x="81951" y="1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1885734" y="2909792"/>
              <a:ext cx="181604" cy="218676"/>
            </a:xfrm>
            <a:custGeom>
              <a:avLst/>
              <a:pathLst>
                <a:path w="181604" h="218676">
                  <a:moveTo>
                    <a:pt x="3395" y="172694"/>
                  </a:moveTo>
                  <a:lnTo>
                    <a:pt x="6790" y="167615"/>
                  </a:lnTo>
                  <a:lnTo>
                    <a:pt x="10185" y="162535"/>
                  </a:lnTo>
                  <a:lnTo>
                    <a:pt x="13580" y="157456"/>
                  </a:lnTo>
                  <a:lnTo>
                    <a:pt x="16975" y="152377"/>
                  </a:lnTo>
                  <a:lnTo>
                    <a:pt x="20370" y="147298"/>
                  </a:lnTo>
                  <a:lnTo>
                    <a:pt x="23765" y="142218"/>
                  </a:lnTo>
                  <a:lnTo>
                    <a:pt x="27160" y="137139"/>
                  </a:lnTo>
                  <a:lnTo>
                    <a:pt x="30555" y="132060"/>
                  </a:lnTo>
                  <a:lnTo>
                    <a:pt x="33950" y="126981"/>
                  </a:lnTo>
                  <a:lnTo>
                    <a:pt x="37345" y="121901"/>
                  </a:lnTo>
                  <a:lnTo>
                    <a:pt x="40740" y="116822"/>
                  </a:lnTo>
                  <a:lnTo>
                    <a:pt x="44135" y="111743"/>
                  </a:lnTo>
                  <a:lnTo>
                    <a:pt x="47530" y="106664"/>
                  </a:lnTo>
                  <a:lnTo>
                    <a:pt x="50925" y="101585"/>
                  </a:lnTo>
                  <a:lnTo>
                    <a:pt x="54320" y="96505"/>
                  </a:lnTo>
                  <a:lnTo>
                    <a:pt x="57716" y="91426"/>
                  </a:lnTo>
                  <a:lnTo>
                    <a:pt x="61111" y="86347"/>
                  </a:lnTo>
                  <a:lnTo>
                    <a:pt x="64505" y="81268"/>
                  </a:lnTo>
                  <a:lnTo>
                    <a:pt x="67901" y="76188"/>
                  </a:lnTo>
                  <a:lnTo>
                    <a:pt x="71296" y="71109"/>
                  </a:lnTo>
                  <a:lnTo>
                    <a:pt x="74691" y="66030"/>
                  </a:lnTo>
                  <a:lnTo>
                    <a:pt x="78086" y="60951"/>
                  </a:lnTo>
                  <a:lnTo>
                    <a:pt x="81481" y="55871"/>
                  </a:lnTo>
                  <a:lnTo>
                    <a:pt x="84876" y="50792"/>
                  </a:lnTo>
                  <a:lnTo>
                    <a:pt x="88271" y="45713"/>
                  </a:lnTo>
                  <a:lnTo>
                    <a:pt x="91666" y="40634"/>
                  </a:lnTo>
                  <a:lnTo>
                    <a:pt x="95061" y="35555"/>
                  </a:lnTo>
                  <a:lnTo>
                    <a:pt x="98456" y="30475"/>
                  </a:lnTo>
                  <a:lnTo>
                    <a:pt x="101851" y="25396"/>
                  </a:lnTo>
                  <a:lnTo>
                    <a:pt x="105246" y="20317"/>
                  </a:lnTo>
                  <a:lnTo>
                    <a:pt x="108641" y="15238"/>
                  </a:lnTo>
                  <a:lnTo>
                    <a:pt x="112036" y="10158"/>
                  </a:lnTo>
                  <a:lnTo>
                    <a:pt x="113697" y="7673"/>
                  </a:lnTo>
                  <a:lnTo>
                    <a:pt x="115851" y="4451"/>
                  </a:lnTo>
                  <a:lnTo>
                    <a:pt x="118826" y="0"/>
                  </a:lnTo>
                  <a:lnTo>
                    <a:pt x="121836" y="1943"/>
                  </a:lnTo>
                  <a:lnTo>
                    <a:pt x="124058" y="3377"/>
                  </a:lnTo>
                  <a:lnTo>
                    <a:pt x="129289" y="6755"/>
                  </a:lnTo>
                  <a:lnTo>
                    <a:pt x="134521" y="10132"/>
                  </a:lnTo>
                  <a:lnTo>
                    <a:pt x="139752" y="13510"/>
                  </a:lnTo>
                  <a:lnTo>
                    <a:pt x="144984" y="16887"/>
                  </a:lnTo>
                  <a:lnTo>
                    <a:pt x="150215" y="20265"/>
                  </a:lnTo>
                  <a:lnTo>
                    <a:pt x="155447" y="23642"/>
                  </a:lnTo>
                  <a:lnTo>
                    <a:pt x="160678" y="27020"/>
                  </a:lnTo>
                  <a:lnTo>
                    <a:pt x="165910" y="30397"/>
                  </a:lnTo>
                  <a:lnTo>
                    <a:pt x="171141" y="33775"/>
                  </a:lnTo>
                  <a:lnTo>
                    <a:pt x="176373" y="37152"/>
                  </a:lnTo>
                  <a:lnTo>
                    <a:pt x="181604" y="40530"/>
                  </a:lnTo>
                  <a:lnTo>
                    <a:pt x="179655" y="43386"/>
                  </a:lnTo>
                  <a:lnTo>
                    <a:pt x="176927" y="47382"/>
                  </a:lnTo>
                  <a:lnTo>
                    <a:pt x="172251" y="54234"/>
                  </a:lnTo>
                  <a:lnTo>
                    <a:pt x="167574" y="61085"/>
                  </a:lnTo>
                  <a:lnTo>
                    <a:pt x="162897" y="67937"/>
                  </a:lnTo>
                  <a:lnTo>
                    <a:pt x="158220" y="74789"/>
                  </a:lnTo>
                  <a:lnTo>
                    <a:pt x="153544" y="81641"/>
                  </a:lnTo>
                  <a:lnTo>
                    <a:pt x="148867" y="88493"/>
                  </a:lnTo>
                  <a:lnTo>
                    <a:pt x="144190" y="95344"/>
                  </a:lnTo>
                  <a:lnTo>
                    <a:pt x="139513" y="102196"/>
                  </a:lnTo>
                  <a:lnTo>
                    <a:pt x="134836" y="109048"/>
                  </a:lnTo>
                  <a:lnTo>
                    <a:pt x="130159" y="115900"/>
                  </a:lnTo>
                  <a:lnTo>
                    <a:pt x="125483" y="122751"/>
                  </a:lnTo>
                  <a:lnTo>
                    <a:pt x="120806" y="129603"/>
                  </a:lnTo>
                  <a:lnTo>
                    <a:pt x="116129" y="136455"/>
                  </a:lnTo>
                  <a:lnTo>
                    <a:pt x="111452" y="143307"/>
                  </a:lnTo>
                  <a:lnTo>
                    <a:pt x="106775" y="150159"/>
                  </a:lnTo>
                  <a:lnTo>
                    <a:pt x="102098" y="157010"/>
                  </a:lnTo>
                  <a:lnTo>
                    <a:pt x="97422" y="163862"/>
                  </a:lnTo>
                  <a:lnTo>
                    <a:pt x="92745" y="170714"/>
                  </a:lnTo>
                  <a:lnTo>
                    <a:pt x="88068" y="177566"/>
                  </a:lnTo>
                  <a:lnTo>
                    <a:pt x="83391" y="184417"/>
                  </a:lnTo>
                  <a:lnTo>
                    <a:pt x="78714" y="191269"/>
                  </a:lnTo>
                  <a:lnTo>
                    <a:pt x="74037" y="198121"/>
                  </a:lnTo>
                  <a:lnTo>
                    <a:pt x="69360" y="204973"/>
                  </a:lnTo>
                  <a:lnTo>
                    <a:pt x="64684" y="211825"/>
                  </a:lnTo>
                  <a:lnTo>
                    <a:pt x="60007" y="218676"/>
                  </a:lnTo>
                  <a:lnTo>
                    <a:pt x="52506" y="213563"/>
                  </a:lnTo>
                  <a:lnTo>
                    <a:pt x="45005" y="208451"/>
                  </a:lnTo>
                  <a:lnTo>
                    <a:pt x="37504" y="203338"/>
                  </a:lnTo>
                  <a:lnTo>
                    <a:pt x="30003" y="198225"/>
                  </a:lnTo>
                  <a:lnTo>
                    <a:pt x="22502" y="193112"/>
                  </a:lnTo>
                  <a:lnTo>
                    <a:pt x="15002" y="187999"/>
                  </a:lnTo>
                  <a:lnTo>
                    <a:pt x="6605" y="182275"/>
                  </a:lnTo>
                  <a:lnTo>
                    <a:pt x="0" y="177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838214" y="3100575"/>
              <a:ext cx="232029" cy="191592"/>
            </a:xfrm>
            <a:custGeom>
              <a:avLst/>
              <a:pathLst>
                <a:path w="232029" h="191592">
                  <a:moveTo>
                    <a:pt x="5020" y="53338"/>
                  </a:moveTo>
                  <a:lnTo>
                    <a:pt x="10040" y="45718"/>
                  </a:lnTo>
                  <a:lnTo>
                    <a:pt x="15061" y="38099"/>
                  </a:lnTo>
                  <a:lnTo>
                    <a:pt x="20082" y="30479"/>
                  </a:lnTo>
                  <a:lnTo>
                    <a:pt x="25102" y="22859"/>
                  </a:lnTo>
                  <a:lnTo>
                    <a:pt x="30123" y="15239"/>
                  </a:lnTo>
                  <a:lnTo>
                    <a:pt x="35143" y="7619"/>
                  </a:lnTo>
                  <a:lnTo>
                    <a:pt x="37486" y="4063"/>
                  </a:lnTo>
                  <a:lnTo>
                    <a:pt x="40164" y="0"/>
                  </a:lnTo>
                  <a:lnTo>
                    <a:pt x="43001" y="1954"/>
                  </a:lnTo>
                  <a:lnTo>
                    <a:pt x="45350" y="3571"/>
                  </a:lnTo>
                  <a:lnTo>
                    <a:pt x="50535" y="7143"/>
                  </a:lnTo>
                  <a:lnTo>
                    <a:pt x="55721" y="10715"/>
                  </a:lnTo>
                  <a:lnTo>
                    <a:pt x="60906" y="14287"/>
                  </a:lnTo>
                  <a:lnTo>
                    <a:pt x="66092" y="17858"/>
                  </a:lnTo>
                  <a:lnTo>
                    <a:pt x="71277" y="21430"/>
                  </a:lnTo>
                  <a:lnTo>
                    <a:pt x="76463" y="25002"/>
                  </a:lnTo>
                  <a:lnTo>
                    <a:pt x="81648" y="28574"/>
                  </a:lnTo>
                  <a:lnTo>
                    <a:pt x="86834" y="32145"/>
                  </a:lnTo>
                  <a:lnTo>
                    <a:pt x="92020" y="35717"/>
                  </a:lnTo>
                  <a:lnTo>
                    <a:pt x="97205" y="39289"/>
                  </a:lnTo>
                  <a:lnTo>
                    <a:pt x="102390" y="42860"/>
                  </a:lnTo>
                  <a:lnTo>
                    <a:pt x="107576" y="46432"/>
                  </a:lnTo>
                  <a:lnTo>
                    <a:pt x="112762" y="50004"/>
                  </a:lnTo>
                  <a:lnTo>
                    <a:pt x="117947" y="53576"/>
                  </a:lnTo>
                  <a:lnTo>
                    <a:pt x="123133" y="57147"/>
                  </a:lnTo>
                  <a:lnTo>
                    <a:pt x="128318" y="60719"/>
                  </a:lnTo>
                  <a:lnTo>
                    <a:pt x="133504" y="64291"/>
                  </a:lnTo>
                  <a:lnTo>
                    <a:pt x="138689" y="67863"/>
                  </a:lnTo>
                  <a:lnTo>
                    <a:pt x="143875" y="71434"/>
                  </a:lnTo>
                  <a:lnTo>
                    <a:pt x="149061" y="75006"/>
                  </a:lnTo>
                  <a:lnTo>
                    <a:pt x="154246" y="78578"/>
                  </a:lnTo>
                  <a:lnTo>
                    <a:pt x="159432" y="82150"/>
                  </a:lnTo>
                  <a:lnTo>
                    <a:pt x="164617" y="85721"/>
                  </a:lnTo>
                  <a:lnTo>
                    <a:pt x="169803" y="89293"/>
                  </a:lnTo>
                  <a:lnTo>
                    <a:pt x="174988" y="92865"/>
                  </a:lnTo>
                  <a:lnTo>
                    <a:pt x="180174" y="96437"/>
                  </a:lnTo>
                  <a:lnTo>
                    <a:pt x="185359" y="100008"/>
                  </a:lnTo>
                  <a:lnTo>
                    <a:pt x="190545" y="103580"/>
                  </a:lnTo>
                  <a:lnTo>
                    <a:pt x="195730" y="107152"/>
                  </a:lnTo>
                  <a:lnTo>
                    <a:pt x="200916" y="110724"/>
                  </a:lnTo>
                  <a:lnTo>
                    <a:pt x="206101" y="114295"/>
                  </a:lnTo>
                  <a:lnTo>
                    <a:pt x="211287" y="117867"/>
                  </a:lnTo>
                  <a:lnTo>
                    <a:pt x="216472" y="121439"/>
                  </a:lnTo>
                  <a:lnTo>
                    <a:pt x="221658" y="125010"/>
                  </a:lnTo>
                  <a:lnTo>
                    <a:pt x="226844" y="128582"/>
                  </a:lnTo>
                  <a:lnTo>
                    <a:pt x="232029" y="132154"/>
                  </a:lnTo>
                  <a:lnTo>
                    <a:pt x="226736" y="139976"/>
                  </a:lnTo>
                  <a:lnTo>
                    <a:pt x="221974" y="147014"/>
                  </a:lnTo>
                  <a:lnTo>
                    <a:pt x="211918" y="161873"/>
                  </a:lnTo>
                  <a:lnTo>
                    <a:pt x="201863" y="176733"/>
                  </a:lnTo>
                  <a:lnTo>
                    <a:pt x="191808" y="191592"/>
                  </a:lnTo>
                  <a:lnTo>
                    <a:pt x="187347" y="188554"/>
                  </a:lnTo>
                  <a:lnTo>
                    <a:pt x="182887" y="185516"/>
                  </a:lnTo>
                  <a:lnTo>
                    <a:pt x="178426" y="182478"/>
                  </a:lnTo>
                  <a:lnTo>
                    <a:pt x="173965" y="179440"/>
                  </a:lnTo>
                  <a:lnTo>
                    <a:pt x="169505" y="176402"/>
                  </a:lnTo>
                  <a:lnTo>
                    <a:pt x="165044" y="173364"/>
                  </a:lnTo>
                  <a:lnTo>
                    <a:pt x="160583" y="170326"/>
                  </a:lnTo>
                  <a:lnTo>
                    <a:pt x="156123" y="167288"/>
                  </a:lnTo>
                  <a:lnTo>
                    <a:pt x="151662" y="164250"/>
                  </a:lnTo>
                  <a:lnTo>
                    <a:pt x="147201" y="161212"/>
                  </a:lnTo>
                  <a:lnTo>
                    <a:pt x="142741" y="158174"/>
                  </a:lnTo>
                  <a:lnTo>
                    <a:pt x="138280" y="155136"/>
                  </a:lnTo>
                  <a:lnTo>
                    <a:pt x="133819" y="152098"/>
                  </a:lnTo>
                  <a:lnTo>
                    <a:pt x="129359" y="149060"/>
                  </a:lnTo>
                  <a:lnTo>
                    <a:pt x="124898" y="146022"/>
                  </a:lnTo>
                  <a:lnTo>
                    <a:pt x="120437" y="142984"/>
                  </a:lnTo>
                  <a:lnTo>
                    <a:pt x="115977" y="139946"/>
                  </a:lnTo>
                  <a:lnTo>
                    <a:pt x="111516" y="136908"/>
                  </a:lnTo>
                  <a:lnTo>
                    <a:pt x="107055" y="133870"/>
                  </a:lnTo>
                  <a:lnTo>
                    <a:pt x="102595" y="130832"/>
                  </a:lnTo>
                  <a:lnTo>
                    <a:pt x="98134" y="127794"/>
                  </a:lnTo>
                  <a:lnTo>
                    <a:pt x="89213" y="121718"/>
                  </a:lnTo>
                  <a:lnTo>
                    <a:pt x="84752" y="118680"/>
                  </a:lnTo>
                  <a:lnTo>
                    <a:pt x="80291" y="115642"/>
                  </a:lnTo>
                  <a:lnTo>
                    <a:pt x="75831" y="112604"/>
                  </a:lnTo>
                  <a:lnTo>
                    <a:pt x="71370" y="109566"/>
                  </a:lnTo>
                  <a:lnTo>
                    <a:pt x="66909" y="106528"/>
                  </a:lnTo>
                  <a:lnTo>
                    <a:pt x="62449" y="103490"/>
                  </a:lnTo>
                  <a:lnTo>
                    <a:pt x="57988" y="100452"/>
                  </a:lnTo>
                  <a:lnTo>
                    <a:pt x="53527" y="97414"/>
                  </a:lnTo>
                  <a:lnTo>
                    <a:pt x="49067" y="94376"/>
                  </a:lnTo>
                  <a:lnTo>
                    <a:pt x="44606" y="91338"/>
                  </a:lnTo>
                  <a:lnTo>
                    <a:pt x="40145" y="88300"/>
                  </a:lnTo>
                  <a:lnTo>
                    <a:pt x="35685" y="85262"/>
                  </a:lnTo>
                  <a:lnTo>
                    <a:pt x="31224" y="82224"/>
                  </a:lnTo>
                  <a:lnTo>
                    <a:pt x="26763" y="79186"/>
                  </a:lnTo>
                  <a:lnTo>
                    <a:pt x="22303" y="76148"/>
                  </a:lnTo>
                  <a:lnTo>
                    <a:pt x="17842" y="73110"/>
                  </a:lnTo>
                  <a:lnTo>
                    <a:pt x="13381" y="70072"/>
                  </a:lnTo>
                  <a:lnTo>
                    <a:pt x="8921" y="67034"/>
                  </a:lnTo>
                  <a:lnTo>
                    <a:pt x="4460" y="63996"/>
                  </a:lnTo>
                  <a:lnTo>
                    <a:pt x="2968" y="62980"/>
                  </a:lnTo>
                  <a:lnTo>
                    <a:pt x="0" y="60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1951376" y="3075029"/>
              <a:ext cx="100526" cy="101755"/>
            </a:xfrm>
            <a:custGeom>
              <a:avLst/>
              <a:pathLst>
                <a:path w="100526" h="101755">
                  <a:moveTo>
                    <a:pt x="58999" y="101755"/>
                  </a:moveTo>
                  <a:lnTo>
                    <a:pt x="27658" y="80256"/>
                  </a:lnTo>
                  <a:lnTo>
                    <a:pt x="0" y="61283"/>
                  </a:lnTo>
                  <a:lnTo>
                    <a:pt x="25003" y="25186"/>
                  </a:lnTo>
                  <a:lnTo>
                    <a:pt x="42450" y="0"/>
                  </a:lnTo>
                  <a:lnTo>
                    <a:pt x="59691" y="12074"/>
                  </a:lnTo>
                  <a:lnTo>
                    <a:pt x="68145" y="17996"/>
                  </a:lnTo>
                  <a:lnTo>
                    <a:pt x="71488" y="20337"/>
                  </a:lnTo>
                  <a:lnTo>
                    <a:pt x="100526" y="40675"/>
                  </a:lnTo>
                  <a:lnTo>
                    <a:pt x="79763" y="71215"/>
                  </a:lnTo>
                  <a:lnTo>
                    <a:pt x="78132" y="73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1998534" y="2958609"/>
              <a:ext cx="129028" cy="148943"/>
            </a:xfrm>
            <a:custGeom>
              <a:avLst/>
              <a:pathLst>
                <a:path w="129028" h="148943">
                  <a:moveTo>
                    <a:pt x="4350" y="102694"/>
                  </a:moveTo>
                  <a:lnTo>
                    <a:pt x="8701" y="96276"/>
                  </a:lnTo>
                  <a:lnTo>
                    <a:pt x="13051" y="89857"/>
                  </a:lnTo>
                  <a:lnTo>
                    <a:pt x="17402" y="83439"/>
                  </a:lnTo>
                  <a:lnTo>
                    <a:pt x="21753" y="77020"/>
                  </a:lnTo>
                  <a:lnTo>
                    <a:pt x="26103" y="70602"/>
                  </a:lnTo>
                  <a:lnTo>
                    <a:pt x="30454" y="64183"/>
                  </a:lnTo>
                  <a:lnTo>
                    <a:pt x="34804" y="57765"/>
                  </a:lnTo>
                  <a:lnTo>
                    <a:pt x="39155" y="51347"/>
                  </a:lnTo>
                  <a:lnTo>
                    <a:pt x="43505" y="44928"/>
                  </a:lnTo>
                  <a:lnTo>
                    <a:pt x="47856" y="38510"/>
                  </a:lnTo>
                  <a:lnTo>
                    <a:pt x="52207" y="32092"/>
                  </a:lnTo>
                  <a:lnTo>
                    <a:pt x="56557" y="25673"/>
                  </a:lnTo>
                  <a:lnTo>
                    <a:pt x="60908" y="19255"/>
                  </a:lnTo>
                  <a:lnTo>
                    <a:pt x="65258" y="12836"/>
                  </a:lnTo>
                  <a:lnTo>
                    <a:pt x="69609" y="6418"/>
                  </a:lnTo>
                  <a:lnTo>
                    <a:pt x="71789" y="3202"/>
                  </a:lnTo>
                  <a:lnTo>
                    <a:pt x="73960" y="0"/>
                  </a:lnTo>
                  <a:lnTo>
                    <a:pt x="78678" y="2971"/>
                  </a:lnTo>
                  <a:lnTo>
                    <a:pt x="81827" y="4953"/>
                  </a:lnTo>
                  <a:lnTo>
                    <a:pt x="89693" y="9907"/>
                  </a:lnTo>
                  <a:lnTo>
                    <a:pt x="97560" y="14861"/>
                  </a:lnTo>
                  <a:lnTo>
                    <a:pt x="105427" y="19815"/>
                  </a:lnTo>
                  <a:lnTo>
                    <a:pt x="113294" y="24768"/>
                  </a:lnTo>
                  <a:lnTo>
                    <a:pt x="121161" y="29722"/>
                  </a:lnTo>
                  <a:lnTo>
                    <a:pt x="129028" y="34676"/>
                  </a:lnTo>
                  <a:lnTo>
                    <a:pt x="126038" y="39409"/>
                  </a:lnTo>
                  <a:lnTo>
                    <a:pt x="123476" y="43465"/>
                  </a:lnTo>
                  <a:lnTo>
                    <a:pt x="117924" y="52255"/>
                  </a:lnTo>
                  <a:lnTo>
                    <a:pt x="112372" y="61045"/>
                  </a:lnTo>
                  <a:lnTo>
                    <a:pt x="106820" y="69835"/>
                  </a:lnTo>
                  <a:lnTo>
                    <a:pt x="101268" y="78625"/>
                  </a:lnTo>
                  <a:lnTo>
                    <a:pt x="95716" y="87414"/>
                  </a:lnTo>
                  <a:lnTo>
                    <a:pt x="90164" y="96204"/>
                  </a:lnTo>
                  <a:lnTo>
                    <a:pt x="84612" y="104994"/>
                  </a:lnTo>
                  <a:lnTo>
                    <a:pt x="79059" y="113784"/>
                  </a:lnTo>
                  <a:lnTo>
                    <a:pt x="73507" y="122573"/>
                  </a:lnTo>
                  <a:lnTo>
                    <a:pt x="67955" y="131363"/>
                  </a:lnTo>
                  <a:lnTo>
                    <a:pt x="62403" y="140153"/>
                  </a:lnTo>
                  <a:lnTo>
                    <a:pt x="56851" y="148943"/>
                  </a:lnTo>
                  <a:lnTo>
                    <a:pt x="45481" y="140976"/>
                  </a:lnTo>
                  <a:lnTo>
                    <a:pt x="34111" y="133010"/>
                  </a:lnTo>
                  <a:lnTo>
                    <a:pt x="22740" y="125044"/>
                  </a:lnTo>
                  <a:lnTo>
                    <a:pt x="11370" y="117078"/>
                  </a:lnTo>
                  <a:lnTo>
                    <a:pt x="7152" y="114123"/>
                  </a:lnTo>
                  <a:lnTo>
                    <a:pt x="0" y="109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023098" y="3003756"/>
              <a:ext cx="154880" cy="215235"/>
            </a:xfrm>
            <a:custGeom>
              <a:avLst/>
              <a:pathLst>
                <a:path w="154880" h="215235">
                  <a:moveTo>
                    <a:pt x="49674" y="210918"/>
                  </a:moveTo>
                  <a:lnTo>
                    <a:pt x="43464" y="206601"/>
                  </a:lnTo>
                  <a:lnTo>
                    <a:pt x="37255" y="202284"/>
                  </a:lnTo>
                  <a:lnTo>
                    <a:pt x="31046" y="197967"/>
                  </a:lnTo>
                  <a:lnTo>
                    <a:pt x="24837" y="193649"/>
                  </a:lnTo>
                  <a:lnTo>
                    <a:pt x="18627" y="189332"/>
                  </a:lnTo>
                  <a:lnTo>
                    <a:pt x="12418" y="185015"/>
                  </a:lnTo>
                  <a:lnTo>
                    <a:pt x="6209" y="180698"/>
                  </a:lnTo>
                  <a:lnTo>
                    <a:pt x="3813" y="179032"/>
                  </a:lnTo>
                  <a:lnTo>
                    <a:pt x="0" y="176381"/>
                  </a:lnTo>
                  <a:lnTo>
                    <a:pt x="3607" y="170691"/>
                  </a:lnTo>
                  <a:lnTo>
                    <a:pt x="7214" y="165001"/>
                  </a:lnTo>
                  <a:lnTo>
                    <a:pt x="10821" y="159311"/>
                  </a:lnTo>
                  <a:lnTo>
                    <a:pt x="14428" y="153622"/>
                  </a:lnTo>
                  <a:lnTo>
                    <a:pt x="18036" y="147932"/>
                  </a:lnTo>
                  <a:lnTo>
                    <a:pt x="21643" y="142242"/>
                  </a:lnTo>
                  <a:lnTo>
                    <a:pt x="25250" y="136553"/>
                  </a:lnTo>
                  <a:lnTo>
                    <a:pt x="28857" y="130863"/>
                  </a:lnTo>
                  <a:lnTo>
                    <a:pt x="32464" y="125173"/>
                  </a:lnTo>
                  <a:lnTo>
                    <a:pt x="36072" y="119484"/>
                  </a:lnTo>
                  <a:lnTo>
                    <a:pt x="39679" y="113794"/>
                  </a:lnTo>
                  <a:lnTo>
                    <a:pt x="43286" y="108104"/>
                  </a:lnTo>
                  <a:lnTo>
                    <a:pt x="46893" y="102414"/>
                  </a:lnTo>
                  <a:lnTo>
                    <a:pt x="50500" y="96725"/>
                  </a:lnTo>
                  <a:lnTo>
                    <a:pt x="54108" y="91035"/>
                  </a:lnTo>
                  <a:lnTo>
                    <a:pt x="57715" y="85345"/>
                  </a:lnTo>
                  <a:lnTo>
                    <a:pt x="61322" y="79655"/>
                  </a:lnTo>
                  <a:lnTo>
                    <a:pt x="64929" y="73966"/>
                  </a:lnTo>
                  <a:lnTo>
                    <a:pt x="68537" y="68276"/>
                  </a:lnTo>
                  <a:lnTo>
                    <a:pt x="72144" y="62586"/>
                  </a:lnTo>
                  <a:lnTo>
                    <a:pt x="75751" y="56897"/>
                  </a:lnTo>
                  <a:lnTo>
                    <a:pt x="79358" y="51207"/>
                  </a:lnTo>
                  <a:lnTo>
                    <a:pt x="82965" y="45517"/>
                  </a:lnTo>
                  <a:lnTo>
                    <a:pt x="86573" y="39827"/>
                  </a:lnTo>
                  <a:lnTo>
                    <a:pt x="90180" y="34138"/>
                  </a:lnTo>
                  <a:lnTo>
                    <a:pt x="93787" y="28448"/>
                  </a:lnTo>
                  <a:lnTo>
                    <a:pt x="97394" y="22758"/>
                  </a:lnTo>
                  <a:lnTo>
                    <a:pt x="101001" y="17069"/>
                  </a:lnTo>
                  <a:lnTo>
                    <a:pt x="104609" y="11379"/>
                  </a:lnTo>
                  <a:lnTo>
                    <a:pt x="108216" y="5689"/>
                  </a:lnTo>
                  <a:lnTo>
                    <a:pt x="110085" y="2740"/>
                  </a:lnTo>
                  <a:lnTo>
                    <a:pt x="111823" y="0"/>
                  </a:lnTo>
                  <a:lnTo>
                    <a:pt x="115164" y="2561"/>
                  </a:lnTo>
                  <a:lnTo>
                    <a:pt x="118337" y="4993"/>
                  </a:lnTo>
                  <a:lnTo>
                    <a:pt x="124159" y="9455"/>
                  </a:lnTo>
                  <a:lnTo>
                    <a:pt x="124540" y="10249"/>
                  </a:lnTo>
                  <a:lnTo>
                    <a:pt x="128121" y="17720"/>
                  </a:lnTo>
                  <a:lnTo>
                    <a:pt x="131703" y="25190"/>
                  </a:lnTo>
                  <a:lnTo>
                    <a:pt x="135285" y="32661"/>
                  </a:lnTo>
                  <a:lnTo>
                    <a:pt x="138499" y="39365"/>
                  </a:lnTo>
                  <a:lnTo>
                    <a:pt x="138933" y="40155"/>
                  </a:lnTo>
                  <a:lnTo>
                    <a:pt x="142920" y="47409"/>
                  </a:lnTo>
                  <a:lnTo>
                    <a:pt x="146907" y="54662"/>
                  </a:lnTo>
                  <a:lnTo>
                    <a:pt x="150893" y="61915"/>
                  </a:lnTo>
                  <a:lnTo>
                    <a:pt x="154880" y="69168"/>
                  </a:lnTo>
                  <a:lnTo>
                    <a:pt x="153115" y="71772"/>
                  </a:lnTo>
                  <a:lnTo>
                    <a:pt x="151580" y="74037"/>
                  </a:lnTo>
                  <a:lnTo>
                    <a:pt x="148280" y="78906"/>
                  </a:lnTo>
                  <a:lnTo>
                    <a:pt x="144980" y="83775"/>
                  </a:lnTo>
                  <a:lnTo>
                    <a:pt x="141680" y="88644"/>
                  </a:lnTo>
                  <a:lnTo>
                    <a:pt x="138381" y="93513"/>
                  </a:lnTo>
                  <a:lnTo>
                    <a:pt x="135081" y="98382"/>
                  </a:lnTo>
                  <a:lnTo>
                    <a:pt x="131781" y="103251"/>
                  </a:lnTo>
                  <a:lnTo>
                    <a:pt x="128481" y="108120"/>
                  </a:lnTo>
                  <a:lnTo>
                    <a:pt x="125181" y="112989"/>
                  </a:lnTo>
                  <a:lnTo>
                    <a:pt x="121881" y="117858"/>
                  </a:lnTo>
                  <a:lnTo>
                    <a:pt x="118581" y="122726"/>
                  </a:lnTo>
                  <a:lnTo>
                    <a:pt x="115281" y="127595"/>
                  </a:lnTo>
                  <a:lnTo>
                    <a:pt x="111981" y="132464"/>
                  </a:lnTo>
                  <a:lnTo>
                    <a:pt x="108681" y="137333"/>
                  </a:lnTo>
                  <a:lnTo>
                    <a:pt x="105382" y="142202"/>
                  </a:lnTo>
                  <a:lnTo>
                    <a:pt x="102081" y="147071"/>
                  </a:lnTo>
                  <a:lnTo>
                    <a:pt x="98782" y="151940"/>
                  </a:lnTo>
                  <a:lnTo>
                    <a:pt x="95482" y="156809"/>
                  </a:lnTo>
                  <a:lnTo>
                    <a:pt x="92182" y="161678"/>
                  </a:lnTo>
                  <a:lnTo>
                    <a:pt x="88882" y="166546"/>
                  </a:lnTo>
                  <a:lnTo>
                    <a:pt x="85582" y="171415"/>
                  </a:lnTo>
                  <a:lnTo>
                    <a:pt x="82282" y="176284"/>
                  </a:lnTo>
                  <a:lnTo>
                    <a:pt x="78982" y="181153"/>
                  </a:lnTo>
                  <a:lnTo>
                    <a:pt x="75682" y="186022"/>
                  </a:lnTo>
                  <a:lnTo>
                    <a:pt x="72382" y="190891"/>
                  </a:lnTo>
                  <a:lnTo>
                    <a:pt x="69082" y="195760"/>
                  </a:lnTo>
                  <a:lnTo>
                    <a:pt x="65782" y="200629"/>
                  </a:lnTo>
                  <a:lnTo>
                    <a:pt x="62483" y="205498"/>
                  </a:lnTo>
                  <a:lnTo>
                    <a:pt x="59183" y="210366"/>
                  </a:lnTo>
                  <a:lnTo>
                    <a:pt x="55883" y="2152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127295" y="2815723"/>
              <a:ext cx="102104" cy="90248"/>
            </a:xfrm>
            <a:custGeom>
              <a:avLst/>
              <a:pathLst>
                <a:path w="102104" h="90248">
                  <a:moveTo>
                    <a:pt x="10355" y="42580"/>
                  </a:moveTo>
                  <a:lnTo>
                    <a:pt x="15021" y="35517"/>
                  </a:lnTo>
                  <a:lnTo>
                    <a:pt x="19242" y="29128"/>
                  </a:lnTo>
                  <a:lnTo>
                    <a:pt x="22082" y="24829"/>
                  </a:lnTo>
                  <a:lnTo>
                    <a:pt x="25022" y="20378"/>
                  </a:lnTo>
                  <a:lnTo>
                    <a:pt x="29167" y="14104"/>
                  </a:lnTo>
                  <a:lnTo>
                    <a:pt x="33577" y="7428"/>
                  </a:lnTo>
                  <a:lnTo>
                    <a:pt x="38485" y="0"/>
                  </a:lnTo>
                  <a:lnTo>
                    <a:pt x="49396" y="3528"/>
                  </a:lnTo>
                  <a:lnTo>
                    <a:pt x="63886" y="8213"/>
                  </a:lnTo>
                  <a:lnTo>
                    <a:pt x="70643" y="10675"/>
                  </a:lnTo>
                  <a:lnTo>
                    <a:pt x="102104" y="22136"/>
                  </a:lnTo>
                  <a:lnTo>
                    <a:pt x="93095" y="33828"/>
                  </a:lnTo>
                  <a:lnTo>
                    <a:pt x="89326" y="38719"/>
                  </a:lnTo>
                  <a:lnTo>
                    <a:pt x="87120" y="41582"/>
                  </a:lnTo>
                  <a:lnTo>
                    <a:pt x="82744" y="47261"/>
                  </a:lnTo>
                  <a:lnTo>
                    <a:pt x="76548" y="55302"/>
                  </a:lnTo>
                  <a:lnTo>
                    <a:pt x="75192" y="56883"/>
                  </a:lnTo>
                  <a:lnTo>
                    <a:pt x="68443" y="64756"/>
                  </a:lnTo>
                  <a:lnTo>
                    <a:pt x="61570" y="72775"/>
                  </a:lnTo>
                  <a:lnTo>
                    <a:pt x="55143" y="80272"/>
                  </a:lnTo>
                  <a:lnTo>
                    <a:pt x="46591" y="90248"/>
                  </a:lnTo>
                  <a:lnTo>
                    <a:pt x="25689" y="75896"/>
                  </a:lnTo>
                  <a:lnTo>
                    <a:pt x="12351" y="66737"/>
                  </a:lnTo>
                  <a:lnTo>
                    <a:pt x="5677" y="62154"/>
                  </a:lnTo>
                  <a:lnTo>
                    <a:pt x="0" y="582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179906" y="2843104"/>
              <a:ext cx="134646" cy="90068"/>
            </a:xfrm>
            <a:custGeom>
              <a:avLst/>
              <a:pathLst>
                <a:path w="134646" h="90068">
                  <a:moveTo>
                    <a:pt x="44077" y="82954"/>
                  </a:moveTo>
                  <a:lnTo>
                    <a:pt x="31339" y="90068"/>
                  </a:lnTo>
                  <a:lnTo>
                    <a:pt x="17611" y="80272"/>
                  </a:lnTo>
                  <a:lnTo>
                    <a:pt x="3869" y="70465"/>
                  </a:lnTo>
                  <a:lnTo>
                    <a:pt x="0" y="67704"/>
                  </a:lnTo>
                  <a:lnTo>
                    <a:pt x="23585" y="32784"/>
                  </a:lnTo>
                  <a:lnTo>
                    <a:pt x="31967" y="25353"/>
                  </a:lnTo>
                  <a:lnTo>
                    <a:pt x="37563" y="20391"/>
                  </a:lnTo>
                  <a:lnTo>
                    <a:pt x="43749" y="14907"/>
                  </a:lnTo>
                  <a:lnTo>
                    <a:pt x="47214" y="11834"/>
                  </a:lnTo>
                  <a:lnTo>
                    <a:pt x="51076" y="8410"/>
                  </a:lnTo>
                  <a:lnTo>
                    <a:pt x="60314" y="220"/>
                  </a:lnTo>
                  <a:lnTo>
                    <a:pt x="80728" y="143"/>
                  </a:lnTo>
                  <a:lnTo>
                    <a:pt x="96438" y="83"/>
                  </a:lnTo>
                  <a:lnTo>
                    <a:pt x="104629" y="52"/>
                  </a:lnTo>
                  <a:lnTo>
                    <a:pt x="110313" y="31"/>
                  </a:lnTo>
                  <a:lnTo>
                    <a:pt x="115913" y="10"/>
                  </a:lnTo>
                  <a:lnTo>
                    <a:pt x="118569" y="0"/>
                  </a:lnTo>
                  <a:lnTo>
                    <a:pt x="127483" y="17949"/>
                  </a:lnTo>
                  <a:lnTo>
                    <a:pt x="134646" y="32374"/>
                  </a:lnTo>
                  <a:lnTo>
                    <a:pt x="124970" y="37777"/>
                  </a:lnTo>
                  <a:lnTo>
                    <a:pt x="119878" y="40621"/>
                  </a:lnTo>
                  <a:lnTo>
                    <a:pt x="114271" y="43752"/>
                  </a:lnTo>
                  <a:lnTo>
                    <a:pt x="106128" y="48300"/>
                  </a:lnTo>
                  <a:lnTo>
                    <a:pt x="96674" y="53580"/>
                  </a:lnTo>
                  <a:lnTo>
                    <a:pt x="90069" y="57269"/>
                  </a:lnTo>
                  <a:lnTo>
                    <a:pt x="82573" y="61455"/>
                  </a:lnTo>
                  <a:lnTo>
                    <a:pt x="74195" y="66134"/>
                  </a:lnTo>
                  <a:lnTo>
                    <a:pt x="62456" y="72690"/>
                  </a:lnTo>
                  <a:lnTo>
                    <a:pt x="50120" y="79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216065" y="2874583"/>
              <a:ext cx="133293" cy="110243"/>
            </a:xfrm>
            <a:custGeom>
              <a:avLst/>
              <a:pathLst>
                <a:path w="133293" h="110243">
                  <a:moveTo>
                    <a:pt x="60863" y="91066"/>
                  </a:moveTo>
                  <a:lnTo>
                    <a:pt x="51745" y="95860"/>
                  </a:lnTo>
                  <a:lnTo>
                    <a:pt x="42626" y="100655"/>
                  </a:lnTo>
                  <a:lnTo>
                    <a:pt x="33507" y="105449"/>
                  </a:lnTo>
                  <a:lnTo>
                    <a:pt x="24389" y="110243"/>
                  </a:lnTo>
                  <a:lnTo>
                    <a:pt x="18291" y="97806"/>
                  </a:lnTo>
                  <a:lnTo>
                    <a:pt x="12194" y="85368"/>
                  </a:lnTo>
                  <a:lnTo>
                    <a:pt x="6097" y="72930"/>
                  </a:lnTo>
                  <a:lnTo>
                    <a:pt x="3176" y="66973"/>
                  </a:lnTo>
                  <a:lnTo>
                    <a:pt x="0" y="60492"/>
                  </a:lnTo>
                  <a:lnTo>
                    <a:pt x="9037" y="55451"/>
                  </a:lnTo>
                  <a:lnTo>
                    <a:pt x="18074" y="50410"/>
                  </a:lnTo>
                  <a:lnTo>
                    <a:pt x="27111" y="45369"/>
                  </a:lnTo>
                  <a:lnTo>
                    <a:pt x="36148" y="40328"/>
                  </a:lnTo>
                  <a:lnTo>
                    <a:pt x="45186" y="35287"/>
                  </a:lnTo>
                  <a:lnTo>
                    <a:pt x="54223" y="30246"/>
                  </a:lnTo>
                  <a:lnTo>
                    <a:pt x="63260" y="25205"/>
                  </a:lnTo>
                  <a:lnTo>
                    <a:pt x="72297" y="20164"/>
                  </a:lnTo>
                  <a:lnTo>
                    <a:pt x="81335" y="15123"/>
                  </a:lnTo>
                  <a:lnTo>
                    <a:pt x="87784" y="11525"/>
                  </a:lnTo>
                  <a:lnTo>
                    <a:pt x="90372" y="10082"/>
                  </a:lnTo>
                  <a:lnTo>
                    <a:pt x="99409" y="5041"/>
                  </a:lnTo>
                  <a:lnTo>
                    <a:pt x="108446" y="0"/>
                  </a:lnTo>
                  <a:lnTo>
                    <a:pt x="120870" y="25849"/>
                  </a:lnTo>
                  <a:lnTo>
                    <a:pt x="133293" y="51699"/>
                  </a:lnTo>
                  <a:lnTo>
                    <a:pt x="124284" y="56703"/>
                  </a:lnTo>
                  <a:lnTo>
                    <a:pt x="115274" y="61708"/>
                  </a:lnTo>
                  <a:lnTo>
                    <a:pt x="114255" y="62274"/>
                  </a:lnTo>
                  <a:lnTo>
                    <a:pt x="106265" y="66712"/>
                  </a:lnTo>
                  <a:lnTo>
                    <a:pt x="97255" y="71717"/>
                  </a:lnTo>
                  <a:lnTo>
                    <a:pt x="89983" y="75756"/>
                  </a:lnTo>
                  <a:lnTo>
                    <a:pt x="88217" y="76685"/>
                  </a:lnTo>
                  <a:lnTo>
                    <a:pt x="79099" y="81479"/>
                  </a:lnTo>
                  <a:lnTo>
                    <a:pt x="69982" y="86272"/>
                  </a:lnTo>
                  <a:lnTo>
                    <a:pt x="66368" y="88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334982" y="2850345"/>
              <a:ext cx="194059" cy="68851"/>
            </a:xfrm>
            <a:custGeom>
              <a:avLst/>
              <a:pathLst>
                <a:path w="194059" h="68851">
                  <a:moveTo>
                    <a:pt x="113361" y="53563"/>
                  </a:moveTo>
                  <a:lnTo>
                    <a:pt x="90160" y="52695"/>
                  </a:lnTo>
                  <a:lnTo>
                    <a:pt x="89958" y="52713"/>
                  </a:lnTo>
                  <a:lnTo>
                    <a:pt x="66630" y="54822"/>
                  </a:lnTo>
                  <a:lnTo>
                    <a:pt x="56767" y="55714"/>
                  </a:lnTo>
                  <a:lnTo>
                    <a:pt x="44093" y="60522"/>
                  </a:lnTo>
                  <a:lnTo>
                    <a:pt x="34784" y="64054"/>
                  </a:lnTo>
                  <a:lnTo>
                    <a:pt x="22137" y="68851"/>
                  </a:lnTo>
                  <a:lnTo>
                    <a:pt x="13838" y="51321"/>
                  </a:lnTo>
                  <a:lnTo>
                    <a:pt x="0" y="22092"/>
                  </a:lnTo>
                  <a:lnTo>
                    <a:pt x="7139" y="19244"/>
                  </a:lnTo>
                  <a:lnTo>
                    <a:pt x="15162" y="16043"/>
                  </a:lnTo>
                  <a:lnTo>
                    <a:pt x="30325" y="9994"/>
                  </a:lnTo>
                  <a:lnTo>
                    <a:pt x="45488" y="3945"/>
                  </a:lnTo>
                  <a:lnTo>
                    <a:pt x="55378" y="0"/>
                  </a:lnTo>
                  <a:lnTo>
                    <a:pt x="61034" y="221"/>
                  </a:lnTo>
                  <a:lnTo>
                    <a:pt x="77299" y="858"/>
                  </a:lnTo>
                  <a:lnTo>
                    <a:pt x="93563" y="1495"/>
                  </a:lnTo>
                  <a:lnTo>
                    <a:pt x="109828" y="2132"/>
                  </a:lnTo>
                  <a:lnTo>
                    <a:pt x="118378" y="2466"/>
                  </a:lnTo>
                  <a:lnTo>
                    <a:pt x="126035" y="3473"/>
                  </a:lnTo>
                  <a:lnTo>
                    <a:pt x="132394" y="4309"/>
                  </a:lnTo>
                  <a:lnTo>
                    <a:pt x="142166" y="5699"/>
                  </a:lnTo>
                  <a:lnTo>
                    <a:pt x="158287" y="7993"/>
                  </a:lnTo>
                  <a:lnTo>
                    <a:pt x="174408" y="10287"/>
                  </a:lnTo>
                  <a:lnTo>
                    <a:pt x="190529" y="12581"/>
                  </a:lnTo>
                  <a:lnTo>
                    <a:pt x="191195" y="21011"/>
                  </a:lnTo>
                  <a:lnTo>
                    <a:pt x="192294" y="34910"/>
                  </a:lnTo>
                  <a:lnTo>
                    <a:pt x="194059" y="57239"/>
                  </a:lnTo>
                  <a:lnTo>
                    <a:pt x="170666" y="56100"/>
                  </a:lnTo>
                  <a:lnTo>
                    <a:pt x="163542" y="55753"/>
                  </a:lnTo>
                  <a:lnTo>
                    <a:pt x="162698" y="39126"/>
                  </a:lnTo>
                  <a:lnTo>
                    <a:pt x="162550" y="36192"/>
                  </a:lnTo>
                  <a:lnTo>
                    <a:pt x="149960" y="36103"/>
                  </a:lnTo>
                  <a:lnTo>
                    <a:pt x="149562" y="55073"/>
                  </a:lnTo>
                  <a:lnTo>
                    <a:pt x="136764" y="54450"/>
                  </a:lnTo>
                  <a:lnTo>
                    <a:pt x="135786" y="54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242846" y="2934388"/>
              <a:ext cx="136823" cy="106460"/>
            </a:xfrm>
            <a:custGeom>
              <a:avLst/>
              <a:pathLst>
                <a:path w="136823" h="106460">
                  <a:moveTo>
                    <a:pt x="8111" y="52144"/>
                  </a:moveTo>
                  <a:lnTo>
                    <a:pt x="16224" y="47798"/>
                  </a:lnTo>
                  <a:lnTo>
                    <a:pt x="24335" y="43453"/>
                  </a:lnTo>
                  <a:lnTo>
                    <a:pt x="32448" y="39108"/>
                  </a:lnTo>
                  <a:lnTo>
                    <a:pt x="40559" y="34762"/>
                  </a:lnTo>
                  <a:lnTo>
                    <a:pt x="48672" y="30417"/>
                  </a:lnTo>
                  <a:lnTo>
                    <a:pt x="56784" y="26072"/>
                  </a:lnTo>
                  <a:lnTo>
                    <a:pt x="64896" y="21726"/>
                  </a:lnTo>
                  <a:lnTo>
                    <a:pt x="71474" y="18203"/>
                  </a:lnTo>
                  <a:lnTo>
                    <a:pt x="73008" y="17381"/>
                  </a:lnTo>
                  <a:lnTo>
                    <a:pt x="81120" y="13036"/>
                  </a:lnTo>
                  <a:lnTo>
                    <a:pt x="89232" y="8690"/>
                  </a:lnTo>
                  <a:lnTo>
                    <a:pt x="97344" y="4345"/>
                  </a:lnTo>
                  <a:lnTo>
                    <a:pt x="105456" y="0"/>
                  </a:lnTo>
                  <a:lnTo>
                    <a:pt x="110390" y="12159"/>
                  </a:lnTo>
                  <a:lnTo>
                    <a:pt x="115324" y="24318"/>
                  </a:lnTo>
                  <a:lnTo>
                    <a:pt x="121668" y="21076"/>
                  </a:lnTo>
                  <a:lnTo>
                    <a:pt x="136823" y="50618"/>
                  </a:lnTo>
                  <a:lnTo>
                    <a:pt x="128752" y="54653"/>
                  </a:lnTo>
                  <a:lnTo>
                    <a:pt x="121177" y="58440"/>
                  </a:lnTo>
                  <a:lnTo>
                    <a:pt x="120678" y="58686"/>
                  </a:lnTo>
                  <a:lnTo>
                    <a:pt x="112581" y="62667"/>
                  </a:lnTo>
                  <a:lnTo>
                    <a:pt x="104484" y="66648"/>
                  </a:lnTo>
                  <a:lnTo>
                    <a:pt x="96387" y="70630"/>
                  </a:lnTo>
                  <a:lnTo>
                    <a:pt x="96234" y="70704"/>
                  </a:lnTo>
                  <a:lnTo>
                    <a:pt x="88290" y="74611"/>
                  </a:lnTo>
                  <a:lnTo>
                    <a:pt x="80193" y="78592"/>
                  </a:lnTo>
                  <a:lnTo>
                    <a:pt x="72095" y="82573"/>
                  </a:lnTo>
                  <a:lnTo>
                    <a:pt x="63998" y="86554"/>
                  </a:lnTo>
                  <a:lnTo>
                    <a:pt x="55901" y="90536"/>
                  </a:lnTo>
                  <a:lnTo>
                    <a:pt x="47804" y="94517"/>
                  </a:lnTo>
                  <a:lnTo>
                    <a:pt x="39707" y="98498"/>
                  </a:lnTo>
                  <a:lnTo>
                    <a:pt x="31610" y="102479"/>
                  </a:lnTo>
                  <a:lnTo>
                    <a:pt x="23512" y="106460"/>
                  </a:lnTo>
                  <a:lnTo>
                    <a:pt x="18810" y="96466"/>
                  </a:lnTo>
                  <a:lnTo>
                    <a:pt x="14107" y="86472"/>
                  </a:lnTo>
                  <a:lnTo>
                    <a:pt x="9405" y="76478"/>
                  </a:lnTo>
                  <a:lnTo>
                    <a:pt x="4702" y="66483"/>
                  </a:lnTo>
                  <a:lnTo>
                    <a:pt x="2668" y="62161"/>
                  </a:lnTo>
                  <a:lnTo>
                    <a:pt x="0" y="56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264440" y="3002801"/>
              <a:ext cx="90930" cy="75082"/>
            </a:xfrm>
            <a:custGeom>
              <a:avLst/>
              <a:pathLst>
                <a:path w="90930" h="75082">
                  <a:moveTo>
                    <a:pt x="5487" y="61506"/>
                  </a:moveTo>
                  <a:lnTo>
                    <a:pt x="916" y="57611"/>
                  </a:lnTo>
                  <a:lnTo>
                    <a:pt x="0" y="45504"/>
                  </a:lnTo>
                  <a:lnTo>
                    <a:pt x="14931" y="37920"/>
                  </a:lnTo>
                  <a:lnTo>
                    <a:pt x="29862" y="30336"/>
                  </a:lnTo>
                  <a:lnTo>
                    <a:pt x="44794" y="22752"/>
                  </a:lnTo>
                  <a:lnTo>
                    <a:pt x="52176" y="19003"/>
                  </a:lnTo>
                  <a:lnTo>
                    <a:pt x="59725" y="15168"/>
                  </a:lnTo>
                  <a:lnTo>
                    <a:pt x="74656" y="7584"/>
                  </a:lnTo>
                  <a:lnTo>
                    <a:pt x="89588" y="0"/>
                  </a:lnTo>
                  <a:lnTo>
                    <a:pt x="90930" y="3775"/>
                  </a:lnTo>
                  <a:lnTo>
                    <a:pt x="77266" y="18271"/>
                  </a:lnTo>
                  <a:lnTo>
                    <a:pt x="68015" y="28085"/>
                  </a:lnTo>
                  <a:lnTo>
                    <a:pt x="63603" y="32766"/>
                  </a:lnTo>
                  <a:lnTo>
                    <a:pt x="49939" y="47262"/>
                  </a:lnTo>
                  <a:lnTo>
                    <a:pt x="45101" y="52395"/>
                  </a:lnTo>
                  <a:lnTo>
                    <a:pt x="35783" y="61322"/>
                  </a:lnTo>
                  <a:lnTo>
                    <a:pt x="21423" y="75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359877" y="2907717"/>
              <a:ext cx="101644" cy="71705"/>
            </a:xfrm>
            <a:custGeom>
              <a:avLst/>
              <a:pathLst>
                <a:path w="101644" h="71705">
                  <a:moveTo>
                    <a:pt x="101644" y="6294"/>
                  </a:moveTo>
                  <a:lnTo>
                    <a:pt x="79083" y="39271"/>
                  </a:lnTo>
                  <a:lnTo>
                    <a:pt x="67012" y="56916"/>
                  </a:lnTo>
                  <a:lnTo>
                    <a:pt x="58554" y="59874"/>
                  </a:lnTo>
                  <a:lnTo>
                    <a:pt x="50096" y="62832"/>
                  </a:lnTo>
                  <a:lnTo>
                    <a:pt x="41638" y="65790"/>
                  </a:lnTo>
                  <a:lnTo>
                    <a:pt x="33180" y="68747"/>
                  </a:lnTo>
                  <a:lnTo>
                    <a:pt x="29991" y="69863"/>
                  </a:lnTo>
                  <a:lnTo>
                    <a:pt x="24722" y="71705"/>
                  </a:lnTo>
                  <a:lnTo>
                    <a:pt x="16481" y="54000"/>
                  </a:lnTo>
                  <a:lnTo>
                    <a:pt x="8240" y="36295"/>
                  </a:lnTo>
                  <a:lnTo>
                    <a:pt x="4375" y="27989"/>
                  </a:lnTo>
                  <a:lnTo>
                    <a:pt x="0" y="18590"/>
                  </a:lnTo>
                  <a:lnTo>
                    <a:pt x="11680" y="12838"/>
                  </a:lnTo>
                  <a:lnTo>
                    <a:pt x="23792" y="8111"/>
                  </a:lnTo>
                  <a:lnTo>
                    <a:pt x="36250" y="4441"/>
                  </a:lnTo>
                  <a:lnTo>
                    <a:pt x="48966" y="1855"/>
                  </a:lnTo>
                  <a:lnTo>
                    <a:pt x="61850" y="371"/>
                  </a:lnTo>
                  <a:lnTo>
                    <a:pt x="74810" y="0"/>
                  </a:lnTo>
                  <a:lnTo>
                    <a:pt x="87754" y="743"/>
                  </a:lnTo>
                  <a:lnTo>
                    <a:pt x="100592" y="25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397920" y="2685425"/>
              <a:ext cx="65537" cy="63307"/>
            </a:xfrm>
            <a:custGeom>
              <a:avLst/>
              <a:pathLst>
                <a:path w="65537" h="63307">
                  <a:moveTo>
                    <a:pt x="49784" y="3621"/>
                  </a:moveTo>
                  <a:lnTo>
                    <a:pt x="56679" y="16342"/>
                  </a:lnTo>
                  <a:lnTo>
                    <a:pt x="65537" y="32685"/>
                  </a:lnTo>
                  <a:lnTo>
                    <a:pt x="36689" y="52146"/>
                  </a:lnTo>
                  <a:lnTo>
                    <a:pt x="20144" y="63307"/>
                  </a:lnTo>
                  <a:lnTo>
                    <a:pt x="13429" y="52810"/>
                  </a:lnTo>
                  <a:lnTo>
                    <a:pt x="6714" y="42313"/>
                  </a:lnTo>
                  <a:lnTo>
                    <a:pt x="4171" y="38338"/>
                  </a:lnTo>
                  <a:lnTo>
                    <a:pt x="0" y="31816"/>
                  </a:lnTo>
                  <a:lnTo>
                    <a:pt x="21400" y="17578"/>
                  </a:lnTo>
                  <a:lnTo>
                    <a:pt x="478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419194" y="2723614"/>
              <a:ext cx="75044" cy="72825"/>
            </a:xfrm>
            <a:custGeom>
              <a:avLst/>
              <a:pathLst>
                <a:path w="75044" h="72825">
                  <a:moveTo>
                    <a:pt x="51328" y="71537"/>
                  </a:moveTo>
                  <a:lnTo>
                    <a:pt x="44281" y="60369"/>
                  </a:lnTo>
                  <a:lnTo>
                    <a:pt x="25778" y="72825"/>
                  </a:lnTo>
                  <a:lnTo>
                    <a:pt x="21481" y="65552"/>
                  </a:lnTo>
                  <a:lnTo>
                    <a:pt x="17185" y="58280"/>
                  </a:lnTo>
                  <a:lnTo>
                    <a:pt x="12889" y="51007"/>
                  </a:lnTo>
                  <a:lnTo>
                    <a:pt x="8592" y="43734"/>
                  </a:lnTo>
                  <a:lnTo>
                    <a:pt x="4296" y="36462"/>
                  </a:lnTo>
                  <a:lnTo>
                    <a:pt x="2127" y="32791"/>
                  </a:lnTo>
                  <a:lnTo>
                    <a:pt x="0" y="29189"/>
                  </a:lnTo>
                  <a:lnTo>
                    <a:pt x="20146" y="14594"/>
                  </a:lnTo>
                  <a:lnTo>
                    <a:pt x="40293" y="0"/>
                  </a:lnTo>
                  <a:lnTo>
                    <a:pt x="43718" y="5483"/>
                  </a:lnTo>
                  <a:lnTo>
                    <a:pt x="46085" y="9271"/>
                  </a:lnTo>
                  <a:lnTo>
                    <a:pt x="51877" y="18541"/>
                  </a:lnTo>
                  <a:lnTo>
                    <a:pt x="57669" y="27812"/>
                  </a:lnTo>
                  <a:lnTo>
                    <a:pt x="63460" y="37083"/>
                  </a:lnTo>
                  <a:lnTo>
                    <a:pt x="69252" y="46354"/>
                  </a:lnTo>
                  <a:lnTo>
                    <a:pt x="75044" y="556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416367" y="2614124"/>
              <a:ext cx="60589" cy="63074"/>
            </a:xfrm>
            <a:custGeom>
              <a:avLst/>
              <a:pathLst>
                <a:path w="60589" h="63074">
                  <a:moveTo>
                    <a:pt x="15893" y="8177"/>
                  </a:moveTo>
                  <a:lnTo>
                    <a:pt x="31787" y="0"/>
                  </a:lnTo>
                  <a:lnTo>
                    <a:pt x="36893" y="8302"/>
                  </a:lnTo>
                  <a:lnTo>
                    <a:pt x="41387" y="15610"/>
                  </a:lnTo>
                  <a:lnTo>
                    <a:pt x="50988" y="31221"/>
                  </a:lnTo>
                  <a:lnTo>
                    <a:pt x="60589" y="46832"/>
                  </a:lnTo>
                  <a:lnTo>
                    <a:pt x="41148" y="56582"/>
                  </a:lnTo>
                  <a:lnTo>
                    <a:pt x="28202" y="63074"/>
                  </a:lnTo>
                  <a:lnTo>
                    <a:pt x="21151" y="51394"/>
                  </a:lnTo>
                  <a:lnTo>
                    <a:pt x="14101" y="39714"/>
                  </a:lnTo>
                  <a:lnTo>
                    <a:pt x="7050" y="28035"/>
                  </a:lnTo>
                  <a:lnTo>
                    <a:pt x="4819" y="24338"/>
                  </a:lnTo>
                  <a:lnTo>
                    <a:pt x="0" y="16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446562" y="2668672"/>
              <a:ext cx="85704" cy="107721"/>
            </a:xfrm>
            <a:custGeom>
              <a:avLst/>
              <a:pathLst>
                <a:path w="85704" h="107721">
                  <a:moveTo>
                    <a:pt x="38773" y="15808"/>
                  </a:moveTo>
                  <a:lnTo>
                    <a:pt x="43676" y="24318"/>
                  </a:lnTo>
                  <a:lnTo>
                    <a:pt x="57685" y="48637"/>
                  </a:lnTo>
                  <a:lnTo>
                    <a:pt x="71695" y="72955"/>
                  </a:lnTo>
                  <a:lnTo>
                    <a:pt x="85704" y="97274"/>
                  </a:lnTo>
                  <a:lnTo>
                    <a:pt x="69140" y="102497"/>
                  </a:lnTo>
                  <a:lnTo>
                    <a:pt x="52575" y="107721"/>
                  </a:lnTo>
                  <a:lnTo>
                    <a:pt x="42060" y="88925"/>
                  </a:lnTo>
                  <a:lnTo>
                    <a:pt x="31545" y="70128"/>
                  </a:lnTo>
                  <a:lnTo>
                    <a:pt x="21030" y="51332"/>
                  </a:lnTo>
                  <a:lnTo>
                    <a:pt x="10515" y="32535"/>
                  </a:lnTo>
                  <a:lnTo>
                    <a:pt x="6849" y="25982"/>
                  </a:lnTo>
                  <a:lnTo>
                    <a:pt x="0" y="13738"/>
                  </a:lnTo>
                  <a:lnTo>
                    <a:pt x="14833" y="6869"/>
                  </a:lnTo>
                  <a:lnTo>
                    <a:pt x="296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451184" y="2597113"/>
              <a:ext cx="56012" cy="63145"/>
            </a:xfrm>
            <a:custGeom>
              <a:avLst/>
              <a:pathLst>
                <a:path w="56012" h="63145">
                  <a:moveTo>
                    <a:pt x="47490" y="32840"/>
                  </a:moveTo>
                  <a:lnTo>
                    <a:pt x="56012" y="49183"/>
                  </a:lnTo>
                  <a:lnTo>
                    <a:pt x="39637" y="57065"/>
                  </a:lnTo>
                  <a:lnTo>
                    <a:pt x="27004" y="63145"/>
                  </a:lnTo>
                  <a:lnTo>
                    <a:pt x="18002" y="47502"/>
                  </a:lnTo>
                  <a:lnTo>
                    <a:pt x="9001" y="31859"/>
                  </a:lnTo>
                  <a:lnTo>
                    <a:pt x="4783" y="24529"/>
                  </a:lnTo>
                  <a:lnTo>
                    <a:pt x="0" y="16216"/>
                  </a:lnTo>
                  <a:lnTo>
                    <a:pt x="15352" y="8107"/>
                  </a:lnTo>
                  <a:lnTo>
                    <a:pt x="30704" y="0"/>
                  </a:lnTo>
                  <a:lnTo>
                    <a:pt x="36303" y="10970"/>
                  </a:lnTo>
                  <a:lnTo>
                    <a:pt x="39088" y="16425"/>
                  </a:lnTo>
                  <a:lnTo>
                    <a:pt x="46598" y="311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479452" y="2650644"/>
              <a:ext cx="82253" cy="107665"/>
            </a:xfrm>
            <a:custGeom>
              <a:avLst/>
              <a:pathLst>
                <a:path w="82253" h="107665">
                  <a:moveTo>
                    <a:pt x="32186" y="8551"/>
                  </a:moveTo>
                  <a:lnTo>
                    <a:pt x="36254" y="15332"/>
                  </a:lnTo>
                  <a:lnTo>
                    <a:pt x="45454" y="30665"/>
                  </a:lnTo>
                  <a:lnTo>
                    <a:pt x="54654" y="45997"/>
                  </a:lnTo>
                  <a:lnTo>
                    <a:pt x="63854" y="61329"/>
                  </a:lnTo>
                  <a:lnTo>
                    <a:pt x="73053" y="76662"/>
                  </a:lnTo>
                  <a:lnTo>
                    <a:pt x="82253" y="91994"/>
                  </a:lnTo>
                  <a:lnTo>
                    <a:pt x="67460" y="100500"/>
                  </a:lnTo>
                  <a:lnTo>
                    <a:pt x="54997" y="107665"/>
                  </a:lnTo>
                  <a:lnTo>
                    <a:pt x="45831" y="92116"/>
                  </a:lnTo>
                  <a:lnTo>
                    <a:pt x="36664" y="76567"/>
                  </a:lnTo>
                  <a:lnTo>
                    <a:pt x="27498" y="61018"/>
                  </a:lnTo>
                  <a:lnTo>
                    <a:pt x="18332" y="45470"/>
                  </a:lnTo>
                  <a:lnTo>
                    <a:pt x="9166" y="29921"/>
                  </a:lnTo>
                  <a:lnTo>
                    <a:pt x="4016" y="21185"/>
                  </a:lnTo>
                  <a:lnTo>
                    <a:pt x="0" y="14372"/>
                  </a:lnTo>
                  <a:lnTo>
                    <a:pt x="13527" y="7186"/>
                  </a:lnTo>
                  <a:lnTo>
                    <a:pt x="270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16269" y="2639603"/>
              <a:ext cx="109747" cy="101775"/>
            </a:xfrm>
            <a:custGeom>
              <a:avLst/>
              <a:pathLst>
                <a:path w="109747" h="101775">
                  <a:moveTo>
                    <a:pt x="44378" y="92900"/>
                  </a:moveTo>
                  <a:lnTo>
                    <a:pt x="43311" y="91050"/>
                  </a:lnTo>
                  <a:lnTo>
                    <a:pt x="39258" y="84023"/>
                  </a:lnTo>
                  <a:lnTo>
                    <a:pt x="37123" y="80325"/>
                  </a:lnTo>
                  <a:lnTo>
                    <a:pt x="34135" y="75148"/>
                  </a:lnTo>
                  <a:lnTo>
                    <a:pt x="30936" y="69600"/>
                  </a:lnTo>
                  <a:lnTo>
                    <a:pt x="29015" y="66270"/>
                  </a:lnTo>
                  <a:lnTo>
                    <a:pt x="24749" y="58875"/>
                  </a:lnTo>
                  <a:lnTo>
                    <a:pt x="23895" y="57396"/>
                  </a:lnTo>
                  <a:lnTo>
                    <a:pt x="18775" y="48518"/>
                  </a:lnTo>
                  <a:lnTo>
                    <a:pt x="18562" y="48149"/>
                  </a:lnTo>
                  <a:lnTo>
                    <a:pt x="13655" y="39643"/>
                  </a:lnTo>
                  <a:lnTo>
                    <a:pt x="12375" y="37424"/>
                  </a:lnTo>
                  <a:lnTo>
                    <a:pt x="8535" y="30766"/>
                  </a:lnTo>
                  <a:lnTo>
                    <a:pt x="6188" y="26699"/>
                  </a:lnTo>
                  <a:lnTo>
                    <a:pt x="4267" y="23370"/>
                  </a:lnTo>
                  <a:lnTo>
                    <a:pt x="0" y="15975"/>
                  </a:lnTo>
                  <a:lnTo>
                    <a:pt x="15030" y="7987"/>
                  </a:lnTo>
                  <a:lnTo>
                    <a:pt x="30060" y="0"/>
                  </a:lnTo>
                  <a:lnTo>
                    <a:pt x="36698" y="5843"/>
                  </a:lnTo>
                  <a:lnTo>
                    <a:pt x="43341" y="11690"/>
                  </a:lnTo>
                  <a:lnTo>
                    <a:pt x="56622" y="23380"/>
                  </a:lnTo>
                  <a:lnTo>
                    <a:pt x="69904" y="35070"/>
                  </a:lnTo>
                  <a:lnTo>
                    <a:pt x="83185" y="46760"/>
                  </a:lnTo>
                  <a:lnTo>
                    <a:pt x="96466" y="58450"/>
                  </a:lnTo>
                  <a:lnTo>
                    <a:pt x="109747" y="70140"/>
                  </a:lnTo>
                  <a:lnTo>
                    <a:pt x="79623" y="85957"/>
                  </a:lnTo>
                  <a:lnTo>
                    <a:pt x="49498" y="101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548404" y="2618774"/>
              <a:ext cx="61047" cy="39398"/>
            </a:xfrm>
            <a:custGeom>
              <a:avLst/>
              <a:pathLst>
                <a:path w="61047" h="39398">
                  <a:moveTo>
                    <a:pt x="19973" y="5696"/>
                  </a:moveTo>
                  <a:lnTo>
                    <a:pt x="26842" y="3717"/>
                  </a:lnTo>
                  <a:lnTo>
                    <a:pt x="38358" y="397"/>
                  </a:lnTo>
                  <a:lnTo>
                    <a:pt x="61047" y="0"/>
                  </a:lnTo>
                  <a:lnTo>
                    <a:pt x="40898" y="24220"/>
                  </a:lnTo>
                  <a:lnTo>
                    <a:pt x="28270" y="39398"/>
                  </a:lnTo>
                  <a:lnTo>
                    <a:pt x="18847" y="31882"/>
                  </a:lnTo>
                  <a:lnTo>
                    <a:pt x="9423" y="24366"/>
                  </a:lnTo>
                  <a:lnTo>
                    <a:pt x="5401" y="21158"/>
                  </a:lnTo>
                  <a:lnTo>
                    <a:pt x="0" y="16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586595" y="2614076"/>
              <a:ext cx="84151" cy="82305"/>
            </a:xfrm>
            <a:custGeom>
              <a:avLst/>
              <a:pathLst>
                <a:path w="84151" h="82305">
                  <a:moveTo>
                    <a:pt x="7167" y="38273"/>
                  </a:moveTo>
                  <a:lnTo>
                    <a:pt x="14334" y="25515"/>
                  </a:lnTo>
                  <a:lnTo>
                    <a:pt x="21502" y="12757"/>
                  </a:lnTo>
                  <a:lnTo>
                    <a:pt x="24400" y="7599"/>
                  </a:lnTo>
                  <a:lnTo>
                    <a:pt x="28669" y="0"/>
                  </a:lnTo>
                  <a:lnTo>
                    <a:pt x="49644" y="10478"/>
                  </a:lnTo>
                  <a:lnTo>
                    <a:pt x="84151" y="27717"/>
                  </a:lnTo>
                  <a:lnTo>
                    <a:pt x="77984" y="36438"/>
                  </a:lnTo>
                  <a:lnTo>
                    <a:pt x="70869" y="46500"/>
                  </a:lnTo>
                  <a:lnTo>
                    <a:pt x="64850" y="55011"/>
                  </a:lnTo>
                  <a:lnTo>
                    <a:pt x="55200" y="68658"/>
                  </a:lnTo>
                  <a:lnTo>
                    <a:pt x="45550" y="82305"/>
                  </a:lnTo>
                  <a:lnTo>
                    <a:pt x="22775" y="66668"/>
                  </a:lnTo>
                  <a:lnTo>
                    <a:pt x="9736" y="57716"/>
                  </a:lnTo>
                  <a:lnTo>
                    <a:pt x="0" y="51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531954" y="2594861"/>
              <a:ext cx="63332" cy="33739"/>
            </a:xfrm>
            <a:custGeom>
              <a:avLst/>
              <a:pathLst>
                <a:path w="63332" h="33739">
                  <a:moveTo>
                    <a:pt x="62266" y="11365"/>
                  </a:moveTo>
                  <a:lnTo>
                    <a:pt x="63332" y="16011"/>
                  </a:lnTo>
                  <a:lnTo>
                    <a:pt x="31085" y="18914"/>
                  </a:lnTo>
                  <a:lnTo>
                    <a:pt x="25737" y="22800"/>
                  </a:lnTo>
                  <a:lnTo>
                    <a:pt x="10685" y="33739"/>
                  </a:lnTo>
                  <a:lnTo>
                    <a:pt x="5342" y="26806"/>
                  </a:lnTo>
                  <a:lnTo>
                    <a:pt x="0" y="19873"/>
                  </a:lnTo>
                  <a:lnTo>
                    <a:pt x="13339" y="9936"/>
                  </a:lnTo>
                  <a:lnTo>
                    <a:pt x="26679" y="0"/>
                  </a:lnTo>
                  <a:lnTo>
                    <a:pt x="27093" y="38"/>
                  </a:lnTo>
                  <a:lnTo>
                    <a:pt x="60382" y="31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217499" y="2537285"/>
              <a:ext cx="139400" cy="87541"/>
            </a:xfrm>
            <a:custGeom>
              <a:avLst/>
              <a:pathLst>
                <a:path w="139400" h="87541">
                  <a:moveTo>
                    <a:pt x="108148" y="53691"/>
                  </a:moveTo>
                  <a:lnTo>
                    <a:pt x="104508" y="37871"/>
                  </a:lnTo>
                  <a:lnTo>
                    <a:pt x="102245" y="27249"/>
                  </a:lnTo>
                  <a:lnTo>
                    <a:pt x="97371" y="4366"/>
                  </a:lnTo>
                  <a:lnTo>
                    <a:pt x="105830" y="2609"/>
                  </a:lnTo>
                  <a:lnTo>
                    <a:pt x="114288" y="853"/>
                  </a:lnTo>
                  <a:lnTo>
                    <a:pt x="117685" y="9624"/>
                  </a:lnTo>
                  <a:lnTo>
                    <a:pt x="120521" y="16949"/>
                  </a:lnTo>
                  <a:lnTo>
                    <a:pt x="121082" y="18395"/>
                  </a:lnTo>
                  <a:lnTo>
                    <a:pt x="126811" y="33021"/>
                  </a:lnTo>
                  <a:lnTo>
                    <a:pt x="133105" y="49092"/>
                  </a:lnTo>
                  <a:lnTo>
                    <a:pt x="139400" y="65162"/>
                  </a:lnTo>
                  <a:lnTo>
                    <a:pt x="124408" y="73626"/>
                  </a:lnTo>
                  <a:lnTo>
                    <a:pt x="122525" y="75038"/>
                  </a:lnTo>
                  <a:lnTo>
                    <a:pt x="114454" y="81094"/>
                  </a:lnTo>
                  <a:lnTo>
                    <a:pt x="104479" y="87541"/>
                  </a:lnTo>
                  <a:lnTo>
                    <a:pt x="103217" y="86931"/>
                  </a:lnTo>
                  <a:lnTo>
                    <a:pt x="95345" y="83702"/>
                  </a:lnTo>
                  <a:lnTo>
                    <a:pt x="86180" y="79943"/>
                  </a:lnTo>
                  <a:lnTo>
                    <a:pt x="77015" y="76184"/>
                  </a:lnTo>
                  <a:lnTo>
                    <a:pt x="67850" y="72425"/>
                  </a:lnTo>
                  <a:lnTo>
                    <a:pt x="58686" y="68666"/>
                  </a:lnTo>
                  <a:lnTo>
                    <a:pt x="55396" y="67317"/>
                  </a:lnTo>
                  <a:lnTo>
                    <a:pt x="50049" y="63852"/>
                  </a:lnTo>
                  <a:lnTo>
                    <a:pt x="41707" y="58449"/>
                  </a:lnTo>
                  <a:lnTo>
                    <a:pt x="33366" y="53046"/>
                  </a:lnTo>
                  <a:lnTo>
                    <a:pt x="25024" y="47642"/>
                  </a:lnTo>
                  <a:lnTo>
                    <a:pt x="16683" y="42239"/>
                  </a:lnTo>
                  <a:lnTo>
                    <a:pt x="8341" y="36836"/>
                  </a:lnTo>
                  <a:lnTo>
                    <a:pt x="4045" y="34053"/>
                  </a:lnTo>
                  <a:lnTo>
                    <a:pt x="0" y="31432"/>
                  </a:lnTo>
                  <a:lnTo>
                    <a:pt x="6288" y="23574"/>
                  </a:lnTo>
                  <a:lnTo>
                    <a:pt x="12577" y="15716"/>
                  </a:lnTo>
                  <a:lnTo>
                    <a:pt x="18867" y="7858"/>
                  </a:lnTo>
                  <a:lnTo>
                    <a:pt x="21717" y="4296"/>
                  </a:lnTo>
                  <a:lnTo>
                    <a:pt x="25155" y="0"/>
                  </a:lnTo>
                  <a:lnTo>
                    <a:pt x="54814" y="12879"/>
                  </a:lnTo>
                  <a:lnTo>
                    <a:pt x="74590" y="26312"/>
                  </a:lnTo>
                  <a:lnTo>
                    <a:pt x="97850" y="42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293098" y="2451989"/>
              <a:ext cx="47764" cy="101509"/>
            </a:xfrm>
            <a:custGeom>
              <a:avLst/>
              <a:pathLst>
                <a:path w="47764" h="101509">
                  <a:moveTo>
                    <a:pt x="44163" y="21581"/>
                  </a:moveTo>
                  <a:lnTo>
                    <a:pt x="43358" y="23995"/>
                  </a:lnTo>
                  <a:lnTo>
                    <a:pt x="47764" y="29400"/>
                  </a:lnTo>
                  <a:lnTo>
                    <a:pt x="46826" y="33367"/>
                  </a:lnTo>
                  <a:lnTo>
                    <a:pt x="45081" y="40747"/>
                  </a:lnTo>
                  <a:lnTo>
                    <a:pt x="42568" y="51377"/>
                  </a:lnTo>
                  <a:lnTo>
                    <a:pt x="40011" y="62192"/>
                  </a:lnTo>
                  <a:lnTo>
                    <a:pt x="37914" y="71062"/>
                  </a:lnTo>
                  <a:lnTo>
                    <a:pt x="37372" y="73355"/>
                  </a:lnTo>
                  <a:lnTo>
                    <a:pt x="35623" y="73408"/>
                  </a:lnTo>
                  <a:lnTo>
                    <a:pt x="32646" y="75829"/>
                  </a:lnTo>
                  <a:lnTo>
                    <a:pt x="23992" y="82865"/>
                  </a:lnTo>
                  <a:lnTo>
                    <a:pt x="17258" y="88955"/>
                  </a:lnTo>
                  <a:lnTo>
                    <a:pt x="8147" y="97194"/>
                  </a:lnTo>
                  <a:lnTo>
                    <a:pt x="3375" y="101509"/>
                  </a:lnTo>
                  <a:lnTo>
                    <a:pt x="0" y="100126"/>
                  </a:lnTo>
                  <a:lnTo>
                    <a:pt x="5449" y="74336"/>
                  </a:lnTo>
                  <a:lnTo>
                    <a:pt x="7154" y="66266"/>
                  </a:lnTo>
                  <a:lnTo>
                    <a:pt x="9116" y="56981"/>
                  </a:lnTo>
                  <a:lnTo>
                    <a:pt x="10578" y="50062"/>
                  </a:lnTo>
                  <a:lnTo>
                    <a:pt x="12471" y="41102"/>
                  </a:lnTo>
                  <a:lnTo>
                    <a:pt x="14538" y="31323"/>
                  </a:lnTo>
                  <a:lnTo>
                    <a:pt x="16168" y="23608"/>
                  </a:lnTo>
                  <a:lnTo>
                    <a:pt x="18373" y="13171"/>
                  </a:lnTo>
                  <a:lnTo>
                    <a:pt x="21157" y="0"/>
                  </a:lnTo>
                  <a:lnTo>
                    <a:pt x="26269" y="2516"/>
                  </a:lnTo>
                  <a:lnTo>
                    <a:pt x="41806" y="10165"/>
                  </a:lnTo>
                  <a:lnTo>
                    <a:pt x="47101" y="12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248365" y="2442715"/>
              <a:ext cx="61574" cy="107159"/>
            </a:xfrm>
            <a:custGeom>
              <a:avLst/>
              <a:pathLst>
                <a:path w="61574" h="107159">
                  <a:moveTo>
                    <a:pt x="57113" y="27151"/>
                  </a:moveTo>
                  <a:lnTo>
                    <a:pt x="52651" y="47153"/>
                  </a:lnTo>
                  <a:lnTo>
                    <a:pt x="48190" y="67155"/>
                  </a:lnTo>
                  <a:lnTo>
                    <a:pt x="45838" y="77698"/>
                  </a:lnTo>
                  <a:lnTo>
                    <a:pt x="43729" y="87157"/>
                  </a:lnTo>
                  <a:lnTo>
                    <a:pt x="39267" y="107159"/>
                  </a:lnTo>
                  <a:lnTo>
                    <a:pt x="11526" y="95785"/>
                  </a:lnTo>
                  <a:lnTo>
                    <a:pt x="0" y="91059"/>
                  </a:lnTo>
                  <a:lnTo>
                    <a:pt x="1226" y="87833"/>
                  </a:lnTo>
                  <a:lnTo>
                    <a:pt x="2453" y="84608"/>
                  </a:lnTo>
                  <a:lnTo>
                    <a:pt x="3681" y="81382"/>
                  </a:lnTo>
                  <a:lnTo>
                    <a:pt x="4908" y="78157"/>
                  </a:lnTo>
                  <a:lnTo>
                    <a:pt x="6135" y="74931"/>
                  </a:lnTo>
                  <a:lnTo>
                    <a:pt x="7362" y="71706"/>
                  </a:lnTo>
                  <a:lnTo>
                    <a:pt x="8589" y="68480"/>
                  </a:lnTo>
                  <a:lnTo>
                    <a:pt x="9081" y="67187"/>
                  </a:lnTo>
                  <a:lnTo>
                    <a:pt x="9816" y="65255"/>
                  </a:lnTo>
                  <a:lnTo>
                    <a:pt x="11043" y="62029"/>
                  </a:lnTo>
                  <a:lnTo>
                    <a:pt x="12270" y="58804"/>
                  </a:lnTo>
                  <a:lnTo>
                    <a:pt x="13497" y="55579"/>
                  </a:lnTo>
                  <a:lnTo>
                    <a:pt x="34837" y="58333"/>
                  </a:lnTo>
                  <a:lnTo>
                    <a:pt x="35491" y="54986"/>
                  </a:lnTo>
                  <a:lnTo>
                    <a:pt x="36361" y="50539"/>
                  </a:lnTo>
                  <a:lnTo>
                    <a:pt x="37143" y="46537"/>
                  </a:lnTo>
                  <a:lnTo>
                    <a:pt x="40846" y="29144"/>
                  </a:lnTo>
                  <a:lnTo>
                    <a:pt x="47051" y="0"/>
                  </a:lnTo>
                  <a:lnTo>
                    <a:pt x="53317" y="3084"/>
                  </a:lnTo>
                  <a:lnTo>
                    <a:pt x="61574" y="71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336225" y="2467811"/>
              <a:ext cx="37225" cy="57359"/>
            </a:xfrm>
            <a:custGeom>
              <a:avLst/>
              <a:pathLst>
                <a:path w="37225" h="57359">
                  <a:moveTo>
                    <a:pt x="36731" y="30831"/>
                  </a:moveTo>
                  <a:lnTo>
                    <a:pt x="34272" y="54212"/>
                  </a:lnTo>
                  <a:lnTo>
                    <a:pt x="28182" y="56505"/>
                  </a:lnTo>
                  <a:lnTo>
                    <a:pt x="22723" y="56671"/>
                  </a:lnTo>
                  <a:lnTo>
                    <a:pt x="0" y="57359"/>
                  </a:lnTo>
                  <a:lnTo>
                    <a:pt x="1537" y="50406"/>
                  </a:lnTo>
                  <a:lnTo>
                    <a:pt x="9484" y="14478"/>
                  </a:lnTo>
                  <a:lnTo>
                    <a:pt x="7281" y="9074"/>
                  </a:lnTo>
                  <a:lnTo>
                    <a:pt x="10171" y="0"/>
                  </a:lnTo>
                  <a:lnTo>
                    <a:pt x="13341" y="1560"/>
                  </a:lnTo>
                  <a:lnTo>
                    <a:pt x="20234" y="4953"/>
                  </a:lnTo>
                  <a:lnTo>
                    <a:pt x="21229" y="9207"/>
                  </a:lnTo>
                  <a:lnTo>
                    <a:pt x="22879" y="13241"/>
                  </a:lnTo>
                  <a:lnTo>
                    <a:pt x="25142" y="16952"/>
                  </a:lnTo>
                  <a:lnTo>
                    <a:pt x="27959" y="20244"/>
                  </a:lnTo>
                  <a:lnTo>
                    <a:pt x="31256" y="23030"/>
                  </a:lnTo>
                  <a:lnTo>
                    <a:pt x="34948" y="25239"/>
                  </a:lnTo>
                  <a:lnTo>
                    <a:pt x="37225" y="26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375149" y="2492162"/>
              <a:ext cx="29436" cy="28108"/>
            </a:xfrm>
            <a:custGeom>
              <a:avLst/>
              <a:pathLst>
                <a:path w="29436" h="28108">
                  <a:moveTo>
                    <a:pt x="1202" y="15541"/>
                  </a:moveTo>
                  <a:lnTo>
                    <a:pt x="2405" y="2974"/>
                  </a:lnTo>
                  <a:lnTo>
                    <a:pt x="4202" y="3359"/>
                  </a:lnTo>
                  <a:lnTo>
                    <a:pt x="8476" y="3558"/>
                  </a:lnTo>
                  <a:lnTo>
                    <a:pt x="12725" y="3053"/>
                  </a:lnTo>
                  <a:lnTo>
                    <a:pt x="16840" y="1856"/>
                  </a:lnTo>
                  <a:lnTo>
                    <a:pt x="20713" y="0"/>
                  </a:lnTo>
                  <a:lnTo>
                    <a:pt x="26457" y="11210"/>
                  </a:lnTo>
                  <a:lnTo>
                    <a:pt x="29436" y="17022"/>
                  </a:lnTo>
                  <a:lnTo>
                    <a:pt x="14718" y="22565"/>
                  </a:lnTo>
                  <a:lnTo>
                    <a:pt x="0" y="281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01140" y="2614947"/>
              <a:ext cx="36611" cy="29925"/>
            </a:xfrm>
            <a:custGeom>
              <a:avLst/>
              <a:pathLst>
                <a:path w="36611" h="29925">
                  <a:moveTo>
                    <a:pt x="4804" y="20609"/>
                  </a:moveTo>
                  <a:lnTo>
                    <a:pt x="3056" y="17220"/>
                  </a:lnTo>
                  <a:lnTo>
                    <a:pt x="0" y="11292"/>
                  </a:lnTo>
                  <a:lnTo>
                    <a:pt x="9406" y="5646"/>
                  </a:lnTo>
                  <a:lnTo>
                    <a:pt x="18812" y="0"/>
                  </a:lnTo>
                  <a:lnTo>
                    <a:pt x="27711" y="9547"/>
                  </a:lnTo>
                  <a:lnTo>
                    <a:pt x="36611" y="19094"/>
                  </a:lnTo>
                  <a:lnTo>
                    <a:pt x="20318" y="25629"/>
                  </a:lnTo>
                  <a:lnTo>
                    <a:pt x="9607" y="299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150411" y="2672071"/>
              <a:ext cx="53033" cy="142420"/>
            </a:xfrm>
            <a:custGeom>
              <a:avLst/>
              <a:pathLst>
                <a:path w="53033" h="142420">
                  <a:moveTo>
                    <a:pt x="37040" y="63252"/>
                  </a:moveTo>
                  <a:lnTo>
                    <a:pt x="38640" y="71169"/>
                  </a:lnTo>
                  <a:lnTo>
                    <a:pt x="40239" y="79086"/>
                  </a:lnTo>
                  <a:lnTo>
                    <a:pt x="41838" y="87002"/>
                  </a:lnTo>
                  <a:lnTo>
                    <a:pt x="43438" y="94919"/>
                  </a:lnTo>
                  <a:lnTo>
                    <a:pt x="45037" y="102836"/>
                  </a:lnTo>
                  <a:lnTo>
                    <a:pt x="46636" y="110753"/>
                  </a:lnTo>
                  <a:lnTo>
                    <a:pt x="48236" y="118669"/>
                  </a:lnTo>
                  <a:lnTo>
                    <a:pt x="49835" y="126586"/>
                  </a:lnTo>
                  <a:lnTo>
                    <a:pt x="51434" y="134503"/>
                  </a:lnTo>
                  <a:lnTo>
                    <a:pt x="53033" y="142420"/>
                  </a:lnTo>
                  <a:lnTo>
                    <a:pt x="24874" y="137067"/>
                  </a:lnTo>
                  <a:lnTo>
                    <a:pt x="22181" y="132957"/>
                  </a:lnTo>
                  <a:lnTo>
                    <a:pt x="1762" y="122980"/>
                  </a:lnTo>
                  <a:lnTo>
                    <a:pt x="6343" y="79748"/>
                  </a:lnTo>
                  <a:lnTo>
                    <a:pt x="3171" y="42279"/>
                  </a:lnTo>
                  <a:lnTo>
                    <a:pt x="0" y="4811"/>
                  </a:lnTo>
                  <a:lnTo>
                    <a:pt x="11934" y="2405"/>
                  </a:lnTo>
                  <a:lnTo>
                    <a:pt x="23869" y="0"/>
                  </a:lnTo>
                  <a:lnTo>
                    <a:pt x="24972" y="5278"/>
                  </a:lnTo>
                  <a:lnTo>
                    <a:pt x="25521" y="7905"/>
                  </a:lnTo>
                  <a:lnTo>
                    <a:pt x="27173" y="15810"/>
                  </a:lnTo>
                  <a:lnTo>
                    <a:pt x="28826" y="23716"/>
                  </a:lnTo>
                  <a:lnTo>
                    <a:pt x="30478" y="31621"/>
                  </a:lnTo>
                  <a:lnTo>
                    <a:pt x="32131" y="39526"/>
                  </a:lnTo>
                  <a:lnTo>
                    <a:pt x="33783" y="47431"/>
                  </a:lnTo>
                  <a:lnTo>
                    <a:pt x="35435" y="55337"/>
                  </a:lnTo>
                  <a:lnTo>
                    <a:pt x="35602" y="561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1929539" y="2777758"/>
              <a:ext cx="94387" cy="88137"/>
            </a:xfrm>
            <a:custGeom>
              <a:avLst/>
              <a:pathLst>
                <a:path w="94387" h="88137">
                  <a:moveTo>
                    <a:pt x="55145" y="71337"/>
                  </a:moveTo>
                  <a:lnTo>
                    <a:pt x="48476" y="79737"/>
                  </a:lnTo>
                  <a:lnTo>
                    <a:pt x="41807" y="88137"/>
                  </a:lnTo>
                  <a:lnTo>
                    <a:pt x="31355" y="81120"/>
                  </a:lnTo>
                  <a:lnTo>
                    <a:pt x="29733" y="80031"/>
                  </a:lnTo>
                  <a:lnTo>
                    <a:pt x="20903" y="74103"/>
                  </a:lnTo>
                  <a:lnTo>
                    <a:pt x="10452" y="67086"/>
                  </a:lnTo>
                  <a:lnTo>
                    <a:pt x="0" y="60069"/>
                  </a:lnTo>
                  <a:lnTo>
                    <a:pt x="40093" y="36747"/>
                  </a:lnTo>
                  <a:lnTo>
                    <a:pt x="42107" y="35354"/>
                  </a:lnTo>
                  <a:lnTo>
                    <a:pt x="44254" y="33869"/>
                  </a:lnTo>
                  <a:lnTo>
                    <a:pt x="52013" y="28501"/>
                  </a:lnTo>
                  <a:lnTo>
                    <a:pt x="77416" y="10927"/>
                  </a:lnTo>
                  <a:lnTo>
                    <a:pt x="81153" y="0"/>
                  </a:lnTo>
                  <a:lnTo>
                    <a:pt x="82617" y="2247"/>
                  </a:lnTo>
                  <a:lnTo>
                    <a:pt x="93195" y="18480"/>
                  </a:lnTo>
                  <a:lnTo>
                    <a:pt x="93431" y="18842"/>
                  </a:lnTo>
                  <a:lnTo>
                    <a:pt x="94387" y="20309"/>
                  </a:lnTo>
                  <a:lnTo>
                    <a:pt x="92103" y="23753"/>
                  </a:lnTo>
                  <a:lnTo>
                    <a:pt x="89819" y="27198"/>
                  </a:lnTo>
                  <a:lnTo>
                    <a:pt x="87776" y="28705"/>
                  </a:lnTo>
                  <a:lnTo>
                    <a:pt x="86529" y="29625"/>
                  </a:lnTo>
                  <a:lnTo>
                    <a:pt x="80978" y="37064"/>
                  </a:lnTo>
                  <a:lnTo>
                    <a:pt x="74560" y="45664"/>
                  </a:lnTo>
                  <a:lnTo>
                    <a:pt x="68142" y="54265"/>
                  </a:lnTo>
                  <a:lnTo>
                    <a:pt x="67494" y="55133"/>
                  </a:lnTo>
                  <a:lnTo>
                    <a:pt x="61724" y="62865"/>
                  </a:lnTo>
                  <a:lnTo>
                    <a:pt x="59421" y="659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980855" y="2610077"/>
              <a:ext cx="34760" cy="36691"/>
            </a:xfrm>
            <a:custGeom>
              <a:avLst/>
              <a:pathLst>
                <a:path w="34760" h="36691">
                  <a:moveTo>
                    <a:pt x="31915" y="23902"/>
                  </a:moveTo>
                  <a:lnTo>
                    <a:pt x="27512" y="36691"/>
                  </a:lnTo>
                  <a:lnTo>
                    <a:pt x="15220" y="27308"/>
                  </a:lnTo>
                  <a:lnTo>
                    <a:pt x="6452" y="20615"/>
                  </a:lnTo>
                  <a:lnTo>
                    <a:pt x="0" y="14497"/>
                  </a:lnTo>
                  <a:lnTo>
                    <a:pt x="2144" y="11809"/>
                  </a:lnTo>
                  <a:lnTo>
                    <a:pt x="5962" y="7022"/>
                  </a:lnTo>
                  <a:lnTo>
                    <a:pt x="8125" y="4310"/>
                  </a:lnTo>
                  <a:lnTo>
                    <a:pt x="11564" y="0"/>
                  </a:lnTo>
                  <a:lnTo>
                    <a:pt x="15510" y="2661"/>
                  </a:lnTo>
                  <a:lnTo>
                    <a:pt x="18631" y="4766"/>
                  </a:lnTo>
                  <a:lnTo>
                    <a:pt x="21570" y="6748"/>
                  </a:lnTo>
                  <a:lnTo>
                    <a:pt x="24841" y="8953"/>
                  </a:lnTo>
                  <a:lnTo>
                    <a:pt x="34760" y="15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19958" y="2514327"/>
              <a:ext cx="92186" cy="101788"/>
            </a:xfrm>
            <a:custGeom>
              <a:avLst/>
              <a:pathLst>
                <a:path w="92186" h="101788">
                  <a:moveTo>
                    <a:pt x="18412" y="22949"/>
                  </a:moveTo>
                  <a:lnTo>
                    <a:pt x="39921" y="0"/>
                  </a:lnTo>
                  <a:lnTo>
                    <a:pt x="47032" y="6506"/>
                  </a:lnTo>
                  <a:lnTo>
                    <a:pt x="54765" y="13581"/>
                  </a:lnTo>
                  <a:lnTo>
                    <a:pt x="64955" y="22905"/>
                  </a:lnTo>
                  <a:lnTo>
                    <a:pt x="76844" y="33783"/>
                  </a:lnTo>
                  <a:lnTo>
                    <a:pt x="92186" y="47821"/>
                  </a:lnTo>
                  <a:lnTo>
                    <a:pt x="91418" y="60041"/>
                  </a:lnTo>
                  <a:lnTo>
                    <a:pt x="76912" y="77397"/>
                  </a:lnTo>
                  <a:lnTo>
                    <a:pt x="56527" y="101788"/>
                  </a:lnTo>
                  <a:lnTo>
                    <a:pt x="48066" y="92928"/>
                  </a:lnTo>
                  <a:lnTo>
                    <a:pt x="34463" y="78684"/>
                  </a:lnTo>
                  <a:lnTo>
                    <a:pt x="23959" y="67683"/>
                  </a:lnTo>
                  <a:lnTo>
                    <a:pt x="20650" y="64218"/>
                  </a:lnTo>
                  <a:lnTo>
                    <a:pt x="0" y="42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79153" y="2473673"/>
              <a:ext cx="77859" cy="76879"/>
            </a:xfrm>
            <a:custGeom>
              <a:avLst/>
              <a:pathLst>
                <a:path w="77859" h="76879">
                  <a:moveTo>
                    <a:pt x="5374" y="35507"/>
                  </a:moveTo>
                  <a:lnTo>
                    <a:pt x="11794" y="29472"/>
                  </a:lnTo>
                  <a:lnTo>
                    <a:pt x="20265" y="21508"/>
                  </a:lnTo>
                  <a:lnTo>
                    <a:pt x="27567" y="14643"/>
                  </a:lnTo>
                  <a:lnTo>
                    <a:pt x="35420" y="7261"/>
                  </a:lnTo>
                  <a:lnTo>
                    <a:pt x="43144" y="0"/>
                  </a:lnTo>
                  <a:lnTo>
                    <a:pt x="47855" y="4987"/>
                  </a:lnTo>
                  <a:lnTo>
                    <a:pt x="53831" y="11313"/>
                  </a:lnTo>
                  <a:lnTo>
                    <a:pt x="60468" y="18338"/>
                  </a:lnTo>
                  <a:lnTo>
                    <a:pt x="66421" y="24640"/>
                  </a:lnTo>
                  <a:lnTo>
                    <a:pt x="77859" y="36747"/>
                  </a:lnTo>
                  <a:lnTo>
                    <a:pt x="73617" y="40701"/>
                  </a:lnTo>
                  <a:lnTo>
                    <a:pt x="63246" y="50365"/>
                  </a:lnTo>
                  <a:lnTo>
                    <a:pt x="39454" y="72535"/>
                  </a:lnTo>
                  <a:lnTo>
                    <a:pt x="34634" y="76879"/>
                  </a:lnTo>
                  <a:lnTo>
                    <a:pt x="29790" y="71800"/>
                  </a:lnTo>
                  <a:lnTo>
                    <a:pt x="24054" y="65784"/>
                  </a:lnTo>
                  <a:lnTo>
                    <a:pt x="18707" y="60177"/>
                  </a:lnTo>
                  <a:lnTo>
                    <a:pt x="14139" y="55387"/>
                  </a:lnTo>
                  <a:lnTo>
                    <a:pt x="8524" y="49499"/>
                  </a:lnTo>
                  <a:lnTo>
                    <a:pt x="0" y="4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66648" y="2473429"/>
              <a:ext cx="62885" cy="58635"/>
            </a:xfrm>
            <a:custGeom>
              <a:avLst/>
              <a:pathLst>
                <a:path w="62885" h="58635">
                  <a:moveTo>
                    <a:pt x="25966" y="58635"/>
                  </a:moveTo>
                  <a:lnTo>
                    <a:pt x="22771" y="54953"/>
                  </a:lnTo>
                  <a:lnTo>
                    <a:pt x="19464" y="51140"/>
                  </a:lnTo>
                  <a:lnTo>
                    <a:pt x="14715" y="45667"/>
                  </a:lnTo>
                  <a:lnTo>
                    <a:pt x="9094" y="39189"/>
                  </a:lnTo>
                  <a:lnTo>
                    <a:pt x="0" y="28706"/>
                  </a:lnTo>
                  <a:lnTo>
                    <a:pt x="17882" y="8646"/>
                  </a:lnTo>
                  <a:lnTo>
                    <a:pt x="25176" y="4116"/>
                  </a:lnTo>
                  <a:lnTo>
                    <a:pt x="31804" y="0"/>
                  </a:lnTo>
                  <a:lnTo>
                    <a:pt x="37437" y="5872"/>
                  </a:lnTo>
                  <a:lnTo>
                    <a:pt x="42539" y="11191"/>
                  </a:lnTo>
                  <a:lnTo>
                    <a:pt x="48294" y="17191"/>
                  </a:lnTo>
                  <a:lnTo>
                    <a:pt x="56282" y="25519"/>
                  </a:lnTo>
                  <a:lnTo>
                    <a:pt x="62885" y="32402"/>
                  </a:lnTo>
                  <a:lnTo>
                    <a:pt x="47317" y="45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33165" y="2438843"/>
              <a:ext cx="59980" cy="61874"/>
            </a:xfrm>
            <a:custGeom>
              <a:avLst/>
              <a:pathLst>
                <a:path w="59980" h="61874">
                  <a:moveTo>
                    <a:pt x="59980" y="30704"/>
                  </a:moveTo>
                  <a:lnTo>
                    <a:pt x="50597" y="39878"/>
                  </a:lnTo>
                  <a:lnTo>
                    <a:pt x="28099" y="61874"/>
                  </a:lnTo>
                  <a:lnTo>
                    <a:pt x="24343" y="57491"/>
                  </a:lnTo>
                  <a:lnTo>
                    <a:pt x="17407" y="49397"/>
                  </a:lnTo>
                  <a:lnTo>
                    <a:pt x="9160" y="39773"/>
                  </a:lnTo>
                  <a:lnTo>
                    <a:pt x="0" y="29083"/>
                  </a:lnTo>
                  <a:lnTo>
                    <a:pt x="17987" y="13206"/>
                  </a:lnTo>
                  <a:lnTo>
                    <a:pt x="32950" y="0"/>
                  </a:lnTo>
                  <a:lnTo>
                    <a:pt x="34995" y="2285"/>
                  </a:lnTo>
                  <a:lnTo>
                    <a:pt x="44260" y="12637"/>
                  </a:lnTo>
                  <a:lnTo>
                    <a:pt x="53455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842900" y="2432791"/>
              <a:ext cx="73991" cy="76728"/>
            </a:xfrm>
            <a:custGeom>
              <a:avLst/>
              <a:pathLst>
                <a:path w="73991" h="76728">
                  <a:moveTo>
                    <a:pt x="7708" y="30925"/>
                  </a:moveTo>
                  <a:lnTo>
                    <a:pt x="17046" y="22140"/>
                  </a:lnTo>
                  <a:lnTo>
                    <a:pt x="27528" y="12280"/>
                  </a:lnTo>
                  <a:lnTo>
                    <a:pt x="40582" y="0"/>
                  </a:lnTo>
                  <a:lnTo>
                    <a:pt x="46441" y="6765"/>
                  </a:lnTo>
                  <a:lnTo>
                    <a:pt x="52707" y="14000"/>
                  </a:lnTo>
                  <a:lnTo>
                    <a:pt x="58646" y="20858"/>
                  </a:lnTo>
                  <a:lnTo>
                    <a:pt x="65326" y="28571"/>
                  </a:lnTo>
                  <a:lnTo>
                    <a:pt x="73991" y="38576"/>
                  </a:lnTo>
                  <a:lnTo>
                    <a:pt x="63120" y="48534"/>
                  </a:lnTo>
                  <a:lnTo>
                    <a:pt x="60314" y="51104"/>
                  </a:lnTo>
                  <a:lnTo>
                    <a:pt x="32345" y="76728"/>
                  </a:lnTo>
                  <a:lnTo>
                    <a:pt x="29152" y="72923"/>
                  </a:lnTo>
                  <a:lnTo>
                    <a:pt x="20578" y="62704"/>
                  </a:lnTo>
                  <a:lnTo>
                    <a:pt x="12415" y="52975"/>
                  </a:lnTo>
                  <a:lnTo>
                    <a:pt x="0" y="381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16076" y="2430277"/>
              <a:ext cx="33835" cy="37249"/>
            </a:xfrm>
            <a:custGeom>
              <a:avLst/>
              <a:pathLst>
                <a:path w="33835" h="37249">
                  <a:moveTo>
                    <a:pt x="3467" y="7989"/>
                  </a:moveTo>
                  <a:lnTo>
                    <a:pt x="6126" y="5546"/>
                  </a:lnTo>
                  <a:lnTo>
                    <a:pt x="10327" y="1685"/>
                  </a:lnTo>
                  <a:lnTo>
                    <a:pt x="12161" y="0"/>
                  </a:lnTo>
                  <a:lnTo>
                    <a:pt x="23485" y="13928"/>
                  </a:lnTo>
                  <a:lnTo>
                    <a:pt x="33835" y="26659"/>
                  </a:lnTo>
                  <a:lnTo>
                    <a:pt x="28635" y="31627"/>
                  </a:lnTo>
                  <a:lnTo>
                    <a:pt x="22749" y="37249"/>
                  </a:lnTo>
                  <a:lnTo>
                    <a:pt x="15608" y="29065"/>
                  </a:lnTo>
                  <a:lnTo>
                    <a:pt x="0" y="11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2969657" y="2383001"/>
              <a:ext cx="79790" cy="79822"/>
            </a:xfrm>
            <a:custGeom>
              <a:avLst/>
              <a:pathLst>
                <a:path w="79790" h="79822">
                  <a:moveTo>
                    <a:pt x="65552" y="50501"/>
                  </a:moveTo>
                  <a:lnTo>
                    <a:pt x="30899" y="79822"/>
                  </a:lnTo>
                  <a:lnTo>
                    <a:pt x="27548" y="75785"/>
                  </a:lnTo>
                  <a:lnTo>
                    <a:pt x="23570" y="70993"/>
                  </a:lnTo>
                  <a:lnTo>
                    <a:pt x="20398" y="67172"/>
                  </a:lnTo>
                  <a:lnTo>
                    <a:pt x="17766" y="64001"/>
                  </a:lnTo>
                  <a:lnTo>
                    <a:pt x="13835" y="59266"/>
                  </a:lnTo>
                  <a:lnTo>
                    <a:pt x="10642" y="55419"/>
                  </a:lnTo>
                  <a:lnTo>
                    <a:pt x="6672" y="50637"/>
                  </a:lnTo>
                  <a:lnTo>
                    <a:pt x="3210" y="46467"/>
                  </a:lnTo>
                  <a:lnTo>
                    <a:pt x="0" y="42599"/>
                  </a:lnTo>
                  <a:lnTo>
                    <a:pt x="26427" y="18761"/>
                  </a:lnTo>
                  <a:lnTo>
                    <a:pt x="47228" y="0"/>
                  </a:lnTo>
                  <a:lnTo>
                    <a:pt x="51069" y="4537"/>
                  </a:lnTo>
                  <a:lnTo>
                    <a:pt x="54887" y="9045"/>
                  </a:lnTo>
                  <a:lnTo>
                    <a:pt x="57838" y="12530"/>
                  </a:lnTo>
                  <a:lnTo>
                    <a:pt x="62440" y="17965"/>
                  </a:lnTo>
                  <a:lnTo>
                    <a:pt x="65821" y="21958"/>
                  </a:lnTo>
                  <a:lnTo>
                    <a:pt x="69558" y="26371"/>
                  </a:lnTo>
                  <a:lnTo>
                    <a:pt x="74728" y="32477"/>
                  </a:lnTo>
                  <a:lnTo>
                    <a:pt x="79790" y="38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894715" y="2391134"/>
              <a:ext cx="69184" cy="73691"/>
            </a:xfrm>
            <a:custGeom>
              <a:avLst/>
              <a:pathLst>
                <a:path w="69184" h="73691">
                  <a:moveTo>
                    <a:pt x="27188" y="66723"/>
                  </a:moveTo>
                  <a:lnTo>
                    <a:pt x="19608" y="57157"/>
                  </a:lnTo>
                  <a:lnTo>
                    <a:pt x="13026" y="48848"/>
                  </a:lnTo>
                  <a:lnTo>
                    <a:pt x="6585" y="40719"/>
                  </a:lnTo>
                  <a:lnTo>
                    <a:pt x="0" y="32407"/>
                  </a:lnTo>
                  <a:lnTo>
                    <a:pt x="20846" y="14588"/>
                  </a:lnTo>
                  <a:lnTo>
                    <a:pt x="37913" y="0"/>
                  </a:lnTo>
                  <a:lnTo>
                    <a:pt x="42516" y="6062"/>
                  </a:lnTo>
                  <a:lnTo>
                    <a:pt x="47662" y="12840"/>
                  </a:lnTo>
                  <a:lnTo>
                    <a:pt x="54358" y="21658"/>
                  </a:lnTo>
                  <a:lnTo>
                    <a:pt x="59560" y="28509"/>
                  </a:lnTo>
                  <a:lnTo>
                    <a:pt x="69184" y="41184"/>
                  </a:lnTo>
                  <a:lnTo>
                    <a:pt x="52406" y="56136"/>
                  </a:lnTo>
                  <a:lnTo>
                    <a:pt x="32708" y="736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40121" y="2366545"/>
              <a:ext cx="52073" cy="52594"/>
            </a:xfrm>
            <a:custGeom>
              <a:avLst/>
              <a:pathLst>
                <a:path w="52073" h="52594">
                  <a:moveTo>
                    <a:pt x="10821" y="10593"/>
                  </a:moveTo>
                  <a:lnTo>
                    <a:pt x="23896" y="0"/>
                  </a:lnTo>
                  <a:lnTo>
                    <a:pt x="28137" y="4662"/>
                  </a:lnTo>
                  <a:lnTo>
                    <a:pt x="31108" y="7928"/>
                  </a:lnTo>
                  <a:lnTo>
                    <a:pt x="34236" y="11367"/>
                  </a:lnTo>
                  <a:lnTo>
                    <a:pt x="37904" y="15400"/>
                  </a:lnTo>
                  <a:lnTo>
                    <a:pt x="42155" y="20074"/>
                  </a:lnTo>
                  <a:lnTo>
                    <a:pt x="45441" y="23686"/>
                  </a:lnTo>
                  <a:lnTo>
                    <a:pt x="52073" y="30978"/>
                  </a:lnTo>
                  <a:lnTo>
                    <a:pt x="42094" y="39305"/>
                  </a:lnTo>
                  <a:lnTo>
                    <a:pt x="26168" y="52594"/>
                  </a:lnTo>
                  <a:lnTo>
                    <a:pt x="23202" y="48827"/>
                  </a:lnTo>
                  <a:lnTo>
                    <a:pt x="19751" y="44443"/>
                  </a:lnTo>
                  <a:lnTo>
                    <a:pt x="15886" y="39535"/>
                  </a:lnTo>
                  <a:lnTo>
                    <a:pt x="12640" y="35413"/>
                  </a:lnTo>
                  <a:lnTo>
                    <a:pt x="9067" y="30875"/>
                  </a:lnTo>
                  <a:lnTo>
                    <a:pt x="3768" y="24145"/>
                  </a:lnTo>
                  <a:lnTo>
                    <a:pt x="0" y="1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2970229" y="2357037"/>
              <a:ext cx="37887" cy="34540"/>
            </a:xfrm>
            <a:custGeom>
              <a:avLst/>
              <a:pathLst>
                <a:path w="37887" h="34540">
                  <a:moveTo>
                    <a:pt x="30327" y="27175"/>
                  </a:moveTo>
                  <a:lnTo>
                    <a:pt x="22308" y="34540"/>
                  </a:lnTo>
                  <a:lnTo>
                    <a:pt x="18567" y="30600"/>
                  </a:lnTo>
                  <a:lnTo>
                    <a:pt x="11011" y="22642"/>
                  </a:lnTo>
                  <a:lnTo>
                    <a:pt x="0" y="11045"/>
                  </a:lnTo>
                  <a:lnTo>
                    <a:pt x="9552" y="5165"/>
                  </a:lnTo>
                  <a:lnTo>
                    <a:pt x="17944" y="0"/>
                  </a:lnTo>
                  <a:lnTo>
                    <a:pt x="28069" y="10271"/>
                  </a:lnTo>
                  <a:lnTo>
                    <a:pt x="37887" y="202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27402" y="2365467"/>
              <a:ext cx="76985" cy="88503"/>
            </a:xfrm>
            <a:custGeom>
              <a:avLst/>
              <a:pathLst>
                <a:path w="76985" h="88503">
                  <a:moveTo>
                    <a:pt x="26134" y="88503"/>
                  </a:moveTo>
                  <a:lnTo>
                    <a:pt x="18186" y="78171"/>
                  </a:lnTo>
                  <a:lnTo>
                    <a:pt x="15716" y="74960"/>
                  </a:lnTo>
                  <a:lnTo>
                    <a:pt x="13148" y="70692"/>
                  </a:lnTo>
                  <a:lnTo>
                    <a:pt x="11406" y="67796"/>
                  </a:lnTo>
                  <a:lnTo>
                    <a:pt x="10248" y="65535"/>
                  </a:lnTo>
                  <a:lnTo>
                    <a:pt x="7507" y="60183"/>
                  </a:lnTo>
                  <a:lnTo>
                    <a:pt x="3939" y="53215"/>
                  </a:lnTo>
                  <a:lnTo>
                    <a:pt x="0" y="45523"/>
                  </a:lnTo>
                  <a:lnTo>
                    <a:pt x="25380" y="25182"/>
                  </a:lnTo>
                  <a:lnTo>
                    <a:pt x="29574" y="21451"/>
                  </a:lnTo>
                  <a:lnTo>
                    <a:pt x="53683" y="0"/>
                  </a:lnTo>
                  <a:lnTo>
                    <a:pt x="56422" y="3455"/>
                  </a:lnTo>
                  <a:lnTo>
                    <a:pt x="60631" y="8764"/>
                  </a:lnTo>
                  <a:lnTo>
                    <a:pt x="62777" y="11470"/>
                  </a:lnTo>
                  <a:lnTo>
                    <a:pt x="64286" y="14954"/>
                  </a:lnTo>
                  <a:lnTo>
                    <a:pt x="67023" y="21276"/>
                  </a:lnTo>
                  <a:lnTo>
                    <a:pt x="68991" y="26332"/>
                  </a:lnTo>
                  <a:lnTo>
                    <a:pt x="70203" y="29447"/>
                  </a:lnTo>
                  <a:lnTo>
                    <a:pt x="72765" y="34139"/>
                  </a:lnTo>
                  <a:lnTo>
                    <a:pt x="76440" y="40870"/>
                  </a:lnTo>
                  <a:lnTo>
                    <a:pt x="76985" y="41869"/>
                  </a:lnTo>
                  <a:lnTo>
                    <a:pt x="64921" y="53057"/>
                  </a:lnTo>
                  <a:lnTo>
                    <a:pt x="49964" y="66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887802" y="2316120"/>
              <a:ext cx="65884" cy="85474"/>
            </a:xfrm>
            <a:custGeom>
              <a:avLst/>
              <a:pathLst>
                <a:path w="65884" h="85474">
                  <a:moveTo>
                    <a:pt x="32749" y="16088"/>
                  </a:moveTo>
                  <a:lnTo>
                    <a:pt x="37216" y="12051"/>
                  </a:lnTo>
                  <a:lnTo>
                    <a:pt x="50288" y="0"/>
                  </a:lnTo>
                  <a:lnTo>
                    <a:pt x="52382" y="2829"/>
                  </a:lnTo>
                  <a:lnTo>
                    <a:pt x="55083" y="6480"/>
                  </a:lnTo>
                  <a:lnTo>
                    <a:pt x="57571" y="9842"/>
                  </a:lnTo>
                  <a:lnTo>
                    <a:pt x="60653" y="14007"/>
                  </a:lnTo>
                  <a:lnTo>
                    <a:pt x="65884" y="21075"/>
                  </a:lnTo>
                  <a:lnTo>
                    <a:pt x="65717" y="26317"/>
                  </a:lnTo>
                  <a:lnTo>
                    <a:pt x="65332" y="38385"/>
                  </a:lnTo>
                  <a:lnTo>
                    <a:pt x="65022" y="48098"/>
                  </a:lnTo>
                  <a:lnTo>
                    <a:pt x="57135" y="54989"/>
                  </a:lnTo>
                  <a:lnTo>
                    <a:pt x="29072" y="79511"/>
                  </a:lnTo>
                  <a:lnTo>
                    <a:pt x="22855" y="84025"/>
                  </a:lnTo>
                  <a:lnTo>
                    <a:pt x="20859" y="85474"/>
                  </a:lnTo>
                  <a:lnTo>
                    <a:pt x="16616" y="76199"/>
                  </a:lnTo>
                  <a:lnTo>
                    <a:pt x="13712" y="69851"/>
                  </a:lnTo>
                  <a:lnTo>
                    <a:pt x="11427" y="64855"/>
                  </a:lnTo>
                  <a:lnTo>
                    <a:pt x="9985" y="62437"/>
                  </a:lnTo>
                  <a:lnTo>
                    <a:pt x="5500" y="54912"/>
                  </a:lnTo>
                  <a:lnTo>
                    <a:pt x="0" y="456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20548" y="2321393"/>
              <a:ext cx="77465" cy="71572"/>
            </a:xfrm>
            <a:custGeom>
              <a:avLst/>
              <a:pathLst>
                <a:path w="77465" h="71572">
                  <a:moveTo>
                    <a:pt x="28019" y="71572"/>
                  </a:moveTo>
                  <a:lnTo>
                    <a:pt x="21922" y="62895"/>
                  </a:lnTo>
                  <a:lnTo>
                    <a:pt x="18852" y="58526"/>
                  </a:lnTo>
                  <a:lnTo>
                    <a:pt x="0" y="33332"/>
                  </a:lnTo>
                  <a:lnTo>
                    <a:pt x="3188" y="32003"/>
                  </a:lnTo>
                  <a:lnTo>
                    <a:pt x="10122" y="29114"/>
                  </a:lnTo>
                  <a:lnTo>
                    <a:pt x="17503" y="26039"/>
                  </a:lnTo>
                  <a:lnTo>
                    <a:pt x="23128" y="23695"/>
                  </a:lnTo>
                  <a:lnTo>
                    <a:pt x="26032" y="20083"/>
                  </a:lnTo>
                  <a:lnTo>
                    <a:pt x="28179" y="17414"/>
                  </a:lnTo>
                  <a:lnTo>
                    <a:pt x="31172" y="13990"/>
                  </a:lnTo>
                  <a:lnTo>
                    <a:pt x="35160" y="9427"/>
                  </a:lnTo>
                  <a:lnTo>
                    <a:pt x="39449" y="4520"/>
                  </a:lnTo>
                  <a:lnTo>
                    <a:pt x="43399" y="0"/>
                  </a:lnTo>
                  <a:lnTo>
                    <a:pt x="58889" y="17309"/>
                  </a:lnTo>
                  <a:lnTo>
                    <a:pt x="77465" y="38068"/>
                  </a:lnTo>
                  <a:lnTo>
                    <a:pt x="62055" y="54635"/>
                  </a:lnTo>
                  <a:lnTo>
                    <a:pt x="43593" y="64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796236" y="2322586"/>
              <a:ext cx="80911" cy="84439"/>
            </a:xfrm>
            <a:custGeom>
              <a:avLst/>
              <a:pathLst>
                <a:path w="80911" h="84439">
                  <a:moveTo>
                    <a:pt x="25870" y="80916"/>
                  </a:moveTo>
                  <a:lnTo>
                    <a:pt x="22080" y="76088"/>
                  </a:lnTo>
                  <a:lnTo>
                    <a:pt x="16655" y="69177"/>
                  </a:lnTo>
                  <a:lnTo>
                    <a:pt x="11606" y="62746"/>
                  </a:lnTo>
                  <a:lnTo>
                    <a:pt x="5699" y="55222"/>
                  </a:lnTo>
                  <a:lnTo>
                    <a:pt x="0" y="47961"/>
                  </a:lnTo>
                  <a:lnTo>
                    <a:pt x="12845" y="34697"/>
                  </a:lnTo>
                  <a:lnTo>
                    <a:pt x="14177" y="33321"/>
                  </a:lnTo>
                  <a:lnTo>
                    <a:pt x="25372" y="22579"/>
                  </a:lnTo>
                  <a:lnTo>
                    <a:pt x="48901" y="0"/>
                  </a:lnTo>
                  <a:lnTo>
                    <a:pt x="52940" y="5089"/>
                  </a:lnTo>
                  <a:lnTo>
                    <a:pt x="56984" y="10185"/>
                  </a:lnTo>
                  <a:lnTo>
                    <a:pt x="60695" y="14860"/>
                  </a:lnTo>
                  <a:lnTo>
                    <a:pt x="64943" y="20214"/>
                  </a:lnTo>
                  <a:lnTo>
                    <a:pt x="69898" y="26458"/>
                  </a:lnTo>
                  <a:lnTo>
                    <a:pt x="75208" y="33148"/>
                  </a:lnTo>
                  <a:lnTo>
                    <a:pt x="80911" y="40335"/>
                  </a:lnTo>
                  <a:lnTo>
                    <a:pt x="70078" y="48923"/>
                  </a:lnTo>
                  <a:lnTo>
                    <a:pt x="67632" y="50862"/>
                  </a:lnTo>
                  <a:lnTo>
                    <a:pt x="28636" y="84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2957108" y="2329278"/>
              <a:ext cx="13534" cy="23012"/>
            </a:xfrm>
            <a:custGeom>
              <a:avLst/>
              <a:pathLst>
                <a:path w="13534" h="23012">
                  <a:moveTo>
                    <a:pt x="3606" y="420"/>
                  </a:moveTo>
                  <a:lnTo>
                    <a:pt x="9110" y="0"/>
                  </a:lnTo>
                  <a:lnTo>
                    <a:pt x="10359" y="6096"/>
                  </a:lnTo>
                  <a:lnTo>
                    <a:pt x="11742" y="12842"/>
                  </a:lnTo>
                  <a:lnTo>
                    <a:pt x="13534" y="21587"/>
                  </a:lnTo>
                  <a:lnTo>
                    <a:pt x="8929" y="22341"/>
                  </a:lnTo>
                  <a:lnTo>
                    <a:pt x="4829" y="23012"/>
                  </a:lnTo>
                  <a:lnTo>
                    <a:pt x="2082" y="10318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13113" y="2286498"/>
              <a:ext cx="44926" cy="49242"/>
            </a:xfrm>
            <a:custGeom>
              <a:avLst/>
              <a:pathLst>
                <a:path w="44926" h="49242">
                  <a:moveTo>
                    <a:pt x="20121" y="42988"/>
                  </a:moveTo>
                  <a:lnTo>
                    <a:pt x="16510" y="37971"/>
                  </a:lnTo>
                  <a:lnTo>
                    <a:pt x="12523" y="32433"/>
                  </a:lnTo>
                  <a:lnTo>
                    <a:pt x="8009" y="26162"/>
                  </a:lnTo>
                  <a:lnTo>
                    <a:pt x="6429" y="23966"/>
                  </a:lnTo>
                  <a:lnTo>
                    <a:pt x="0" y="14590"/>
                  </a:lnTo>
                  <a:lnTo>
                    <a:pt x="8841" y="8848"/>
                  </a:lnTo>
                  <a:lnTo>
                    <a:pt x="22468" y="0"/>
                  </a:lnTo>
                  <a:lnTo>
                    <a:pt x="25890" y="3969"/>
                  </a:lnTo>
                  <a:lnTo>
                    <a:pt x="33471" y="12762"/>
                  </a:lnTo>
                  <a:lnTo>
                    <a:pt x="44926" y="26049"/>
                  </a:lnTo>
                  <a:lnTo>
                    <a:pt x="37118" y="34969"/>
                  </a:lnTo>
                  <a:lnTo>
                    <a:pt x="24623" y="49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850018" y="2287783"/>
              <a:ext cx="67437" cy="69864"/>
            </a:xfrm>
            <a:custGeom>
              <a:avLst/>
              <a:pathLst>
                <a:path w="67437" h="69864">
                  <a:moveTo>
                    <a:pt x="53970" y="52249"/>
                  </a:moveTo>
                  <a:lnTo>
                    <a:pt x="33295" y="69864"/>
                  </a:lnTo>
                  <a:lnTo>
                    <a:pt x="29886" y="65637"/>
                  </a:lnTo>
                  <a:lnTo>
                    <a:pt x="21305" y="54996"/>
                  </a:lnTo>
                  <a:lnTo>
                    <a:pt x="13441" y="45244"/>
                  </a:lnTo>
                  <a:lnTo>
                    <a:pt x="0" y="28575"/>
                  </a:lnTo>
                  <a:lnTo>
                    <a:pt x="13267" y="15863"/>
                  </a:lnTo>
                  <a:lnTo>
                    <a:pt x="29825" y="0"/>
                  </a:lnTo>
                  <a:lnTo>
                    <a:pt x="35351" y="5991"/>
                  </a:lnTo>
                  <a:lnTo>
                    <a:pt x="41846" y="13031"/>
                  </a:lnTo>
                  <a:lnTo>
                    <a:pt x="48867" y="20643"/>
                  </a:lnTo>
                  <a:lnTo>
                    <a:pt x="56427" y="28839"/>
                  </a:lnTo>
                  <a:lnTo>
                    <a:pt x="67437" y="40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768700" y="2281950"/>
              <a:ext cx="68694" cy="70074"/>
            </a:xfrm>
            <a:custGeom>
              <a:avLst/>
              <a:pathLst>
                <a:path w="68694" h="70074">
                  <a:moveTo>
                    <a:pt x="55165" y="48540"/>
                  </a:moveTo>
                  <a:lnTo>
                    <a:pt x="32284" y="70074"/>
                  </a:lnTo>
                  <a:lnTo>
                    <a:pt x="28682" y="66049"/>
                  </a:lnTo>
                  <a:lnTo>
                    <a:pt x="23195" y="59917"/>
                  </a:lnTo>
                  <a:lnTo>
                    <a:pt x="16049" y="51933"/>
                  </a:lnTo>
                  <a:lnTo>
                    <a:pt x="9685" y="44822"/>
                  </a:lnTo>
                  <a:lnTo>
                    <a:pt x="0" y="34000"/>
                  </a:lnTo>
                  <a:lnTo>
                    <a:pt x="18403" y="16784"/>
                  </a:lnTo>
                  <a:lnTo>
                    <a:pt x="36345" y="0"/>
                  </a:lnTo>
                  <a:lnTo>
                    <a:pt x="41610" y="5827"/>
                  </a:lnTo>
                  <a:lnTo>
                    <a:pt x="46860" y="11639"/>
                  </a:lnTo>
                  <a:lnTo>
                    <a:pt x="52118" y="17459"/>
                  </a:lnTo>
                  <a:lnTo>
                    <a:pt x="58024" y="23997"/>
                  </a:lnTo>
                  <a:lnTo>
                    <a:pt x="62612" y="29076"/>
                  </a:lnTo>
                  <a:lnTo>
                    <a:pt x="68694" y="358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884947" y="2271583"/>
              <a:ext cx="34900" cy="38704"/>
            </a:xfrm>
            <a:custGeom>
              <a:avLst/>
              <a:pathLst>
                <a:path w="34900" h="38704">
                  <a:moveTo>
                    <a:pt x="30680" y="36382"/>
                  </a:moveTo>
                  <a:lnTo>
                    <a:pt x="26772" y="38704"/>
                  </a:lnTo>
                  <a:lnTo>
                    <a:pt x="20202" y="31459"/>
                  </a:lnTo>
                  <a:lnTo>
                    <a:pt x="0" y="9182"/>
                  </a:lnTo>
                  <a:lnTo>
                    <a:pt x="3079" y="5188"/>
                  </a:lnTo>
                  <a:lnTo>
                    <a:pt x="7081" y="0"/>
                  </a:lnTo>
                  <a:lnTo>
                    <a:pt x="20630" y="16498"/>
                  </a:lnTo>
                  <a:lnTo>
                    <a:pt x="34900" y="33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08575" y="2246937"/>
              <a:ext cx="66979" cy="65454"/>
            </a:xfrm>
            <a:custGeom>
              <a:avLst/>
              <a:pathLst>
                <a:path w="66979" h="65454">
                  <a:moveTo>
                    <a:pt x="55504" y="44241"/>
                  </a:moveTo>
                  <a:lnTo>
                    <a:pt x="31799" y="65454"/>
                  </a:lnTo>
                  <a:lnTo>
                    <a:pt x="28061" y="61460"/>
                  </a:lnTo>
                  <a:lnTo>
                    <a:pt x="22216" y="55216"/>
                  </a:lnTo>
                  <a:lnTo>
                    <a:pt x="16784" y="49413"/>
                  </a:lnTo>
                  <a:lnTo>
                    <a:pt x="11020" y="43254"/>
                  </a:lnTo>
                  <a:lnTo>
                    <a:pt x="0" y="31481"/>
                  </a:lnTo>
                  <a:lnTo>
                    <a:pt x="11050" y="21593"/>
                  </a:lnTo>
                  <a:lnTo>
                    <a:pt x="18845" y="14617"/>
                  </a:lnTo>
                  <a:lnTo>
                    <a:pt x="35179" y="0"/>
                  </a:lnTo>
                  <a:lnTo>
                    <a:pt x="40089" y="5245"/>
                  </a:lnTo>
                  <a:lnTo>
                    <a:pt x="45597" y="11129"/>
                  </a:lnTo>
                  <a:lnTo>
                    <a:pt x="52411" y="18408"/>
                  </a:lnTo>
                  <a:lnTo>
                    <a:pt x="59293" y="25761"/>
                  </a:lnTo>
                  <a:lnTo>
                    <a:pt x="66979" y="339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735582" y="2242811"/>
              <a:ext cx="64449" cy="66600"/>
            </a:xfrm>
            <a:custGeom>
              <a:avLst/>
              <a:pathLst>
                <a:path w="64449" h="66600">
                  <a:moveTo>
                    <a:pt x="54059" y="45961"/>
                  </a:moveTo>
                  <a:lnTo>
                    <a:pt x="45845" y="52922"/>
                  </a:lnTo>
                  <a:lnTo>
                    <a:pt x="29704" y="66600"/>
                  </a:lnTo>
                  <a:lnTo>
                    <a:pt x="26132" y="61667"/>
                  </a:lnTo>
                  <a:lnTo>
                    <a:pt x="17788" y="50145"/>
                  </a:lnTo>
                  <a:lnTo>
                    <a:pt x="14074" y="45018"/>
                  </a:lnTo>
                  <a:lnTo>
                    <a:pt x="6629" y="34737"/>
                  </a:lnTo>
                  <a:lnTo>
                    <a:pt x="0" y="25583"/>
                  </a:lnTo>
                  <a:lnTo>
                    <a:pt x="4417" y="22164"/>
                  </a:lnTo>
                  <a:lnTo>
                    <a:pt x="14360" y="14468"/>
                  </a:lnTo>
                  <a:lnTo>
                    <a:pt x="25851" y="5575"/>
                  </a:lnTo>
                  <a:lnTo>
                    <a:pt x="33055" y="0"/>
                  </a:lnTo>
                  <a:lnTo>
                    <a:pt x="46721" y="16174"/>
                  </a:lnTo>
                  <a:lnTo>
                    <a:pt x="64449" y="3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776631" y="2209072"/>
              <a:ext cx="66111" cy="65947"/>
            </a:xfrm>
            <a:custGeom>
              <a:avLst/>
              <a:pathLst>
                <a:path w="66111" h="65947">
                  <a:moveTo>
                    <a:pt x="7749" y="23496"/>
                  </a:moveTo>
                  <a:lnTo>
                    <a:pt x="16097" y="15806"/>
                  </a:lnTo>
                  <a:lnTo>
                    <a:pt x="24709" y="7873"/>
                  </a:lnTo>
                  <a:lnTo>
                    <a:pt x="33256" y="0"/>
                  </a:lnTo>
                  <a:lnTo>
                    <a:pt x="40731" y="7796"/>
                  </a:lnTo>
                  <a:lnTo>
                    <a:pt x="48320" y="15713"/>
                  </a:lnTo>
                  <a:lnTo>
                    <a:pt x="57335" y="25117"/>
                  </a:lnTo>
                  <a:lnTo>
                    <a:pt x="66111" y="34271"/>
                  </a:lnTo>
                  <a:lnTo>
                    <a:pt x="54174" y="45100"/>
                  </a:lnTo>
                  <a:lnTo>
                    <a:pt x="31194" y="65947"/>
                  </a:lnTo>
                  <a:lnTo>
                    <a:pt x="24581" y="58460"/>
                  </a:lnTo>
                  <a:lnTo>
                    <a:pt x="0" y="30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18611" y="2595283"/>
              <a:ext cx="182927" cy="173393"/>
            </a:xfrm>
            <a:custGeom>
              <a:avLst/>
              <a:pathLst>
                <a:path w="182927" h="173393">
                  <a:moveTo>
                    <a:pt x="44834" y="21976"/>
                  </a:moveTo>
                  <a:lnTo>
                    <a:pt x="78636" y="0"/>
                  </a:lnTo>
                  <a:lnTo>
                    <a:pt x="79190" y="1150"/>
                  </a:lnTo>
                  <a:lnTo>
                    <a:pt x="80297" y="3451"/>
                  </a:lnTo>
                  <a:lnTo>
                    <a:pt x="80569" y="4312"/>
                  </a:lnTo>
                  <a:lnTo>
                    <a:pt x="81676" y="6614"/>
                  </a:lnTo>
                  <a:lnTo>
                    <a:pt x="81939" y="8045"/>
                  </a:lnTo>
                  <a:lnTo>
                    <a:pt x="82484" y="9767"/>
                  </a:lnTo>
                  <a:lnTo>
                    <a:pt x="83600" y="11497"/>
                  </a:lnTo>
                  <a:lnTo>
                    <a:pt x="84425" y="13509"/>
                  </a:lnTo>
                  <a:lnTo>
                    <a:pt x="85251" y="15520"/>
                  </a:lnTo>
                  <a:lnTo>
                    <a:pt x="86648" y="17541"/>
                  </a:lnTo>
                  <a:lnTo>
                    <a:pt x="87755" y="19842"/>
                  </a:lnTo>
                  <a:lnTo>
                    <a:pt x="88871" y="21572"/>
                  </a:lnTo>
                  <a:lnTo>
                    <a:pt x="89415" y="23294"/>
                  </a:lnTo>
                  <a:lnTo>
                    <a:pt x="89960" y="25015"/>
                  </a:lnTo>
                  <a:lnTo>
                    <a:pt x="91084" y="26175"/>
                  </a:lnTo>
                  <a:lnTo>
                    <a:pt x="91910" y="28186"/>
                  </a:lnTo>
                  <a:lnTo>
                    <a:pt x="93035" y="29346"/>
                  </a:lnTo>
                  <a:lnTo>
                    <a:pt x="93852" y="31928"/>
                  </a:lnTo>
                  <a:lnTo>
                    <a:pt x="94967" y="33658"/>
                  </a:lnTo>
                  <a:lnTo>
                    <a:pt x="96083" y="35389"/>
                  </a:lnTo>
                  <a:lnTo>
                    <a:pt x="96917" y="36829"/>
                  </a:lnTo>
                  <a:lnTo>
                    <a:pt x="98323" y="38279"/>
                  </a:lnTo>
                  <a:lnTo>
                    <a:pt x="99720" y="40299"/>
                  </a:lnTo>
                  <a:lnTo>
                    <a:pt x="99983" y="41731"/>
                  </a:lnTo>
                  <a:lnTo>
                    <a:pt x="101389" y="43180"/>
                  </a:lnTo>
                  <a:lnTo>
                    <a:pt x="102768" y="46342"/>
                  </a:lnTo>
                  <a:lnTo>
                    <a:pt x="103594" y="48353"/>
                  </a:lnTo>
                  <a:lnTo>
                    <a:pt x="105553" y="50953"/>
                  </a:lnTo>
                  <a:lnTo>
                    <a:pt x="106396" y="51823"/>
                  </a:lnTo>
                  <a:lnTo>
                    <a:pt x="107801" y="53272"/>
                  </a:lnTo>
                  <a:lnTo>
                    <a:pt x="109488" y="55011"/>
                  </a:lnTo>
                  <a:lnTo>
                    <a:pt x="111183" y="56179"/>
                  </a:lnTo>
                  <a:lnTo>
                    <a:pt x="112879" y="57347"/>
                  </a:lnTo>
                  <a:lnTo>
                    <a:pt x="114864" y="58235"/>
                  </a:lnTo>
                  <a:lnTo>
                    <a:pt x="116278" y="59113"/>
                  </a:lnTo>
                  <a:lnTo>
                    <a:pt x="117991" y="59139"/>
                  </a:lnTo>
                  <a:lnTo>
                    <a:pt x="120828" y="60325"/>
                  </a:lnTo>
                  <a:lnTo>
                    <a:pt x="123973" y="60087"/>
                  </a:lnTo>
                  <a:lnTo>
                    <a:pt x="125967" y="60403"/>
                  </a:lnTo>
                  <a:lnTo>
                    <a:pt x="127961" y="60720"/>
                  </a:lnTo>
                  <a:lnTo>
                    <a:pt x="129665" y="61317"/>
                  </a:lnTo>
                  <a:lnTo>
                    <a:pt x="131533" y="61613"/>
                  </a:lnTo>
                  <a:lnTo>
                    <a:pt x="128904" y="89514"/>
                  </a:lnTo>
                  <a:lnTo>
                    <a:pt x="127209" y="107503"/>
                  </a:lnTo>
                  <a:lnTo>
                    <a:pt x="164250" y="94079"/>
                  </a:lnTo>
                  <a:lnTo>
                    <a:pt x="173410" y="117746"/>
                  </a:lnTo>
                  <a:lnTo>
                    <a:pt x="182927" y="142337"/>
                  </a:lnTo>
                  <a:lnTo>
                    <a:pt x="145863" y="152237"/>
                  </a:lnTo>
                  <a:lnTo>
                    <a:pt x="125298" y="157730"/>
                  </a:lnTo>
                  <a:lnTo>
                    <a:pt x="123674" y="170554"/>
                  </a:lnTo>
                  <a:lnTo>
                    <a:pt x="122242" y="170818"/>
                  </a:lnTo>
                  <a:lnTo>
                    <a:pt x="120239" y="171073"/>
                  </a:lnTo>
                  <a:lnTo>
                    <a:pt x="118526" y="171046"/>
                  </a:lnTo>
                  <a:lnTo>
                    <a:pt x="116805" y="171591"/>
                  </a:lnTo>
                  <a:lnTo>
                    <a:pt x="115083" y="172136"/>
                  </a:lnTo>
                  <a:lnTo>
                    <a:pt x="112800" y="172101"/>
                  </a:lnTo>
                  <a:lnTo>
                    <a:pt x="110797" y="172356"/>
                  </a:lnTo>
                  <a:lnTo>
                    <a:pt x="109365" y="172619"/>
                  </a:lnTo>
                  <a:lnTo>
                    <a:pt x="107652" y="172593"/>
                  </a:lnTo>
                  <a:lnTo>
                    <a:pt x="105649" y="172848"/>
                  </a:lnTo>
                  <a:lnTo>
                    <a:pt x="103928" y="173393"/>
                  </a:lnTo>
                  <a:lnTo>
                    <a:pt x="101372" y="172497"/>
                  </a:lnTo>
                  <a:lnTo>
                    <a:pt x="100247" y="171338"/>
                  </a:lnTo>
                  <a:lnTo>
                    <a:pt x="92350" y="164934"/>
                  </a:lnTo>
                  <a:lnTo>
                    <a:pt x="92069" y="164644"/>
                  </a:lnTo>
                  <a:lnTo>
                    <a:pt x="81941" y="154781"/>
                  </a:lnTo>
                  <a:lnTo>
                    <a:pt x="72893" y="148931"/>
                  </a:lnTo>
                  <a:lnTo>
                    <a:pt x="57908" y="139278"/>
                  </a:lnTo>
                  <a:lnTo>
                    <a:pt x="42632" y="129907"/>
                  </a:lnTo>
                  <a:lnTo>
                    <a:pt x="47164" y="113700"/>
                  </a:lnTo>
                  <a:lnTo>
                    <a:pt x="34920" y="100285"/>
                  </a:lnTo>
                  <a:lnTo>
                    <a:pt x="29191" y="94008"/>
                  </a:lnTo>
                  <a:lnTo>
                    <a:pt x="16648" y="92673"/>
                  </a:lnTo>
                  <a:lnTo>
                    <a:pt x="14488" y="87284"/>
                  </a:lnTo>
                  <a:lnTo>
                    <a:pt x="2798" y="58110"/>
                  </a:lnTo>
                  <a:lnTo>
                    <a:pt x="0" y="51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752028" y="2388781"/>
              <a:ext cx="50619" cy="29992"/>
            </a:xfrm>
            <a:custGeom>
              <a:avLst/>
              <a:pathLst>
                <a:path w="50619" h="29992">
                  <a:moveTo>
                    <a:pt x="45928" y="28004"/>
                  </a:moveTo>
                  <a:lnTo>
                    <a:pt x="43086" y="29992"/>
                  </a:lnTo>
                  <a:lnTo>
                    <a:pt x="35024" y="21616"/>
                  </a:lnTo>
                  <a:lnTo>
                    <a:pt x="28882" y="19218"/>
                  </a:lnTo>
                  <a:lnTo>
                    <a:pt x="11498" y="12429"/>
                  </a:lnTo>
                  <a:lnTo>
                    <a:pt x="0" y="11213"/>
                  </a:lnTo>
                  <a:lnTo>
                    <a:pt x="7218" y="5037"/>
                  </a:lnTo>
                  <a:lnTo>
                    <a:pt x="12159" y="810"/>
                  </a:lnTo>
                  <a:lnTo>
                    <a:pt x="21543" y="0"/>
                  </a:lnTo>
                  <a:lnTo>
                    <a:pt x="33173" y="8916"/>
                  </a:lnTo>
                  <a:lnTo>
                    <a:pt x="35984" y="11463"/>
                  </a:lnTo>
                  <a:lnTo>
                    <a:pt x="50619" y="24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40648" y="2198484"/>
              <a:ext cx="68384" cy="75644"/>
            </a:xfrm>
            <a:custGeom>
              <a:avLst/>
              <a:pathLst>
                <a:path w="68384" h="75644">
                  <a:moveTo>
                    <a:pt x="1898" y="27849"/>
                  </a:moveTo>
                  <a:lnTo>
                    <a:pt x="5354" y="24114"/>
                  </a:lnTo>
                  <a:lnTo>
                    <a:pt x="8734" y="20459"/>
                  </a:lnTo>
                  <a:lnTo>
                    <a:pt x="12425" y="16470"/>
                  </a:lnTo>
                  <a:lnTo>
                    <a:pt x="16026" y="12576"/>
                  </a:lnTo>
                  <a:lnTo>
                    <a:pt x="18704" y="9682"/>
                  </a:lnTo>
                  <a:lnTo>
                    <a:pt x="22195" y="5908"/>
                  </a:lnTo>
                  <a:lnTo>
                    <a:pt x="25782" y="2030"/>
                  </a:lnTo>
                  <a:lnTo>
                    <a:pt x="27660" y="0"/>
                  </a:lnTo>
                  <a:lnTo>
                    <a:pt x="49914" y="16478"/>
                  </a:lnTo>
                  <a:lnTo>
                    <a:pt x="68384" y="30154"/>
                  </a:lnTo>
                  <a:lnTo>
                    <a:pt x="66509" y="51108"/>
                  </a:lnTo>
                  <a:lnTo>
                    <a:pt x="59589" y="57429"/>
                  </a:lnTo>
                  <a:lnTo>
                    <a:pt x="55562" y="61107"/>
                  </a:lnTo>
                  <a:lnTo>
                    <a:pt x="39648" y="75644"/>
                  </a:lnTo>
                  <a:lnTo>
                    <a:pt x="30878" y="65526"/>
                  </a:lnTo>
                  <a:lnTo>
                    <a:pt x="0" y="29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06118" y="2184601"/>
              <a:ext cx="83176" cy="87546"/>
            </a:xfrm>
            <a:custGeom>
              <a:avLst/>
              <a:pathLst>
                <a:path w="83176" h="87546">
                  <a:moveTo>
                    <a:pt x="20441" y="87546"/>
                  </a:moveTo>
                  <a:lnTo>
                    <a:pt x="16529" y="83616"/>
                  </a:lnTo>
                  <a:lnTo>
                    <a:pt x="12666" y="79736"/>
                  </a:lnTo>
                  <a:lnTo>
                    <a:pt x="8398" y="75448"/>
                  </a:lnTo>
                  <a:lnTo>
                    <a:pt x="3993" y="71023"/>
                  </a:lnTo>
                  <a:lnTo>
                    <a:pt x="0" y="67010"/>
                  </a:lnTo>
                  <a:lnTo>
                    <a:pt x="25365" y="42022"/>
                  </a:lnTo>
                  <a:lnTo>
                    <a:pt x="68021" y="0"/>
                  </a:lnTo>
                  <a:lnTo>
                    <a:pt x="70007" y="2918"/>
                  </a:lnTo>
                  <a:lnTo>
                    <a:pt x="71985" y="5824"/>
                  </a:lnTo>
                  <a:lnTo>
                    <a:pt x="74668" y="9766"/>
                  </a:lnTo>
                  <a:lnTo>
                    <a:pt x="76349" y="12236"/>
                  </a:lnTo>
                  <a:lnTo>
                    <a:pt x="79299" y="16572"/>
                  </a:lnTo>
                  <a:lnTo>
                    <a:pt x="80889" y="20707"/>
                  </a:lnTo>
                  <a:lnTo>
                    <a:pt x="81927" y="23408"/>
                  </a:lnTo>
                  <a:lnTo>
                    <a:pt x="83176" y="26660"/>
                  </a:lnTo>
                  <a:lnTo>
                    <a:pt x="68421" y="49371"/>
                  </a:lnTo>
                  <a:lnTo>
                    <a:pt x="52514" y="7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2983562" y="2169830"/>
              <a:ext cx="87053" cy="76017"/>
            </a:xfrm>
            <a:custGeom>
              <a:avLst/>
              <a:pathLst>
                <a:path w="87053" h="76017">
                  <a:moveTo>
                    <a:pt x="56726" y="41175"/>
                  </a:moveTo>
                  <a:lnTo>
                    <a:pt x="19736" y="76017"/>
                  </a:lnTo>
                  <a:lnTo>
                    <a:pt x="11213" y="67461"/>
                  </a:lnTo>
                  <a:lnTo>
                    <a:pt x="0" y="56202"/>
                  </a:lnTo>
                  <a:lnTo>
                    <a:pt x="40644" y="13554"/>
                  </a:lnTo>
                  <a:lnTo>
                    <a:pt x="53218" y="360"/>
                  </a:lnTo>
                  <a:lnTo>
                    <a:pt x="56375" y="305"/>
                  </a:lnTo>
                  <a:lnTo>
                    <a:pt x="61131" y="223"/>
                  </a:lnTo>
                  <a:lnTo>
                    <a:pt x="66430" y="131"/>
                  </a:lnTo>
                  <a:lnTo>
                    <a:pt x="74013" y="0"/>
                  </a:lnTo>
                  <a:lnTo>
                    <a:pt x="76568" y="2470"/>
                  </a:lnTo>
                  <a:lnTo>
                    <a:pt x="79818" y="5613"/>
                  </a:lnTo>
                  <a:lnTo>
                    <a:pt x="82291" y="8004"/>
                  </a:lnTo>
                  <a:lnTo>
                    <a:pt x="84866" y="10494"/>
                  </a:lnTo>
                  <a:lnTo>
                    <a:pt x="87053" y="12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19896" y="2141210"/>
              <a:ext cx="50487" cy="50528"/>
            </a:xfrm>
            <a:custGeom>
              <a:avLst/>
              <a:pathLst>
                <a:path w="50487" h="50528">
                  <a:moveTo>
                    <a:pt x="49732" y="30928"/>
                  </a:moveTo>
                  <a:lnTo>
                    <a:pt x="47579" y="50528"/>
                  </a:lnTo>
                  <a:lnTo>
                    <a:pt x="40452" y="50097"/>
                  </a:lnTo>
                  <a:lnTo>
                    <a:pt x="31232" y="49539"/>
                  </a:lnTo>
                  <a:lnTo>
                    <a:pt x="17937" y="48735"/>
                  </a:lnTo>
                  <a:lnTo>
                    <a:pt x="2907" y="47826"/>
                  </a:lnTo>
                  <a:lnTo>
                    <a:pt x="1510" y="24846"/>
                  </a:lnTo>
                  <a:lnTo>
                    <a:pt x="0" y="0"/>
                  </a:lnTo>
                  <a:lnTo>
                    <a:pt x="5563" y="39"/>
                  </a:lnTo>
                  <a:lnTo>
                    <a:pt x="9519" y="67"/>
                  </a:lnTo>
                  <a:lnTo>
                    <a:pt x="16132" y="115"/>
                  </a:lnTo>
                  <a:lnTo>
                    <a:pt x="23012" y="164"/>
                  </a:lnTo>
                  <a:lnTo>
                    <a:pt x="29618" y="211"/>
                  </a:lnTo>
                  <a:lnTo>
                    <a:pt x="37799" y="270"/>
                  </a:lnTo>
                  <a:lnTo>
                    <a:pt x="50487" y="24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2987306" y="2121339"/>
              <a:ext cx="79123" cy="36207"/>
            </a:xfrm>
            <a:custGeom>
              <a:avLst/>
              <a:pathLst>
                <a:path w="79123" h="36207">
                  <a:moveTo>
                    <a:pt x="69962" y="29211"/>
                  </a:moveTo>
                  <a:lnTo>
                    <a:pt x="64144" y="36207"/>
                  </a:lnTo>
                  <a:lnTo>
                    <a:pt x="45857" y="33588"/>
                  </a:lnTo>
                  <a:lnTo>
                    <a:pt x="23613" y="30402"/>
                  </a:lnTo>
                  <a:lnTo>
                    <a:pt x="0" y="27020"/>
                  </a:lnTo>
                  <a:lnTo>
                    <a:pt x="1409" y="15852"/>
                  </a:lnTo>
                  <a:lnTo>
                    <a:pt x="35317" y="6349"/>
                  </a:lnTo>
                  <a:lnTo>
                    <a:pt x="57977" y="0"/>
                  </a:lnTo>
                  <a:lnTo>
                    <a:pt x="71853" y="11938"/>
                  </a:lnTo>
                  <a:lnTo>
                    <a:pt x="79123" y="18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17349" y="2107705"/>
              <a:ext cx="63701" cy="112405"/>
            </a:xfrm>
            <a:custGeom>
              <a:avLst/>
              <a:pathLst>
                <a:path w="63701" h="112405">
                  <a:moveTo>
                    <a:pt x="60616" y="54113"/>
                  </a:moveTo>
                  <a:lnTo>
                    <a:pt x="54890" y="112405"/>
                  </a:lnTo>
                  <a:lnTo>
                    <a:pt x="49543" y="111156"/>
                  </a:lnTo>
                  <a:lnTo>
                    <a:pt x="43779" y="109811"/>
                  </a:lnTo>
                  <a:lnTo>
                    <a:pt x="33494" y="107409"/>
                  </a:lnTo>
                  <a:lnTo>
                    <a:pt x="25670" y="105583"/>
                  </a:lnTo>
                  <a:lnTo>
                    <a:pt x="17962" y="103783"/>
                  </a:lnTo>
                  <a:lnTo>
                    <a:pt x="10504" y="102042"/>
                  </a:lnTo>
                  <a:lnTo>
                    <a:pt x="3879" y="100495"/>
                  </a:lnTo>
                  <a:lnTo>
                    <a:pt x="0" y="99590"/>
                  </a:lnTo>
                  <a:lnTo>
                    <a:pt x="11320" y="35286"/>
                  </a:lnTo>
                  <a:lnTo>
                    <a:pt x="17531" y="0"/>
                  </a:lnTo>
                  <a:lnTo>
                    <a:pt x="22750" y="1067"/>
                  </a:lnTo>
                  <a:lnTo>
                    <a:pt x="27732" y="2085"/>
                  </a:lnTo>
                  <a:lnTo>
                    <a:pt x="33222" y="3207"/>
                  </a:lnTo>
                  <a:lnTo>
                    <a:pt x="38763" y="4340"/>
                  </a:lnTo>
                  <a:lnTo>
                    <a:pt x="43965" y="5404"/>
                  </a:lnTo>
                  <a:lnTo>
                    <a:pt x="48652" y="9511"/>
                  </a:lnTo>
                  <a:lnTo>
                    <a:pt x="52984" y="13306"/>
                  </a:lnTo>
                  <a:lnTo>
                    <a:pt x="58622" y="18246"/>
                  </a:lnTo>
                  <a:lnTo>
                    <a:pt x="63701" y="22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873820" y="2101490"/>
              <a:ext cx="57095" cy="98895"/>
            </a:xfrm>
            <a:custGeom>
              <a:avLst/>
              <a:pathLst>
                <a:path w="57095" h="98895">
                  <a:moveTo>
                    <a:pt x="46406" y="61081"/>
                  </a:moveTo>
                  <a:lnTo>
                    <a:pt x="39385" y="98895"/>
                  </a:lnTo>
                  <a:lnTo>
                    <a:pt x="35045" y="97376"/>
                  </a:lnTo>
                  <a:lnTo>
                    <a:pt x="32268" y="96404"/>
                  </a:lnTo>
                  <a:lnTo>
                    <a:pt x="28307" y="95019"/>
                  </a:lnTo>
                  <a:lnTo>
                    <a:pt x="23413" y="93306"/>
                  </a:lnTo>
                  <a:lnTo>
                    <a:pt x="19216" y="91838"/>
                  </a:lnTo>
                  <a:lnTo>
                    <a:pt x="15897" y="90676"/>
                  </a:lnTo>
                  <a:lnTo>
                    <a:pt x="12416" y="89458"/>
                  </a:lnTo>
                  <a:lnTo>
                    <a:pt x="7590" y="87770"/>
                  </a:lnTo>
                  <a:lnTo>
                    <a:pt x="3555" y="86358"/>
                  </a:lnTo>
                  <a:lnTo>
                    <a:pt x="0" y="85114"/>
                  </a:lnTo>
                  <a:lnTo>
                    <a:pt x="1850" y="66470"/>
                  </a:lnTo>
                  <a:lnTo>
                    <a:pt x="8247" y="52603"/>
                  </a:lnTo>
                  <a:lnTo>
                    <a:pt x="32513" y="0"/>
                  </a:lnTo>
                  <a:lnTo>
                    <a:pt x="35359" y="406"/>
                  </a:lnTo>
                  <a:lnTo>
                    <a:pt x="40098" y="1083"/>
                  </a:lnTo>
                  <a:lnTo>
                    <a:pt x="45320" y="1829"/>
                  </a:lnTo>
                  <a:lnTo>
                    <a:pt x="50095" y="2512"/>
                  </a:lnTo>
                  <a:lnTo>
                    <a:pt x="54165" y="3094"/>
                  </a:lnTo>
                  <a:lnTo>
                    <a:pt x="57095" y="3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2976287" y="2329496"/>
              <a:ext cx="64884" cy="26696"/>
            </a:xfrm>
            <a:custGeom>
              <a:avLst/>
              <a:pathLst>
                <a:path w="64884" h="26696">
                  <a:moveTo>
                    <a:pt x="56928" y="25391"/>
                  </a:moveTo>
                  <a:lnTo>
                    <a:pt x="40903" y="25937"/>
                  </a:lnTo>
                  <a:lnTo>
                    <a:pt x="28411" y="26363"/>
                  </a:lnTo>
                  <a:lnTo>
                    <a:pt x="18626" y="26696"/>
                  </a:lnTo>
                  <a:lnTo>
                    <a:pt x="5154" y="22427"/>
                  </a:lnTo>
                  <a:lnTo>
                    <a:pt x="2606" y="11340"/>
                  </a:lnTo>
                  <a:lnTo>
                    <a:pt x="0" y="0"/>
                  </a:lnTo>
                  <a:lnTo>
                    <a:pt x="6385" y="281"/>
                  </a:lnTo>
                  <a:lnTo>
                    <a:pt x="10767" y="473"/>
                  </a:lnTo>
                  <a:lnTo>
                    <a:pt x="16992" y="747"/>
                  </a:lnTo>
                  <a:lnTo>
                    <a:pt x="27010" y="1188"/>
                  </a:lnTo>
                  <a:lnTo>
                    <a:pt x="38298" y="1685"/>
                  </a:lnTo>
                  <a:lnTo>
                    <a:pt x="62218" y="2737"/>
                  </a:lnTo>
                  <a:lnTo>
                    <a:pt x="63267" y="11548"/>
                  </a:lnTo>
                  <a:lnTo>
                    <a:pt x="63900" y="16863"/>
                  </a:lnTo>
                  <a:lnTo>
                    <a:pt x="64884" y="25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50174" y="2203876"/>
              <a:ext cx="117297" cy="171130"/>
            </a:xfrm>
            <a:custGeom>
              <a:avLst/>
              <a:pathLst>
                <a:path w="117297" h="171130">
                  <a:moveTo>
                    <a:pt x="28085" y="171130"/>
                  </a:moveTo>
                  <a:lnTo>
                    <a:pt x="23679" y="162686"/>
                  </a:lnTo>
                  <a:lnTo>
                    <a:pt x="19758" y="152898"/>
                  </a:lnTo>
                  <a:lnTo>
                    <a:pt x="15167" y="141438"/>
                  </a:lnTo>
                  <a:lnTo>
                    <a:pt x="11380" y="131986"/>
                  </a:lnTo>
                  <a:lnTo>
                    <a:pt x="6676" y="120244"/>
                  </a:lnTo>
                  <a:lnTo>
                    <a:pt x="0" y="103578"/>
                  </a:lnTo>
                  <a:lnTo>
                    <a:pt x="18172" y="75432"/>
                  </a:lnTo>
                  <a:lnTo>
                    <a:pt x="32665" y="57654"/>
                  </a:lnTo>
                  <a:lnTo>
                    <a:pt x="48460" y="38279"/>
                  </a:lnTo>
                  <a:lnTo>
                    <a:pt x="62228" y="11821"/>
                  </a:lnTo>
                  <a:lnTo>
                    <a:pt x="72140" y="0"/>
                  </a:lnTo>
                  <a:lnTo>
                    <a:pt x="75812" y="4471"/>
                  </a:lnTo>
                  <a:lnTo>
                    <a:pt x="78891" y="8222"/>
                  </a:lnTo>
                  <a:lnTo>
                    <a:pt x="82994" y="13219"/>
                  </a:lnTo>
                  <a:lnTo>
                    <a:pt x="87193" y="18333"/>
                  </a:lnTo>
                  <a:lnTo>
                    <a:pt x="91547" y="23637"/>
                  </a:lnTo>
                  <a:lnTo>
                    <a:pt x="95062" y="27917"/>
                  </a:lnTo>
                  <a:lnTo>
                    <a:pt x="98023" y="31523"/>
                  </a:lnTo>
                  <a:lnTo>
                    <a:pt x="100727" y="34192"/>
                  </a:lnTo>
                  <a:lnTo>
                    <a:pt x="103425" y="36855"/>
                  </a:lnTo>
                  <a:lnTo>
                    <a:pt x="106236" y="39630"/>
                  </a:lnTo>
                  <a:lnTo>
                    <a:pt x="109185" y="42540"/>
                  </a:lnTo>
                  <a:lnTo>
                    <a:pt x="111477" y="44803"/>
                  </a:lnTo>
                  <a:lnTo>
                    <a:pt x="113993" y="47285"/>
                  </a:lnTo>
                  <a:lnTo>
                    <a:pt x="117297" y="75432"/>
                  </a:lnTo>
                  <a:lnTo>
                    <a:pt x="111260" y="88949"/>
                  </a:lnTo>
                  <a:lnTo>
                    <a:pt x="105732" y="101326"/>
                  </a:lnTo>
                  <a:lnTo>
                    <a:pt x="91424" y="119687"/>
                  </a:lnTo>
                  <a:lnTo>
                    <a:pt x="79850" y="134539"/>
                  </a:lnTo>
                  <a:lnTo>
                    <a:pt x="68917" y="146754"/>
                  </a:lnTo>
                  <a:lnTo>
                    <a:pt x="56170" y="160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41012" y="2403810"/>
              <a:ext cx="46718" cy="96133"/>
            </a:xfrm>
            <a:custGeom>
              <a:avLst/>
              <a:pathLst>
                <a:path w="46718" h="96133">
                  <a:moveTo>
                    <a:pt x="1892" y="80428"/>
                  </a:moveTo>
                  <a:lnTo>
                    <a:pt x="3444" y="71612"/>
                  </a:lnTo>
                  <a:lnTo>
                    <a:pt x="5566" y="59560"/>
                  </a:lnTo>
                  <a:lnTo>
                    <a:pt x="7454" y="48838"/>
                  </a:lnTo>
                  <a:lnTo>
                    <a:pt x="10494" y="31573"/>
                  </a:lnTo>
                  <a:lnTo>
                    <a:pt x="13317" y="15537"/>
                  </a:lnTo>
                  <a:lnTo>
                    <a:pt x="16053" y="0"/>
                  </a:lnTo>
                  <a:lnTo>
                    <a:pt x="29185" y="2081"/>
                  </a:lnTo>
                  <a:lnTo>
                    <a:pt x="46718" y="4861"/>
                  </a:lnTo>
                  <a:lnTo>
                    <a:pt x="45091" y="13651"/>
                  </a:lnTo>
                  <a:lnTo>
                    <a:pt x="43683" y="21260"/>
                  </a:lnTo>
                  <a:lnTo>
                    <a:pt x="42053" y="30067"/>
                  </a:lnTo>
                  <a:lnTo>
                    <a:pt x="40101" y="40613"/>
                  </a:lnTo>
                  <a:lnTo>
                    <a:pt x="39011" y="46500"/>
                  </a:lnTo>
                  <a:lnTo>
                    <a:pt x="29825" y="96133"/>
                  </a:lnTo>
                  <a:lnTo>
                    <a:pt x="14371" y="93566"/>
                  </a:lnTo>
                  <a:lnTo>
                    <a:pt x="0" y="91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05308" y="2400047"/>
              <a:ext cx="140132" cy="143833"/>
            </a:xfrm>
            <a:custGeom>
              <a:avLst/>
              <a:pathLst>
                <a:path w="140132" h="143833">
                  <a:moveTo>
                    <a:pt x="49504" y="93247"/>
                  </a:moveTo>
                  <a:lnTo>
                    <a:pt x="63850" y="80344"/>
                  </a:lnTo>
                  <a:lnTo>
                    <a:pt x="81123" y="64811"/>
                  </a:lnTo>
                  <a:lnTo>
                    <a:pt x="98410" y="49264"/>
                  </a:lnTo>
                  <a:lnTo>
                    <a:pt x="105743" y="42669"/>
                  </a:lnTo>
                  <a:lnTo>
                    <a:pt x="119833" y="57142"/>
                  </a:lnTo>
                  <a:lnTo>
                    <a:pt x="140132" y="77991"/>
                  </a:lnTo>
                  <a:lnTo>
                    <a:pt x="107129" y="109474"/>
                  </a:lnTo>
                  <a:lnTo>
                    <a:pt x="71112" y="143833"/>
                  </a:lnTo>
                  <a:lnTo>
                    <a:pt x="63900" y="135449"/>
                  </a:lnTo>
                  <a:lnTo>
                    <a:pt x="55268" y="125416"/>
                  </a:lnTo>
                  <a:lnTo>
                    <a:pt x="49205" y="118368"/>
                  </a:lnTo>
                  <a:lnTo>
                    <a:pt x="44274" y="112636"/>
                  </a:lnTo>
                  <a:lnTo>
                    <a:pt x="42120" y="110132"/>
                  </a:lnTo>
                  <a:lnTo>
                    <a:pt x="36550" y="104442"/>
                  </a:lnTo>
                  <a:lnTo>
                    <a:pt x="30711" y="98477"/>
                  </a:lnTo>
                  <a:lnTo>
                    <a:pt x="23880" y="91499"/>
                  </a:lnTo>
                  <a:lnTo>
                    <a:pt x="17049" y="84520"/>
                  </a:lnTo>
                  <a:lnTo>
                    <a:pt x="0" y="67104"/>
                  </a:lnTo>
                  <a:lnTo>
                    <a:pt x="33096" y="36651"/>
                  </a:lnTo>
                  <a:lnTo>
                    <a:pt x="72927" y="0"/>
                  </a:lnTo>
                  <a:lnTo>
                    <a:pt x="79337" y="9103"/>
                  </a:lnTo>
                  <a:lnTo>
                    <a:pt x="84708" y="16733"/>
                  </a:lnTo>
                  <a:lnTo>
                    <a:pt x="91708" y="26676"/>
                  </a:lnTo>
                  <a:lnTo>
                    <a:pt x="99548" y="37811"/>
                  </a:lnTo>
                  <a:lnTo>
                    <a:pt x="79959" y="56854"/>
                  </a:lnTo>
                  <a:lnTo>
                    <a:pt x="67675" y="68797"/>
                  </a:lnTo>
                  <a:lnTo>
                    <a:pt x="46331" y="89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085005" y="2478273"/>
              <a:ext cx="200697" cy="137252"/>
            </a:xfrm>
            <a:custGeom>
              <a:avLst/>
              <a:pathLst>
                <a:path w="200697" h="137252">
                  <a:moveTo>
                    <a:pt x="143529" y="126773"/>
                  </a:moveTo>
                  <a:lnTo>
                    <a:pt x="132093" y="127740"/>
                  </a:lnTo>
                  <a:lnTo>
                    <a:pt x="126778" y="120520"/>
                  </a:lnTo>
                  <a:lnTo>
                    <a:pt x="116395" y="108654"/>
                  </a:lnTo>
                  <a:lnTo>
                    <a:pt x="95920" y="103200"/>
                  </a:lnTo>
                  <a:lnTo>
                    <a:pt x="82712" y="97951"/>
                  </a:lnTo>
                  <a:lnTo>
                    <a:pt x="51078" y="85380"/>
                  </a:lnTo>
                  <a:lnTo>
                    <a:pt x="0" y="64609"/>
                  </a:lnTo>
                  <a:lnTo>
                    <a:pt x="4066" y="60103"/>
                  </a:lnTo>
                  <a:lnTo>
                    <a:pt x="19920" y="50352"/>
                  </a:lnTo>
                  <a:lnTo>
                    <a:pt x="33024" y="33705"/>
                  </a:lnTo>
                  <a:lnTo>
                    <a:pt x="40209" y="30675"/>
                  </a:lnTo>
                  <a:lnTo>
                    <a:pt x="52598" y="17708"/>
                  </a:lnTo>
                  <a:lnTo>
                    <a:pt x="69519" y="0"/>
                  </a:lnTo>
                  <a:lnTo>
                    <a:pt x="70933" y="878"/>
                  </a:lnTo>
                  <a:lnTo>
                    <a:pt x="72628" y="2046"/>
                  </a:lnTo>
                  <a:lnTo>
                    <a:pt x="75158" y="4655"/>
                  </a:lnTo>
                  <a:lnTo>
                    <a:pt x="76291" y="5243"/>
                  </a:lnTo>
                  <a:lnTo>
                    <a:pt x="77978" y="6982"/>
                  </a:lnTo>
                  <a:lnTo>
                    <a:pt x="79392" y="7861"/>
                  </a:lnTo>
                  <a:lnTo>
                    <a:pt x="81650" y="9608"/>
                  </a:lnTo>
                  <a:lnTo>
                    <a:pt x="83064" y="10487"/>
                  </a:lnTo>
                  <a:lnTo>
                    <a:pt x="84759" y="11655"/>
                  </a:lnTo>
                  <a:lnTo>
                    <a:pt x="86744" y="12542"/>
                  </a:lnTo>
                  <a:lnTo>
                    <a:pt x="88158" y="13420"/>
                  </a:lnTo>
                  <a:lnTo>
                    <a:pt x="89573" y="14298"/>
                  </a:lnTo>
                  <a:lnTo>
                    <a:pt x="91558" y="15186"/>
                  </a:lnTo>
                  <a:lnTo>
                    <a:pt x="92972" y="16064"/>
                  </a:lnTo>
                  <a:lnTo>
                    <a:pt x="95247" y="16670"/>
                  </a:lnTo>
                  <a:lnTo>
                    <a:pt x="97241" y="16986"/>
                  </a:lnTo>
                  <a:lnTo>
                    <a:pt x="102967" y="18250"/>
                  </a:lnTo>
                  <a:lnTo>
                    <a:pt x="104390" y="18557"/>
                  </a:lnTo>
                  <a:lnTo>
                    <a:pt x="106384" y="18873"/>
                  </a:lnTo>
                  <a:lnTo>
                    <a:pt x="108097" y="18900"/>
                  </a:lnTo>
                  <a:lnTo>
                    <a:pt x="110090" y="19216"/>
                  </a:lnTo>
                  <a:lnTo>
                    <a:pt x="111522" y="18952"/>
                  </a:lnTo>
                  <a:lnTo>
                    <a:pt x="113797" y="19558"/>
                  </a:lnTo>
                  <a:lnTo>
                    <a:pt x="115220" y="19866"/>
                  </a:lnTo>
                  <a:lnTo>
                    <a:pt x="117504" y="19901"/>
                  </a:lnTo>
                  <a:lnTo>
                    <a:pt x="118646" y="19918"/>
                  </a:lnTo>
                  <a:lnTo>
                    <a:pt x="120640" y="20234"/>
                  </a:lnTo>
                  <a:lnTo>
                    <a:pt x="122634" y="20550"/>
                  </a:lnTo>
                  <a:lnTo>
                    <a:pt x="124338" y="21147"/>
                  </a:lnTo>
                  <a:lnTo>
                    <a:pt x="126332" y="21464"/>
                  </a:lnTo>
                  <a:lnTo>
                    <a:pt x="128607" y="22070"/>
                  </a:lnTo>
                  <a:lnTo>
                    <a:pt x="130311" y="22667"/>
                  </a:lnTo>
                  <a:lnTo>
                    <a:pt x="132586" y="23273"/>
                  </a:lnTo>
                  <a:lnTo>
                    <a:pt x="134009" y="23580"/>
                  </a:lnTo>
                  <a:lnTo>
                    <a:pt x="135713" y="24177"/>
                  </a:lnTo>
                  <a:lnTo>
                    <a:pt x="137707" y="24493"/>
                  </a:lnTo>
                  <a:lnTo>
                    <a:pt x="139692" y="25381"/>
                  </a:lnTo>
                  <a:lnTo>
                    <a:pt x="141115" y="25688"/>
                  </a:lnTo>
                  <a:lnTo>
                    <a:pt x="143109" y="26004"/>
                  </a:lnTo>
                  <a:lnTo>
                    <a:pt x="144532" y="26311"/>
                  </a:lnTo>
                  <a:lnTo>
                    <a:pt x="146236" y="26909"/>
                  </a:lnTo>
                  <a:lnTo>
                    <a:pt x="147940" y="27506"/>
                  </a:lnTo>
                  <a:lnTo>
                    <a:pt x="149644" y="28103"/>
                  </a:lnTo>
                  <a:lnTo>
                    <a:pt x="151919" y="28709"/>
                  </a:lnTo>
                  <a:lnTo>
                    <a:pt x="153342" y="29016"/>
                  </a:lnTo>
                  <a:lnTo>
                    <a:pt x="155327" y="29903"/>
                  </a:lnTo>
                  <a:lnTo>
                    <a:pt x="157602" y="30509"/>
                  </a:lnTo>
                  <a:lnTo>
                    <a:pt x="159298" y="31677"/>
                  </a:lnTo>
                  <a:lnTo>
                    <a:pt x="161572" y="32283"/>
                  </a:lnTo>
                  <a:lnTo>
                    <a:pt x="162987" y="33162"/>
                  </a:lnTo>
                  <a:lnTo>
                    <a:pt x="164691" y="33759"/>
                  </a:lnTo>
                  <a:lnTo>
                    <a:pt x="166404" y="33785"/>
                  </a:lnTo>
                  <a:lnTo>
                    <a:pt x="168389" y="34672"/>
                  </a:lnTo>
                  <a:lnTo>
                    <a:pt x="169812" y="34980"/>
                  </a:lnTo>
                  <a:lnTo>
                    <a:pt x="171806" y="35296"/>
                  </a:lnTo>
                  <a:lnTo>
                    <a:pt x="173510" y="35893"/>
                  </a:lnTo>
                  <a:lnTo>
                    <a:pt x="175223" y="35919"/>
                  </a:lnTo>
                  <a:lnTo>
                    <a:pt x="177208" y="36806"/>
                  </a:lnTo>
                  <a:lnTo>
                    <a:pt x="178903" y="37974"/>
                  </a:lnTo>
                  <a:lnTo>
                    <a:pt x="180607" y="38572"/>
                  </a:lnTo>
                  <a:lnTo>
                    <a:pt x="183427" y="40899"/>
                  </a:lnTo>
                  <a:lnTo>
                    <a:pt x="185684" y="42647"/>
                  </a:lnTo>
                  <a:lnTo>
                    <a:pt x="187090" y="44096"/>
                  </a:lnTo>
                  <a:lnTo>
                    <a:pt x="188495" y="45545"/>
                  </a:lnTo>
                  <a:lnTo>
                    <a:pt x="190182" y="47285"/>
                  </a:lnTo>
                  <a:lnTo>
                    <a:pt x="191579" y="49305"/>
                  </a:lnTo>
                  <a:lnTo>
                    <a:pt x="192132" y="50456"/>
                  </a:lnTo>
                  <a:lnTo>
                    <a:pt x="193538" y="51905"/>
                  </a:lnTo>
                  <a:lnTo>
                    <a:pt x="194934" y="53925"/>
                  </a:lnTo>
                  <a:lnTo>
                    <a:pt x="195769" y="55366"/>
                  </a:lnTo>
                  <a:lnTo>
                    <a:pt x="196604" y="56806"/>
                  </a:lnTo>
                  <a:lnTo>
                    <a:pt x="197719" y="58536"/>
                  </a:lnTo>
                  <a:lnTo>
                    <a:pt x="198545" y="60548"/>
                  </a:lnTo>
                  <a:lnTo>
                    <a:pt x="199388" y="61417"/>
                  </a:lnTo>
                  <a:lnTo>
                    <a:pt x="199643" y="63420"/>
                  </a:lnTo>
                  <a:lnTo>
                    <a:pt x="200188" y="65142"/>
                  </a:lnTo>
                  <a:lnTo>
                    <a:pt x="200443" y="67144"/>
                  </a:lnTo>
                  <a:lnTo>
                    <a:pt x="200697" y="69147"/>
                  </a:lnTo>
                  <a:lnTo>
                    <a:pt x="200381" y="71141"/>
                  </a:lnTo>
                  <a:lnTo>
                    <a:pt x="200627" y="73715"/>
                  </a:lnTo>
                  <a:lnTo>
                    <a:pt x="200311" y="75709"/>
                  </a:lnTo>
                  <a:lnTo>
                    <a:pt x="199987" y="78274"/>
                  </a:lnTo>
                  <a:lnTo>
                    <a:pt x="199960" y="79987"/>
                  </a:lnTo>
                  <a:lnTo>
                    <a:pt x="199354" y="82262"/>
                  </a:lnTo>
                  <a:lnTo>
                    <a:pt x="199038" y="84256"/>
                  </a:lnTo>
                  <a:lnTo>
                    <a:pt x="198722" y="86250"/>
                  </a:lnTo>
                  <a:lnTo>
                    <a:pt x="198125" y="87954"/>
                  </a:lnTo>
                  <a:lnTo>
                    <a:pt x="197809" y="89948"/>
                  </a:lnTo>
                  <a:lnTo>
                    <a:pt x="197502" y="91371"/>
                  </a:lnTo>
                  <a:lnTo>
                    <a:pt x="196819" y="93320"/>
                  </a:lnTo>
                  <a:lnTo>
                    <a:pt x="196488" y="95346"/>
                  </a:lnTo>
                  <a:lnTo>
                    <a:pt x="195167" y="98656"/>
                  </a:lnTo>
                  <a:lnTo>
                    <a:pt x="184610" y="113337"/>
                  </a:lnTo>
                  <a:lnTo>
                    <a:pt x="173809" y="122527"/>
                  </a:lnTo>
                  <a:lnTo>
                    <a:pt x="156503" y="137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168602" y="2410228"/>
              <a:ext cx="38618" cy="83653"/>
            </a:xfrm>
            <a:custGeom>
              <a:avLst/>
              <a:pathLst>
                <a:path w="38618" h="83653">
                  <a:moveTo>
                    <a:pt x="38101" y="8220"/>
                  </a:moveTo>
                  <a:lnTo>
                    <a:pt x="37466" y="14602"/>
                  </a:lnTo>
                  <a:lnTo>
                    <a:pt x="36905" y="20235"/>
                  </a:lnTo>
                  <a:lnTo>
                    <a:pt x="36521" y="24091"/>
                  </a:lnTo>
                  <a:lnTo>
                    <a:pt x="36060" y="28727"/>
                  </a:lnTo>
                  <a:lnTo>
                    <a:pt x="35553" y="33821"/>
                  </a:lnTo>
                  <a:lnTo>
                    <a:pt x="34963" y="39744"/>
                  </a:lnTo>
                  <a:lnTo>
                    <a:pt x="34296" y="46447"/>
                  </a:lnTo>
                  <a:lnTo>
                    <a:pt x="33654" y="52902"/>
                  </a:lnTo>
                  <a:lnTo>
                    <a:pt x="33036" y="59109"/>
                  </a:lnTo>
                  <a:lnTo>
                    <a:pt x="32369" y="65811"/>
                  </a:lnTo>
                  <a:lnTo>
                    <a:pt x="31613" y="73408"/>
                  </a:lnTo>
                  <a:lnTo>
                    <a:pt x="30593" y="83653"/>
                  </a:lnTo>
                  <a:lnTo>
                    <a:pt x="25835" y="82478"/>
                  </a:lnTo>
                  <a:lnTo>
                    <a:pt x="15421" y="78486"/>
                  </a:lnTo>
                  <a:lnTo>
                    <a:pt x="1471" y="73139"/>
                  </a:lnTo>
                  <a:lnTo>
                    <a:pt x="0" y="71622"/>
                  </a:lnTo>
                  <a:lnTo>
                    <a:pt x="4830" y="22720"/>
                  </a:lnTo>
                  <a:lnTo>
                    <a:pt x="7075" y="0"/>
                  </a:lnTo>
                  <a:lnTo>
                    <a:pt x="22327" y="1465"/>
                  </a:lnTo>
                  <a:lnTo>
                    <a:pt x="38618" y="3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03771" y="2409994"/>
              <a:ext cx="61089" cy="96482"/>
            </a:xfrm>
            <a:custGeom>
              <a:avLst/>
              <a:pathLst>
                <a:path w="61089" h="96482">
                  <a:moveTo>
                    <a:pt x="60397" y="10190"/>
                  </a:moveTo>
                  <a:lnTo>
                    <a:pt x="59469" y="15919"/>
                  </a:lnTo>
                  <a:lnTo>
                    <a:pt x="58532" y="21704"/>
                  </a:lnTo>
                  <a:lnTo>
                    <a:pt x="57492" y="28130"/>
                  </a:lnTo>
                  <a:lnTo>
                    <a:pt x="56545" y="33975"/>
                  </a:lnTo>
                  <a:lnTo>
                    <a:pt x="55580" y="39934"/>
                  </a:lnTo>
                  <a:lnTo>
                    <a:pt x="54141" y="48816"/>
                  </a:lnTo>
                  <a:lnTo>
                    <a:pt x="52873" y="56650"/>
                  </a:lnTo>
                  <a:lnTo>
                    <a:pt x="51567" y="64712"/>
                  </a:lnTo>
                  <a:lnTo>
                    <a:pt x="49959" y="74642"/>
                  </a:lnTo>
                  <a:lnTo>
                    <a:pt x="46422" y="96482"/>
                  </a:lnTo>
                  <a:lnTo>
                    <a:pt x="25992" y="91436"/>
                  </a:lnTo>
                  <a:lnTo>
                    <a:pt x="0" y="85017"/>
                  </a:lnTo>
                  <a:lnTo>
                    <a:pt x="619" y="79373"/>
                  </a:lnTo>
                  <a:lnTo>
                    <a:pt x="1378" y="72453"/>
                  </a:lnTo>
                  <a:lnTo>
                    <a:pt x="2120" y="65693"/>
                  </a:lnTo>
                  <a:lnTo>
                    <a:pt x="2831" y="59209"/>
                  </a:lnTo>
                  <a:lnTo>
                    <a:pt x="3378" y="54227"/>
                  </a:lnTo>
                  <a:lnTo>
                    <a:pt x="4063" y="47983"/>
                  </a:lnTo>
                  <a:lnTo>
                    <a:pt x="4674" y="42406"/>
                  </a:lnTo>
                  <a:lnTo>
                    <a:pt x="5165" y="37937"/>
                  </a:lnTo>
                  <a:lnTo>
                    <a:pt x="5958" y="30701"/>
                  </a:lnTo>
                  <a:lnTo>
                    <a:pt x="7160" y="19751"/>
                  </a:lnTo>
                  <a:lnTo>
                    <a:pt x="8127" y="10933"/>
                  </a:lnTo>
                  <a:lnTo>
                    <a:pt x="8911" y="3789"/>
                  </a:lnTo>
                  <a:lnTo>
                    <a:pt x="27741" y="1019"/>
                  </a:lnTo>
                  <a:lnTo>
                    <a:pt x="34672" y="0"/>
                  </a:lnTo>
                  <a:lnTo>
                    <a:pt x="61089" y="5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54644" y="2380994"/>
              <a:ext cx="71130" cy="137523"/>
            </a:xfrm>
            <a:custGeom>
              <a:avLst/>
              <a:pathLst>
                <a:path w="71130" h="137523">
                  <a:moveTo>
                    <a:pt x="67284" y="23745"/>
                  </a:moveTo>
                  <a:lnTo>
                    <a:pt x="65900" y="30596"/>
                  </a:lnTo>
                  <a:lnTo>
                    <a:pt x="64025" y="39877"/>
                  </a:lnTo>
                  <a:lnTo>
                    <a:pt x="61650" y="51636"/>
                  </a:lnTo>
                  <a:lnTo>
                    <a:pt x="60001" y="59797"/>
                  </a:lnTo>
                  <a:lnTo>
                    <a:pt x="57864" y="70378"/>
                  </a:lnTo>
                  <a:lnTo>
                    <a:pt x="56004" y="79587"/>
                  </a:lnTo>
                  <a:lnTo>
                    <a:pt x="54423" y="87414"/>
                  </a:lnTo>
                  <a:lnTo>
                    <a:pt x="52577" y="96552"/>
                  </a:lnTo>
                  <a:lnTo>
                    <a:pt x="44301" y="137523"/>
                  </a:lnTo>
                  <a:lnTo>
                    <a:pt x="25975" y="132997"/>
                  </a:lnTo>
                  <a:lnTo>
                    <a:pt x="0" y="126582"/>
                  </a:lnTo>
                  <a:lnTo>
                    <a:pt x="1290" y="118139"/>
                  </a:lnTo>
                  <a:lnTo>
                    <a:pt x="2720" y="108775"/>
                  </a:lnTo>
                  <a:lnTo>
                    <a:pt x="5243" y="92268"/>
                  </a:lnTo>
                  <a:lnTo>
                    <a:pt x="6368" y="84904"/>
                  </a:lnTo>
                  <a:lnTo>
                    <a:pt x="8150" y="73244"/>
                  </a:lnTo>
                  <a:lnTo>
                    <a:pt x="9569" y="63957"/>
                  </a:lnTo>
                  <a:lnTo>
                    <a:pt x="10811" y="55835"/>
                  </a:lnTo>
                  <a:lnTo>
                    <a:pt x="12273" y="46267"/>
                  </a:lnTo>
                  <a:lnTo>
                    <a:pt x="13882" y="35737"/>
                  </a:lnTo>
                  <a:lnTo>
                    <a:pt x="16140" y="26033"/>
                  </a:lnTo>
                  <a:lnTo>
                    <a:pt x="17695" y="19356"/>
                  </a:lnTo>
                  <a:lnTo>
                    <a:pt x="19119" y="13237"/>
                  </a:lnTo>
                  <a:lnTo>
                    <a:pt x="20479" y="7392"/>
                  </a:lnTo>
                  <a:lnTo>
                    <a:pt x="21285" y="3932"/>
                  </a:lnTo>
                  <a:lnTo>
                    <a:pt x="22200" y="0"/>
                  </a:lnTo>
                  <a:lnTo>
                    <a:pt x="43548" y="856"/>
                  </a:lnTo>
                  <a:lnTo>
                    <a:pt x="58341" y="1450"/>
                  </a:lnTo>
                  <a:lnTo>
                    <a:pt x="71130" y="5531"/>
                  </a:lnTo>
                  <a:lnTo>
                    <a:pt x="70089" y="10350"/>
                  </a:lnTo>
                  <a:lnTo>
                    <a:pt x="68556" y="17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09299" y="2399132"/>
              <a:ext cx="43903" cy="94884"/>
            </a:xfrm>
            <a:custGeom>
              <a:avLst/>
              <a:pathLst>
                <a:path w="43903" h="94884">
                  <a:moveTo>
                    <a:pt x="43023" y="8663"/>
                  </a:moveTo>
                  <a:lnTo>
                    <a:pt x="41752" y="15296"/>
                  </a:lnTo>
                  <a:lnTo>
                    <a:pt x="40664" y="20972"/>
                  </a:lnTo>
                  <a:lnTo>
                    <a:pt x="39418" y="27473"/>
                  </a:lnTo>
                  <a:lnTo>
                    <a:pt x="37941" y="35186"/>
                  </a:lnTo>
                  <a:lnTo>
                    <a:pt x="36262" y="43945"/>
                  </a:lnTo>
                  <a:lnTo>
                    <a:pt x="34877" y="51172"/>
                  </a:lnTo>
                  <a:lnTo>
                    <a:pt x="33040" y="60761"/>
                  </a:lnTo>
                  <a:lnTo>
                    <a:pt x="26502" y="94884"/>
                  </a:lnTo>
                  <a:lnTo>
                    <a:pt x="21142" y="93882"/>
                  </a:lnTo>
                  <a:lnTo>
                    <a:pt x="15657" y="92857"/>
                  </a:lnTo>
                  <a:lnTo>
                    <a:pt x="10193" y="91836"/>
                  </a:lnTo>
                  <a:lnTo>
                    <a:pt x="3526" y="90590"/>
                  </a:lnTo>
                  <a:lnTo>
                    <a:pt x="0" y="89931"/>
                  </a:lnTo>
                  <a:lnTo>
                    <a:pt x="1553" y="82281"/>
                  </a:lnTo>
                  <a:lnTo>
                    <a:pt x="3484" y="72766"/>
                  </a:lnTo>
                  <a:lnTo>
                    <a:pt x="5080" y="64905"/>
                  </a:lnTo>
                  <a:lnTo>
                    <a:pt x="7469" y="53134"/>
                  </a:lnTo>
                  <a:lnTo>
                    <a:pt x="10095" y="40202"/>
                  </a:lnTo>
                  <a:lnTo>
                    <a:pt x="13368" y="24077"/>
                  </a:lnTo>
                  <a:lnTo>
                    <a:pt x="18256" y="0"/>
                  </a:lnTo>
                  <a:lnTo>
                    <a:pt x="28126" y="1564"/>
                  </a:lnTo>
                  <a:lnTo>
                    <a:pt x="43903" y="4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75252" y="2409393"/>
              <a:ext cx="52686" cy="105485"/>
            </a:xfrm>
            <a:custGeom>
              <a:avLst/>
              <a:pathLst>
                <a:path w="52686" h="105485">
                  <a:moveTo>
                    <a:pt x="0" y="92304"/>
                  </a:moveTo>
                  <a:lnTo>
                    <a:pt x="4008" y="70580"/>
                  </a:lnTo>
                  <a:lnTo>
                    <a:pt x="7026" y="54220"/>
                  </a:lnTo>
                  <a:lnTo>
                    <a:pt x="11444" y="30275"/>
                  </a:lnTo>
                  <a:lnTo>
                    <a:pt x="17030" y="0"/>
                  </a:lnTo>
                  <a:lnTo>
                    <a:pt x="32469" y="2447"/>
                  </a:lnTo>
                  <a:lnTo>
                    <a:pt x="41864" y="3936"/>
                  </a:lnTo>
                  <a:lnTo>
                    <a:pt x="52686" y="19345"/>
                  </a:lnTo>
                  <a:lnTo>
                    <a:pt x="52073" y="34779"/>
                  </a:lnTo>
                  <a:lnTo>
                    <a:pt x="51473" y="49875"/>
                  </a:lnTo>
                  <a:lnTo>
                    <a:pt x="50838" y="65879"/>
                  </a:lnTo>
                  <a:lnTo>
                    <a:pt x="50254" y="80578"/>
                  </a:lnTo>
                  <a:lnTo>
                    <a:pt x="37320" y="105485"/>
                  </a:lnTo>
                  <a:lnTo>
                    <a:pt x="26981" y="102140"/>
                  </a:lnTo>
                  <a:lnTo>
                    <a:pt x="15015" y="98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02936" y="2495437"/>
              <a:ext cx="83165" cy="58215"/>
            </a:xfrm>
            <a:custGeom>
              <a:avLst/>
              <a:pathLst>
                <a:path w="83165" h="58215">
                  <a:moveTo>
                    <a:pt x="74848" y="38410"/>
                  </a:moveTo>
                  <a:lnTo>
                    <a:pt x="65406" y="58215"/>
                  </a:lnTo>
                  <a:lnTo>
                    <a:pt x="38064" y="48976"/>
                  </a:lnTo>
                  <a:lnTo>
                    <a:pt x="22615" y="43755"/>
                  </a:lnTo>
                  <a:lnTo>
                    <a:pt x="1480" y="36613"/>
                  </a:lnTo>
                  <a:lnTo>
                    <a:pt x="5800" y="27713"/>
                  </a:lnTo>
                  <a:lnTo>
                    <a:pt x="0" y="24968"/>
                  </a:lnTo>
                  <a:lnTo>
                    <a:pt x="2647" y="11926"/>
                  </a:lnTo>
                  <a:lnTo>
                    <a:pt x="5068" y="0"/>
                  </a:lnTo>
                  <a:lnTo>
                    <a:pt x="13628" y="2297"/>
                  </a:lnTo>
                  <a:lnTo>
                    <a:pt x="20899" y="4249"/>
                  </a:lnTo>
                  <a:lnTo>
                    <a:pt x="29261" y="6493"/>
                  </a:lnTo>
                  <a:lnTo>
                    <a:pt x="36072" y="8322"/>
                  </a:lnTo>
                  <a:lnTo>
                    <a:pt x="45866" y="10951"/>
                  </a:lnTo>
                  <a:lnTo>
                    <a:pt x="83165" y="20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2996240" y="2512586"/>
              <a:ext cx="69000" cy="49109"/>
            </a:xfrm>
            <a:custGeom>
              <a:avLst/>
              <a:pathLst>
                <a:path w="69000" h="49109">
                  <a:moveTo>
                    <a:pt x="23622" y="11453"/>
                  </a:moveTo>
                  <a:lnTo>
                    <a:pt x="28950" y="7461"/>
                  </a:lnTo>
                  <a:lnTo>
                    <a:pt x="38910" y="0"/>
                  </a:lnTo>
                  <a:lnTo>
                    <a:pt x="45085" y="6392"/>
                  </a:lnTo>
                  <a:lnTo>
                    <a:pt x="49809" y="11283"/>
                  </a:lnTo>
                  <a:lnTo>
                    <a:pt x="54809" y="16460"/>
                  </a:lnTo>
                  <a:lnTo>
                    <a:pt x="56898" y="18622"/>
                  </a:lnTo>
                  <a:lnTo>
                    <a:pt x="62644" y="25486"/>
                  </a:lnTo>
                  <a:lnTo>
                    <a:pt x="69000" y="33077"/>
                  </a:lnTo>
                  <a:lnTo>
                    <a:pt x="49762" y="41106"/>
                  </a:lnTo>
                  <a:lnTo>
                    <a:pt x="30583" y="49109"/>
                  </a:lnTo>
                  <a:lnTo>
                    <a:pt x="19570" y="39718"/>
                  </a:lnTo>
                  <a:lnTo>
                    <a:pt x="2836" y="25448"/>
                  </a:lnTo>
                  <a:lnTo>
                    <a:pt x="0" y="23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2995349" y="2591963"/>
              <a:ext cx="28613" cy="29779"/>
            </a:xfrm>
            <a:custGeom>
              <a:avLst/>
              <a:pathLst>
                <a:path w="28613" h="29779">
                  <a:moveTo>
                    <a:pt x="17158" y="26604"/>
                  </a:moveTo>
                  <a:lnTo>
                    <a:pt x="0" y="14442"/>
                  </a:lnTo>
                  <a:lnTo>
                    <a:pt x="4737" y="8502"/>
                  </a:lnTo>
                  <a:lnTo>
                    <a:pt x="8275" y="4067"/>
                  </a:lnTo>
                  <a:lnTo>
                    <a:pt x="11519" y="0"/>
                  </a:lnTo>
                  <a:lnTo>
                    <a:pt x="14048" y="1865"/>
                  </a:lnTo>
                  <a:lnTo>
                    <a:pt x="17973" y="4760"/>
                  </a:lnTo>
                  <a:lnTo>
                    <a:pt x="20154" y="6370"/>
                  </a:lnTo>
                  <a:lnTo>
                    <a:pt x="28613" y="12609"/>
                  </a:lnTo>
                  <a:lnTo>
                    <a:pt x="26180" y="16581"/>
                  </a:lnTo>
                  <a:lnTo>
                    <a:pt x="24401" y="21748"/>
                  </a:lnTo>
                  <a:lnTo>
                    <a:pt x="21636" y="29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52073" y="2679307"/>
              <a:ext cx="65099" cy="62468"/>
            </a:xfrm>
            <a:custGeom>
              <a:avLst/>
              <a:pathLst>
                <a:path w="65099" h="62468">
                  <a:moveTo>
                    <a:pt x="5241" y="37814"/>
                  </a:moveTo>
                  <a:lnTo>
                    <a:pt x="20977" y="0"/>
                  </a:lnTo>
                  <a:lnTo>
                    <a:pt x="28726" y="2618"/>
                  </a:lnTo>
                  <a:lnTo>
                    <a:pt x="38048" y="5767"/>
                  </a:lnTo>
                  <a:lnTo>
                    <a:pt x="47508" y="8963"/>
                  </a:lnTo>
                  <a:lnTo>
                    <a:pt x="65099" y="14907"/>
                  </a:lnTo>
                  <a:lnTo>
                    <a:pt x="58502" y="37253"/>
                  </a:lnTo>
                  <a:lnTo>
                    <a:pt x="52664" y="57026"/>
                  </a:lnTo>
                  <a:lnTo>
                    <a:pt x="47014" y="58286"/>
                  </a:lnTo>
                  <a:lnTo>
                    <a:pt x="37678" y="60369"/>
                  </a:lnTo>
                  <a:lnTo>
                    <a:pt x="28272" y="62468"/>
                  </a:lnTo>
                  <a:lnTo>
                    <a:pt x="20437" y="59126"/>
                  </a:lnTo>
                  <a:lnTo>
                    <a:pt x="9039" y="54265"/>
                  </a:lnTo>
                  <a:lnTo>
                    <a:pt x="0" y="504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654230" y="2473217"/>
              <a:ext cx="87046" cy="96028"/>
            </a:xfrm>
            <a:custGeom>
              <a:avLst/>
              <a:pathLst>
                <a:path w="87046" h="96028">
                  <a:moveTo>
                    <a:pt x="5402" y="61896"/>
                  </a:moveTo>
                  <a:lnTo>
                    <a:pt x="10113" y="51344"/>
                  </a:lnTo>
                  <a:lnTo>
                    <a:pt x="14570" y="41363"/>
                  </a:lnTo>
                  <a:lnTo>
                    <a:pt x="19376" y="30596"/>
                  </a:lnTo>
                  <a:lnTo>
                    <a:pt x="24923" y="18171"/>
                  </a:lnTo>
                  <a:lnTo>
                    <a:pt x="33037" y="0"/>
                  </a:lnTo>
                  <a:lnTo>
                    <a:pt x="60101" y="8919"/>
                  </a:lnTo>
                  <a:lnTo>
                    <a:pt x="87046" y="17799"/>
                  </a:lnTo>
                  <a:lnTo>
                    <a:pt x="83478" y="25488"/>
                  </a:lnTo>
                  <a:lnTo>
                    <a:pt x="80095" y="32781"/>
                  </a:lnTo>
                  <a:lnTo>
                    <a:pt x="73569" y="46849"/>
                  </a:lnTo>
                  <a:lnTo>
                    <a:pt x="69220" y="56223"/>
                  </a:lnTo>
                  <a:lnTo>
                    <a:pt x="65312" y="64646"/>
                  </a:lnTo>
                  <a:lnTo>
                    <a:pt x="60032" y="76026"/>
                  </a:lnTo>
                  <a:lnTo>
                    <a:pt x="50753" y="96028"/>
                  </a:lnTo>
                  <a:lnTo>
                    <a:pt x="27691" y="86018"/>
                  </a:lnTo>
                  <a:lnTo>
                    <a:pt x="0" y="7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09871" y="2502622"/>
              <a:ext cx="83243" cy="96930"/>
            </a:xfrm>
            <a:custGeom>
              <a:avLst/>
              <a:pathLst>
                <a:path w="83243" h="96930">
                  <a:moveTo>
                    <a:pt x="2777" y="67811"/>
                  </a:moveTo>
                  <a:lnTo>
                    <a:pt x="6842" y="58974"/>
                  </a:lnTo>
                  <a:lnTo>
                    <a:pt x="10254" y="51556"/>
                  </a:lnTo>
                  <a:lnTo>
                    <a:pt x="15526" y="40094"/>
                  </a:lnTo>
                  <a:lnTo>
                    <a:pt x="19101" y="31234"/>
                  </a:lnTo>
                  <a:lnTo>
                    <a:pt x="23596" y="20092"/>
                  </a:lnTo>
                  <a:lnTo>
                    <a:pt x="28891" y="6967"/>
                  </a:lnTo>
                  <a:lnTo>
                    <a:pt x="31702" y="0"/>
                  </a:lnTo>
                  <a:lnTo>
                    <a:pt x="35581" y="1176"/>
                  </a:lnTo>
                  <a:lnTo>
                    <a:pt x="56956" y="7661"/>
                  </a:lnTo>
                  <a:lnTo>
                    <a:pt x="64827" y="10049"/>
                  </a:lnTo>
                  <a:lnTo>
                    <a:pt x="83243" y="15935"/>
                  </a:lnTo>
                  <a:lnTo>
                    <a:pt x="81396" y="20375"/>
                  </a:lnTo>
                  <a:lnTo>
                    <a:pt x="77742" y="29164"/>
                  </a:lnTo>
                  <a:lnTo>
                    <a:pt x="74444" y="37094"/>
                  </a:lnTo>
                  <a:lnTo>
                    <a:pt x="71211" y="44869"/>
                  </a:lnTo>
                  <a:lnTo>
                    <a:pt x="68047" y="52479"/>
                  </a:lnTo>
                  <a:lnTo>
                    <a:pt x="65089" y="59591"/>
                  </a:lnTo>
                  <a:lnTo>
                    <a:pt x="61028" y="69357"/>
                  </a:lnTo>
                  <a:lnTo>
                    <a:pt x="56467" y="80325"/>
                  </a:lnTo>
                  <a:lnTo>
                    <a:pt x="49562" y="96930"/>
                  </a:lnTo>
                  <a:lnTo>
                    <a:pt x="44315" y="94487"/>
                  </a:lnTo>
                  <a:lnTo>
                    <a:pt x="37785" y="91446"/>
                  </a:lnTo>
                  <a:lnTo>
                    <a:pt x="31653" y="88590"/>
                  </a:lnTo>
                  <a:lnTo>
                    <a:pt x="23969" y="85012"/>
                  </a:lnTo>
                  <a:lnTo>
                    <a:pt x="16225" y="81406"/>
                  </a:lnTo>
                  <a:lnTo>
                    <a:pt x="8958" y="78021"/>
                  </a:lnTo>
                  <a:lnTo>
                    <a:pt x="0" y="73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764940" y="2522861"/>
              <a:ext cx="78082" cy="102023"/>
            </a:xfrm>
            <a:custGeom>
              <a:avLst/>
              <a:pathLst>
                <a:path w="78082" h="102023">
                  <a:moveTo>
                    <a:pt x="56913" y="73214"/>
                  </a:moveTo>
                  <a:lnTo>
                    <a:pt x="54387" y="80044"/>
                  </a:lnTo>
                  <a:lnTo>
                    <a:pt x="46258" y="102023"/>
                  </a:lnTo>
                  <a:lnTo>
                    <a:pt x="40757" y="99413"/>
                  </a:lnTo>
                  <a:lnTo>
                    <a:pt x="35562" y="96947"/>
                  </a:lnTo>
                  <a:lnTo>
                    <a:pt x="29752" y="94190"/>
                  </a:lnTo>
                  <a:lnTo>
                    <a:pt x="24867" y="91871"/>
                  </a:lnTo>
                  <a:lnTo>
                    <a:pt x="20930" y="90003"/>
                  </a:lnTo>
                  <a:lnTo>
                    <a:pt x="16759" y="88023"/>
                  </a:lnTo>
                  <a:lnTo>
                    <a:pt x="12674" y="86085"/>
                  </a:lnTo>
                  <a:lnTo>
                    <a:pt x="6197" y="83010"/>
                  </a:lnTo>
                  <a:lnTo>
                    <a:pt x="0" y="80069"/>
                  </a:lnTo>
                  <a:lnTo>
                    <a:pt x="2839" y="73201"/>
                  </a:lnTo>
                  <a:lnTo>
                    <a:pt x="6349" y="64712"/>
                  </a:lnTo>
                  <a:lnTo>
                    <a:pt x="9349" y="57456"/>
                  </a:lnTo>
                  <a:lnTo>
                    <a:pt x="12958" y="48728"/>
                  </a:lnTo>
                  <a:lnTo>
                    <a:pt x="17468" y="37817"/>
                  </a:lnTo>
                  <a:lnTo>
                    <a:pt x="21213" y="29425"/>
                  </a:lnTo>
                  <a:lnTo>
                    <a:pt x="25182" y="20534"/>
                  </a:lnTo>
                  <a:lnTo>
                    <a:pt x="34345" y="0"/>
                  </a:lnTo>
                  <a:lnTo>
                    <a:pt x="39996" y="2258"/>
                  </a:lnTo>
                  <a:lnTo>
                    <a:pt x="59359" y="9997"/>
                  </a:lnTo>
                  <a:lnTo>
                    <a:pt x="75249" y="16348"/>
                  </a:lnTo>
                  <a:lnTo>
                    <a:pt x="78082" y="17727"/>
                  </a:lnTo>
                  <a:lnTo>
                    <a:pt x="75240" y="25122"/>
                  </a:lnTo>
                  <a:lnTo>
                    <a:pt x="71201" y="35630"/>
                  </a:lnTo>
                  <a:lnTo>
                    <a:pt x="67522" y="45202"/>
                  </a:lnTo>
                  <a:lnTo>
                    <a:pt x="64360" y="53428"/>
                  </a:lnTo>
                  <a:lnTo>
                    <a:pt x="60970" y="6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19766" y="2545364"/>
              <a:ext cx="82934" cy="107442"/>
            </a:xfrm>
            <a:custGeom>
              <a:avLst/>
              <a:pathLst>
                <a:path w="82934" h="107442">
                  <a:moveTo>
                    <a:pt x="66086" y="68902"/>
                  </a:moveTo>
                  <a:lnTo>
                    <a:pt x="62180" y="79134"/>
                  </a:lnTo>
                  <a:lnTo>
                    <a:pt x="51374" y="107442"/>
                  </a:lnTo>
                  <a:lnTo>
                    <a:pt x="46549" y="105148"/>
                  </a:lnTo>
                  <a:lnTo>
                    <a:pt x="39368" y="101732"/>
                  </a:lnTo>
                  <a:lnTo>
                    <a:pt x="29725" y="97147"/>
                  </a:lnTo>
                  <a:lnTo>
                    <a:pt x="21255" y="93119"/>
                  </a:lnTo>
                  <a:lnTo>
                    <a:pt x="10612" y="88057"/>
                  </a:lnTo>
                  <a:lnTo>
                    <a:pt x="0" y="83010"/>
                  </a:lnTo>
                  <a:lnTo>
                    <a:pt x="3066" y="75240"/>
                  </a:lnTo>
                  <a:lnTo>
                    <a:pt x="6042" y="67698"/>
                  </a:lnTo>
                  <a:lnTo>
                    <a:pt x="9329" y="59369"/>
                  </a:lnTo>
                  <a:lnTo>
                    <a:pt x="12266" y="51929"/>
                  </a:lnTo>
                  <a:lnTo>
                    <a:pt x="15667" y="43310"/>
                  </a:lnTo>
                  <a:lnTo>
                    <a:pt x="19026" y="34798"/>
                  </a:lnTo>
                  <a:lnTo>
                    <a:pt x="23322" y="23913"/>
                  </a:lnTo>
                  <a:lnTo>
                    <a:pt x="27051" y="14463"/>
                  </a:lnTo>
                  <a:lnTo>
                    <a:pt x="32759" y="0"/>
                  </a:lnTo>
                  <a:lnTo>
                    <a:pt x="57430" y="12328"/>
                  </a:lnTo>
                  <a:lnTo>
                    <a:pt x="82934" y="25073"/>
                  </a:lnTo>
                  <a:lnTo>
                    <a:pt x="80587" y="31175"/>
                  </a:lnTo>
                  <a:lnTo>
                    <a:pt x="78523" y="36542"/>
                  </a:lnTo>
                  <a:lnTo>
                    <a:pt x="74789" y="46247"/>
                  </a:lnTo>
                  <a:lnTo>
                    <a:pt x="72002" y="53493"/>
                  </a:lnTo>
                  <a:lnTo>
                    <a:pt x="69510" y="59972"/>
                  </a:lnTo>
                  <a:lnTo>
                    <a:pt x="67526" y="65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874942" y="2573230"/>
              <a:ext cx="59333" cy="97729"/>
            </a:xfrm>
            <a:custGeom>
              <a:avLst/>
              <a:pathLst>
                <a:path w="59333" h="97729">
                  <a:moveTo>
                    <a:pt x="18676" y="93391"/>
                  </a:moveTo>
                  <a:lnTo>
                    <a:pt x="9180" y="88489"/>
                  </a:lnTo>
                  <a:lnTo>
                    <a:pt x="0" y="83750"/>
                  </a:lnTo>
                  <a:lnTo>
                    <a:pt x="4873" y="71578"/>
                  </a:lnTo>
                  <a:lnTo>
                    <a:pt x="9725" y="59458"/>
                  </a:lnTo>
                  <a:lnTo>
                    <a:pt x="14376" y="47843"/>
                  </a:lnTo>
                  <a:lnTo>
                    <a:pt x="19506" y="35029"/>
                  </a:lnTo>
                  <a:lnTo>
                    <a:pt x="22914" y="26518"/>
                  </a:lnTo>
                  <a:lnTo>
                    <a:pt x="33530" y="0"/>
                  </a:lnTo>
                  <a:lnTo>
                    <a:pt x="44829" y="6400"/>
                  </a:lnTo>
                  <a:lnTo>
                    <a:pt x="48392" y="8418"/>
                  </a:lnTo>
                  <a:lnTo>
                    <a:pt x="59333" y="19830"/>
                  </a:lnTo>
                  <a:lnTo>
                    <a:pt x="53889" y="32978"/>
                  </a:lnTo>
                  <a:lnTo>
                    <a:pt x="49484" y="43618"/>
                  </a:lnTo>
                  <a:lnTo>
                    <a:pt x="44748" y="55058"/>
                  </a:lnTo>
                  <a:lnTo>
                    <a:pt x="40460" y="65415"/>
                  </a:lnTo>
                  <a:lnTo>
                    <a:pt x="36573" y="74802"/>
                  </a:lnTo>
                  <a:lnTo>
                    <a:pt x="27081" y="9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789858" y="2636360"/>
              <a:ext cx="76215" cy="85781"/>
            </a:xfrm>
            <a:custGeom>
              <a:avLst/>
              <a:pathLst>
                <a:path w="76215" h="85781">
                  <a:moveTo>
                    <a:pt x="2646" y="52222"/>
                  </a:moveTo>
                  <a:lnTo>
                    <a:pt x="9026" y="35916"/>
                  </a:lnTo>
                  <a:lnTo>
                    <a:pt x="12617" y="26739"/>
                  </a:lnTo>
                  <a:lnTo>
                    <a:pt x="15917" y="18306"/>
                  </a:lnTo>
                  <a:lnTo>
                    <a:pt x="19781" y="8430"/>
                  </a:lnTo>
                  <a:lnTo>
                    <a:pt x="23080" y="0"/>
                  </a:lnTo>
                  <a:lnTo>
                    <a:pt x="29532" y="3143"/>
                  </a:lnTo>
                  <a:lnTo>
                    <a:pt x="34754" y="5687"/>
                  </a:lnTo>
                  <a:lnTo>
                    <a:pt x="42120" y="9275"/>
                  </a:lnTo>
                  <a:lnTo>
                    <a:pt x="50748" y="13478"/>
                  </a:lnTo>
                  <a:lnTo>
                    <a:pt x="60997" y="18471"/>
                  </a:lnTo>
                  <a:lnTo>
                    <a:pt x="69225" y="22479"/>
                  </a:lnTo>
                  <a:lnTo>
                    <a:pt x="76215" y="25885"/>
                  </a:lnTo>
                  <a:lnTo>
                    <a:pt x="72090" y="36570"/>
                  </a:lnTo>
                  <a:lnTo>
                    <a:pt x="68144" y="46788"/>
                  </a:lnTo>
                  <a:lnTo>
                    <a:pt x="64830" y="55370"/>
                  </a:lnTo>
                  <a:lnTo>
                    <a:pt x="60522" y="66524"/>
                  </a:lnTo>
                  <a:lnTo>
                    <a:pt x="53086" y="85781"/>
                  </a:lnTo>
                  <a:lnTo>
                    <a:pt x="30408" y="74334"/>
                  </a:lnTo>
                  <a:lnTo>
                    <a:pt x="0" y="5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33200" y="2612052"/>
              <a:ext cx="73619" cy="80002"/>
            </a:xfrm>
            <a:custGeom>
              <a:avLst/>
              <a:pathLst>
                <a:path w="73619" h="80002">
                  <a:moveTo>
                    <a:pt x="1616" y="52176"/>
                  </a:moveTo>
                  <a:lnTo>
                    <a:pt x="6779" y="39537"/>
                  </a:lnTo>
                  <a:lnTo>
                    <a:pt x="9858" y="31999"/>
                  </a:lnTo>
                  <a:lnTo>
                    <a:pt x="13102" y="24058"/>
                  </a:lnTo>
                  <a:lnTo>
                    <a:pt x="16063" y="16809"/>
                  </a:lnTo>
                  <a:lnTo>
                    <a:pt x="19267" y="8963"/>
                  </a:lnTo>
                  <a:lnTo>
                    <a:pt x="22929" y="0"/>
                  </a:lnTo>
                  <a:lnTo>
                    <a:pt x="28032" y="2260"/>
                  </a:lnTo>
                  <a:lnTo>
                    <a:pt x="35104" y="5392"/>
                  </a:lnTo>
                  <a:lnTo>
                    <a:pt x="39947" y="7571"/>
                  </a:lnTo>
                  <a:lnTo>
                    <a:pt x="46732" y="10624"/>
                  </a:lnTo>
                  <a:lnTo>
                    <a:pt x="54031" y="13909"/>
                  </a:lnTo>
                  <a:lnTo>
                    <a:pt x="58920" y="16109"/>
                  </a:lnTo>
                  <a:lnTo>
                    <a:pt x="64492" y="18616"/>
                  </a:lnTo>
                  <a:lnTo>
                    <a:pt x="69366" y="20809"/>
                  </a:lnTo>
                  <a:lnTo>
                    <a:pt x="73619" y="22723"/>
                  </a:lnTo>
                  <a:lnTo>
                    <a:pt x="69918" y="32138"/>
                  </a:lnTo>
                  <a:lnTo>
                    <a:pt x="66185" y="41635"/>
                  </a:lnTo>
                  <a:lnTo>
                    <a:pt x="61704" y="53034"/>
                  </a:lnTo>
                  <a:lnTo>
                    <a:pt x="55863" y="67893"/>
                  </a:lnTo>
                  <a:lnTo>
                    <a:pt x="51104" y="80002"/>
                  </a:lnTo>
                  <a:lnTo>
                    <a:pt x="27701" y="69072"/>
                  </a:lnTo>
                  <a:lnTo>
                    <a:pt x="0" y="56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675314" y="2587599"/>
              <a:ext cx="72584" cy="76804"/>
            </a:xfrm>
            <a:custGeom>
              <a:avLst/>
              <a:pathLst>
                <a:path w="72584" h="76804">
                  <a:moveTo>
                    <a:pt x="19361" y="17189"/>
                  </a:moveTo>
                  <a:lnTo>
                    <a:pt x="25076" y="7541"/>
                  </a:lnTo>
                  <a:lnTo>
                    <a:pt x="29543" y="0"/>
                  </a:lnTo>
                  <a:lnTo>
                    <a:pt x="34436" y="2323"/>
                  </a:lnTo>
                  <a:lnTo>
                    <a:pt x="39251" y="4608"/>
                  </a:lnTo>
                  <a:lnTo>
                    <a:pt x="44596" y="7146"/>
                  </a:lnTo>
                  <a:lnTo>
                    <a:pt x="50874" y="10126"/>
                  </a:lnTo>
                  <a:lnTo>
                    <a:pt x="56640" y="12864"/>
                  </a:lnTo>
                  <a:lnTo>
                    <a:pt x="66820" y="17696"/>
                  </a:lnTo>
                  <a:lnTo>
                    <a:pt x="72584" y="20433"/>
                  </a:lnTo>
                  <a:lnTo>
                    <a:pt x="68857" y="31352"/>
                  </a:lnTo>
                  <a:lnTo>
                    <a:pt x="64650" y="43681"/>
                  </a:lnTo>
                  <a:lnTo>
                    <a:pt x="59855" y="57729"/>
                  </a:lnTo>
                  <a:lnTo>
                    <a:pt x="53345" y="76804"/>
                  </a:lnTo>
                  <a:lnTo>
                    <a:pt x="50334" y="75296"/>
                  </a:lnTo>
                  <a:lnTo>
                    <a:pt x="28922" y="64482"/>
                  </a:lnTo>
                  <a:lnTo>
                    <a:pt x="9319" y="54583"/>
                  </a:lnTo>
                  <a:lnTo>
                    <a:pt x="0" y="49877"/>
                  </a:lnTo>
                  <a:lnTo>
                    <a:pt x="2925" y="44938"/>
                  </a:lnTo>
                  <a:lnTo>
                    <a:pt x="7248" y="37640"/>
                  </a:lnTo>
                  <a:lnTo>
                    <a:pt x="13040" y="27861"/>
                  </a:lnTo>
                  <a:lnTo>
                    <a:pt x="14486" y="254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631248" y="2563447"/>
              <a:ext cx="50309" cy="71998"/>
            </a:xfrm>
            <a:custGeom>
              <a:avLst/>
              <a:pathLst>
                <a:path w="50309" h="71998">
                  <a:moveTo>
                    <a:pt x="1881" y="44017"/>
                  </a:moveTo>
                  <a:lnTo>
                    <a:pt x="3613" y="37427"/>
                  </a:lnTo>
                  <a:lnTo>
                    <a:pt x="7425" y="22929"/>
                  </a:lnTo>
                  <a:lnTo>
                    <a:pt x="9470" y="15150"/>
                  </a:lnTo>
                  <a:lnTo>
                    <a:pt x="11638" y="6905"/>
                  </a:lnTo>
                  <a:lnTo>
                    <a:pt x="13453" y="0"/>
                  </a:lnTo>
                  <a:lnTo>
                    <a:pt x="17531" y="1966"/>
                  </a:lnTo>
                  <a:lnTo>
                    <a:pt x="21518" y="3888"/>
                  </a:lnTo>
                  <a:lnTo>
                    <a:pt x="26234" y="6162"/>
                  </a:lnTo>
                  <a:lnTo>
                    <a:pt x="30749" y="8339"/>
                  </a:lnTo>
                  <a:lnTo>
                    <a:pt x="35226" y="10498"/>
                  </a:lnTo>
                  <a:lnTo>
                    <a:pt x="39605" y="12609"/>
                  </a:lnTo>
                  <a:lnTo>
                    <a:pt x="43168" y="14327"/>
                  </a:lnTo>
                  <a:lnTo>
                    <a:pt x="46475" y="15922"/>
                  </a:lnTo>
                  <a:lnTo>
                    <a:pt x="50309" y="17770"/>
                  </a:lnTo>
                  <a:lnTo>
                    <a:pt x="48476" y="27218"/>
                  </a:lnTo>
                  <a:lnTo>
                    <a:pt x="46688" y="36434"/>
                  </a:lnTo>
                  <a:lnTo>
                    <a:pt x="44793" y="46203"/>
                  </a:lnTo>
                  <a:lnTo>
                    <a:pt x="42118" y="59994"/>
                  </a:lnTo>
                  <a:lnTo>
                    <a:pt x="39789" y="71998"/>
                  </a:lnTo>
                  <a:lnTo>
                    <a:pt x="27769" y="65707"/>
                  </a:lnTo>
                  <a:lnTo>
                    <a:pt x="0" y="511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14920" y="2762846"/>
              <a:ext cx="107169" cy="111231"/>
            </a:xfrm>
            <a:custGeom>
              <a:avLst/>
              <a:pathLst>
                <a:path w="107169" h="111231">
                  <a:moveTo>
                    <a:pt x="37048" y="41620"/>
                  </a:moveTo>
                  <a:lnTo>
                    <a:pt x="44723" y="34547"/>
                  </a:lnTo>
                  <a:lnTo>
                    <a:pt x="55829" y="24313"/>
                  </a:lnTo>
                  <a:lnTo>
                    <a:pt x="62513" y="18154"/>
                  </a:lnTo>
                  <a:lnTo>
                    <a:pt x="72378" y="9063"/>
                  </a:lnTo>
                  <a:lnTo>
                    <a:pt x="82215" y="0"/>
                  </a:lnTo>
                  <a:lnTo>
                    <a:pt x="86497" y="3994"/>
                  </a:lnTo>
                  <a:lnTo>
                    <a:pt x="93380" y="10415"/>
                  </a:lnTo>
                  <a:lnTo>
                    <a:pt x="107169" y="23277"/>
                  </a:lnTo>
                  <a:lnTo>
                    <a:pt x="104032" y="27970"/>
                  </a:lnTo>
                  <a:lnTo>
                    <a:pt x="99737" y="34396"/>
                  </a:lnTo>
                  <a:lnTo>
                    <a:pt x="94826" y="41742"/>
                  </a:lnTo>
                  <a:lnTo>
                    <a:pt x="89113" y="50289"/>
                  </a:lnTo>
                  <a:lnTo>
                    <a:pt x="84442" y="57276"/>
                  </a:lnTo>
                  <a:lnTo>
                    <a:pt x="77082" y="68284"/>
                  </a:lnTo>
                  <a:lnTo>
                    <a:pt x="71240" y="77025"/>
                  </a:lnTo>
                  <a:lnTo>
                    <a:pt x="55506" y="100560"/>
                  </a:lnTo>
                  <a:lnTo>
                    <a:pt x="46171" y="111231"/>
                  </a:lnTo>
                  <a:lnTo>
                    <a:pt x="36749" y="105056"/>
                  </a:lnTo>
                  <a:lnTo>
                    <a:pt x="29271" y="100154"/>
                  </a:lnTo>
                  <a:lnTo>
                    <a:pt x="17267" y="92286"/>
                  </a:lnTo>
                  <a:lnTo>
                    <a:pt x="0" y="80968"/>
                  </a:lnTo>
                  <a:lnTo>
                    <a:pt x="23696" y="55483"/>
                  </a:lnTo>
                  <a:lnTo>
                    <a:pt x="29585" y="49150"/>
                  </a:lnTo>
                  <a:lnTo>
                    <a:pt x="33835" y="44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594939" y="2803882"/>
              <a:ext cx="66481" cy="61543"/>
            </a:xfrm>
            <a:custGeom>
              <a:avLst/>
              <a:pathLst>
                <a:path w="66481" h="61543">
                  <a:moveTo>
                    <a:pt x="3343" y="32317"/>
                  </a:moveTo>
                  <a:lnTo>
                    <a:pt x="8495" y="24049"/>
                  </a:lnTo>
                  <a:lnTo>
                    <a:pt x="12874" y="17023"/>
                  </a:lnTo>
                  <a:lnTo>
                    <a:pt x="17242" y="10014"/>
                  </a:lnTo>
                  <a:lnTo>
                    <a:pt x="21262" y="3564"/>
                  </a:lnTo>
                  <a:lnTo>
                    <a:pt x="23484" y="0"/>
                  </a:lnTo>
                  <a:lnTo>
                    <a:pt x="44308" y="13907"/>
                  </a:lnTo>
                  <a:lnTo>
                    <a:pt x="66481" y="28716"/>
                  </a:lnTo>
                  <a:lnTo>
                    <a:pt x="61139" y="36855"/>
                  </a:lnTo>
                  <a:lnTo>
                    <a:pt x="56440" y="44013"/>
                  </a:lnTo>
                  <a:lnTo>
                    <a:pt x="48925" y="55462"/>
                  </a:lnTo>
                  <a:lnTo>
                    <a:pt x="46030" y="56942"/>
                  </a:lnTo>
                  <a:lnTo>
                    <a:pt x="37029" y="61543"/>
                  </a:lnTo>
                  <a:lnTo>
                    <a:pt x="30153" y="57112"/>
                  </a:lnTo>
                  <a:lnTo>
                    <a:pt x="0" y="3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18571" y="2824410"/>
              <a:ext cx="108986" cy="118175"/>
            </a:xfrm>
            <a:custGeom>
              <a:avLst/>
              <a:pathLst>
                <a:path w="108986" h="118175">
                  <a:moveTo>
                    <a:pt x="40508" y="113113"/>
                  </a:moveTo>
                  <a:lnTo>
                    <a:pt x="31348" y="107045"/>
                  </a:lnTo>
                  <a:lnTo>
                    <a:pt x="23227" y="101665"/>
                  </a:lnTo>
                  <a:lnTo>
                    <a:pt x="13763" y="95395"/>
                  </a:lnTo>
                  <a:lnTo>
                    <a:pt x="0" y="86277"/>
                  </a:lnTo>
                  <a:lnTo>
                    <a:pt x="4184" y="80594"/>
                  </a:lnTo>
                  <a:lnTo>
                    <a:pt x="10372" y="72192"/>
                  </a:lnTo>
                  <a:lnTo>
                    <a:pt x="18769" y="60789"/>
                  </a:lnTo>
                  <a:lnTo>
                    <a:pt x="24874" y="52498"/>
                  </a:lnTo>
                  <a:lnTo>
                    <a:pt x="32632" y="41963"/>
                  </a:lnTo>
                  <a:lnTo>
                    <a:pt x="39498" y="32639"/>
                  </a:lnTo>
                  <a:lnTo>
                    <a:pt x="47680" y="21528"/>
                  </a:lnTo>
                  <a:lnTo>
                    <a:pt x="54632" y="12087"/>
                  </a:lnTo>
                  <a:lnTo>
                    <a:pt x="59465" y="5524"/>
                  </a:lnTo>
                  <a:lnTo>
                    <a:pt x="63533" y="0"/>
                  </a:lnTo>
                  <a:lnTo>
                    <a:pt x="84293" y="13709"/>
                  </a:lnTo>
                  <a:lnTo>
                    <a:pt x="108986" y="30016"/>
                  </a:lnTo>
                  <a:lnTo>
                    <a:pt x="105079" y="35678"/>
                  </a:lnTo>
                  <a:lnTo>
                    <a:pt x="100734" y="41973"/>
                  </a:lnTo>
                  <a:lnTo>
                    <a:pt x="96360" y="48312"/>
                  </a:lnTo>
                  <a:lnTo>
                    <a:pt x="90600" y="56659"/>
                  </a:lnTo>
                  <a:lnTo>
                    <a:pt x="85904" y="63464"/>
                  </a:lnTo>
                  <a:lnTo>
                    <a:pt x="80602" y="71147"/>
                  </a:lnTo>
                  <a:lnTo>
                    <a:pt x="74891" y="79423"/>
                  </a:lnTo>
                  <a:lnTo>
                    <a:pt x="69297" y="87530"/>
                  </a:lnTo>
                  <a:lnTo>
                    <a:pt x="63537" y="95877"/>
                  </a:lnTo>
                  <a:lnTo>
                    <a:pt x="48149" y="1181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674899" y="2859801"/>
              <a:ext cx="108335" cy="117522"/>
            </a:xfrm>
            <a:custGeom>
              <a:avLst/>
              <a:pathLst>
                <a:path w="108335" h="117522">
                  <a:moveTo>
                    <a:pt x="36898" y="112996"/>
                  </a:moveTo>
                  <a:lnTo>
                    <a:pt x="29997" y="107956"/>
                  </a:lnTo>
                  <a:lnTo>
                    <a:pt x="25096" y="104377"/>
                  </a:lnTo>
                  <a:lnTo>
                    <a:pt x="19662" y="100409"/>
                  </a:lnTo>
                  <a:lnTo>
                    <a:pt x="10961" y="94055"/>
                  </a:lnTo>
                  <a:lnTo>
                    <a:pt x="0" y="86051"/>
                  </a:lnTo>
                  <a:lnTo>
                    <a:pt x="51914" y="11116"/>
                  </a:lnTo>
                  <a:lnTo>
                    <a:pt x="59615" y="0"/>
                  </a:lnTo>
                  <a:lnTo>
                    <a:pt x="83979" y="16108"/>
                  </a:lnTo>
                  <a:lnTo>
                    <a:pt x="108335" y="32211"/>
                  </a:lnTo>
                  <a:lnTo>
                    <a:pt x="100526" y="42422"/>
                  </a:lnTo>
                  <a:lnTo>
                    <a:pt x="95502" y="48993"/>
                  </a:lnTo>
                  <a:lnTo>
                    <a:pt x="90745" y="55213"/>
                  </a:lnTo>
                  <a:lnTo>
                    <a:pt x="84406" y="63503"/>
                  </a:lnTo>
                  <a:lnTo>
                    <a:pt x="77740" y="72220"/>
                  </a:lnTo>
                  <a:lnTo>
                    <a:pt x="71749" y="80055"/>
                  </a:lnTo>
                  <a:lnTo>
                    <a:pt x="65537" y="88178"/>
                  </a:lnTo>
                  <a:lnTo>
                    <a:pt x="58460" y="97432"/>
                  </a:lnTo>
                  <a:lnTo>
                    <a:pt x="51848" y="106079"/>
                  </a:lnTo>
                  <a:lnTo>
                    <a:pt x="43097" y="1175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688251" y="2814283"/>
              <a:ext cx="115512" cy="68821"/>
            </a:xfrm>
            <a:custGeom>
              <a:avLst/>
              <a:pathLst>
                <a:path w="115512" h="68821">
                  <a:moveTo>
                    <a:pt x="95905" y="68821"/>
                  </a:moveTo>
                  <a:lnTo>
                    <a:pt x="41939" y="33867"/>
                  </a:lnTo>
                  <a:lnTo>
                    <a:pt x="31142" y="27375"/>
                  </a:lnTo>
                  <a:lnTo>
                    <a:pt x="0" y="8647"/>
                  </a:lnTo>
                  <a:lnTo>
                    <a:pt x="15154" y="2522"/>
                  </a:lnTo>
                  <a:lnTo>
                    <a:pt x="42292" y="0"/>
                  </a:lnTo>
                  <a:lnTo>
                    <a:pt x="54981" y="2883"/>
                  </a:lnTo>
                  <a:lnTo>
                    <a:pt x="61157" y="4789"/>
                  </a:lnTo>
                  <a:lnTo>
                    <a:pt x="73659" y="8647"/>
                  </a:lnTo>
                  <a:lnTo>
                    <a:pt x="115512" y="18193"/>
                  </a:lnTo>
                  <a:lnTo>
                    <a:pt x="113397" y="30443"/>
                  </a:lnTo>
                  <a:lnTo>
                    <a:pt x="108421" y="44287"/>
                  </a:lnTo>
                  <a:lnTo>
                    <a:pt x="107052" y="48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26842" y="2931390"/>
              <a:ext cx="84288" cy="82006"/>
            </a:xfrm>
            <a:custGeom>
              <a:avLst/>
              <a:pathLst>
                <a:path w="84288" h="82006">
                  <a:moveTo>
                    <a:pt x="36311" y="74153"/>
                  </a:moveTo>
                  <a:lnTo>
                    <a:pt x="0" y="49431"/>
                  </a:lnTo>
                  <a:lnTo>
                    <a:pt x="4424" y="43935"/>
                  </a:lnTo>
                  <a:lnTo>
                    <a:pt x="10201" y="36759"/>
                  </a:lnTo>
                  <a:lnTo>
                    <a:pt x="16963" y="28359"/>
                  </a:lnTo>
                  <a:lnTo>
                    <a:pt x="24244" y="19314"/>
                  </a:lnTo>
                  <a:lnTo>
                    <a:pt x="30468" y="11583"/>
                  </a:lnTo>
                  <a:lnTo>
                    <a:pt x="35796" y="4965"/>
                  </a:lnTo>
                  <a:lnTo>
                    <a:pt x="39793" y="0"/>
                  </a:lnTo>
                  <a:lnTo>
                    <a:pt x="62921" y="15468"/>
                  </a:lnTo>
                  <a:lnTo>
                    <a:pt x="84288" y="29759"/>
                  </a:lnTo>
                  <a:lnTo>
                    <a:pt x="78795" y="37634"/>
                  </a:lnTo>
                  <a:lnTo>
                    <a:pt x="73298" y="45514"/>
                  </a:lnTo>
                  <a:lnTo>
                    <a:pt x="68208" y="52813"/>
                  </a:lnTo>
                  <a:lnTo>
                    <a:pt x="62761" y="60622"/>
                  </a:lnTo>
                  <a:lnTo>
                    <a:pt x="59860" y="64780"/>
                  </a:lnTo>
                  <a:lnTo>
                    <a:pt x="54676" y="72213"/>
                  </a:lnTo>
                  <a:lnTo>
                    <a:pt x="47845" y="820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768662" y="2821794"/>
              <a:ext cx="117111" cy="133160"/>
            </a:xfrm>
            <a:custGeom>
              <a:avLst/>
              <a:pathLst>
                <a:path w="117111" h="133160">
                  <a:moveTo>
                    <a:pt x="32929" y="57644"/>
                  </a:moveTo>
                  <a:lnTo>
                    <a:pt x="36687" y="52123"/>
                  </a:lnTo>
                  <a:lnTo>
                    <a:pt x="42867" y="38799"/>
                  </a:lnTo>
                  <a:lnTo>
                    <a:pt x="49409" y="24694"/>
                  </a:lnTo>
                  <a:lnTo>
                    <a:pt x="66336" y="29963"/>
                  </a:lnTo>
                  <a:lnTo>
                    <a:pt x="69016" y="30735"/>
                  </a:lnTo>
                  <a:lnTo>
                    <a:pt x="81359" y="28933"/>
                  </a:lnTo>
                  <a:lnTo>
                    <a:pt x="80116" y="22577"/>
                  </a:lnTo>
                  <a:lnTo>
                    <a:pt x="55452" y="22920"/>
                  </a:lnTo>
                  <a:lnTo>
                    <a:pt x="52744" y="2711"/>
                  </a:lnTo>
                  <a:lnTo>
                    <a:pt x="56094" y="2537"/>
                  </a:lnTo>
                  <a:lnTo>
                    <a:pt x="62809" y="2187"/>
                  </a:lnTo>
                  <a:lnTo>
                    <a:pt x="69488" y="1840"/>
                  </a:lnTo>
                  <a:lnTo>
                    <a:pt x="76817" y="1459"/>
                  </a:lnTo>
                  <a:lnTo>
                    <a:pt x="82513" y="1163"/>
                  </a:lnTo>
                  <a:lnTo>
                    <a:pt x="86954" y="932"/>
                  </a:lnTo>
                  <a:lnTo>
                    <a:pt x="90527" y="746"/>
                  </a:lnTo>
                  <a:lnTo>
                    <a:pt x="95286" y="498"/>
                  </a:lnTo>
                  <a:lnTo>
                    <a:pt x="100288" y="238"/>
                  </a:lnTo>
                  <a:lnTo>
                    <a:pt x="104880" y="0"/>
                  </a:lnTo>
                  <a:lnTo>
                    <a:pt x="111644" y="15020"/>
                  </a:lnTo>
                  <a:lnTo>
                    <a:pt x="117111" y="27163"/>
                  </a:lnTo>
                  <a:lnTo>
                    <a:pt x="93845" y="60018"/>
                  </a:lnTo>
                  <a:lnTo>
                    <a:pt x="81037" y="78104"/>
                  </a:lnTo>
                  <a:lnTo>
                    <a:pt x="42049" y="133160"/>
                  </a:lnTo>
                  <a:lnTo>
                    <a:pt x="37880" y="130470"/>
                  </a:lnTo>
                  <a:lnTo>
                    <a:pt x="33994" y="127962"/>
                  </a:lnTo>
                  <a:lnTo>
                    <a:pt x="28388" y="124345"/>
                  </a:lnTo>
                  <a:lnTo>
                    <a:pt x="23512" y="121198"/>
                  </a:lnTo>
                  <a:lnTo>
                    <a:pt x="19682" y="118727"/>
                  </a:lnTo>
                  <a:lnTo>
                    <a:pt x="16764" y="116844"/>
                  </a:lnTo>
                  <a:lnTo>
                    <a:pt x="12777" y="114271"/>
                  </a:lnTo>
                  <a:lnTo>
                    <a:pt x="7207" y="110677"/>
                  </a:lnTo>
                  <a:lnTo>
                    <a:pt x="0" y="106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778398" y="2964739"/>
              <a:ext cx="82480" cy="82658"/>
            </a:xfrm>
            <a:custGeom>
              <a:avLst/>
              <a:pathLst>
                <a:path w="82480" h="82658">
                  <a:moveTo>
                    <a:pt x="3953" y="46455"/>
                  </a:moveTo>
                  <a:lnTo>
                    <a:pt x="8259" y="40624"/>
                  </a:lnTo>
                  <a:lnTo>
                    <a:pt x="15166" y="31271"/>
                  </a:lnTo>
                  <a:lnTo>
                    <a:pt x="21217" y="23076"/>
                  </a:lnTo>
                  <a:lnTo>
                    <a:pt x="25517" y="17252"/>
                  </a:lnTo>
                  <a:lnTo>
                    <a:pt x="31760" y="8798"/>
                  </a:lnTo>
                  <a:lnTo>
                    <a:pt x="35935" y="3143"/>
                  </a:lnTo>
                  <a:lnTo>
                    <a:pt x="38257" y="0"/>
                  </a:lnTo>
                  <a:lnTo>
                    <a:pt x="57660" y="12603"/>
                  </a:lnTo>
                  <a:lnTo>
                    <a:pt x="82480" y="28726"/>
                  </a:lnTo>
                  <a:lnTo>
                    <a:pt x="78477" y="34536"/>
                  </a:lnTo>
                  <a:lnTo>
                    <a:pt x="74199" y="40746"/>
                  </a:lnTo>
                  <a:lnTo>
                    <a:pt x="69971" y="46882"/>
                  </a:lnTo>
                  <a:lnTo>
                    <a:pt x="65758" y="52997"/>
                  </a:lnTo>
                  <a:lnTo>
                    <a:pt x="60359" y="60833"/>
                  </a:lnTo>
                  <a:lnTo>
                    <a:pt x="54975" y="68648"/>
                  </a:lnTo>
                  <a:lnTo>
                    <a:pt x="50024" y="75835"/>
                  </a:lnTo>
                  <a:lnTo>
                    <a:pt x="45323" y="82658"/>
                  </a:lnTo>
                  <a:lnTo>
                    <a:pt x="28969" y="71527"/>
                  </a:lnTo>
                  <a:lnTo>
                    <a:pt x="0" y="5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20004" y="2906695"/>
              <a:ext cx="77465" cy="79907"/>
            </a:xfrm>
            <a:custGeom>
              <a:avLst/>
              <a:pathLst>
                <a:path w="77465" h="79907">
                  <a:moveTo>
                    <a:pt x="40329" y="77287"/>
                  </a:moveTo>
                  <a:lnTo>
                    <a:pt x="33891" y="73222"/>
                  </a:lnTo>
                  <a:lnTo>
                    <a:pt x="28663" y="69921"/>
                  </a:lnTo>
                  <a:lnTo>
                    <a:pt x="22063" y="65753"/>
                  </a:lnTo>
                  <a:lnTo>
                    <a:pt x="14179" y="60774"/>
                  </a:lnTo>
                  <a:lnTo>
                    <a:pt x="0" y="51820"/>
                  </a:lnTo>
                  <a:lnTo>
                    <a:pt x="6551" y="42842"/>
                  </a:lnTo>
                  <a:lnTo>
                    <a:pt x="13947" y="32707"/>
                  </a:lnTo>
                  <a:lnTo>
                    <a:pt x="23525" y="19583"/>
                  </a:lnTo>
                  <a:lnTo>
                    <a:pt x="30735" y="9702"/>
                  </a:lnTo>
                  <a:lnTo>
                    <a:pt x="37816" y="0"/>
                  </a:lnTo>
                  <a:lnTo>
                    <a:pt x="51400" y="6590"/>
                  </a:lnTo>
                  <a:lnTo>
                    <a:pt x="58609" y="10087"/>
                  </a:lnTo>
                  <a:lnTo>
                    <a:pt x="64673" y="16953"/>
                  </a:lnTo>
                  <a:lnTo>
                    <a:pt x="77465" y="31435"/>
                  </a:lnTo>
                  <a:lnTo>
                    <a:pt x="68122" y="45164"/>
                  </a:lnTo>
                  <a:lnTo>
                    <a:pt x="44478" y="799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29633" y="2996655"/>
              <a:ext cx="58097" cy="59397"/>
            </a:xfrm>
            <a:custGeom>
              <a:avLst/>
              <a:pathLst>
                <a:path w="58097" h="59397">
                  <a:moveTo>
                    <a:pt x="0" y="57112"/>
                  </a:moveTo>
                  <a:lnTo>
                    <a:pt x="28628" y="11606"/>
                  </a:lnTo>
                  <a:lnTo>
                    <a:pt x="35930" y="0"/>
                  </a:lnTo>
                  <a:lnTo>
                    <a:pt x="41796" y="4428"/>
                  </a:lnTo>
                  <a:lnTo>
                    <a:pt x="51237" y="11557"/>
                  </a:lnTo>
                  <a:lnTo>
                    <a:pt x="58097" y="16737"/>
                  </a:lnTo>
                  <a:lnTo>
                    <a:pt x="48056" y="30309"/>
                  </a:lnTo>
                  <a:lnTo>
                    <a:pt x="36807" y="45513"/>
                  </a:lnTo>
                  <a:lnTo>
                    <a:pt x="18903" y="59397"/>
                  </a:lnTo>
                  <a:lnTo>
                    <a:pt x="12925" y="59325"/>
                  </a:lnTo>
                  <a:lnTo>
                    <a:pt x="4296" y="59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870937" y="2945109"/>
              <a:ext cx="67998" cy="71573"/>
            </a:xfrm>
            <a:custGeom>
              <a:avLst/>
              <a:pathLst>
                <a:path w="67998" h="71573">
                  <a:moveTo>
                    <a:pt x="21600" y="13109"/>
                  </a:moveTo>
                  <a:lnTo>
                    <a:pt x="31026" y="0"/>
                  </a:lnTo>
                  <a:lnTo>
                    <a:pt x="42347" y="11065"/>
                  </a:lnTo>
                  <a:lnTo>
                    <a:pt x="48013" y="16603"/>
                  </a:lnTo>
                  <a:lnTo>
                    <a:pt x="53968" y="22423"/>
                  </a:lnTo>
                  <a:lnTo>
                    <a:pt x="61153" y="29447"/>
                  </a:lnTo>
                  <a:lnTo>
                    <a:pt x="67998" y="36137"/>
                  </a:lnTo>
                  <a:lnTo>
                    <a:pt x="50678" y="49064"/>
                  </a:lnTo>
                  <a:lnTo>
                    <a:pt x="45741" y="52749"/>
                  </a:lnTo>
                  <a:lnTo>
                    <a:pt x="31231" y="71573"/>
                  </a:lnTo>
                  <a:lnTo>
                    <a:pt x="26256" y="67490"/>
                  </a:lnTo>
                  <a:lnTo>
                    <a:pt x="17213" y="60067"/>
                  </a:lnTo>
                  <a:lnTo>
                    <a:pt x="9197" y="53487"/>
                  </a:lnTo>
                  <a:lnTo>
                    <a:pt x="0" y="45938"/>
                  </a:lnTo>
                  <a:lnTo>
                    <a:pt x="13896" y="23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00764" y="2889339"/>
              <a:ext cx="95424" cy="96733"/>
            </a:xfrm>
            <a:custGeom>
              <a:avLst/>
              <a:pathLst>
                <a:path w="95424" h="96733">
                  <a:moveTo>
                    <a:pt x="0" y="48637"/>
                  </a:moveTo>
                  <a:lnTo>
                    <a:pt x="7747" y="41320"/>
                  </a:lnTo>
                  <a:lnTo>
                    <a:pt x="15571" y="33930"/>
                  </a:lnTo>
                  <a:lnTo>
                    <a:pt x="21981" y="27877"/>
                  </a:lnTo>
                  <a:lnTo>
                    <a:pt x="24318" y="25669"/>
                  </a:lnTo>
                  <a:lnTo>
                    <a:pt x="29206" y="21505"/>
                  </a:lnTo>
                  <a:lnTo>
                    <a:pt x="38592" y="13510"/>
                  </a:lnTo>
                  <a:lnTo>
                    <a:pt x="54452" y="0"/>
                  </a:lnTo>
                  <a:lnTo>
                    <a:pt x="63575" y="14343"/>
                  </a:lnTo>
                  <a:lnTo>
                    <a:pt x="79222" y="38943"/>
                  </a:lnTo>
                  <a:lnTo>
                    <a:pt x="95424" y="77008"/>
                  </a:lnTo>
                  <a:lnTo>
                    <a:pt x="91524" y="78827"/>
                  </a:lnTo>
                  <a:lnTo>
                    <a:pt x="83924" y="82372"/>
                  </a:lnTo>
                  <a:lnTo>
                    <a:pt x="76895" y="85650"/>
                  </a:lnTo>
                  <a:lnTo>
                    <a:pt x="70389" y="88684"/>
                  </a:lnTo>
                  <a:lnTo>
                    <a:pt x="58167" y="94384"/>
                  </a:lnTo>
                  <a:lnTo>
                    <a:pt x="53130" y="96733"/>
                  </a:lnTo>
                  <a:lnTo>
                    <a:pt x="40139" y="85900"/>
                  </a:lnTo>
                  <a:lnTo>
                    <a:pt x="30432" y="77805"/>
                  </a:lnTo>
                  <a:lnTo>
                    <a:pt x="4493" y="535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886035" y="2868803"/>
              <a:ext cx="67859" cy="62687"/>
            </a:xfrm>
            <a:custGeom>
              <a:avLst/>
              <a:pathLst>
                <a:path w="67859" h="62687">
                  <a:moveTo>
                    <a:pt x="10602" y="35678"/>
                  </a:moveTo>
                  <a:lnTo>
                    <a:pt x="25830" y="19184"/>
                  </a:lnTo>
                  <a:lnTo>
                    <a:pt x="28588" y="17443"/>
                  </a:lnTo>
                  <a:lnTo>
                    <a:pt x="56229" y="0"/>
                  </a:lnTo>
                  <a:lnTo>
                    <a:pt x="59856" y="5478"/>
                  </a:lnTo>
                  <a:lnTo>
                    <a:pt x="67859" y="17563"/>
                  </a:lnTo>
                  <a:lnTo>
                    <a:pt x="65389" y="19499"/>
                  </a:lnTo>
                  <a:lnTo>
                    <a:pt x="56676" y="26630"/>
                  </a:lnTo>
                  <a:lnTo>
                    <a:pt x="35857" y="43666"/>
                  </a:lnTo>
                  <a:lnTo>
                    <a:pt x="12614" y="62687"/>
                  </a:lnTo>
                  <a:lnTo>
                    <a:pt x="6487" y="55147"/>
                  </a:lnTo>
                  <a:lnTo>
                    <a:pt x="0" y="47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186369" y="2865750"/>
              <a:ext cx="70135" cy="116014"/>
            </a:xfrm>
            <a:custGeom>
              <a:avLst/>
              <a:pathLst>
                <a:path w="70135" h="116014">
                  <a:moveTo>
                    <a:pt x="67633" y="22162"/>
                  </a:moveTo>
                  <a:lnTo>
                    <a:pt x="65783" y="30822"/>
                  </a:lnTo>
                  <a:lnTo>
                    <a:pt x="63939" y="39450"/>
                  </a:lnTo>
                  <a:lnTo>
                    <a:pt x="61875" y="49110"/>
                  </a:lnTo>
                  <a:lnTo>
                    <a:pt x="59434" y="60533"/>
                  </a:lnTo>
                  <a:lnTo>
                    <a:pt x="56929" y="72256"/>
                  </a:lnTo>
                  <a:lnTo>
                    <a:pt x="53692" y="87407"/>
                  </a:lnTo>
                  <a:lnTo>
                    <a:pt x="47580" y="116014"/>
                  </a:lnTo>
                  <a:lnTo>
                    <a:pt x="37824" y="113207"/>
                  </a:lnTo>
                  <a:lnTo>
                    <a:pt x="25811" y="109751"/>
                  </a:lnTo>
                  <a:lnTo>
                    <a:pt x="14299" y="106438"/>
                  </a:lnTo>
                  <a:lnTo>
                    <a:pt x="0" y="102324"/>
                  </a:lnTo>
                  <a:lnTo>
                    <a:pt x="2575" y="89326"/>
                  </a:lnTo>
                  <a:lnTo>
                    <a:pt x="5855" y="72780"/>
                  </a:lnTo>
                  <a:lnTo>
                    <a:pt x="8531" y="59275"/>
                  </a:lnTo>
                  <a:lnTo>
                    <a:pt x="11318" y="45212"/>
                  </a:lnTo>
                  <a:lnTo>
                    <a:pt x="15339" y="24926"/>
                  </a:lnTo>
                  <a:lnTo>
                    <a:pt x="18468" y="9137"/>
                  </a:lnTo>
                  <a:lnTo>
                    <a:pt x="20279" y="0"/>
                  </a:lnTo>
                  <a:lnTo>
                    <a:pt x="39768" y="2330"/>
                  </a:lnTo>
                  <a:lnTo>
                    <a:pt x="46744" y="3164"/>
                  </a:lnTo>
                  <a:lnTo>
                    <a:pt x="70135" y="10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25482" y="2854048"/>
              <a:ext cx="71614" cy="118281"/>
            </a:xfrm>
            <a:custGeom>
              <a:avLst/>
              <a:pathLst>
                <a:path w="71614" h="118281">
                  <a:moveTo>
                    <a:pt x="69958" y="18592"/>
                  </a:moveTo>
                  <a:lnTo>
                    <a:pt x="68113" y="27869"/>
                  </a:lnTo>
                  <a:lnTo>
                    <a:pt x="66186" y="37562"/>
                  </a:lnTo>
                  <a:lnTo>
                    <a:pt x="64727" y="44903"/>
                  </a:lnTo>
                  <a:lnTo>
                    <a:pt x="62056" y="58338"/>
                  </a:lnTo>
                  <a:lnTo>
                    <a:pt x="59771" y="69831"/>
                  </a:lnTo>
                  <a:lnTo>
                    <a:pt x="56978" y="83881"/>
                  </a:lnTo>
                  <a:lnTo>
                    <a:pt x="50166" y="118143"/>
                  </a:lnTo>
                  <a:lnTo>
                    <a:pt x="43886" y="118194"/>
                  </a:lnTo>
                  <a:lnTo>
                    <a:pt x="33171" y="118281"/>
                  </a:lnTo>
                  <a:lnTo>
                    <a:pt x="27541" y="116117"/>
                  </a:lnTo>
                  <a:lnTo>
                    <a:pt x="17285" y="112177"/>
                  </a:lnTo>
                  <a:lnTo>
                    <a:pt x="0" y="104977"/>
                  </a:lnTo>
                  <a:lnTo>
                    <a:pt x="2252" y="94414"/>
                  </a:lnTo>
                  <a:lnTo>
                    <a:pt x="4692" y="82972"/>
                  </a:lnTo>
                  <a:lnTo>
                    <a:pt x="8209" y="66476"/>
                  </a:lnTo>
                  <a:lnTo>
                    <a:pt x="11223" y="52344"/>
                  </a:lnTo>
                  <a:lnTo>
                    <a:pt x="14077" y="38957"/>
                  </a:lnTo>
                  <a:lnTo>
                    <a:pt x="17831" y="21354"/>
                  </a:lnTo>
                  <a:lnTo>
                    <a:pt x="20672" y="8029"/>
                  </a:lnTo>
                  <a:lnTo>
                    <a:pt x="22384" y="0"/>
                  </a:lnTo>
                  <a:lnTo>
                    <a:pt x="48334" y="5408"/>
                  </a:lnTo>
                  <a:lnTo>
                    <a:pt x="71614" y="10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068626" y="2843828"/>
              <a:ext cx="71330" cy="99260"/>
            </a:xfrm>
            <a:custGeom>
              <a:avLst/>
              <a:pathLst>
                <a:path w="71330" h="99260">
                  <a:moveTo>
                    <a:pt x="70067" y="14476"/>
                  </a:moveTo>
                  <a:lnTo>
                    <a:pt x="67588" y="28821"/>
                  </a:lnTo>
                  <a:lnTo>
                    <a:pt x="64708" y="45488"/>
                  </a:lnTo>
                  <a:lnTo>
                    <a:pt x="62247" y="59731"/>
                  </a:lnTo>
                  <a:lnTo>
                    <a:pt x="59413" y="76132"/>
                  </a:lnTo>
                  <a:lnTo>
                    <a:pt x="55417" y="99260"/>
                  </a:lnTo>
                  <a:lnTo>
                    <a:pt x="46859" y="97152"/>
                  </a:lnTo>
                  <a:lnTo>
                    <a:pt x="34490" y="94106"/>
                  </a:lnTo>
                  <a:lnTo>
                    <a:pt x="23442" y="91384"/>
                  </a:lnTo>
                  <a:lnTo>
                    <a:pt x="0" y="85611"/>
                  </a:lnTo>
                  <a:lnTo>
                    <a:pt x="2039" y="71095"/>
                  </a:lnTo>
                  <a:lnTo>
                    <a:pt x="3795" y="58601"/>
                  </a:lnTo>
                  <a:lnTo>
                    <a:pt x="6504" y="39323"/>
                  </a:lnTo>
                  <a:lnTo>
                    <a:pt x="11257" y="18656"/>
                  </a:lnTo>
                  <a:lnTo>
                    <a:pt x="13349" y="9559"/>
                  </a:lnTo>
                  <a:lnTo>
                    <a:pt x="15548" y="0"/>
                  </a:lnTo>
                  <a:lnTo>
                    <a:pt x="43047" y="3532"/>
                  </a:lnTo>
                  <a:lnTo>
                    <a:pt x="71330" y="7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084303" y="2748131"/>
              <a:ext cx="71128" cy="95593"/>
            </a:xfrm>
            <a:custGeom>
              <a:avLst/>
              <a:pathLst>
                <a:path w="71128" h="95593">
                  <a:moveTo>
                    <a:pt x="783" y="83044"/>
                  </a:moveTo>
                  <a:lnTo>
                    <a:pt x="2820" y="73042"/>
                  </a:lnTo>
                  <a:lnTo>
                    <a:pt x="5301" y="60859"/>
                  </a:lnTo>
                  <a:lnTo>
                    <a:pt x="8556" y="44874"/>
                  </a:lnTo>
                  <a:lnTo>
                    <a:pt x="10965" y="33048"/>
                  </a:lnTo>
                  <a:lnTo>
                    <a:pt x="13625" y="19984"/>
                  </a:lnTo>
                  <a:lnTo>
                    <a:pt x="15867" y="8978"/>
                  </a:lnTo>
                  <a:lnTo>
                    <a:pt x="17695" y="0"/>
                  </a:lnTo>
                  <a:lnTo>
                    <a:pt x="35432" y="3440"/>
                  </a:lnTo>
                  <a:lnTo>
                    <a:pt x="51029" y="6465"/>
                  </a:lnTo>
                  <a:lnTo>
                    <a:pt x="71128" y="10364"/>
                  </a:lnTo>
                  <a:lnTo>
                    <a:pt x="66892" y="29869"/>
                  </a:lnTo>
                  <a:lnTo>
                    <a:pt x="66059" y="33707"/>
                  </a:lnTo>
                  <a:lnTo>
                    <a:pt x="64295" y="42475"/>
                  </a:lnTo>
                  <a:lnTo>
                    <a:pt x="61304" y="57337"/>
                  </a:lnTo>
                  <a:lnTo>
                    <a:pt x="58085" y="73328"/>
                  </a:lnTo>
                  <a:lnTo>
                    <a:pt x="53605" y="95593"/>
                  </a:lnTo>
                  <a:lnTo>
                    <a:pt x="25086" y="90959"/>
                  </a:lnTo>
                  <a:lnTo>
                    <a:pt x="0" y="868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2971281" y="2872822"/>
              <a:ext cx="92856" cy="95057"/>
            </a:xfrm>
            <a:custGeom>
              <a:avLst/>
              <a:pathLst>
                <a:path w="92856" h="95057">
                  <a:moveTo>
                    <a:pt x="60961" y="0"/>
                  </a:moveTo>
                  <a:lnTo>
                    <a:pt x="63176" y="4156"/>
                  </a:lnTo>
                  <a:lnTo>
                    <a:pt x="66660" y="10696"/>
                  </a:lnTo>
                  <a:lnTo>
                    <a:pt x="72525" y="21707"/>
                  </a:lnTo>
                  <a:lnTo>
                    <a:pt x="77287" y="30645"/>
                  </a:lnTo>
                  <a:lnTo>
                    <a:pt x="84121" y="43474"/>
                  </a:lnTo>
                  <a:lnTo>
                    <a:pt x="92856" y="59871"/>
                  </a:lnTo>
                  <a:lnTo>
                    <a:pt x="87027" y="64504"/>
                  </a:lnTo>
                  <a:lnTo>
                    <a:pt x="81439" y="68946"/>
                  </a:lnTo>
                  <a:lnTo>
                    <a:pt x="74368" y="74567"/>
                  </a:lnTo>
                  <a:lnTo>
                    <a:pt x="64137" y="81006"/>
                  </a:lnTo>
                  <a:lnTo>
                    <a:pt x="53528" y="86794"/>
                  </a:lnTo>
                  <a:lnTo>
                    <a:pt x="41841" y="91917"/>
                  </a:lnTo>
                  <a:lnTo>
                    <a:pt x="30395" y="95057"/>
                  </a:lnTo>
                  <a:lnTo>
                    <a:pt x="25145" y="83319"/>
                  </a:lnTo>
                  <a:lnTo>
                    <a:pt x="19917" y="71629"/>
                  </a:lnTo>
                  <a:lnTo>
                    <a:pt x="14327" y="59130"/>
                  </a:lnTo>
                  <a:lnTo>
                    <a:pt x="9090" y="47421"/>
                  </a:lnTo>
                  <a:lnTo>
                    <a:pt x="0" y="34173"/>
                  </a:lnTo>
                  <a:lnTo>
                    <a:pt x="33180" y="14487"/>
                  </a:lnTo>
                  <a:lnTo>
                    <a:pt x="41823" y="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42528" y="2816924"/>
              <a:ext cx="78242" cy="75510"/>
            </a:xfrm>
            <a:custGeom>
              <a:avLst/>
              <a:pathLst>
                <a:path w="78242" h="75510">
                  <a:moveTo>
                    <a:pt x="27600" y="14750"/>
                  </a:moveTo>
                  <a:lnTo>
                    <a:pt x="53395" y="0"/>
                  </a:lnTo>
                  <a:lnTo>
                    <a:pt x="57279" y="7729"/>
                  </a:lnTo>
                  <a:lnTo>
                    <a:pt x="63253" y="19618"/>
                  </a:lnTo>
                  <a:lnTo>
                    <a:pt x="70380" y="33802"/>
                  </a:lnTo>
                  <a:lnTo>
                    <a:pt x="78242" y="49447"/>
                  </a:lnTo>
                  <a:lnTo>
                    <a:pt x="59705" y="60329"/>
                  </a:lnTo>
                  <a:lnTo>
                    <a:pt x="33844" y="75510"/>
                  </a:lnTo>
                  <a:lnTo>
                    <a:pt x="26443" y="71997"/>
                  </a:lnTo>
                  <a:lnTo>
                    <a:pt x="14802" y="66470"/>
                  </a:lnTo>
                  <a:lnTo>
                    <a:pt x="13334" y="62906"/>
                  </a:lnTo>
                  <a:lnTo>
                    <a:pt x="6733" y="46881"/>
                  </a:lnTo>
                  <a:lnTo>
                    <a:pt x="2587" y="36814"/>
                  </a:lnTo>
                  <a:lnTo>
                    <a:pt x="0" y="305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03060" y="2790984"/>
              <a:ext cx="72955" cy="71784"/>
            </a:xfrm>
            <a:custGeom>
              <a:avLst/>
              <a:pathLst>
                <a:path w="72955" h="71784">
                  <a:moveTo>
                    <a:pt x="28410" y="9090"/>
                  </a:moveTo>
                  <a:lnTo>
                    <a:pt x="45993" y="0"/>
                  </a:lnTo>
                  <a:lnTo>
                    <a:pt x="50820" y="8270"/>
                  </a:lnTo>
                  <a:lnTo>
                    <a:pt x="55115" y="15631"/>
                  </a:lnTo>
                  <a:lnTo>
                    <a:pt x="59976" y="23962"/>
                  </a:lnTo>
                  <a:lnTo>
                    <a:pt x="65240" y="32982"/>
                  </a:lnTo>
                  <a:lnTo>
                    <a:pt x="72955" y="46205"/>
                  </a:lnTo>
                  <a:lnTo>
                    <a:pt x="49975" y="59508"/>
                  </a:lnTo>
                  <a:lnTo>
                    <a:pt x="28768" y="71784"/>
                  </a:lnTo>
                  <a:lnTo>
                    <a:pt x="27061" y="68936"/>
                  </a:lnTo>
                  <a:lnTo>
                    <a:pt x="21255" y="59251"/>
                  </a:lnTo>
                  <a:lnTo>
                    <a:pt x="13457" y="46236"/>
                  </a:lnTo>
                  <a:lnTo>
                    <a:pt x="4607" y="31467"/>
                  </a:lnTo>
                  <a:lnTo>
                    <a:pt x="0" y="237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62041" y="2818891"/>
              <a:ext cx="100924" cy="97463"/>
            </a:xfrm>
            <a:custGeom>
              <a:avLst/>
              <a:pathLst>
                <a:path w="100924" h="97463">
                  <a:moveTo>
                    <a:pt x="33556" y="31858"/>
                  </a:moveTo>
                  <a:lnTo>
                    <a:pt x="69839" y="0"/>
                  </a:lnTo>
                  <a:lnTo>
                    <a:pt x="73569" y="3965"/>
                  </a:lnTo>
                  <a:lnTo>
                    <a:pt x="78892" y="9625"/>
                  </a:lnTo>
                  <a:lnTo>
                    <a:pt x="84460" y="15543"/>
                  </a:lnTo>
                  <a:lnTo>
                    <a:pt x="90280" y="21731"/>
                  </a:lnTo>
                  <a:lnTo>
                    <a:pt x="96115" y="27934"/>
                  </a:lnTo>
                  <a:lnTo>
                    <a:pt x="98796" y="36570"/>
                  </a:lnTo>
                  <a:lnTo>
                    <a:pt x="100924" y="43423"/>
                  </a:lnTo>
                  <a:lnTo>
                    <a:pt x="60508" y="76212"/>
                  </a:lnTo>
                  <a:lnTo>
                    <a:pt x="34313" y="97463"/>
                  </a:lnTo>
                  <a:lnTo>
                    <a:pt x="30853" y="93819"/>
                  </a:lnTo>
                  <a:lnTo>
                    <a:pt x="24858" y="87505"/>
                  </a:lnTo>
                  <a:lnTo>
                    <a:pt x="20036" y="82426"/>
                  </a:lnTo>
                  <a:lnTo>
                    <a:pt x="13684" y="75736"/>
                  </a:lnTo>
                  <a:lnTo>
                    <a:pt x="6123" y="67772"/>
                  </a:lnTo>
                  <a:lnTo>
                    <a:pt x="0" y="61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299700" y="2872367"/>
              <a:ext cx="83678" cy="91684"/>
            </a:xfrm>
            <a:custGeom>
              <a:avLst/>
              <a:pathLst>
                <a:path w="83678" h="91684">
                  <a:moveTo>
                    <a:pt x="23002" y="29855"/>
                  </a:moveTo>
                  <a:lnTo>
                    <a:pt x="60164" y="0"/>
                  </a:lnTo>
                  <a:lnTo>
                    <a:pt x="64739" y="9294"/>
                  </a:lnTo>
                  <a:lnTo>
                    <a:pt x="68776" y="17498"/>
                  </a:lnTo>
                  <a:lnTo>
                    <a:pt x="72178" y="24410"/>
                  </a:lnTo>
                  <a:lnTo>
                    <a:pt x="75864" y="31900"/>
                  </a:lnTo>
                  <a:lnTo>
                    <a:pt x="79403" y="39089"/>
                  </a:lnTo>
                  <a:lnTo>
                    <a:pt x="83678" y="47777"/>
                  </a:lnTo>
                  <a:lnTo>
                    <a:pt x="47661" y="74363"/>
                  </a:lnTo>
                  <a:lnTo>
                    <a:pt x="24194" y="91684"/>
                  </a:lnTo>
                  <a:lnTo>
                    <a:pt x="17584" y="79841"/>
                  </a:lnTo>
                  <a:lnTo>
                    <a:pt x="14638" y="74563"/>
                  </a:lnTo>
                  <a:lnTo>
                    <a:pt x="10479" y="67110"/>
                  </a:lnTo>
                  <a:lnTo>
                    <a:pt x="6499" y="59979"/>
                  </a:lnTo>
                  <a:lnTo>
                    <a:pt x="3411" y="54448"/>
                  </a:lnTo>
                  <a:lnTo>
                    <a:pt x="0" y="483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45587" y="2983175"/>
              <a:ext cx="74349" cy="115889"/>
            </a:xfrm>
            <a:custGeom>
              <a:avLst/>
              <a:pathLst>
                <a:path w="74349" h="115889">
                  <a:moveTo>
                    <a:pt x="43510" y="1349"/>
                  </a:moveTo>
                  <a:lnTo>
                    <a:pt x="49009" y="527"/>
                  </a:lnTo>
                  <a:lnTo>
                    <a:pt x="52542" y="0"/>
                  </a:lnTo>
                  <a:lnTo>
                    <a:pt x="54215" y="6699"/>
                  </a:lnTo>
                  <a:lnTo>
                    <a:pt x="58297" y="23049"/>
                  </a:lnTo>
                  <a:lnTo>
                    <a:pt x="61786" y="37025"/>
                  </a:lnTo>
                  <a:lnTo>
                    <a:pt x="65039" y="50050"/>
                  </a:lnTo>
                  <a:lnTo>
                    <a:pt x="65979" y="53815"/>
                  </a:lnTo>
                  <a:lnTo>
                    <a:pt x="68292" y="67318"/>
                  </a:lnTo>
                  <a:lnTo>
                    <a:pt x="70331" y="79221"/>
                  </a:lnTo>
                  <a:lnTo>
                    <a:pt x="74349" y="102678"/>
                  </a:lnTo>
                  <a:lnTo>
                    <a:pt x="62531" y="107299"/>
                  </a:lnTo>
                  <a:lnTo>
                    <a:pt x="49535" y="112381"/>
                  </a:lnTo>
                  <a:lnTo>
                    <a:pt x="40566" y="115889"/>
                  </a:lnTo>
                  <a:lnTo>
                    <a:pt x="34281" y="114338"/>
                  </a:lnTo>
                  <a:lnTo>
                    <a:pt x="22427" y="111414"/>
                  </a:lnTo>
                  <a:lnTo>
                    <a:pt x="19417" y="97105"/>
                  </a:lnTo>
                  <a:lnTo>
                    <a:pt x="15960" y="80673"/>
                  </a:lnTo>
                  <a:lnTo>
                    <a:pt x="11908" y="61411"/>
                  </a:lnTo>
                  <a:lnTo>
                    <a:pt x="7561" y="40747"/>
                  </a:lnTo>
                  <a:lnTo>
                    <a:pt x="4331" y="25395"/>
                  </a:lnTo>
                  <a:lnTo>
                    <a:pt x="0" y="4805"/>
                  </a:lnTo>
                  <a:lnTo>
                    <a:pt x="23736" y="44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087334" y="2950989"/>
              <a:ext cx="74744" cy="148425"/>
            </a:xfrm>
            <a:custGeom>
              <a:avLst/>
              <a:pathLst>
                <a:path w="74744" h="148425">
                  <a:moveTo>
                    <a:pt x="10" y="102314"/>
                  </a:moveTo>
                  <a:lnTo>
                    <a:pt x="32" y="92583"/>
                  </a:lnTo>
                  <a:lnTo>
                    <a:pt x="51" y="83944"/>
                  </a:lnTo>
                  <a:lnTo>
                    <a:pt x="81" y="70612"/>
                  </a:lnTo>
                  <a:lnTo>
                    <a:pt x="114" y="55475"/>
                  </a:lnTo>
                  <a:lnTo>
                    <a:pt x="154" y="37821"/>
                  </a:lnTo>
                  <a:lnTo>
                    <a:pt x="190" y="21610"/>
                  </a:lnTo>
                  <a:lnTo>
                    <a:pt x="238" y="0"/>
                  </a:lnTo>
                  <a:lnTo>
                    <a:pt x="33009" y="23334"/>
                  </a:lnTo>
                  <a:lnTo>
                    <a:pt x="50214" y="35586"/>
                  </a:lnTo>
                  <a:lnTo>
                    <a:pt x="51246" y="40332"/>
                  </a:lnTo>
                  <a:lnTo>
                    <a:pt x="54223" y="54027"/>
                  </a:lnTo>
                  <a:lnTo>
                    <a:pt x="59431" y="77983"/>
                  </a:lnTo>
                  <a:lnTo>
                    <a:pt x="74744" y="148425"/>
                  </a:lnTo>
                  <a:lnTo>
                    <a:pt x="65168" y="143127"/>
                  </a:lnTo>
                  <a:lnTo>
                    <a:pt x="50008" y="134740"/>
                  </a:lnTo>
                  <a:lnTo>
                    <a:pt x="34495" y="126159"/>
                  </a:lnTo>
                  <a:lnTo>
                    <a:pt x="18460" y="117288"/>
                  </a:lnTo>
                  <a:lnTo>
                    <a:pt x="0" y="107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03338" y="2951576"/>
              <a:ext cx="80519" cy="115989"/>
            </a:xfrm>
            <a:custGeom>
              <a:avLst/>
              <a:pathLst>
                <a:path w="80519" h="115989">
                  <a:moveTo>
                    <a:pt x="13990" y="29056"/>
                  </a:moveTo>
                  <a:lnTo>
                    <a:pt x="36599" y="20428"/>
                  </a:lnTo>
                  <a:lnTo>
                    <a:pt x="42973" y="17644"/>
                  </a:lnTo>
                  <a:lnTo>
                    <a:pt x="58791" y="10736"/>
                  </a:lnTo>
                  <a:lnTo>
                    <a:pt x="80519" y="0"/>
                  </a:lnTo>
                  <a:lnTo>
                    <a:pt x="80313" y="5364"/>
                  </a:lnTo>
                  <a:lnTo>
                    <a:pt x="80074" y="11611"/>
                  </a:lnTo>
                  <a:lnTo>
                    <a:pt x="79816" y="18335"/>
                  </a:lnTo>
                  <a:lnTo>
                    <a:pt x="79484" y="26979"/>
                  </a:lnTo>
                  <a:lnTo>
                    <a:pt x="79152" y="35633"/>
                  </a:lnTo>
                  <a:lnTo>
                    <a:pt x="78917" y="41764"/>
                  </a:lnTo>
                  <a:lnTo>
                    <a:pt x="78698" y="47472"/>
                  </a:lnTo>
                  <a:lnTo>
                    <a:pt x="78406" y="55100"/>
                  </a:lnTo>
                  <a:lnTo>
                    <a:pt x="78147" y="61866"/>
                  </a:lnTo>
                  <a:lnTo>
                    <a:pt x="77897" y="68373"/>
                  </a:lnTo>
                  <a:lnTo>
                    <a:pt x="77631" y="75303"/>
                  </a:lnTo>
                  <a:lnTo>
                    <a:pt x="77339" y="82931"/>
                  </a:lnTo>
                  <a:lnTo>
                    <a:pt x="77040" y="90713"/>
                  </a:lnTo>
                  <a:lnTo>
                    <a:pt x="76728" y="98849"/>
                  </a:lnTo>
                  <a:lnTo>
                    <a:pt x="76071" y="115989"/>
                  </a:lnTo>
                  <a:lnTo>
                    <a:pt x="47605" y="104061"/>
                  </a:lnTo>
                  <a:lnTo>
                    <a:pt x="19992" y="92490"/>
                  </a:lnTo>
                  <a:lnTo>
                    <a:pt x="18747" y="88835"/>
                  </a:lnTo>
                  <a:lnTo>
                    <a:pt x="15935" y="80577"/>
                  </a:lnTo>
                  <a:lnTo>
                    <a:pt x="11930" y="68820"/>
                  </a:lnTo>
                  <a:lnTo>
                    <a:pt x="9367" y="61296"/>
                  </a:lnTo>
                  <a:lnTo>
                    <a:pt x="6266" y="52190"/>
                  </a:lnTo>
                  <a:lnTo>
                    <a:pt x="2529" y="41219"/>
                  </a:lnTo>
                  <a:lnTo>
                    <a:pt x="0" y="33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09957" y="2995389"/>
              <a:ext cx="103068" cy="107847"/>
            </a:xfrm>
            <a:custGeom>
              <a:avLst/>
              <a:pathLst>
                <a:path w="103068" h="107847">
                  <a:moveTo>
                    <a:pt x="24885" y="25828"/>
                  </a:moveTo>
                  <a:lnTo>
                    <a:pt x="37954" y="44754"/>
                  </a:lnTo>
                  <a:lnTo>
                    <a:pt x="49189" y="56913"/>
                  </a:lnTo>
                  <a:lnTo>
                    <a:pt x="56183" y="64415"/>
                  </a:lnTo>
                  <a:lnTo>
                    <a:pt x="84667" y="94961"/>
                  </a:lnTo>
                  <a:lnTo>
                    <a:pt x="103068" y="107847"/>
                  </a:lnTo>
                  <a:lnTo>
                    <a:pt x="83415" y="103087"/>
                  </a:lnTo>
                  <a:lnTo>
                    <a:pt x="71138" y="100114"/>
                  </a:lnTo>
                  <a:lnTo>
                    <a:pt x="58079" y="96951"/>
                  </a:lnTo>
                  <a:lnTo>
                    <a:pt x="42956" y="93289"/>
                  </a:lnTo>
                  <a:lnTo>
                    <a:pt x="29309" y="89984"/>
                  </a:lnTo>
                  <a:lnTo>
                    <a:pt x="19478" y="87603"/>
                  </a:lnTo>
                  <a:lnTo>
                    <a:pt x="17633" y="79306"/>
                  </a:lnTo>
                  <a:lnTo>
                    <a:pt x="13219" y="59452"/>
                  </a:lnTo>
                  <a:lnTo>
                    <a:pt x="8212" y="36935"/>
                  </a:lnTo>
                  <a:lnTo>
                    <a:pt x="5408" y="243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680497" y="2736928"/>
              <a:ext cx="69684" cy="75437"/>
            </a:xfrm>
            <a:custGeom>
              <a:avLst/>
              <a:pathLst>
                <a:path w="69684" h="75437">
                  <a:moveTo>
                    <a:pt x="57843" y="10681"/>
                  </a:moveTo>
                  <a:lnTo>
                    <a:pt x="59920" y="20475"/>
                  </a:lnTo>
                  <a:lnTo>
                    <a:pt x="62464" y="32481"/>
                  </a:lnTo>
                  <a:lnTo>
                    <a:pt x="65225" y="45506"/>
                  </a:lnTo>
                  <a:lnTo>
                    <a:pt x="69684" y="66541"/>
                  </a:lnTo>
                  <a:lnTo>
                    <a:pt x="45074" y="69001"/>
                  </a:lnTo>
                  <a:lnTo>
                    <a:pt x="40536" y="69454"/>
                  </a:lnTo>
                  <a:lnTo>
                    <a:pt x="12999" y="75437"/>
                  </a:lnTo>
                  <a:lnTo>
                    <a:pt x="10217" y="61030"/>
                  </a:lnTo>
                  <a:lnTo>
                    <a:pt x="7538" y="47151"/>
                  </a:lnTo>
                  <a:lnTo>
                    <a:pt x="5188" y="34982"/>
                  </a:lnTo>
                  <a:lnTo>
                    <a:pt x="1996" y="18449"/>
                  </a:lnTo>
                  <a:lnTo>
                    <a:pt x="0" y="8109"/>
                  </a:lnTo>
                  <a:lnTo>
                    <a:pt x="15025" y="5916"/>
                  </a:lnTo>
                  <a:lnTo>
                    <a:pt x="28310" y="3978"/>
                  </a:lnTo>
                  <a:lnTo>
                    <a:pt x="41411" y="2067"/>
                  </a:lnTo>
                  <a:lnTo>
                    <a:pt x="55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739517" y="2737378"/>
              <a:ext cx="69665" cy="75164"/>
            </a:xfrm>
            <a:custGeom>
              <a:avLst/>
              <a:pathLst>
                <a:path w="69665" h="75164">
                  <a:moveTo>
                    <a:pt x="23796" y="1542"/>
                  </a:moveTo>
                  <a:lnTo>
                    <a:pt x="41453" y="875"/>
                  </a:lnTo>
                  <a:lnTo>
                    <a:pt x="48568" y="606"/>
                  </a:lnTo>
                  <a:lnTo>
                    <a:pt x="64625" y="0"/>
                  </a:lnTo>
                  <a:lnTo>
                    <a:pt x="65432" y="11387"/>
                  </a:lnTo>
                  <a:lnTo>
                    <a:pt x="66086" y="20620"/>
                  </a:lnTo>
                  <a:lnTo>
                    <a:pt x="66745" y="29914"/>
                  </a:lnTo>
                  <a:lnTo>
                    <a:pt x="67397" y="39112"/>
                  </a:lnTo>
                  <a:lnTo>
                    <a:pt x="68049" y="48309"/>
                  </a:lnTo>
                  <a:lnTo>
                    <a:pt x="68547" y="55337"/>
                  </a:lnTo>
                  <a:lnTo>
                    <a:pt x="69132" y="63595"/>
                  </a:lnTo>
                  <a:lnTo>
                    <a:pt x="69665" y="71111"/>
                  </a:lnTo>
                  <a:lnTo>
                    <a:pt x="49975" y="74093"/>
                  </a:lnTo>
                  <a:lnTo>
                    <a:pt x="45876" y="74714"/>
                  </a:lnTo>
                  <a:lnTo>
                    <a:pt x="17680" y="75164"/>
                  </a:lnTo>
                  <a:lnTo>
                    <a:pt x="16204" y="69093"/>
                  </a:lnTo>
                  <a:lnTo>
                    <a:pt x="14101" y="60444"/>
                  </a:lnTo>
                  <a:lnTo>
                    <a:pt x="11642" y="50331"/>
                  </a:lnTo>
                  <a:lnTo>
                    <a:pt x="8441" y="37165"/>
                  </a:lnTo>
                  <a:lnTo>
                    <a:pt x="4714" y="21835"/>
                  </a:lnTo>
                  <a:lnTo>
                    <a:pt x="2118" y="11155"/>
                  </a:lnTo>
                  <a:lnTo>
                    <a:pt x="0" y="2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08841" y="2732533"/>
              <a:ext cx="64868" cy="80052"/>
            </a:xfrm>
            <a:custGeom>
              <a:avLst/>
              <a:pathLst>
                <a:path w="64868" h="80052">
                  <a:moveTo>
                    <a:pt x="8033" y="80052"/>
                  </a:moveTo>
                  <a:lnTo>
                    <a:pt x="7330" y="69356"/>
                  </a:lnTo>
                  <a:lnTo>
                    <a:pt x="6834" y="61812"/>
                  </a:lnTo>
                  <a:lnTo>
                    <a:pt x="6429" y="58145"/>
                  </a:lnTo>
                  <a:lnTo>
                    <a:pt x="5534" y="50050"/>
                  </a:lnTo>
                  <a:lnTo>
                    <a:pt x="4471" y="40441"/>
                  </a:lnTo>
                  <a:lnTo>
                    <a:pt x="3176" y="28732"/>
                  </a:lnTo>
                  <a:lnTo>
                    <a:pt x="2406" y="21765"/>
                  </a:lnTo>
                  <a:lnTo>
                    <a:pt x="1045" y="9458"/>
                  </a:lnTo>
                  <a:lnTo>
                    <a:pt x="0" y="0"/>
                  </a:lnTo>
                  <a:lnTo>
                    <a:pt x="10365" y="1031"/>
                  </a:lnTo>
                  <a:lnTo>
                    <a:pt x="20340" y="2024"/>
                  </a:lnTo>
                  <a:lnTo>
                    <a:pt x="29971" y="2983"/>
                  </a:lnTo>
                  <a:lnTo>
                    <a:pt x="41198" y="4100"/>
                  </a:lnTo>
                  <a:lnTo>
                    <a:pt x="46279" y="4606"/>
                  </a:lnTo>
                  <a:lnTo>
                    <a:pt x="53626" y="5332"/>
                  </a:lnTo>
                  <a:lnTo>
                    <a:pt x="55188" y="15763"/>
                  </a:lnTo>
                  <a:lnTo>
                    <a:pt x="57341" y="30141"/>
                  </a:lnTo>
                  <a:lnTo>
                    <a:pt x="59643" y="45514"/>
                  </a:lnTo>
                  <a:lnTo>
                    <a:pt x="61951" y="60926"/>
                  </a:lnTo>
                  <a:lnTo>
                    <a:pt x="64868" y="78110"/>
                  </a:lnTo>
                  <a:lnTo>
                    <a:pt x="44483" y="78802"/>
                  </a:lnTo>
                  <a:lnTo>
                    <a:pt x="29965" y="792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868756" y="2727733"/>
              <a:ext cx="71910" cy="84294"/>
            </a:xfrm>
            <a:custGeom>
              <a:avLst/>
              <a:pathLst>
                <a:path w="71910" h="84294">
                  <a:moveTo>
                    <a:pt x="58002" y="5764"/>
                  </a:moveTo>
                  <a:lnTo>
                    <a:pt x="59520" y="13935"/>
                  </a:lnTo>
                  <a:lnTo>
                    <a:pt x="61087" y="22366"/>
                  </a:lnTo>
                  <a:lnTo>
                    <a:pt x="62866" y="31940"/>
                  </a:lnTo>
                  <a:lnTo>
                    <a:pt x="64604" y="41292"/>
                  </a:lnTo>
                  <a:lnTo>
                    <a:pt x="66729" y="52728"/>
                  </a:lnTo>
                  <a:lnTo>
                    <a:pt x="68792" y="63830"/>
                  </a:lnTo>
                  <a:lnTo>
                    <a:pt x="71910" y="80611"/>
                  </a:lnTo>
                  <a:lnTo>
                    <a:pt x="47981" y="82764"/>
                  </a:lnTo>
                  <a:lnTo>
                    <a:pt x="36886" y="83763"/>
                  </a:lnTo>
                  <a:lnTo>
                    <a:pt x="12285" y="84294"/>
                  </a:lnTo>
                  <a:lnTo>
                    <a:pt x="10973" y="77234"/>
                  </a:lnTo>
                  <a:lnTo>
                    <a:pt x="8837" y="65736"/>
                  </a:lnTo>
                  <a:lnTo>
                    <a:pt x="6437" y="52821"/>
                  </a:lnTo>
                  <a:lnTo>
                    <a:pt x="5034" y="45269"/>
                  </a:lnTo>
                  <a:lnTo>
                    <a:pt x="3818" y="36650"/>
                  </a:lnTo>
                  <a:lnTo>
                    <a:pt x="1786" y="22239"/>
                  </a:lnTo>
                  <a:lnTo>
                    <a:pt x="0" y="9569"/>
                  </a:lnTo>
                  <a:lnTo>
                    <a:pt x="11091" y="7086"/>
                  </a:lnTo>
                  <a:lnTo>
                    <a:pt x="20503" y="4980"/>
                  </a:lnTo>
                  <a:lnTo>
                    <a:pt x="25652" y="3827"/>
                  </a:lnTo>
                  <a:lnTo>
                    <a:pt x="31793" y="3076"/>
                  </a:lnTo>
                  <a:lnTo>
                    <a:pt x="42498" y="1766"/>
                  </a:lnTo>
                  <a:lnTo>
                    <a:pt x="569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30250" y="2707918"/>
              <a:ext cx="81794" cy="95923"/>
            </a:xfrm>
            <a:custGeom>
              <a:avLst/>
              <a:pathLst>
                <a:path w="81794" h="95923">
                  <a:moveTo>
                    <a:pt x="8856" y="8670"/>
                  </a:moveTo>
                  <a:lnTo>
                    <a:pt x="23535" y="5839"/>
                  </a:lnTo>
                  <a:lnTo>
                    <a:pt x="38089" y="3032"/>
                  </a:lnTo>
                  <a:lnTo>
                    <a:pt x="53811" y="0"/>
                  </a:lnTo>
                  <a:lnTo>
                    <a:pt x="67261" y="4589"/>
                  </a:lnTo>
                  <a:lnTo>
                    <a:pt x="81794" y="9548"/>
                  </a:lnTo>
                  <a:lnTo>
                    <a:pt x="63034" y="15990"/>
                  </a:lnTo>
                  <a:lnTo>
                    <a:pt x="56852" y="18114"/>
                  </a:lnTo>
                  <a:lnTo>
                    <a:pt x="61162" y="31330"/>
                  </a:lnTo>
                  <a:lnTo>
                    <a:pt x="63594" y="38787"/>
                  </a:lnTo>
                  <a:lnTo>
                    <a:pt x="64995" y="43084"/>
                  </a:lnTo>
                  <a:lnTo>
                    <a:pt x="67718" y="51433"/>
                  </a:lnTo>
                  <a:lnTo>
                    <a:pt x="70441" y="59782"/>
                  </a:lnTo>
                  <a:lnTo>
                    <a:pt x="72476" y="66024"/>
                  </a:lnTo>
                  <a:lnTo>
                    <a:pt x="74565" y="72428"/>
                  </a:lnTo>
                  <a:lnTo>
                    <a:pt x="77821" y="82412"/>
                  </a:lnTo>
                  <a:lnTo>
                    <a:pt x="69767" y="85037"/>
                  </a:lnTo>
                  <a:lnTo>
                    <a:pt x="55180" y="91281"/>
                  </a:lnTo>
                  <a:lnTo>
                    <a:pt x="44339" y="95923"/>
                  </a:lnTo>
                  <a:lnTo>
                    <a:pt x="27774" y="95645"/>
                  </a:lnTo>
                  <a:lnTo>
                    <a:pt x="17465" y="95472"/>
                  </a:lnTo>
                  <a:lnTo>
                    <a:pt x="15578" y="86279"/>
                  </a:lnTo>
                  <a:lnTo>
                    <a:pt x="14267" y="79892"/>
                  </a:lnTo>
                  <a:lnTo>
                    <a:pt x="12894" y="73205"/>
                  </a:lnTo>
                  <a:lnTo>
                    <a:pt x="11203" y="64964"/>
                  </a:lnTo>
                  <a:lnTo>
                    <a:pt x="9028" y="54369"/>
                  </a:lnTo>
                  <a:lnTo>
                    <a:pt x="6666" y="42860"/>
                  </a:lnTo>
                  <a:lnTo>
                    <a:pt x="3517" y="27514"/>
                  </a:lnTo>
                  <a:lnTo>
                    <a:pt x="0" y="10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2993092" y="2722260"/>
              <a:ext cx="80529" cy="66945"/>
            </a:xfrm>
            <a:custGeom>
              <a:avLst/>
              <a:pathLst>
                <a:path w="80529" h="66945">
                  <a:moveTo>
                    <a:pt x="9396" y="36813"/>
                  </a:moveTo>
                  <a:lnTo>
                    <a:pt x="0" y="9076"/>
                  </a:lnTo>
                  <a:lnTo>
                    <a:pt x="10017" y="5171"/>
                  </a:lnTo>
                  <a:lnTo>
                    <a:pt x="23283" y="0"/>
                  </a:lnTo>
                  <a:lnTo>
                    <a:pt x="59394" y="14549"/>
                  </a:lnTo>
                  <a:lnTo>
                    <a:pt x="80529" y="23065"/>
                  </a:lnTo>
                  <a:lnTo>
                    <a:pt x="70769" y="33051"/>
                  </a:lnTo>
                  <a:lnTo>
                    <a:pt x="65088" y="38862"/>
                  </a:lnTo>
                  <a:lnTo>
                    <a:pt x="58615" y="45485"/>
                  </a:lnTo>
                  <a:lnTo>
                    <a:pt x="51895" y="52360"/>
                  </a:lnTo>
                  <a:lnTo>
                    <a:pt x="48239" y="55459"/>
                  </a:lnTo>
                  <a:lnTo>
                    <a:pt x="34844" y="60832"/>
                  </a:lnTo>
                  <a:lnTo>
                    <a:pt x="26231" y="64287"/>
                  </a:lnTo>
                  <a:lnTo>
                    <a:pt x="19604" y="669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978428" y="2655109"/>
              <a:ext cx="89149" cy="73472"/>
            </a:xfrm>
            <a:custGeom>
              <a:avLst/>
              <a:pathLst>
                <a:path w="89149" h="73472">
                  <a:moveTo>
                    <a:pt x="10862" y="12896"/>
                  </a:moveTo>
                  <a:lnTo>
                    <a:pt x="28968" y="0"/>
                  </a:lnTo>
                  <a:lnTo>
                    <a:pt x="35682" y="2591"/>
                  </a:lnTo>
                  <a:lnTo>
                    <a:pt x="42292" y="5143"/>
                  </a:lnTo>
                  <a:lnTo>
                    <a:pt x="51118" y="8549"/>
                  </a:lnTo>
                  <a:lnTo>
                    <a:pt x="59634" y="11836"/>
                  </a:lnTo>
                  <a:lnTo>
                    <a:pt x="68656" y="15318"/>
                  </a:lnTo>
                  <a:lnTo>
                    <a:pt x="80038" y="19712"/>
                  </a:lnTo>
                  <a:lnTo>
                    <a:pt x="89149" y="23228"/>
                  </a:lnTo>
                  <a:lnTo>
                    <a:pt x="88109" y="25593"/>
                  </a:lnTo>
                  <a:lnTo>
                    <a:pt x="80628" y="42606"/>
                  </a:lnTo>
                  <a:lnTo>
                    <a:pt x="74345" y="56896"/>
                  </a:lnTo>
                  <a:lnTo>
                    <a:pt x="66849" y="73472"/>
                  </a:lnTo>
                  <a:lnTo>
                    <a:pt x="62280" y="71420"/>
                  </a:lnTo>
                  <a:lnTo>
                    <a:pt x="55997" y="68598"/>
                  </a:lnTo>
                  <a:lnTo>
                    <a:pt x="48584" y="65268"/>
                  </a:lnTo>
                  <a:lnTo>
                    <a:pt x="42161" y="62384"/>
                  </a:lnTo>
                  <a:lnTo>
                    <a:pt x="36194" y="59704"/>
                  </a:lnTo>
                  <a:lnTo>
                    <a:pt x="30523" y="57157"/>
                  </a:lnTo>
                  <a:lnTo>
                    <a:pt x="24704" y="54544"/>
                  </a:lnTo>
                  <a:lnTo>
                    <a:pt x="18872" y="51924"/>
                  </a:lnTo>
                  <a:lnTo>
                    <a:pt x="0" y="43448"/>
                  </a:lnTo>
                  <a:lnTo>
                    <a:pt x="2453" y="34947"/>
                  </a:lnTo>
                  <a:lnTo>
                    <a:pt x="3221" y="30563"/>
                  </a:lnTo>
                  <a:lnTo>
                    <a:pt x="3982" y="26223"/>
                  </a:lnTo>
                  <a:lnTo>
                    <a:pt x="4567" y="173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19153" y="2755887"/>
              <a:ext cx="69695" cy="61690"/>
            </a:xfrm>
            <a:custGeom>
              <a:avLst/>
              <a:pathLst>
                <a:path w="69695" h="61690">
                  <a:moveTo>
                    <a:pt x="11278" y="50528"/>
                  </a:moveTo>
                  <a:lnTo>
                    <a:pt x="9480" y="43493"/>
                  </a:lnTo>
                  <a:lnTo>
                    <a:pt x="7181" y="34496"/>
                  </a:lnTo>
                  <a:lnTo>
                    <a:pt x="5148" y="26542"/>
                  </a:lnTo>
                  <a:lnTo>
                    <a:pt x="1593" y="12631"/>
                  </a:lnTo>
                  <a:lnTo>
                    <a:pt x="0" y="6394"/>
                  </a:lnTo>
                  <a:lnTo>
                    <a:pt x="14181" y="5082"/>
                  </a:lnTo>
                  <a:lnTo>
                    <a:pt x="24444" y="4132"/>
                  </a:lnTo>
                  <a:lnTo>
                    <a:pt x="27961" y="3719"/>
                  </a:lnTo>
                  <a:lnTo>
                    <a:pt x="45830" y="1622"/>
                  </a:lnTo>
                  <a:lnTo>
                    <a:pt x="59651" y="0"/>
                  </a:lnTo>
                  <a:lnTo>
                    <a:pt x="61065" y="7537"/>
                  </a:lnTo>
                  <a:lnTo>
                    <a:pt x="63088" y="18311"/>
                  </a:lnTo>
                  <a:lnTo>
                    <a:pt x="65266" y="29918"/>
                  </a:lnTo>
                  <a:lnTo>
                    <a:pt x="66099" y="34358"/>
                  </a:lnTo>
                  <a:lnTo>
                    <a:pt x="67509" y="43871"/>
                  </a:lnTo>
                  <a:lnTo>
                    <a:pt x="69187" y="55200"/>
                  </a:lnTo>
                  <a:lnTo>
                    <a:pt x="69695" y="58634"/>
                  </a:lnTo>
                  <a:lnTo>
                    <a:pt x="52117" y="59967"/>
                  </a:lnTo>
                  <a:lnTo>
                    <a:pt x="49226" y="60186"/>
                  </a:lnTo>
                  <a:lnTo>
                    <a:pt x="29399" y="616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858470" y="2667622"/>
              <a:ext cx="36961" cy="43852"/>
            </a:xfrm>
            <a:custGeom>
              <a:avLst/>
              <a:pathLst>
                <a:path w="36961" h="43852">
                  <a:moveTo>
                    <a:pt x="33953" y="21157"/>
                  </a:moveTo>
                  <a:lnTo>
                    <a:pt x="30766" y="29447"/>
                  </a:lnTo>
                  <a:lnTo>
                    <a:pt x="25230" y="43852"/>
                  </a:lnTo>
                  <a:lnTo>
                    <a:pt x="12908" y="37849"/>
                  </a:lnTo>
                  <a:lnTo>
                    <a:pt x="0" y="31559"/>
                  </a:lnTo>
                  <a:lnTo>
                    <a:pt x="2753" y="24490"/>
                  </a:lnTo>
                  <a:lnTo>
                    <a:pt x="5354" y="17810"/>
                  </a:lnTo>
                  <a:lnTo>
                    <a:pt x="7685" y="11826"/>
                  </a:lnTo>
                  <a:lnTo>
                    <a:pt x="9409" y="7397"/>
                  </a:lnTo>
                  <a:lnTo>
                    <a:pt x="12290" y="0"/>
                  </a:lnTo>
                  <a:lnTo>
                    <a:pt x="16622" y="2340"/>
                  </a:lnTo>
                  <a:lnTo>
                    <a:pt x="23263" y="5928"/>
                  </a:lnTo>
                  <a:lnTo>
                    <a:pt x="30462" y="9818"/>
                  </a:lnTo>
                  <a:lnTo>
                    <a:pt x="36961" y="13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20765" y="2617010"/>
              <a:ext cx="52719" cy="43681"/>
            </a:xfrm>
            <a:custGeom>
              <a:avLst/>
              <a:pathLst>
                <a:path w="52719" h="43681">
                  <a:moveTo>
                    <a:pt x="12281" y="0"/>
                  </a:moveTo>
                  <a:lnTo>
                    <a:pt x="52719" y="17500"/>
                  </a:lnTo>
                  <a:lnTo>
                    <a:pt x="40880" y="43681"/>
                  </a:lnTo>
                  <a:lnTo>
                    <a:pt x="0" y="25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28129" y="2935972"/>
              <a:ext cx="72916" cy="79497"/>
            </a:xfrm>
            <a:custGeom>
              <a:avLst/>
              <a:pathLst>
                <a:path w="72916" h="79497">
                  <a:moveTo>
                    <a:pt x="10764" y="24685"/>
                  </a:moveTo>
                  <a:lnTo>
                    <a:pt x="22154" y="16718"/>
                  </a:lnTo>
                  <a:lnTo>
                    <a:pt x="31687" y="10051"/>
                  </a:lnTo>
                  <a:lnTo>
                    <a:pt x="46056" y="0"/>
                  </a:lnTo>
                  <a:lnTo>
                    <a:pt x="51175" y="9789"/>
                  </a:lnTo>
                  <a:lnTo>
                    <a:pt x="54738" y="16601"/>
                  </a:lnTo>
                  <a:lnTo>
                    <a:pt x="59253" y="25236"/>
                  </a:lnTo>
                  <a:lnTo>
                    <a:pt x="67105" y="40251"/>
                  </a:lnTo>
                  <a:lnTo>
                    <a:pt x="72916" y="51363"/>
                  </a:lnTo>
                  <a:lnTo>
                    <a:pt x="48826" y="64223"/>
                  </a:lnTo>
                  <a:lnTo>
                    <a:pt x="20215" y="79497"/>
                  </a:lnTo>
                  <a:lnTo>
                    <a:pt x="7092" y="48803"/>
                  </a:lnTo>
                  <a:lnTo>
                    <a:pt x="0" y="322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39873" y="2925199"/>
              <a:ext cx="105619" cy="188522"/>
            </a:xfrm>
            <a:custGeom>
              <a:avLst/>
              <a:pathLst>
                <a:path w="105619" h="188522">
                  <a:moveTo>
                    <a:pt x="12283" y="100003"/>
                  </a:moveTo>
                  <a:lnTo>
                    <a:pt x="7402" y="92292"/>
                  </a:lnTo>
                  <a:lnTo>
                    <a:pt x="3675" y="83936"/>
                  </a:lnTo>
                  <a:lnTo>
                    <a:pt x="1220" y="75298"/>
                  </a:lnTo>
                  <a:lnTo>
                    <a:pt x="0" y="66390"/>
                  </a:lnTo>
                  <a:lnTo>
                    <a:pt x="38" y="57396"/>
                  </a:lnTo>
                  <a:lnTo>
                    <a:pt x="1334" y="48499"/>
                  </a:lnTo>
                  <a:lnTo>
                    <a:pt x="3862" y="39883"/>
                  </a:lnTo>
                  <a:lnTo>
                    <a:pt x="18376" y="28308"/>
                  </a:lnTo>
                  <a:lnTo>
                    <a:pt x="53871" y="0"/>
                  </a:lnTo>
                  <a:lnTo>
                    <a:pt x="57236" y="4885"/>
                  </a:lnTo>
                  <a:lnTo>
                    <a:pt x="59970" y="8855"/>
                  </a:lnTo>
                  <a:lnTo>
                    <a:pt x="63887" y="14544"/>
                  </a:lnTo>
                  <a:lnTo>
                    <a:pt x="67996" y="20511"/>
                  </a:lnTo>
                  <a:lnTo>
                    <a:pt x="72236" y="26668"/>
                  </a:lnTo>
                  <a:lnTo>
                    <a:pt x="76965" y="33535"/>
                  </a:lnTo>
                  <a:lnTo>
                    <a:pt x="58130" y="50285"/>
                  </a:lnTo>
                  <a:lnTo>
                    <a:pt x="46832" y="60331"/>
                  </a:lnTo>
                  <a:lnTo>
                    <a:pt x="51041" y="75568"/>
                  </a:lnTo>
                  <a:lnTo>
                    <a:pt x="61447" y="90648"/>
                  </a:lnTo>
                  <a:lnTo>
                    <a:pt x="105619" y="154660"/>
                  </a:lnTo>
                  <a:lnTo>
                    <a:pt x="102345" y="160171"/>
                  </a:lnTo>
                  <a:lnTo>
                    <a:pt x="98920" y="165935"/>
                  </a:lnTo>
                  <a:lnTo>
                    <a:pt x="103828" y="182310"/>
                  </a:lnTo>
                  <a:lnTo>
                    <a:pt x="104027" y="183059"/>
                  </a:lnTo>
                  <a:lnTo>
                    <a:pt x="104116" y="183829"/>
                  </a:lnTo>
                  <a:lnTo>
                    <a:pt x="104091" y="184604"/>
                  </a:lnTo>
                  <a:lnTo>
                    <a:pt x="103955" y="185367"/>
                  </a:lnTo>
                  <a:lnTo>
                    <a:pt x="103709" y="186101"/>
                  </a:lnTo>
                  <a:lnTo>
                    <a:pt x="103359" y="186789"/>
                  </a:lnTo>
                  <a:lnTo>
                    <a:pt x="102879" y="187458"/>
                  </a:lnTo>
                  <a:lnTo>
                    <a:pt x="102301" y="188040"/>
                  </a:lnTo>
                  <a:lnTo>
                    <a:pt x="101640" y="188522"/>
                  </a:lnTo>
                  <a:lnTo>
                    <a:pt x="97975" y="184972"/>
                  </a:lnTo>
                  <a:lnTo>
                    <a:pt x="92689" y="179852"/>
                  </a:lnTo>
                  <a:lnTo>
                    <a:pt x="88203" y="175506"/>
                  </a:lnTo>
                  <a:lnTo>
                    <a:pt x="81128" y="168654"/>
                  </a:lnTo>
                  <a:lnTo>
                    <a:pt x="75456" y="163161"/>
                  </a:lnTo>
                  <a:lnTo>
                    <a:pt x="72118" y="159837"/>
                  </a:lnTo>
                  <a:lnTo>
                    <a:pt x="64588" y="152341"/>
                  </a:lnTo>
                  <a:lnTo>
                    <a:pt x="58165" y="145947"/>
                  </a:lnTo>
                  <a:lnTo>
                    <a:pt x="51081" y="138895"/>
                  </a:lnTo>
                  <a:lnTo>
                    <a:pt x="45054" y="132895"/>
                  </a:lnTo>
                  <a:lnTo>
                    <a:pt x="41562" y="129419"/>
                  </a:lnTo>
                  <a:lnTo>
                    <a:pt x="39417" y="127350"/>
                  </a:lnTo>
                  <a:lnTo>
                    <a:pt x="31131" y="119359"/>
                  </a:lnTo>
                  <a:lnTo>
                    <a:pt x="18214" y="106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09388" y="2776600"/>
              <a:ext cx="66059" cy="92018"/>
            </a:xfrm>
            <a:custGeom>
              <a:avLst/>
              <a:pathLst>
                <a:path w="66059" h="92018">
                  <a:moveTo>
                    <a:pt x="8982" y="18090"/>
                  </a:moveTo>
                  <a:lnTo>
                    <a:pt x="9587" y="14052"/>
                  </a:lnTo>
                  <a:lnTo>
                    <a:pt x="11589" y="690"/>
                  </a:lnTo>
                  <a:lnTo>
                    <a:pt x="30611" y="435"/>
                  </a:lnTo>
                  <a:lnTo>
                    <a:pt x="44693" y="247"/>
                  </a:lnTo>
                  <a:lnTo>
                    <a:pt x="63189" y="0"/>
                  </a:lnTo>
                  <a:lnTo>
                    <a:pt x="66059" y="1677"/>
                  </a:lnTo>
                  <a:lnTo>
                    <a:pt x="64361" y="10668"/>
                  </a:lnTo>
                  <a:lnTo>
                    <a:pt x="62005" y="23136"/>
                  </a:lnTo>
                  <a:lnTo>
                    <a:pt x="59172" y="38126"/>
                  </a:lnTo>
                  <a:lnTo>
                    <a:pt x="56652" y="51461"/>
                  </a:lnTo>
                  <a:lnTo>
                    <a:pt x="48989" y="92018"/>
                  </a:lnTo>
                  <a:lnTo>
                    <a:pt x="32828" y="87852"/>
                  </a:lnTo>
                  <a:lnTo>
                    <a:pt x="29671" y="87038"/>
                  </a:lnTo>
                  <a:lnTo>
                    <a:pt x="0" y="79410"/>
                  </a:lnTo>
                  <a:lnTo>
                    <a:pt x="1449" y="70263"/>
                  </a:lnTo>
                  <a:lnTo>
                    <a:pt x="3249" y="58899"/>
                  </a:lnTo>
                  <a:lnTo>
                    <a:pt x="6070" y="41094"/>
                  </a:lnTo>
                  <a:lnTo>
                    <a:pt x="7798" y="30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48459" y="2761435"/>
              <a:ext cx="56940" cy="62986"/>
            </a:xfrm>
            <a:custGeom>
              <a:avLst/>
              <a:pathLst>
                <a:path w="56940" h="62986">
                  <a:moveTo>
                    <a:pt x="1590" y="44620"/>
                  </a:moveTo>
                  <a:lnTo>
                    <a:pt x="3926" y="33422"/>
                  </a:lnTo>
                  <a:lnTo>
                    <a:pt x="7005" y="18655"/>
                  </a:lnTo>
                  <a:lnTo>
                    <a:pt x="8402" y="11960"/>
                  </a:lnTo>
                  <a:lnTo>
                    <a:pt x="12884" y="0"/>
                  </a:lnTo>
                  <a:lnTo>
                    <a:pt x="34566" y="4209"/>
                  </a:lnTo>
                  <a:lnTo>
                    <a:pt x="52314" y="7655"/>
                  </a:lnTo>
                  <a:lnTo>
                    <a:pt x="54308" y="15810"/>
                  </a:lnTo>
                  <a:lnTo>
                    <a:pt x="56940" y="26570"/>
                  </a:lnTo>
                  <a:lnTo>
                    <a:pt x="54311" y="39078"/>
                  </a:lnTo>
                  <a:lnTo>
                    <a:pt x="51886" y="50617"/>
                  </a:lnTo>
                  <a:lnTo>
                    <a:pt x="49287" y="62986"/>
                  </a:lnTo>
                  <a:lnTo>
                    <a:pt x="28586" y="58476"/>
                  </a:lnTo>
                  <a:lnTo>
                    <a:pt x="0" y="5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29649" y="2754872"/>
              <a:ext cx="45760" cy="15313"/>
            </a:xfrm>
            <a:custGeom>
              <a:avLst/>
              <a:pathLst>
                <a:path w="45760" h="15313">
                  <a:moveTo>
                    <a:pt x="1124" y="4389"/>
                  </a:moveTo>
                  <a:lnTo>
                    <a:pt x="1816" y="0"/>
                  </a:lnTo>
                  <a:lnTo>
                    <a:pt x="17657" y="270"/>
                  </a:lnTo>
                  <a:lnTo>
                    <a:pt x="42893" y="702"/>
                  </a:lnTo>
                  <a:lnTo>
                    <a:pt x="45760" y="3845"/>
                  </a:lnTo>
                  <a:lnTo>
                    <a:pt x="45001" y="8586"/>
                  </a:lnTo>
                  <a:lnTo>
                    <a:pt x="43925" y="15313"/>
                  </a:lnTo>
                  <a:lnTo>
                    <a:pt x="35285" y="14569"/>
                  </a:lnTo>
                  <a:lnTo>
                    <a:pt x="24537" y="13643"/>
                  </a:lnTo>
                  <a:lnTo>
                    <a:pt x="7402" y="12166"/>
                  </a:lnTo>
                  <a:lnTo>
                    <a:pt x="0" y="11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16996" y="2683585"/>
              <a:ext cx="26278" cy="54842"/>
            </a:xfrm>
            <a:custGeom>
              <a:avLst/>
              <a:pathLst>
                <a:path w="26278" h="54842">
                  <a:moveTo>
                    <a:pt x="23685" y="12315"/>
                  </a:moveTo>
                  <a:lnTo>
                    <a:pt x="18061" y="34738"/>
                  </a:lnTo>
                  <a:lnTo>
                    <a:pt x="13018" y="54842"/>
                  </a:lnTo>
                  <a:lnTo>
                    <a:pt x="10422" y="54191"/>
                  </a:lnTo>
                  <a:lnTo>
                    <a:pt x="6478" y="53202"/>
                  </a:lnTo>
                  <a:lnTo>
                    <a:pt x="2277" y="52149"/>
                  </a:lnTo>
                  <a:lnTo>
                    <a:pt x="0" y="51578"/>
                  </a:lnTo>
                  <a:lnTo>
                    <a:pt x="4244" y="29900"/>
                  </a:lnTo>
                  <a:lnTo>
                    <a:pt x="10099" y="0"/>
                  </a:lnTo>
                  <a:lnTo>
                    <a:pt x="13094" y="354"/>
                  </a:lnTo>
                  <a:lnTo>
                    <a:pt x="16020" y="701"/>
                  </a:lnTo>
                  <a:lnTo>
                    <a:pt x="19473" y="1110"/>
                  </a:lnTo>
                  <a:lnTo>
                    <a:pt x="23410" y="1576"/>
                  </a:lnTo>
                  <a:lnTo>
                    <a:pt x="26278" y="19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183003" y="2637073"/>
              <a:ext cx="44857" cy="50257"/>
            </a:xfrm>
            <a:custGeom>
              <a:avLst/>
              <a:pathLst>
                <a:path w="44857" h="50257">
                  <a:moveTo>
                    <a:pt x="40891" y="41827"/>
                  </a:moveTo>
                  <a:lnTo>
                    <a:pt x="36933" y="43417"/>
                  </a:lnTo>
                  <a:lnTo>
                    <a:pt x="32004" y="45397"/>
                  </a:lnTo>
                  <a:lnTo>
                    <a:pt x="27185" y="47333"/>
                  </a:lnTo>
                  <a:lnTo>
                    <a:pt x="19907" y="50257"/>
                  </a:lnTo>
                  <a:lnTo>
                    <a:pt x="6193" y="18353"/>
                  </a:lnTo>
                  <a:lnTo>
                    <a:pt x="0" y="3946"/>
                  </a:lnTo>
                  <a:lnTo>
                    <a:pt x="11685" y="1320"/>
                  </a:lnTo>
                  <a:lnTo>
                    <a:pt x="17565" y="0"/>
                  </a:lnTo>
                  <a:lnTo>
                    <a:pt x="28559" y="14103"/>
                  </a:lnTo>
                  <a:lnTo>
                    <a:pt x="40438" y="29340"/>
                  </a:lnTo>
                  <a:lnTo>
                    <a:pt x="44857" y="402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594860" y="2458106"/>
              <a:ext cx="74153" cy="85384"/>
            </a:xfrm>
            <a:custGeom>
              <a:avLst/>
              <a:pathLst>
                <a:path w="74153" h="85384">
                  <a:moveTo>
                    <a:pt x="72611" y="19507"/>
                  </a:moveTo>
                  <a:lnTo>
                    <a:pt x="70853" y="25525"/>
                  </a:lnTo>
                  <a:lnTo>
                    <a:pt x="68968" y="31973"/>
                  </a:lnTo>
                  <a:lnTo>
                    <a:pt x="67094" y="38386"/>
                  </a:lnTo>
                  <a:lnTo>
                    <a:pt x="64552" y="47085"/>
                  </a:lnTo>
                  <a:lnTo>
                    <a:pt x="60997" y="59250"/>
                  </a:lnTo>
                  <a:lnTo>
                    <a:pt x="53359" y="85384"/>
                  </a:lnTo>
                  <a:lnTo>
                    <a:pt x="46927" y="84923"/>
                  </a:lnTo>
                  <a:lnTo>
                    <a:pt x="40091" y="84433"/>
                  </a:lnTo>
                  <a:lnTo>
                    <a:pt x="30874" y="83773"/>
                  </a:lnTo>
                  <a:lnTo>
                    <a:pt x="21352" y="83090"/>
                  </a:lnTo>
                  <a:lnTo>
                    <a:pt x="9401" y="82124"/>
                  </a:lnTo>
                  <a:lnTo>
                    <a:pt x="0" y="81364"/>
                  </a:lnTo>
                  <a:lnTo>
                    <a:pt x="2383" y="69997"/>
                  </a:lnTo>
                  <a:lnTo>
                    <a:pt x="5019" y="57425"/>
                  </a:lnTo>
                  <a:lnTo>
                    <a:pt x="7685" y="44704"/>
                  </a:lnTo>
                  <a:lnTo>
                    <a:pt x="10914" y="29302"/>
                  </a:lnTo>
                  <a:lnTo>
                    <a:pt x="13942" y="14860"/>
                  </a:lnTo>
                  <a:lnTo>
                    <a:pt x="17058" y="0"/>
                  </a:lnTo>
                  <a:lnTo>
                    <a:pt x="45050" y="6976"/>
                  </a:lnTo>
                  <a:lnTo>
                    <a:pt x="74153" y="1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07516" y="2656161"/>
              <a:ext cx="44358" cy="53536"/>
            </a:xfrm>
            <a:custGeom>
              <a:avLst/>
              <a:pathLst>
                <a:path w="44358" h="53536">
                  <a:moveTo>
                    <a:pt x="35223" y="30870"/>
                  </a:moveTo>
                  <a:lnTo>
                    <a:pt x="24027" y="53536"/>
                  </a:lnTo>
                  <a:lnTo>
                    <a:pt x="11736" y="47301"/>
                  </a:lnTo>
                  <a:lnTo>
                    <a:pt x="0" y="41348"/>
                  </a:lnTo>
                  <a:lnTo>
                    <a:pt x="7996" y="25390"/>
                  </a:lnTo>
                  <a:lnTo>
                    <a:pt x="20719" y="0"/>
                  </a:lnTo>
                  <a:lnTo>
                    <a:pt x="32520" y="6179"/>
                  </a:lnTo>
                  <a:lnTo>
                    <a:pt x="44358" y="12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19815" y="2600303"/>
              <a:ext cx="52602" cy="66740"/>
            </a:xfrm>
            <a:custGeom>
              <a:avLst/>
              <a:pathLst>
                <a:path w="52602" h="66740">
                  <a:moveTo>
                    <a:pt x="27883" y="56201"/>
                  </a:moveTo>
                  <a:lnTo>
                    <a:pt x="0" y="44313"/>
                  </a:lnTo>
                  <a:lnTo>
                    <a:pt x="4416" y="33989"/>
                  </a:lnTo>
                  <a:lnTo>
                    <a:pt x="9379" y="22388"/>
                  </a:lnTo>
                  <a:lnTo>
                    <a:pt x="18899" y="135"/>
                  </a:lnTo>
                  <a:lnTo>
                    <a:pt x="18767" y="0"/>
                  </a:lnTo>
                  <a:lnTo>
                    <a:pt x="26608" y="5740"/>
                  </a:lnTo>
                  <a:lnTo>
                    <a:pt x="30024" y="9033"/>
                  </a:lnTo>
                  <a:lnTo>
                    <a:pt x="33624" y="12504"/>
                  </a:lnTo>
                  <a:lnTo>
                    <a:pt x="39689" y="20170"/>
                  </a:lnTo>
                  <a:lnTo>
                    <a:pt x="44692" y="28598"/>
                  </a:lnTo>
                  <a:lnTo>
                    <a:pt x="48543" y="37637"/>
                  </a:lnTo>
                  <a:lnTo>
                    <a:pt x="51173" y="47122"/>
                  </a:lnTo>
                  <a:lnTo>
                    <a:pt x="52534" y="56882"/>
                  </a:lnTo>
                  <a:lnTo>
                    <a:pt x="52602" y="667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2965250" y="3034940"/>
              <a:ext cx="103006" cy="75620"/>
            </a:xfrm>
            <a:custGeom>
              <a:avLst/>
              <a:pathLst>
                <a:path w="103006" h="75620">
                  <a:moveTo>
                    <a:pt x="4606" y="17669"/>
                  </a:moveTo>
                  <a:lnTo>
                    <a:pt x="9253" y="0"/>
                  </a:lnTo>
                  <a:lnTo>
                    <a:pt x="14188" y="1840"/>
                  </a:lnTo>
                  <a:lnTo>
                    <a:pt x="20834" y="4319"/>
                  </a:lnTo>
                  <a:lnTo>
                    <a:pt x="30806" y="8038"/>
                  </a:lnTo>
                  <a:lnTo>
                    <a:pt x="42546" y="12416"/>
                  </a:lnTo>
                  <a:lnTo>
                    <a:pt x="54392" y="16834"/>
                  </a:lnTo>
                  <a:lnTo>
                    <a:pt x="69683" y="22537"/>
                  </a:lnTo>
                  <a:lnTo>
                    <a:pt x="95496" y="32163"/>
                  </a:lnTo>
                  <a:lnTo>
                    <a:pt x="97836" y="38206"/>
                  </a:lnTo>
                  <a:lnTo>
                    <a:pt x="100187" y="44278"/>
                  </a:lnTo>
                  <a:lnTo>
                    <a:pt x="101014" y="53473"/>
                  </a:lnTo>
                  <a:lnTo>
                    <a:pt x="101854" y="62812"/>
                  </a:lnTo>
                  <a:lnTo>
                    <a:pt x="103006" y="75620"/>
                  </a:lnTo>
                  <a:lnTo>
                    <a:pt x="94594" y="73922"/>
                  </a:lnTo>
                  <a:lnTo>
                    <a:pt x="82049" y="71389"/>
                  </a:lnTo>
                  <a:lnTo>
                    <a:pt x="74459" y="69856"/>
                  </a:lnTo>
                  <a:lnTo>
                    <a:pt x="70722" y="68312"/>
                  </a:lnTo>
                  <a:lnTo>
                    <a:pt x="60071" y="63911"/>
                  </a:lnTo>
                  <a:lnTo>
                    <a:pt x="48800" y="59083"/>
                  </a:lnTo>
                  <a:lnTo>
                    <a:pt x="41264" y="55856"/>
                  </a:lnTo>
                  <a:lnTo>
                    <a:pt x="36344" y="53748"/>
                  </a:lnTo>
                  <a:lnTo>
                    <a:pt x="30004" y="51032"/>
                  </a:lnTo>
                  <a:lnTo>
                    <a:pt x="30000" y="42939"/>
                  </a:lnTo>
                  <a:lnTo>
                    <a:pt x="27363" y="42257"/>
                  </a:lnTo>
                  <a:lnTo>
                    <a:pt x="7889" y="37226"/>
                  </a:lnTo>
                  <a:lnTo>
                    <a:pt x="0" y="35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26085" y="2979388"/>
              <a:ext cx="92868" cy="66470"/>
            </a:xfrm>
            <a:custGeom>
              <a:avLst/>
              <a:pathLst>
                <a:path w="92868" h="66470">
                  <a:moveTo>
                    <a:pt x="71829" y="4951"/>
                  </a:moveTo>
                  <a:lnTo>
                    <a:pt x="75802" y="16568"/>
                  </a:lnTo>
                  <a:lnTo>
                    <a:pt x="80211" y="29460"/>
                  </a:lnTo>
                  <a:lnTo>
                    <a:pt x="92868" y="66470"/>
                  </a:lnTo>
                  <a:lnTo>
                    <a:pt x="81917" y="62052"/>
                  </a:lnTo>
                  <a:lnTo>
                    <a:pt x="67629" y="56287"/>
                  </a:lnTo>
                  <a:lnTo>
                    <a:pt x="54111" y="50833"/>
                  </a:lnTo>
                  <a:lnTo>
                    <a:pt x="42105" y="45989"/>
                  </a:lnTo>
                  <a:lnTo>
                    <a:pt x="24982" y="39081"/>
                  </a:lnTo>
                  <a:lnTo>
                    <a:pt x="0" y="29001"/>
                  </a:lnTo>
                  <a:lnTo>
                    <a:pt x="31367" y="11348"/>
                  </a:lnTo>
                  <a:lnTo>
                    <a:pt x="39976" y="8828"/>
                  </a:lnTo>
                  <a:lnTo>
                    <a:pt x="701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34982" y="2699729"/>
              <a:ext cx="124716" cy="56301"/>
            </a:xfrm>
            <a:custGeom>
              <a:avLst/>
              <a:pathLst>
                <a:path w="124716" h="56301">
                  <a:moveTo>
                    <a:pt x="110939" y="1034"/>
                  </a:moveTo>
                  <a:lnTo>
                    <a:pt x="111799" y="2143"/>
                  </a:lnTo>
                  <a:lnTo>
                    <a:pt x="112714" y="3324"/>
                  </a:lnTo>
                  <a:lnTo>
                    <a:pt x="113449" y="4273"/>
                  </a:lnTo>
                  <a:lnTo>
                    <a:pt x="114200" y="5242"/>
                  </a:lnTo>
                  <a:lnTo>
                    <a:pt x="115122" y="6432"/>
                  </a:lnTo>
                  <a:lnTo>
                    <a:pt x="115969" y="7526"/>
                  </a:lnTo>
                  <a:lnTo>
                    <a:pt x="116898" y="8725"/>
                  </a:lnTo>
                  <a:lnTo>
                    <a:pt x="117865" y="9973"/>
                  </a:lnTo>
                  <a:lnTo>
                    <a:pt x="119043" y="11493"/>
                  </a:lnTo>
                  <a:lnTo>
                    <a:pt x="120222" y="13016"/>
                  </a:lnTo>
                  <a:lnTo>
                    <a:pt x="122306" y="15705"/>
                  </a:lnTo>
                  <a:lnTo>
                    <a:pt x="124716" y="18815"/>
                  </a:lnTo>
                  <a:lnTo>
                    <a:pt x="104421" y="29445"/>
                  </a:lnTo>
                  <a:lnTo>
                    <a:pt x="100536" y="31480"/>
                  </a:lnTo>
                  <a:lnTo>
                    <a:pt x="87618" y="38247"/>
                  </a:lnTo>
                  <a:lnTo>
                    <a:pt x="68108" y="48466"/>
                  </a:lnTo>
                  <a:lnTo>
                    <a:pt x="63700" y="50775"/>
                  </a:lnTo>
                  <a:lnTo>
                    <a:pt x="48978" y="55689"/>
                  </a:lnTo>
                  <a:lnTo>
                    <a:pt x="45016" y="56301"/>
                  </a:lnTo>
                  <a:lnTo>
                    <a:pt x="41240" y="55432"/>
                  </a:lnTo>
                  <a:lnTo>
                    <a:pt x="33206" y="53584"/>
                  </a:lnTo>
                  <a:lnTo>
                    <a:pt x="24748" y="51639"/>
                  </a:lnTo>
                  <a:lnTo>
                    <a:pt x="17212" y="49970"/>
                  </a:lnTo>
                  <a:lnTo>
                    <a:pt x="0" y="46160"/>
                  </a:lnTo>
                  <a:lnTo>
                    <a:pt x="1279" y="41712"/>
                  </a:lnTo>
                  <a:lnTo>
                    <a:pt x="2231" y="38407"/>
                  </a:lnTo>
                  <a:lnTo>
                    <a:pt x="5944" y="36804"/>
                  </a:lnTo>
                  <a:lnTo>
                    <a:pt x="12479" y="33983"/>
                  </a:lnTo>
                  <a:lnTo>
                    <a:pt x="20265" y="30623"/>
                  </a:lnTo>
                  <a:lnTo>
                    <a:pt x="27638" y="32585"/>
                  </a:lnTo>
                  <a:lnTo>
                    <a:pt x="35226" y="33283"/>
                  </a:lnTo>
                  <a:lnTo>
                    <a:pt x="38412" y="33038"/>
                  </a:lnTo>
                  <a:lnTo>
                    <a:pt x="42822" y="32699"/>
                  </a:lnTo>
                  <a:lnTo>
                    <a:pt x="48088" y="31382"/>
                  </a:lnTo>
                  <a:lnTo>
                    <a:pt x="50223" y="30848"/>
                  </a:lnTo>
                  <a:lnTo>
                    <a:pt x="55135" y="28845"/>
                  </a:lnTo>
                  <a:lnTo>
                    <a:pt x="59792" y="26282"/>
                  </a:lnTo>
                  <a:lnTo>
                    <a:pt x="64132" y="23192"/>
                  </a:lnTo>
                  <a:lnTo>
                    <a:pt x="68704" y="18993"/>
                  </a:lnTo>
                  <a:lnTo>
                    <a:pt x="70553" y="16240"/>
                  </a:lnTo>
                  <a:lnTo>
                    <a:pt x="82948" y="11155"/>
                  </a:lnTo>
                  <a:lnTo>
                    <a:pt x="94449" y="6436"/>
                  </a:lnTo>
                  <a:lnTo>
                    <a:pt x="103979" y="2526"/>
                  </a:lnTo>
                  <a:lnTo>
                    <a:pt x="1101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68018" y="2782783"/>
              <a:ext cx="58225" cy="70398"/>
            </a:xfrm>
            <a:custGeom>
              <a:avLst/>
              <a:pathLst>
                <a:path w="58225" h="70398">
                  <a:moveTo>
                    <a:pt x="39396" y="45805"/>
                  </a:moveTo>
                  <a:lnTo>
                    <a:pt x="26962" y="53567"/>
                  </a:lnTo>
                  <a:lnTo>
                    <a:pt x="0" y="70398"/>
                  </a:lnTo>
                  <a:lnTo>
                    <a:pt x="2804" y="55808"/>
                  </a:lnTo>
                  <a:lnTo>
                    <a:pt x="6947" y="34248"/>
                  </a:lnTo>
                  <a:lnTo>
                    <a:pt x="11098" y="12652"/>
                  </a:lnTo>
                  <a:lnTo>
                    <a:pt x="13529" y="0"/>
                  </a:lnTo>
                  <a:lnTo>
                    <a:pt x="25436" y="3579"/>
                  </a:lnTo>
                  <a:lnTo>
                    <a:pt x="38211" y="7420"/>
                  </a:lnTo>
                  <a:lnTo>
                    <a:pt x="58225" y="31837"/>
                  </a:lnTo>
                  <a:lnTo>
                    <a:pt x="52023" y="36611"/>
                  </a:lnTo>
                  <a:lnTo>
                    <a:pt x="43005" y="43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651259" y="2647903"/>
              <a:ext cx="72671" cy="47515"/>
            </a:xfrm>
            <a:custGeom>
              <a:avLst/>
              <a:pathLst>
                <a:path w="72671" h="47515">
                  <a:moveTo>
                    <a:pt x="5415" y="31095"/>
                  </a:moveTo>
                  <a:lnTo>
                    <a:pt x="14515" y="12785"/>
                  </a:lnTo>
                  <a:lnTo>
                    <a:pt x="20869" y="0"/>
                  </a:lnTo>
                  <a:lnTo>
                    <a:pt x="45471" y="11984"/>
                  </a:lnTo>
                  <a:lnTo>
                    <a:pt x="72671" y="25233"/>
                  </a:lnTo>
                  <a:lnTo>
                    <a:pt x="67393" y="34165"/>
                  </a:lnTo>
                  <a:lnTo>
                    <a:pt x="59504" y="47515"/>
                  </a:lnTo>
                  <a:lnTo>
                    <a:pt x="41535" y="43028"/>
                  </a:lnTo>
                  <a:lnTo>
                    <a:pt x="27144" y="39434"/>
                  </a:lnTo>
                  <a:lnTo>
                    <a:pt x="0" y="419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22402" y="2679861"/>
              <a:ext cx="59477" cy="41049"/>
            </a:xfrm>
            <a:custGeom>
              <a:avLst/>
              <a:pathLst>
                <a:path w="59477" h="41049">
                  <a:moveTo>
                    <a:pt x="53284" y="31996"/>
                  </a:moveTo>
                  <a:lnTo>
                    <a:pt x="47289" y="41049"/>
                  </a:lnTo>
                  <a:lnTo>
                    <a:pt x="34925" y="35533"/>
                  </a:lnTo>
                  <a:lnTo>
                    <a:pt x="0" y="19949"/>
                  </a:lnTo>
                  <a:lnTo>
                    <a:pt x="6468" y="7529"/>
                  </a:lnTo>
                  <a:lnTo>
                    <a:pt x="10389" y="0"/>
                  </a:lnTo>
                  <a:lnTo>
                    <a:pt x="41145" y="14188"/>
                  </a:lnTo>
                  <a:lnTo>
                    <a:pt x="59477" y="226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28003" y="2669701"/>
              <a:ext cx="53539" cy="13532"/>
            </a:xfrm>
            <a:custGeom>
              <a:avLst/>
              <a:pathLst>
                <a:path w="53539" h="13532">
                  <a:moveTo>
                    <a:pt x="0" y="9250"/>
                  </a:moveTo>
                  <a:lnTo>
                    <a:pt x="576" y="6306"/>
                  </a:lnTo>
                  <a:lnTo>
                    <a:pt x="935" y="4475"/>
                  </a:lnTo>
                  <a:lnTo>
                    <a:pt x="1397" y="2112"/>
                  </a:lnTo>
                  <a:lnTo>
                    <a:pt x="1811" y="0"/>
                  </a:lnTo>
                  <a:lnTo>
                    <a:pt x="16958" y="224"/>
                  </a:lnTo>
                  <a:lnTo>
                    <a:pt x="39727" y="562"/>
                  </a:lnTo>
                  <a:lnTo>
                    <a:pt x="40652" y="3670"/>
                  </a:lnTo>
                  <a:lnTo>
                    <a:pt x="50587" y="1238"/>
                  </a:lnTo>
                  <a:lnTo>
                    <a:pt x="51982" y="5813"/>
                  </a:lnTo>
                  <a:lnTo>
                    <a:pt x="53539" y="10920"/>
                  </a:lnTo>
                  <a:lnTo>
                    <a:pt x="44860" y="13532"/>
                  </a:lnTo>
                  <a:lnTo>
                    <a:pt x="42965" y="12767"/>
                  </a:lnTo>
                  <a:lnTo>
                    <a:pt x="38714" y="12445"/>
                  </a:lnTo>
                  <a:lnTo>
                    <a:pt x="35816" y="12234"/>
                  </a:lnTo>
                  <a:lnTo>
                    <a:pt x="16510" y="10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02827" y="2683742"/>
              <a:ext cx="29754" cy="29211"/>
            </a:xfrm>
            <a:custGeom>
              <a:avLst/>
              <a:pathLst>
                <a:path w="29754" h="29211">
                  <a:moveTo>
                    <a:pt x="26615" y="18878"/>
                  </a:moveTo>
                  <a:lnTo>
                    <a:pt x="22210" y="20900"/>
                  </a:lnTo>
                  <a:lnTo>
                    <a:pt x="11824" y="25668"/>
                  </a:lnTo>
                  <a:lnTo>
                    <a:pt x="4108" y="29211"/>
                  </a:lnTo>
                  <a:lnTo>
                    <a:pt x="4942" y="26394"/>
                  </a:lnTo>
                  <a:lnTo>
                    <a:pt x="5384" y="23487"/>
                  </a:lnTo>
                  <a:lnTo>
                    <a:pt x="5388" y="19997"/>
                  </a:lnTo>
                  <a:lnTo>
                    <a:pt x="4830" y="16554"/>
                  </a:lnTo>
                  <a:lnTo>
                    <a:pt x="3722" y="13253"/>
                  </a:lnTo>
                  <a:lnTo>
                    <a:pt x="2098" y="10183"/>
                  </a:lnTo>
                  <a:lnTo>
                    <a:pt x="0" y="7430"/>
                  </a:lnTo>
                  <a:lnTo>
                    <a:pt x="10336" y="3681"/>
                  </a:lnTo>
                  <a:lnTo>
                    <a:pt x="20485" y="0"/>
                  </a:lnTo>
                  <a:lnTo>
                    <a:pt x="22972" y="4677"/>
                  </a:lnTo>
                  <a:lnTo>
                    <a:pt x="29754" y="1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08509" y="3014549"/>
              <a:ext cx="63723" cy="55028"/>
            </a:xfrm>
            <a:custGeom>
              <a:avLst/>
              <a:pathLst>
                <a:path w="63723" h="55028">
                  <a:moveTo>
                    <a:pt x="62513" y="24253"/>
                  </a:moveTo>
                  <a:lnTo>
                    <a:pt x="60889" y="30577"/>
                  </a:lnTo>
                  <a:lnTo>
                    <a:pt x="59279" y="36846"/>
                  </a:lnTo>
                  <a:lnTo>
                    <a:pt x="57667" y="43126"/>
                  </a:lnTo>
                  <a:lnTo>
                    <a:pt x="54610" y="55028"/>
                  </a:lnTo>
                  <a:lnTo>
                    <a:pt x="26012" y="47639"/>
                  </a:lnTo>
                  <a:lnTo>
                    <a:pt x="2158" y="41476"/>
                  </a:lnTo>
                  <a:lnTo>
                    <a:pt x="0" y="41071"/>
                  </a:lnTo>
                  <a:lnTo>
                    <a:pt x="6608" y="11528"/>
                  </a:lnTo>
                  <a:lnTo>
                    <a:pt x="15243" y="0"/>
                  </a:lnTo>
                  <a:lnTo>
                    <a:pt x="32454" y="7081"/>
                  </a:lnTo>
                  <a:lnTo>
                    <a:pt x="45874" y="12603"/>
                  </a:lnTo>
                  <a:lnTo>
                    <a:pt x="61568" y="18740"/>
                  </a:lnTo>
                  <a:lnTo>
                    <a:pt x="63723" y="195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44398" y="2978855"/>
              <a:ext cx="338564" cy="144154"/>
            </a:xfrm>
            <a:custGeom>
              <a:avLst/>
              <a:pathLst>
                <a:path w="338564" h="144154">
                  <a:moveTo>
                    <a:pt x="329663" y="11724"/>
                  </a:moveTo>
                  <a:lnTo>
                    <a:pt x="338564" y="32784"/>
                  </a:lnTo>
                  <a:lnTo>
                    <a:pt x="332341" y="34585"/>
                  </a:lnTo>
                  <a:lnTo>
                    <a:pt x="325990" y="36422"/>
                  </a:lnTo>
                  <a:lnTo>
                    <a:pt x="317718" y="38815"/>
                  </a:lnTo>
                  <a:lnTo>
                    <a:pt x="311418" y="40638"/>
                  </a:lnTo>
                  <a:lnTo>
                    <a:pt x="305023" y="42488"/>
                  </a:lnTo>
                  <a:lnTo>
                    <a:pt x="297759" y="44590"/>
                  </a:lnTo>
                  <a:lnTo>
                    <a:pt x="290524" y="46683"/>
                  </a:lnTo>
                  <a:lnTo>
                    <a:pt x="283329" y="48764"/>
                  </a:lnTo>
                  <a:lnTo>
                    <a:pt x="274210" y="51402"/>
                  </a:lnTo>
                  <a:lnTo>
                    <a:pt x="267048" y="53474"/>
                  </a:lnTo>
                  <a:lnTo>
                    <a:pt x="261410" y="55105"/>
                  </a:lnTo>
                  <a:lnTo>
                    <a:pt x="262412" y="60937"/>
                  </a:lnTo>
                  <a:lnTo>
                    <a:pt x="264035" y="70377"/>
                  </a:lnTo>
                  <a:lnTo>
                    <a:pt x="259483" y="71681"/>
                  </a:lnTo>
                  <a:lnTo>
                    <a:pt x="254415" y="73133"/>
                  </a:lnTo>
                  <a:lnTo>
                    <a:pt x="249140" y="74644"/>
                  </a:lnTo>
                  <a:lnTo>
                    <a:pt x="242464" y="76557"/>
                  </a:lnTo>
                  <a:lnTo>
                    <a:pt x="233925" y="79004"/>
                  </a:lnTo>
                  <a:lnTo>
                    <a:pt x="224807" y="81616"/>
                  </a:lnTo>
                  <a:lnTo>
                    <a:pt x="214837" y="84473"/>
                  </a:lnTo>
                  <a:lnTo>
                    <a:pt x="205160" y="87246"/>
                  </a:lnTo>
                  <a:lnTo>
                    <a:pt x="193121" y="90695"/>
                  </a:lnTo>
                  <a:lnTo>
                    <a:pt x="183337" y="93498"/>
                  </a:lnTo>
                  <a:lnTo>
                    <a:pt x="176194" y="95545"/>
                  </a:lnTo>
                  <a:lnTo>
                    <a:pt x="166895" y="98209"/>
                  </a:lnTo>
                  <a:lnTo>
                    <a:pt x="160307" y="100097"/>
                  </a:lnTo>
                  <a:lnTo>
                    <a:pt x="153415" y="102072"/>
                  </a:lnTo>
                  <a:lnTo>
                    <a:pt x="143866" y="104808"/>
                  </a:lnTo>
                  <a:lnTo>
                    <a:pt x="136494" y="106920"/>
                  </a:lnTo>
                  <a:lnTo>
                    <a:pt x="131180" y="108442"/>
                  </a:lnTo>
                  <a:lnTo>
                    <a:pt x="124611" y="110324"/>
                  </a:lnTo>
                  <a:lnTo>
                    <a:pt x="123533" y="110633"/>
                  </a:lnTo>
                  <a:lnTo>
                    <a:pt x="119010" y="112733"/>
                  </a:lnTo>
                  <a:lnTo>
                    <a:pt x="112457" y="115776"/>
                  </a:lnTo>
                  <a:lnTo>
                    <a:pt x="109480" y="117158"/>
                  </a:lnTo>
                  <a:lnTo>
                    <a:pt x="104766" y="118837"/>
                  </a:lnTo>
                  <a:lnTo>
                    <a:pt x="96544" y="121764"/>
                  </a:lnTo>
                  <a:lnTo>
                    <a:pt x="88990" y="124454"/>
                  </a:lnTo>
                  <a:lnTo>
                    <a:pt x="83198" y="126517"/>
                  </a:lnTo>
                  <a:lnTo>
                    <a:pt x="78001" y="128367"/>
                  </a:lnTo>
                  <a:lnTo>
                    <a:pt x="76920" y="128752"/>
                  </a:lnTo>
                  <a:lnTo>
                    <a:pt x="72676" y="129662"/>
                  </a:lnTo>
                  <a:lnTo>
                    <a:pt x="64761" y="131357"/>
                  </a:lnTo>
                  <a:lnTo>
                    <a:pt x="58218" y="132759"/>
                  </a:lnTo>
                  <a:lnTo>
                    <a:pt x="52288" y="134029"/>
                  </a:lnTo>
                  <a:lnTo>
                    <a:pt x="47118" y="135137"/>
                  </a:lnTo>
                  <a:lnTo>
                    <a:pt x="41123" y="136421"/>
                  </a:lnTo>
                  <a:lnTo>
                    <a:pt x="35139" y="137703"/>
                  </a:lnTo>
                  <a:lnTo>
                    <a:pt x="30463" y="138704"/>
                  </a:lnTo>
                  <a:lnTo>
                    <a:pt x="24787" y="139920"/>
                  </a:lnTo>
                  <a:lnTo>
                    <a:pt x="14822" y="142055"/>
                  </a:lnTo>
                  <a:lnTo>
                    <a:pt x="6648" y="143806"/>
                  </a:lnTo>
                  <a:lnTo>
                    <a:pt x="5022" y="144154"/>
                  </a:lnTo>
                  <a:lnTo>
                    <a:pt x="3962" y="138295"/>
                  </a:lnTo>
                  <a:lnTo>
                    <a:pt x="3752" y="136755"/>
                  </a:lnTo>
                  <a:lnTo>
                    <a:pt x="2066" y="124353"/>
                  </a:lnTo>
                  <a:lnTo>
                    <a:pt x="0" y="109162"/>
                  </a:lnTo>
                  <a:lnTo>
                    <a:pt x="61853" y="93491"/>
                  </a:lnTo>
                  <a:lnTo>
                    <a:pt x="89873" y="83223"/>
                  </a:lnTo>
                  <a:lnTo>
                    <a:pt x="141417" y="69983"/>
                  </a:lnTo>
                  <a:lnTo>
                    <a:pt x="162564" y="60525"/>
                  </a:lnTo>
                  <a:lnTo>
                    <a:pt x="173490" y="56633"/>
                  </a:lnTo>
                  <a:lnTo>
                    <a:pt x="197456" y="48096"/>
                  </a:lnTo>
                  <a:lnTo>
                    <a:pt x="238427" y="26209"/>
                  </a:lnTo>
                  <a:lnTo>
                    <a:pt x="261160" y="20265"/>
                  </a:lnTo>
                  <a:lnTo>
                    <a:pt x="319313" y="0"/>
                  </a:lnTo>
                  <a:lnTo>
                    <a:pt x="327134" y="5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41561" y="3029003"/>
              <a:ext cx="89564" cy="48468"/>
            </a:xfrm>
            <a:custGeom>
              <a:avLst/>
              <a:pathLst>
                <a:path w="89564" h="48468">
                  <a:moveTo>
                    <a:pt x="79405" y="0"/>
                  </a:moveTo>
                  <a:lnTo>
                    <a:pt x="82971" y="8107"/>
                  </a:lnTo>
                  <a:lnTo>
                    <a:pt x="86710" y="16610"/>
                  </a:lnTo>
                  <a:lnTo>
                    <a:pt x="89564" y="23099"/>
                  </a:lnTo>
                  <a:lnTo>
                    <a:pt x="60991" y="37511"/>
                  </a:lnTo>
                  <a:lnTo>
                    <a:pt x="60717" y="37592"/>
                  </a:lnTo>
                  <a:lnTo>
                    <a:pt x="33044" y="45730"/>
                  </a:lnTo>
                  <a:lnTo>
                    <a:pt x="4712" y="48468"/>
                  </a:lnTo>
                  <a:lnTo>
                    <a:pt x="1889" y="33165"/>
                  </a:lnTo>
                  <a:lnTo>
                    <a:pt x="0" y="22918"/>
                  </a:lnTo>
                  <a:lnTo>
                    <a:pt x="24229" y="22018"/>
                  </a:lnTo>
                  <a:lnTo>
                    <a:pt x="32526" y="19073"/>
                  </a:lnTo>
                  <a:lnTo>
                    <a:pt x="55949" y="107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413" y="2918440"/>
              <a:ext cx="139933" cy="90075"/>
            </a:xfrm>
            <a:custGeom>
              <a:avLst/>
              <a:pathLst>
                <a:path w="139933" h="90075">
                  <a:moveTo>
                    <a:pt x="128251" y="9811"/>
                  </a:moveTo>
                  <a:lnTo>
                    <a:pt x="139933" y="26246"/>
                  </a:lnTo>
                  <a:lnTo>
                    <a:pt x="102852" y="47547"/>
                  </a:lnTo>
                  <a:lnTo>
                    <a:pt x="28818" y="90075"/>
                  </a:lnTo>
                  <a:lnTo>
                    <a:pt x="24324" y="89254"/>
                  </a:lnTo>
                  <a:lnTo>
                    <a:pt x="17435" y="87996"/>
                  </a:lnTo>
                  <a:lnTo>
                    <a:pt x="8349" y="71765"/>
                  </a:lnTo>
                  <a:lnTo>
                    <a:pt x="0" y="56850"/>
                  </a:lnTo>
                  <a:lnTo>
                    <a:pt x="68268" y="25113"/>
                  </a:lnTo>
                  <a:lnTo>
                    <a:pt x="122287" y="0"/>
                  </a:lnTo>
                  <a:lnTo>
                    <a:pt x="124235" y="4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802642" y="2848675"/>
              <a:ext cx="152543" cy="93253"/>
            </a:xfrm>
            <a:custGeom>
              <a:avLst/>
              <a:pathLst>
                <a:path w="152543" h="93253">
                  <a:moveTo>
                    <a:pt x="70042" y="31420"/>
                  </a:moveTo>
                  <a:lnTo>
                    <a:pt x="70529" y="31159"/>
                  </a:lnTo>
                  <a:lnTo>
                    <a:pt x="138872" y="0"/>
                  </a:lnTo>
                  <a:lnTo>
                    <a:pt x="146085" y="9418"/>
                  </a:lnTo>
                  <a:lnTo>
                    <a:pt x="148803" y="12967"/>
                  </a:lnTo>
                  <a:lnTo>
                    <a:pt x="152543" y="18996"/>
                  </a:lnTo>
                  <a:lnTo>
                    <a:pt x="144138" y="23628"/>
                  </a:lnTo>
                  <a:lnTo>
                    <a:pt x="131405" y="30646"/>
                  </a:lnTo>
                  <a:lnTo>
                    <a:pt x="122087" y="35782"/>
                  </a:lnTo>
                  <a:lnTo>
                    <a:pt x="111592" y="41566"/>
                  </a:lnTo>
                  <a:lnTo>
                    <a:pt x="95771" y="50286"/>
                  </a:lnTo>
                  <a:lnTo>
                    <a:pt x="76126" y="61114"/>
                  </a:lnTo>
                  <a:lnTo>
                    <a:pt x="48087" y="76568"/>
                  </a:lnTo>
                  <a:lnTo>
                    <a:pt x="17813" y="93253"/>
                  </a:lnTo>
                  <a:lnTo>
                    <a:pt x="9103" y="80451"/>
                  </a:lnTo>
                  <a:lnTo>
                    <a:pt x="0" y="67071"/>
                  </a:lnTo>
                  <a:lnTo>
                    <a:pt x="59104" y="37285"/>
                  </a:lnTo>
                  <a:lnTo>
                    <a:pt x="65809" y="336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86718" y="2856098"/>
              <a:ext cx="68888" cy="45538"/>
            </a:xfrm>
            <a:custGeom>
              <a:avLst/>
              <a:pathLst>
                <a:path w="68888" h="45538">
                  <a:moveTo>
                    <a:pt x="52210" y="34431"/>
                  </a:moveTo>
                  <a:lnTo>
                    <a:pt x="25752" y="45538"/>
                  </a:lnTo>
                  <a:lnTo>
                    <a:pt x="13152" y="23467"/>
                  </a:lnTo>
                  <a:lnTo>
                    <a:pt x="0" y="429"/>
                  </a:lnTo>
                  <a:lnTo>
                    <a:pt x="9554" y="0"/>
                  </a:lnTo>
                  <a:lnTo>
                    <a:pt x="14870" y="398"/>
                  </a:lnTo>
                  <a:lnTo>
                    <a:pt x="19091" y="715"/>
                  </a:lnTo>
                  <a:lnTo>
                    <a:pt x="28482" y="2565"/>
                  </a:lnTo>
                  <a:lnTo>
                    <a:pt x="37597" y="5524"/>
                  </a:lnTo>
                  <a:lnTo>
                    <a:pt x="46310" y="9553"/>
                  </a:lnTo>
                  <a:lnTo>
                    <a:pt x="54504" y="14594"/>
                  </a:lnTo>
                  <a:lnTo>
                    <a:pt x="62064" y="20581"/>
                  </a:lnTo>
                  <a:lnTo>
                    <a:pt x="68888" y="27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24164" y="2863112"/>
              <a:ext cx="182703" cy="134243"/>
            </a:xfrm>
            <a:custGeom>
              <a:avLst/>
              <a:pathLst>
                <a:path w="182703" h="134243">
                  <a:moveTo>
                    <a:pt x="78549" y="42104"/>
                  </a:moveTo>
                  <a:lnTo>
                    <a:pt x="85202" y="38199"/>
                  </a:lnTo>
                  <a:lnTo>
                    <a:pt x="87445" y="36882"/>
                  </a:lnTo>
                  <a:lnTo>
                    <a:pt x="90963" y="35036"/>
                  </a:lnTo>
                  <a:lnTo>
                    <a:pt x="99161" y="30735"/>
                  </a:lnTo>
                  <a:lnTo>
                    <a:pt x="106519" y="26874"/>
                  </a:lnTo>
                  <a:lnTo>
                    <a:pt x="116044" y="21876"/>
                  </a:lnTo>
                  <a:lnTo>
                    <a:pt x="122508" y="18484"/>
                  </a:lnTo>
                  <a:lnTo>
                    <a:pt x="127702" y="15759"/>
                  </a:lnTo>
                  <a:lnTo>
                    <a:pt x="133654" y="12636"/>
                  </a:lnTo>
                  <a:lnTo>
                    <a:pt x="138629" y="10025"/>
                  </a:lnTo>
                  <a:lnTo>
                    <a:pt x="144739" y="6819"/>
                  </a:lnTo>
                  <a:lnTo>
                    <a:pt x="149292" y="4430"/>
                  </a:lnTo>
                  <a:lnTo>
                    <a:pt x="154199" y="1855"/>
                  </a:lnTo>
                  <a:lnTo>
                    <a:pt x="157736" y="0"/>
                  </a:lnTo>
                  <a:lnTo>
                    <a:pt x="165585" y="13580"/>
                  </a:lnTo>
                  <a:lnTo>
                    <a:pt x="173572" y="27399"/>
                  </a:lnTo>
                  <a:lnTo>
                    <a:pt x="182703" y="43197"/>
                  </a:lnTo>
                  <a:lnTo>
                    <a:pt x="176555" y="46955"/>
                  </a:lnTo>
                  <a:lnTo>
                    <a:pt x="171938" y="49778"/>
                  </a:lnTo>
                  <a:lnTo>
                    <a:pt x="167942" y="52220"/>
                  </a:lnTo>
                  <a:lnTo>
                    <a:pt x="163976" y="54645"/>
                  </a:lnTo>
                  <a:lnTo>
                    <a:pt x="158995" y="57689"/>
                  </a:lnTo>
                  <a:lnTo>
                    <a:pt x="154042" y="60717"/>
                  </a:lnTo>
                  <a:lnTo>
                    <a:pt x="149216" y="63667"/>
                  </a:lnTo>
                  <a:lnTo>
                    <a:pt x="142525" y="67757"/>
                  </a:lnTo>
                  <a:lnTo>
                    <a:pt x="136819" y="71245"/>
                  </a:lnTo>
                  <a:lnTo>
                    <a:pt x="130698" y="74987"/>
                  </a:lnTo>
                  <a:lnTo>
                    <a:pt x="120036" y="81504"/>
                  </a:lnTo>
                  <a:lnTo>
                    <a:pt x="109712" y="87815"/>
                  </a:lnTo>
                  <a:lnTo>
                    <a:pt x="100271" y="93586"/>
                  </a:lnTo>
                  <a:lnTo>
                    <a:pt x="92310" y="98453"/>
                  </a:lnTo>
                  <a:lnTo>
                    <a:pt x="84137" y="103448"/>
                  </a:lnTo>
                  <a:lnTo>
                    <a:pt x="77732" y="107363"/>
                  </a:lnTo>
                  <a:lnTo>
                    <a:pt x="70027" y="112073"/>
                  </a:lnTo>
                  <a:lnTo>
                    <a:pt x="64426" y="115497"/>
                  </a:lnTo>
                  <a:lnTo>
                    <a:pt x="58409" y="119176"/>
                  </a:lnTo>
                  <a:lnTo>
                    <a:pt x="53195" y="122363"/>
                  </a:lnTo>
                  <a:lnTo>
                    <a:pt x="49408" y="124678"/>
                  </a:lnTo>
                  <a:lnTo>
                    <a:pt x="45464" y="127088"/>
                  </a:lnTo>
                  <a:lnTo>
                    <a:pt x="39655" y="130639"/>
                  </a:lnTo>
                  <a:lnTo>
                    <a:pt x="33759" y="134243"/>
                  </a:lnTo>
                  <a:lnTo>
                    <a:pt x="23372" y="118943"/>
                  </a:lnTo>
                  <a:lnTo>
                    <a:pt x="15042" y="106672"/>
                  </a:lnTo>
                  <a:lnTo>
                    <a:pt x="1795" y="87158"/>
                  </a:lnTo>
                  <a:lnTo>
                    <a:pt x="0" y="84513"/>
                  </a:lnTo>
                  <a:lnTo>
                    <a:pt x="6949" y="80767"/>
                  </a:lnTo>
                  <a:lnTo>
                    <a:pt x="14819" y="76525"/>
                  </a:lnTo>
                  <a:lnTo>
                    <a:pt x="18457" y="74565"/>
                  </a:lnTo>
                  <a:lnTo>
                    <a:pt x="22232" y="72529"/>
                  </a:lnTo>
                  <a:lnTo>
                    <a:pt x="26552" y="70201"/>
                  </a:lnTo>
                  <a:lnTo>
                    <a:pt x="33609" y="66397"/>
                  </a:lnTo>
                  <a:lnTo>
                    <a:pt x="41957" y="61897"/>
                  </a:lnTo>
                  <a:lnTo>
                    <a:pt x="51301" y="56861"/>
                  </a:lnTo>
                  <a:lnTo>
                    <a:pt x="61291" y="51476"/>
                  </a:lnTo>
                  <a:lnTo>
                    <a:pt x="69850" y="46863"/>
                  </a:lnTo>
                  <a:lnTo>
                    <a:pt x="77090" y="4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701723" y="2956531"/>
              <a:ext cx="144740" cy="118304"/>
            </a:xfrm>
            <a:custGeom>
              <a:avLst/>
              <a:pathLst>
                <a:path w="144740" h="118304">
                  <a:moveTo>
                    <a:pt x="128250" y="20189"/>
                  </a:moveTo>
                  <a:lnTo>
                    <a:pt x="144740" y="46461"/>
                  </a:lnTo>
                  <a:lnTo>
                    <a:pt x="140125" y="49398"/>
                  </a:lnTo>
                  <a:lnTo>
                    <a:pt x="134480" y="52990"/>
                  </a:lnTo>
                  <a:lnTo>
                    <a:pt x="128137" y="57027"/>
                  </a:lnTo>
                  <a:lnTo>
                    <a:pt x="121809" y="61054"/>
                  </a:lnTo>
                  <a:lnTo>
                    <a:pt x="116339" y="64536"/>
                  </a:lnTo>
                  <a:lnTo>
                    <a:pt x="110883" y="68008"/>
                  </a:lnTo>
                  <a:lnTo>
                    <a:pt x="104318" y="72187"/>
                  </a:lnTo>
                  <a:lnTo>
                    <a:pt x="99135" y="75485"/>
                  </a:lnTo>
                  <a:lnTo>
                    <a:pt x="91650" y="80249"/>
                  </a:lnTo>
                  <a:lnTo>
                    <a:pt x="87004" y="83206"/>
                  </a:lnTo>
                  <a:lnTo>
                    <a:pt x="77837" y="89040"/>
                  </a:lnTo>
                  <a:lnTo>
                    <a:pt x="77117" y="89498"/>
                  </a:lnTo>
                  <a:lnTo>
                    <a:pt x="72033" y="92734"/>
                  </a:lnTo>
                  <a:lnTo>
                    <a:pt x="64756" y="97365"/>
                  </a:lnTo>
                  <a:lnTo>
                    <a:pt x="58724" y="101204"/>
                  </a:lnTo>
                  <a:lnTo>
                    <a:pt x="57991" y="101544"/>
                  </a:lnTo>
                  <a:lnTo>
                    <a:pt x="52251" y="104204"/>
                  </a:lnTo>
                  <a:lnTo>
                    <a:pt x="45748" y="107218"/>
                  </a:lnTo>
                  <a:lnTo>
                    <a:pt x="45435" y="107338"/>
                  </a:lnTo>
                  <a:lnTo>
                    <a:pt x="40260" y="109321"/>
                  </a:lnTo>
                  <a:lnTo>
                    <a:pt x="33867" y="111770"/>
                  </a:lnTo>
                  <a:lnTo>
                    <a:pt x="32406" y="112329"/>
                  </a:lnTo>
                  <a:lnTo>
                    <a:pt x="27257" y="113908"/>
                  </a:lnTo>
                  <a:lnTo>
                    <a:pt x="21906" y="115549"/>
                  </a:lnTo>
                  <a:lnTo>
                    <a:pt x="18759" y="116514"/>
                  </a:lnTo>
                  <a:lnTo>
                    <a:pt x="11397" y="118304"/>
                  </a:lnTo>
                  <a:lnTo>
                    <a:pt x="8853" y="107061"/>
                  </a:lnTo>
                  <a:lnTo>
                    <a:pt x="4688" y="88657"/>
                  </a:lnTo>
                  <a:lnTo>
                    <a:pt x="0" y="67940"/>
                  </a:lnTo>
                  <a:lnTo>
                    <a:pt x="8549" y="62913"/>
                  </a:lnTo>
                  <a:lnTo>
                    <a:pt x="15316" y="58934"/>
                  </a:lnTo>
                  <a:lnTo>
                    <a:pt x="25205" y="53119"/>
                  </a:lnTo>
                  <a:lnTo>
                    <a:pt x="33428" y="48284"/>
                  </a:lnTo>
                  <a:lnTo>
                    <a:pt x="43890" y="42133"/>
                  </a:lnTo>
                  <a:lnTo>
                    <a:pt x="52511" y="37063"/>
                  </a:lnTo>
                  <a:lnTo>
                    <a:pt x="63154" y="30805"/>
                  </a:lnTo>
                  <a:lnTo>
                    <a:pt x="73652" y="24633"/>
                  </a:lnTo>
                  <a:lnTo>
                    <a:pt x="83732" y="18705"/>
                  </a:lnTo>
                  <a:lnTo>
                    <a:pt x="96349" y="11287"/>
                  </a:lnTo>
                  <a:lnTo>
                    <a:pt x="115544" y="0"/>
                  </a:lnTo>
                  <a:lnTo>
                    <a:pt x="117490" y="3077"/>
                  </a:lnTo>
                  <a:lnTo>
                    <a:pt x="120378" y="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17845" y="3022866"/>
              <a:ext cx="87170" cy="70400"/>
            </a:xfrm>
            <a:custGeom>
              <a:avLst/>
              <a:pathLst>
                <a:path w="87170" h="70400">
                  <a:moveTo>
                    <a:pt x="9649" y="17177"/>
                  </a:moveTo>
                  <a:lnTo>
                    <a:pt x="17280" y="15050"/>
                  </a:lnTo>
                  <a:lnTo>
                    <a:pt x="25008" y="12896"/>
                  </a:lnTo>
                  <a:lnTo>
                    <a:pt x="33362" y="10568"/>
                  </a:lnTo>
                  <a:lnTo>
                    <a:pt x="41168" y="8392"/>
                  </a:lnTo>
                  <a:lnTo>
                    <a:pt x="49657" y="6027"/>
                  </a:lnTo>
                  <a:lnTo>
                    <a:pt x="57552" y="3826"/>
                  </a:lnTo>
                  <a:lnTo>
                    <a:pt x="61533" y="2716"/>
                  </a:lnTo>
                  <a:lnTo>
                    <a:pt x="65080" y="1827"/>
                  </a:lnTo>
                  <a:lnTo>
                    <a:pt x="69532" y="711"/>
                  </a:lnTo>
                  <a:lnTo>
                    <a:pt x="72367" y="0"/>
                  </a:lnTo>
                  <a:lnTo>
                    <a:pt x="77267" y="18605"/>
                  </a:lnTo>
                  <a:lnTo>
                    <a:pt x="81191" y="33503"/>
                  </a:lnTo>
                  <a:lnTo>
                    <a:pt x="87170" y="56202"/>
                  </a:lnTo>
                  <a:lnTo>
                    <a:pt x="82806" y="57042"/>
                  </a:lnTo>
                  <a:lnTo>
                    <a:pt x="76870" y="58185"/>
                  </a:lnTo>
                  <a:lnTo>
                    <a:pt x="72107" y="59102"/>
                  </a:lnTo>
                  <a:lnTo>
                    <a:pt x="66713" y="60140"/>
                  </a:lnTo>
                  <a:lnTo>
                    <a:pt x="61111" y="61219"/>
                  </a:lnTo>
                  <a:lnTo>
                    <a:pt x="55255" y="62346"/>
                  </a:lnTo>
                  <a:lnTo>
                    <a:pt x="54360" y="62519"/>
                  </a:lnTo>
                  <a:lnTo>
                    <a:pt x="47780" y="63785"/>
                  </a:lnTo>
                  <a:lnTo>
                    <a:pt x="41803" y="64936"/>
                  </a:lnTo>
                  <a:lnTo>
                    <a:pt x="36115" y="66031"/>
                  </a:lnTo>
                  <a:lnTo>
                    <a:pt x="28902" y="67419"/>
                  </a:lnTo>
                  <a:lnTo>
                    <a:pt x="24577" y="68252"/>
                  </a:lnTo>
                  <a:lnTo>
                    <a:pt x="13421" y="70400"/>
                  </a:lnTo>
                  <a:lnTo>
                    <a:pt x="11419" y="62864"/>
                  </a:lnTo>
                  <a:lnTo>
                    <a:pt x="9345" y="55054"/>
                  </a:lnTo>
                  <a:lnTo>
                    <a:pt x="6086" y="42784"/>
                  </a:lnTo>
                  <a:lnTo>
                    <a:pt x="0" y="19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7945" y="3093201"/>
              <a:ext cx="149867" cy="144838"/>
            </a:xfrm>
            <a:custGeom>
              <a:avLst/>
              <a:pathLst>
                <a:path w="149867" h="144838">
                  <a:moveTo>
                    <a:pt x="54520" y="144838"/>
                  </a:moveTo>
                  <a:lnTo>
                    <a:pt x="47211" y="140325"/>
                  </a:lnTo>
                  <a:lnTo>
                    <a:pt x="40884" y="136420"/>
                  </a:lnTo>
                  <a:lnTo>
                    <a:pt x="33012" y="131560"/>
                  </a:lnTo>
                  <a:lnTo>
                    <a:pt x="27823" y="128356"/>
                  </a:lnTo>
                  <a:lnTo>
                    <a:pt x="27124" y="127482"/>
                  </a:lnTo>
                  <a:lnTo>
                    <a:pt x="23139" y="122504"/>
                  </a:lnTo>
                  <a:lnTo>
                    <a:pt x="19253" y="117649"/>
                  </a:lnTo>
                  <a:lnTo>
                    <a:pt x="15928" y="113494"/>
                  </a:lnTo>
                  <a:lnTo>
                    <a:pt x="50955" y="98828"/>
                  </a:lnTo>
                  <a:lnTo>
                    <a:pt x="49303" y="93199"/>
                  </a:lnTo>
                  <a:lnTo>
                    <a:pt x="13508" y="107272"/>
                  </a:lnTo>
                  <a:lnTo>
                    <a:pt x="12538" y="103195"/>
                  </a:lnTo>
                  <a:lnTo>
                    <a:pt x="11269" y="97859"/>
                  </a:lnTo>
                  <a:lnTo>
                    <a:pt x="11043" y="96909"/>
                  </a:lnTo>
                  <a:lnTo>
                    <a:pt x="9944" y="92734"/>
                  </a:lnTo>
                  <a:lnTo>
                    <a:pt x="8769" y="88268"/>
                  </a:lnTo>
                  <a:lnTo>
                    <a:pt x="7390" y="83027"/>
                  </a:lnTo>
                  <a:lnTo>
                    <a:pt x="6170" y="78392"/>
                  </a:lnTo>
                  <a:lnTo>
                    <a:pt x="4861" y="73417"/>
                  </a:lnTo>
                  <a:lnTo>
                    <a:pt x="3561" y="68475"/>
                  </a:lnTo>
                  <a:lnTo>
                    <a:pt x="2322" y="63767"/>
                  </a:lnTo>
                  <a:lnTo>
                    <a:pt x="892" y="58332"/>
                  </a:lnTo>
                  <a:lnTo>
                    <a:pt x="0" y="54941"/>
                  </a:lnTo>
                  <a:lnTo>
                    <a:pt x="10037" y="51649"/>
                  </a:lnTo>
                  <a:lnTo>
                    <a:pt x="22183" y="47665"/>
                  </a:lnTo>
                  <a:lnTo>
                    <a:pt x="35162" y="43408"/>
                  </a:lnTo>
                  <a:lnTo>
                    <a:pt x="42687" y="40234"/>
                  </a:lnTo>
                  <a:lnTo>
                    <a:pt x="56201" y="34535"/>
                  </a:lnTo>
                  <a:lnTo>
                    <a:pt x="69225" y="29043"/>
                  </a:lnTo>
                  <a:lnTo>
                    <a:pt x="70913" y="28036"/>
                  </a:lnTo>
                  <a:lnTo>
                    <a:pt x="85484" y="19343"/>
                  </a:lnTo>
                  <a:lnTo>
                    <a:pt x="98772" y="11414"/>
                  </a:lnTo>
                  <a:lnTo>
                    <a:pt x="106966" y="6525"/>
                  </a:lnTo>
                  <a:lnTo>
                    <a:pt x="119195" y="3962"/>
                  </a:lnTo>
                  <a:lnTo>
                    <a:pt x="138093" y="0"/>
                  </a:lnTo>
                  <a:lnTo>
                    <a:pt x="142898" y="10081"/>
                  </a:lnTo>
                  <a:lnTo>
                    <a:pt x="149867" y="24702"/>
                  </a:lnTo>
                  <a:lnTo>
                    <a:pt x="131942" y="33225"/>
                  </a:lnTo>
                  <a:lnTo>
                    <a:pt x="121233" y="38317"/>
                  </a:lnTo>
                  <a:lnTo>
                    <a:pt x="118701" y="39521"/>
                  </a:lnTo>
                  <a:lnTo>
                    <a:pt x="113792" y="48640"/>
                  </a:lnTo>
                  <a:lnTo>
                    <a:pt x="109063" y="57424"/>
                  </a:lnTo>
                  <a:lnTo>
                    <a:pt x="104200" y="66458"/>
                  </a:lnTo>
                  <a:lnTo>
                    <a:pt x="100956" y="72483"/>
                  </a:lnTo>
                  <a:lnTo>
                    <a:pt x="96623" y="80531"/>
                  </a:lnTo>
                  <a:lnTo>
                    <a:pt x="92748" y="87729"/>
                  </a:lnTo>
                  <a:lnTo>
                    <a:pt x="91442" y="90155"/>
                  </a:lnTo>
                  <a:lnTo>
                    <a:pt x="85748" y="98587"/>
                  </a:lnTo>
                  <a:lnTo>
                    <a:pt x="78673" y="109066"/>
                  </a:lnTo>
                  <a:lnTo>
                    <a:pt x="71295" y="119993"/>
                  </a:lnTo>
                  <a:lnTo>
                    <a:pt x="58262" y="139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2479" y="3087716"/>
              <a:ext cx="117737" cy="72052"/>
            </a:xfrm>
            <a:custGeom>
              <a:avLst/>
              <a:pathLst>
                <a:path w="117737" h="72052">
                  <a:moveTo>
                    <a:pt x="59517" y="6872"/>
                  </a:moveTo>
                  <a:lnTo>
                    <a:pt x="74151" y="4476"/>
                  </a:lnTo>
                  <a:lnTo>
                    <a:pt x="89960" y="1887"/>
                  </a:lnTo>
                  <a:lnTo>
                    <a:pt x="97924" y="583"/>
                  </a:lnTo>
                  <a:lnTo>
                    <a:pt x="98983" y="409"/>
                  </a:lnTo>
                  <a:lnTo>
                    <a:pt x="105313" y="0"/>
                  </a:lnTo>
                  <a:lnTo>
                    <a:pt x="109678" y="17181"/>
                  </a:lnTo>
                  <a:lnTo>
                    <a:pt x="117737" y="48907"/>
                  </a:lnTo>
                  <a:lnTo>
                    <a:pt x="109773" y="50482"/>
                  </a:lnTo>
                  <a:lnTo>
                    <a:pt x="102618" y="51897"/>
                  </a:lnTo>
                  <a:lnTo>
                    <a:pt x="94884" y="53427"/>
                  </a:lnTo>
                  <a:lnTo>
                    <a:pt x="89003" y="54591"/>
                  </a:lnTo>
                  <a:lnTo>
                    <a:pt x="82358" y="55905"/>
                  </a:lnTo>
                  <a:lnTo>
                    <a:pt x="72540" y="57847"/>
                  </a:lnTo>
                  <a:lnTo>
                    <a:pt x="65618" y="59216"/>
                  </a:lnTo>
                  <a:lnTo>
                    <a:pt x="60317" y="60866"/>
                  </a:lnTo>
                  <a:lnTo>
                    <a:pt x="59364" y="61099"/>
                  </a:lnTo>
                  <a:lnTo>
                    <a:pt x="45397" y="64524"/>
                  </a:lnTo>
                  <a:lnTo>
                    <a:pt x="14693" y="72052"/>
                  </a:lnTo>
                  <a:lnTo>
                    <a:pt x="12896" y="65726"/>
                  </a:lnTo>
                  <a:lnTo>
                    <a:pt x="8891" y="51626"/>
                  </a:lnTo>
                  <a:lnTo>
                    <a:pt x="5203" y="38639"/>
                  </a:lnTo>
                  <a:lnTo>
                    <a:pt x="0" y="20322"/>
                  </a:lnTo>
                  <a:lnTo>
                    <a:pt x="12564" y="17340"/>
                  </a:lnTo>
                  <a:lnTo>
                    <a:pt x="24424" y="14525"/>
                  </a:lnTo>
                  <a:lnTo>
                    <a:pt x="32654" y="12572"/>
                  </a:lnTo>
                  <a:lnTo>
                    <a:pt x="42505" y="10233"/>
                  </a:lnTo>
                  <a:lnTo>
                    <a:pt x="50332" y="8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1745" y="3152025"/>
              <a:ext cx="97149" cy="71028"/>
            </a:xfrm>
            <a:custGeom>
              <a:avLst/>
              <a:pathLst>
                <a:path w="97149" h="71028">
                  <a:moveTo>
                    <a:pt x="6477" y="16641"/>
                  </a:moveTo>
                  <a:lnTo>
                    <a:pt x="15220" y="14098"/>
                  </a:lnTo>
                  <a:lnTo>
                    <a:pt x="23112" y="11804"/>
                  </a:lnTo>
                  <a:lnTo>
                    <a:pt x="31099" y="9481"/>
                  </a:lnTo>
                  <a:lnTo>
                    <a:pt x="38619" y="7294"/>
                  </a:lnTo>
                  <a:lnTo>
                    <a:pt x="46744" y="4932"/>
                  </a:lnTo>
                  <a:lnTo>
                    <a:pt x="47594" y="4685"/>
                  </a:lnTo>
                  <a:lnTo>
                    <a:pt x="54194" y="3821"/>
                  </a:lnTo>
                  <a:lnTo>
                    <a:pt x="62405" y="2747"/>
                  </a:lnTo>
                  <a:lnTo>
                    <a:pt x="71056" y="1615"/>
                  </a:lnTo>
                  <a:lnTo>
                    <a:pt x="77885" y="722"/>
                  </a:lnTo>
                  <a:lnTo>
                    <a:pt x="80559" y="372"/>
                  </a:lnTo>
                  <a:lnTo>
                    <a:pt x="83404" y="0"/>
                  </a:lnTo>
                  <a:lnTo>
                    <a:pt x="87501" y="14899"/>
                  </a:lnTo>
                  <a:lnTo>
                    <a:pt x="89970" y="23877"/>
                  </a:lnTo>
                  <a:lnTo>
                    <a:pt x="93141" y="35412"/>
                  </a:lnTo>
                  <a:lnTo>
                    <a:pt x="97149" y="49987"/>
                  </a:lnTo>
                  <a:lnTo>
                    <a:pt x="88372" y="52115"/>
                  </a:lnTo>
                  <a:lnTo>
                    <a:pt x="83678" y="53253"/>
                  </a:lnTo>
                  <a:lnTo>
                    <a:pt x="78642" y="54473"/>
                  </a:lnTo>
                  <a:lnTo>
                    <a:pt x="73360" y="55754"/>
                  </a:lnTo>
                  <a:lnTo>
                    <a:pt x="66791" y="57346"/>
                  </a:lnTo>
                  <a:lnTo>
                    <a:pt x="60723" y="58817"/>
                  </a:lnTo>
                  <a:lnTo>
                    <a:pt x="53860" y="60480"/>
                  </a:lnTo>
                  <a:lnTo>
                    <a:pt x="48236" y="61844"/>
                  </a:lnTo>
                  <a:lnTo>
                    <a:pt x="41548" y="63465"/>
                  </a:lnTo>
                  <a:lnTo>
                    <a:pt x="39304" y="64009"/>
                  </a:lnTo>
                  <a:lnTo>
                    <a:pt x="37025" y="64635"/>
                  </a:lnTo>
                  <a:lnTo>
                    <a:pt x="32159" y="65974"/>
                  </a:lnTo>
                  <a:lnTo>
                    <a:pt x="27356" y="67295"/>
                  </a:lnTo>
                  <a:lnTo>
                    <a:pt x="22951" y="68507"/>
                  </a:lnTo>
                  <a:lnTo>
                    <a:pt x="17503" y="70005"/>
                  </a:lnTo>
                  <a:lnTo>
                    <a:pt x="13785" y="71028"/>
                  </a:lnTo>
                  <a:lnTo>
                    <a:pt x="10937" y="60183"/>
                  </a:lnTo>
                  <a:lnTo>
                    <a:pt x="9086" y="53133"/>
                  </a:lnTo>
                  <a:lnTo>
                    <a:pt x="6421" y="42982"/>
                  </a:lnTo>
                  <a:lnTo>
                    <a:pt x="3228" y="30821"/>
                  </a:lnTo>
                  <a:lnTo>
                    <a:pt x="0" y="185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1322" y="3106994"/>
              <a:ext cx="83381" cy="133923"/>
            </a:xfrm>
            <a:custGeom>
              <a:avLst/>
              <a:pathLst>
                <a:path w="83381" h="133923">
                  <a:moveTo>
                    <a:pt x="73731" y="122596"/>
                  </a:moveTo>
                  <a:lnTo>
                    <a:pt x="55634" y="127574"/>
                  </a:lnTo>
                  <a:lnTo>
                    <a:pt x="32549" y="133923"/>
                  </a:lnTo>
                  <a:lnTo>
                    <a:pt x="30872" y="127747"/>
                  </a:lnTo>
                  <a:lnTo>
                    <a:pt x="28632" y="119501"/>
                  </a:lnTo>
                  <a:lnTo>
                    <a:pt x="26484" y="111592"/>
                  </a:lnTo>
                  <a:lnTo>
                    <a:pt x="24758" y="105239"/>
                  </a:lnTo>
                  <a:lnTo>
                    <a:pt x="22348" y="96366"/>
                  </a:lnTo>
                  <a:lnTo>
                    <a:pt x="20080" y="88016"/>
                  </a:lnTo>
                  <a:lnTo>
                    <a:pt x="18408" y="81861"/>
                  </a:lnTo>
                  <a:lnTo>
                    <a:pt x="16061" y="73220"/>
                  </a:lnTo>
                  <a:lnTo>
                    <a:pt x="13947" y="65439"/>
                  </a:lnTo>
                  <a:lnTo>
                    <a:pt x="11777" y="57449"/>
                  </a:lnTo>
                  <a:lnTo>
                    <a:pt x="9493" y="49040"/>
                  </a:lnTo>
                  <a:lnTo>
                    <a:pt x="7338" y="41108"/>
                  </a:lnTo>
                  <a:lnTo>
                    <a:pt x="4426" y="30389"/>
                  </a:lnTo>
                  <a:lnTo>
                    <a:pt x="1963" y="21318"/>
                  </a:lnTo>
                  <a:lnTo>
                    <a:pt x="0" y="14091"/>
                  </a:lnTo>
                  <a:lnTo>
                    <a:pt x="5809" y="12480"/>
                  </a:lnTo>
                  <a:lnTo>
                    <a:pt x="13709" y="10288"/>
                  </a:lnTo>
                  <a:lnTo>
                    <a:pt x="22544" y="7837"/>
                  </a:lnTo>
                  <a:lnTo>
                    <a:pt x="31808" y="5267"/>
                  </a:lnTo>
                  <a:lnTo>
                    <a:pt x="41898" y="2468"/>
                  </a:lnTo>
                  <a:lnTo>
                    <a:pt x="50798" y="0"/>
                  </a:lnTo>
                  <a:lnTo>
                    <a:pt x="54517" y="13691"/>
                  </a:lnTo>
                  <a:lnTo>
                    <a:pt x="56542" y="21145"/>
                  </a:lnTo>
                  <a:lnTo>
                    <a:pt x="58700" y="29089"/>
                  </a:lnTo>
                  <a:lnTo>
                    <a:pt x="60899" y="37183"/>
                  </a:lnTo>
                  <a:lnTo>
                    <a:pt x="63997" y="48588"/>
                  </a:lnTo>
                  <a:lnTo>
                    <a:pt x="66954" y="59470"/>
                  </a:lnTo>
                  <a:lnTo>
                    <a:pt x="70071" y="70944"/>
                  </a:lnTo>
                  <a:lnTo>
                    <a:pt x="73115" y="82151"/>
                  </a:lnTo>
                  <a:lnTo>
                    <a:pt x="75450" y="90745"/>
                  </a:lnTo>
                  <a:lnTo>
                    <a:pt x="77598" y="98654"/>
                  </a:lnTo>
                  <a:lnTo>
                    <a:pt x="79251" y="104740"/>
                  </a:lnTo>
                  <a:lnTo>
                    <a:pt x="80612" y="109748"/>
                  </a:lnTo>
                  <a:lnTo>
                    <a:pt x="81651" y="113573"/>
                  </a:lnTo>
                  <a:lnTo>
                    <a:pt x="82592" y="117037"/>
                  </a:lnTo>
                  <a:lnTo>
                    <a:pt x="83381" y="1199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64984" y="3128671"/>
              <a:ext cx="108017" cy="78784"/>
            </a:xfrm>
            <a:custGeom>
              <a:avLst/>
              <a:pathLst>
                <a:path w="108017" h="78784">
                  <a:moveTo>
                    <a:pt x="11150" y="68053"/>
                  </a:moveTo>
                  <a:lnTo>
                    <a:pt x="8615" y="58553"/>
                  </a:lnTo>
                  <a:lnTo>
                    <a:pt x="4934" y="44755"/>
                  </a:lnTo>
                  <a:lnTo>
                    <a:pt x="0" y="26261"/>
                  </a:lnTo>
                  <a:lnTo>
                    <a:pt x="7269" y="24204"/>
                  </a:lnTo>
                  <a:lnTo>
                    <a:pt x="13071" y="22563"/>
                  </a:lnTo>
                  <a:lnTo>
                    <a:pt x="20150" y="20561"/>
                  </a:lnTo>
                  <a:lnTo>
                    <a:pt x="26954" y="18636"/>
                  </a:lnTo>
                  <a:lnTo>
                    <a:pt x="34872" y="16396"/>
                  </a:lnTo>
                  <a:lnTo>
                    <a:pt x="41647" y="14480"/>
                  </a:lnTo>
                  <a:lnTo>
                    <a:pt x="48569" y="12522"/>
                  </a:lnTo>
                  <a:lnTo>
                    <a:pt x="53956" y="10998"/>
                  </a:lnTo>
                  <a:lnTo>
                    <a:pt x="62111" y="8691"/>
                  </a:lnTo>
                  <a:lnTo>
                    <a:pt x="68589" y="6859"/>
                  </a:lnTo>
                  <a:lnTo>
                    <a:pt x="73865" y="5366"/>
                  </a:lnTo>
                  <a:lnTo>
                    <a:pt x="78133" y="4159"/>
                  </a:lnTo>
                  <a:lnTo>
                    <a:pt x="83459" y="2652"/>
                  </a:lnTo>
                  <a:lnTo>
                    <a:pt x="92837" y="0"/>
                  </a:lnTo>
                  <a:lnTo>
                    <a:pt x="95754" y="10035"/>
                  </a:lnTo>
                  <a:lnTo>
                    <a:pt x="98783" y="20456"/>
                  </a:lnTo>
                  <a:lnTo>
                    <a:pt x="103290" y="35963"/>
                  </a:lnTo>
                  <a:lnTo>
                    <a:pt x="108017" y="52225"/>
                  </a:lnTo>
                  <a:lnTo>
                    <a:pt x="104329" y="53267"/>
                  </a:lnTo>
                  <a:lnTo>
                    <a:pt x="99595" y="54604"/>
                  </a:lnTo>
                  <a:lnTo>
                    <a:pt x="92374" y="56644"/>
                  </a:lnTo>
                  <a:lnTo>
                    <a:pt x="85849" y="58488"/>
                  </a:lnTo>
                  <a:lnTo>
                    <a:pt x="79603" y="60252"/>
                  </a:lnTo>
                  <a:lnTo>
                    <a:pt x="73459" y="61988"/>
                  </a:lnTo>
                  <a:lnTo>
                    <a:pt x="64096" y="64634"/>
                  </a:lnTo>
                  <a:lnTo>
                    <a:pt x="55245" y="67134"/>
                  </a:lnTo>
                  <a:lnTo>
                    <a:pt x="46946" y="69479"/>
                  </a:lnTo>
                  <a:lnTo>
                    <a:pt x="40154" y="71398"/>
                  </a:lnTo>
                  <a:lnTo>
                    <a:pt x="25963" y="75407"/>
                  </a:lnTo>
                  <a:lnTo>
                    <a:pt x="14012" y="787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52918" y="3192144"/>
              <a:ext cx="137690" cy="86739"/>
            </a:xfrm>
            <a:custGeom>
              <a:avLst/>
              <a:pathLst>
                <a:path w="137690" h="86739">
                  <a:moveTo>
                    <a:pt x="9397" y="70070"/>
                  </a:moveTo>
                  <a:lnTo>
                    <a:pt x="0" y="35071"/>
                  </a:lnTo>
                  <a:lnTo>
                    <a:pt x="6980" y="33104"/>
                  </a:lnTo>
                  <a:lnTo>
                    <a:pt x="10945" y="31987"/>
                  </a:lnTo>
                  <a:lnTo>
                    <a:pt x="16552" y="30407"/>
                  </a:lnTo>
                  <a:lnTo>
                    <a:pt x="22778" y="28653"/>
                  </a:lnTo>
                  <a:lnTo>
                    <a:pt x="30533" y="26468"/>
                  </a:lnTo>
                  <a:lnTo>
                    <a:pt x="37619" y="24472"/>
                  </a:lnTo>
                  <a:lnTo>
                    <a:pt x="42647" y="23055"/>
                  </a:lnTo>
                  <a:lnTo>
                    <a:pt x="49521" y="21119"/>
                  </a:lnTo>
                  <a:lnTo>
                    <a:pt x="55832" y="19340"/>
                  </a:lnTo>
                  <a:lnTo>
                    <a:pt x="61956" y="17615"/>
                  </a:lnTo>
                  <a:lnTo>
                    <a:pt x="67030" y="16185"/>
                  </a:lnTo>
                  <a:lnTo>
                    <a:pt x="72765" y="14570"/>
                  </a:lnTo>
                  <a:lnTo>
                    <a:pt x="78330" y="13002"/>
                  </a:lnTo>
                  <a:lnTo>
                    <a:pt x="83840" y="11449"/>
                  </a:lnTo>
                  <a:lnTo>
                    <a:pt x="88423" y="10158"/>
                  </a:lnTo>
                  <a:lnTo>
                    <a:pt x="94323" y="8496"/>
                  </a:lnTo>
                  <a:lnTo>
                    <a:pt x="99372" y="7073"/>
                  </a:lnTo>
                  <a:lnTo>
                    <a:pt x="105509" y="5344"/>
                  </a:lnTo>
                  <a:lnTo>
                    <a:pt x="112392" y="3405"/>
                  </a:lnTo>
                  <a:lnTo>
                    <a:pt x="124480" y="0"/>
                  </a:lnTo>
                  <a:lnTo>
                    <a:pt x="127569" y="12291"/>
                  </a:lnTo>
                  <a:lnTo>
                    <a:pt x="137690" y="52566"/>
                  </a:lnTo>
                  <a:lnTo>
                    <a:pt x="133998" y="53585"/>
                  </a:lnTo>
                  <a:lnTo>
                    <a:pt x="129990" y="54691"/>
                  </a:lnTo>
                  <a:lnTo>
                    <a:pt x="126042" y="55781"/>
                  </a:lnTo>
                  <a:lnTo>
                    <a:pt x="121720" y="56974"/>
                  </a:lnTo>
                  <a:lnTo>
                    <a:pt x="117133" y="58240"/>
                  </a:lnTo>
                  <a:lnTo>
                    <a:pt x="114692" y="58913"/>
                  </a:lnTo>
                  <a:lnTo>
                    <a:pt x="111583" y="59772"/>
                  </a:lnTo>
                  <a:lnTo>
                    <a:pt x="107708" y="60841"/>
                  </a:lnTo>
                  <a:lnTo>
                    <a:pt x="103916" y="61888"/>
                  </a:lnTo>
                  <a:lnTo>
                    <a:pt x="99082" y="63222"/>
                  </a:lnTo>
                  <a:lnTo>
                    <a:pt x="94032" y="64616"/>
                  </a:lnTo>
                  <a:lnTo>
                    <a:pt x="89491" y="65869"/>
                  </a:lnTo>
                  <a:lnTo>
                    <a:pt x="84577" y="67225"/>
                  </a:lnTo>
                  <a:lnTo>
                    <a:pt x="79454" y="68639"/>
                  </a:lnTo>
                  <a:lnTo>
                    <a:pt x="71843" y="70739"/>
                  </a:lnTo>
                  <a:lnTo>
                    <a:pt x="65295" y="72547"/>
                  </a:lnTo>
                  <a:lnTo>
                    <a:pt x="60395" y="73899"/>
                  </a:lnTo>
                  <a:lnTo>
                    <a:pt x="53387" y="75833"/>
                  </a:lnTo>
                  <a:lnTo>
                    <a:pt x="47211" y="77538"/>
                  </a:lnTo>
                  <a:lnTo>
                    <a:pt x="41089" y="79228"/>
                  </a:lnTo>
                  <a:lnTo>
                    <a:pt x="35123" y="80874"/>
                  </a:lnTo>
                  <a:lnTo>
                    <a:pt x="26564" y="83236"/>
                  </a:lnTo>
                  <a:lnTo>
                    <a:pt x="13873" y="86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56241" y="3242082"/>
              <a:ext cx="255705" cy="191891"/>
            </a:xfrm>
            <a:custGeom>
              <a:avLst/>
              <a:pathLst>
                <a:path w="255705" h="191891">
                  <a:moveTo>
                    <a:pt x="130439" y="128508"/>
                  </a:moveTo>
                  <a:lnTo>
                    <a:pt x="119914" y="138798"/>
                  </a:lnTo>
                  <a:lnTo>
                    <a:pt x="68277" y="145219"/>
                  </a:lnTo>
                  <a:lnTo>
                    <a:pt x="66294" y="147471"/>
                  </a:lnTo>
                  <a:lnTo>
                    <a:pt x="72477" y="164686"/>
                  </a:lnTo>
                  <a:lnTo>
                    <a:pt x="78116" y="180389"/>
                  </a:lnTo>
                  <a:lnTo>
                    <a:pt x="66069" y="186529"/>
                  </a:lnTo>
                  <a:lnTo>
                    <a:pt x="55549" y="191891"/>
                  </a:lnTo>
                  <a:lnTo>
                    <a:pt x="49113" y="191154"/>
                  </a:lnTo>
                  <a:lnTo>
                    <a:pt x="44077" y="181966"/>
                  </a:lnTo>
                  <a:lnTo>
                    <a:pt x="25964" y="148920"/>
                  </a:lnTo>
                  <a:lnTo>
                    <a:pt x="15290" y="118901"/>
                  </a:lnTo>
                  <a:lnTo>
                    <a:pt x="6979" y="84401"/>
                  </a:lnTo>
                  <a:lnTo>
                    <a:pt x="0" y="55426"/>
                  </a:lnTo>
                  <a:lnTo>
                    <a:pt x="5209" y="53996"/>
                  </a:lnTo>
                  <a:lnTo>
                    <a:pt x="11474" y="52277"/>
                  </a:lnTo>
                  <a:lnTo>
                    <a:pt x="14420" y="51468"/>
                  </a:lnTo>
                  <a:lnTo>
                    <a:pt x="18244" y="50419"/>
                  </a:lnTo>
                  <a:lnTo>
                    <a:pt x="21863" y="49426"/>
                  </a:lnTo>
                  <a:lnTo>
                    <a:pt x="25561" y="48411"/>
                  </a:lnTo>
                  <a:lnTo>
                    <a:pt x="28974" y="47474"/>
                  </a:lnTo>
                  <a:lnTo>
                    <a:pt x="32964" y="46379"/>
                  </a:lnTo>
                  <a:lnTo>
                    <a:pt x="37444" y="45149"/>
                  </a:lnTo>
                  <a:lnTo>
                    <a:pt x="44760" y="43141"/>
                  </a:lnTo>
                  <a:lnTo>
                    <a:pt x="49547" y="41827"/>
                  </a:lnTo>
                  <a:lnTo>
                    <a:pt x="54954" y="40343"/>
                  </a:lnTo>
                  <a:lnTo>
                    <a:pt x="61234" y="38620"/>
                  </a:lnTo>
                  <a:lnTo>
                    <a:pt x="66496" y="37175"/>
                  </a:lnTo>
                  <a:lnTo>
                    <a:pt x="71853" y="35705"/>
                  </a:lnTo>
                  <a:lnTo>
                    <a:pt x="77171" y="34246"/>
                  </a:lnTo>
                  <a:lnTo>
                    <a:pt x="82583" y="32760"/>
                  </a:lnTo>
                  <a:lnTo>
                    <a:pt x="89850" y="30765"/>
                  </a:lnTo>
                  <a:lnTo>
                    <a:pt x="95889" y="29108"/>
                  </a:lnTo>
                  <a:lnTo>
                    <a:pt x="101592" y="27543"/>
                  </a:lnTo>
                  <a:lnTo>
                    <a:pt x="106443" y="26211"/>
                  </a:lnTo>
                  <a:lnTo>
                    <a:pt x="109912" y="25259"/>
                  </a:lnTo>
                  <a:lnTo>
                    <a:pt x="113254" y="24342"/>
                  </a:lnTo>
                  <a:lnTo>
                    <a:pt x="117679" y="23127"/>
                  </a:lnTo>
                  <a:lnTo>
                    <a:pt x="121574" y="22058"/>
                  </a:lnTo>
                  <a:lnTo>
                    <a:pt x="125422" y="21002"/>
                  </a:lnTo>
                  <a:lnTo>
                    <a:pt x="130013" y="19742"/>
                  </a:lnTo>
                  <a:lnTo>
                    <a:pt x="134082" y="18625"/>
                  </a:lnTo>
                  <a:lnTo>
                    <a:pt x="139415" y="17162"/>
                  </a:lnTo>
                  <a:lnTo>
                    <a:pt x="144196" y="15850"/>
                  </a:lnTo>
                  <a:lnTo>
                    <a:pt x="147924" y="14826"/>
                  </a:lnTo>
                  <a:lnTo>
                    <a:pt x="152214" y="13649"/>
                  </a:lnTo>
                  <a:lnTo>
                    <a:pt x="156940" y="12352"/>
                  </a:lnTo>
                  <a:lnTo>
                    <a:pt x="161340" y="11144"/>
                  </a:lnTo>
                  <a:lnTo>
                    <a:pt x="165805" y="9918"/>
                  </a:lnTo>
                  <a:lnTo>
                    <a:pt x="169564" y="8887"/>
                  </a:lnTo>
                  <a:lnTo>
                    <a:pt x="174210" y="7611"/>
                  </a:lnTo>
                  <a:lnTo>
                    <a:pt x="178580" y="6412"/>
                  </a:lnTo>
                  <a:lnTo>
                    <a:pt x="183938" y="4942"/>
                  </a:lnTo>
                  <a:lnTo>
                    <a:pt x="188378" y="3723"/>
                  </a:lnTo>
                  <a:lnTo>
                    <a:pt x="194778" y="1966"/>
                  </a:lnTo>
                  <a:lnTo>
                    <a:pt x="201943" y="0"/>
                  </a:lnTo>
                  <a:lnTo>
                    <a:pt x="209628" y="7483"/>
                  </a:lnTo>
                  <a:lnTo>
                    <a:pt x="215469" y="13171"/>
                  </a:lnTo>
                  <a:lnTo>
                    <a:pt x="221628" y="19170"/>
                  </a:lnTo>
                  <a:lnTo>
                    <a:pt x="236145" y="27881"/>
                  </a:lnTo>
                  <a:lnTo>
                    <a:pt x="255705" y="39618"/>
                  </a:lnTo>
                  <a:lnTo>
                    <a:pt x="255705" y="42591"/>
                  </a:lnTo>
                  <a:lnTo>
                    <a:pt x="251504" y="45235"/>
                  </a:lnTo>
                  <a:lnTo>
                    <a:pt x="240692" y="42621"/>
                  </a:lnTo>
                  <a:lnTo>
                    <a:pt x="230353" y="39319"/>
                  </a:lnTo>
                  <a:lnTo>
                    <a:pt x="224212" y="37668"/>
                  </a:lnTo>
                  <a:lnTo>
                    <a:pt x="217044" y="35356"/>
                  </a:lnTo>
                  <a:lnTo>
                    <a:pt x="213351" y="34165"/>
                  </a:lnTo>
                  <a:lnTo>
                    <a:pt x="210003" y="34885"/>
                  </a:lnTo>
                  <a:lnTo>
                    <a:pt x="188504" y="50197"/>
                  </a:lnTo>
                  <a:lnTo>
                    <a:pt x="188328" y="57403"/>
                  </a:lnTo>
                  <a:lnTo>
                    <a:pt x="180750" y="75416"/>
                  </a:lnTo>
                  <a:lnTo>
                    <a:pt x="150076" y="115075"/>
                  </a:lnTo>
                  <a:lnTo>
                    <a:pt x="149252" y="116140"/>
                  </a:lnTo>
                  <a:lnTo>
                    <a:pt x="143104" y="118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05" y="3219522"/>
              <a:ext cx="115305" cy="74138"/>
            </a:xfrm>
            <a:custGeom>
              <a:avLst/>
              <a:pathLst>
                <a:path w="115305" h="74138">
                  <a:moveTo>
                    <a:pt x="16608" y="12436"/>
                  </a:moveTo>
                  <a:lnTo>
                    <a:pt x="24426" y="9890"/>
                  </a:lnTo>
                  <a:lnTo>
                    <a:pt x="30008" y="8071"/>
                  </a:lnTo>
                  <a:lnTo>
                    <a:pt x="32569" y="7572"/>
                  </a:lnTo>
                  <a:lnTo>
                    <a:pt x="40918" y="5945"/>
                  </a:lnTo>
                  <a:lnTo>
                    <a:pt x="54165" y="3363"/>
                  </a:lnTo>
                  <a:lnTo>
                    <a:pt x="63939" y="1458"/>
                  </a:lnTo>
                  <a:lnTo>
                    <a:pt x="71420" y="0"/>
                  </a:lnTo>
                  <a:lnTo>
                    <a:pt x="75743" y="2988"/>
                  </a:lnTo>
                  <a:lnTo>
                    <a:pt x="80928" y="6572"/>
                  </a:lnTo>
                  <a:lnTo>
                    <a:pt x="85989" y="10071"/>
                  </a:lnTo>
                  <a:lnTo>
                    <a:pt x="91781" y="14075"/>
                  </a:lnTo>
                  <a:lnTo>
                    <a:pt x="97973" y="18355"/>
                  </a:lnTo>
                  <a:lnTo>
                    <a:pt x="105672" y="23677"/>
                  </a:lnTo>
                  <a:lnTo>
                    <a:pt x="111941" y="28012"/>
                  </a:lnTo>
                  <a:lnTo>
                    <a:pt x="115305" y="30337"/>
                  </a:lnTo>
                  <a:lnTo>
                    <a:pt x="105586" y="45455"/>
                  </a:lnTo>
                  <a:lnTo>
                    <a:pt x="104861" y="46584"/>
                  </a:lnTo>
                  <a:lnTo>
                    <a:pt x="87174" y="74138"/>
                  </a:lnTo>
                  <a:lnTo>
                    <a:pt x="78477" y="68522"/>
                  </a:lnTo>
                  <a:lnTo>
                    <a:pt x="72835" y="64879"/>
                  </a:lnTo>
                  <a:lnTo>
                    <a:pt x="68984" y="62392"/>
                  </a:lnTo>
                  <a:lnTo>
                    <a:pt x="63315" y="58732"/>
                  </a:lnTo>
                  <a:lnTo>
                    <a:pt x="56811" y="54532"/>
                  </a:lnTo>
                  <a:lnTo>
                    <a:pt x="48723" y="49309"/>
                  </a:lnTo>
                  <a:lnTo>
                    <a:pt x="40761" y="44167"/>
                  </a:lnTo>
                  <a:lnTo>
                    <a:pt x="33607" y="39548"/>
                  </a:lnTo>
                  <a:lnTo>
                    <a:pt x="26580" y="35010"/>
                  </a:lnTo>
                  <a:lnTo>
                    <a:pt x="21369" y="31645"/>
                  </a:lnTo>
                  <a:lnTo>
                    <a:pt x="15256" y="27698"/>
                  </a:lnTo>
                  <a:lnTo>
                    <a:pt x="9197" y="23785"/>
                  </a:lnTo>
                  <a:lnTo>
                    <a:pt x="0" y="17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70348" y="3258169"/>
              <a:ext cx="70744" cy="72594"/>
            </a:xfrm>
            <a:custGeom>
              <a:avLst/>
              <a:pathLst>
                <a:path w="70744" h="72594">
                  <a:moveTo>
                    <a:pt x="19468" y="12259"/>
                  </a:moveTo>
                  <a:lnTo>
                    <a:pt x="27151" y="0"/>
                  </a:lnTo>
                  <a:lnTo>
                    <a:pt x="51279" y="15079"/>
                  </a:lnTo>
                  <a:lnTo>
                    <a:pt x="70744" y="27244"/>
                  </a:lnTo>
                  <a:lnTo>
                    <a:pt x="59949" y="42677"/>
                  </a:lnTo>
                  <a:lnTo>
                    <a:pt x="39023" y="72594"/>
                  </a:lnTo>
                  <a:lnTo>
                    <a:pt x="23164" y="60699"/>
                  </a:lnTo>
                  <a:lnTo>
                    <a:pt x="0" y="433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51019" y="3248369"/>
              <a:ext cx="175450" cy="170982"/>
            </a:xfrm>
            <a:custGeom>
              <a:avLst/>
              <a:pathLst>
                <a:path w="175450" h="170982">
                  <a:moveTo>
                    <a:pt x="67083" y="70223"/>
                  </a:moveTo>
                  <a:lnTo>
                    <a:pt x="68592" y="72755"/>
                  </a:lnTo>
                  <a:lnTo>
                    <a:pt x="98461" y="117311"/>
                  </a:lnTo>
                  <a:lnTo>
                    <a:pt x="104433" y="126218"/>
                  </a:lnTo>
                  <a:lnTo>
                    <a:pt x="123113" y="105942"/>
                  </a:lnTo>
                  <a:lnTo>
                    <a:pt x="130073" y="98387"/>
                  </a:lnTo>
                  <a:lnTo>
                    <a:pt x="152013" y="86498"/>
                  </a:lnTo>
                  <a:lnTo>
                    <a:pt x="166619" y="78011"/>
                  </a:lnTo>
                  <a:lnTo>
                    <a:pt x="169543" y="80523"/>
                  </a:lnTo>
                  <a:lnTo>
                    <a:pt x="175450" y="85597"/>
                  </a:lnTo>
                  <a:lnTo>
                    <a:pt x="158690" y="106313"/>
                  </a:lnTo>
                  <a:lnTo>
                    <a:pt x="149096" y="118172"/>
                  </a:lnTo>
                  <a:lnTo>
                    <a:pt x="136628" y="133583"/>
                  </a:lnTo>
                  <a:lnTo>
                    <a:pt x="121833" y="151870"/>
                  </a:lnTo>
                  <a:lnTo>
                    <a:pt x="106371" y="170982"/>
                  </a:lnTo>
                  <a:lnTo>
                    <a:pt x="98260" y="165109"/>
                  </a:lnTo>
                  <a:lnTo>
                    <a:pt x="91075" y="159906"/>
                  </a:lnTo>
                  <a:lnTo>
                    <a:pt x="89454" y="158732"/>
                  </a:lnTo>
                  <a:lnTo>
                    <a:pt x="85164" y="153399"/>
                  </a:lnTo>
                  <a:lnTo>
                    <a:pt x="80567" y="147685"/>
                  </a:lnTo>
                  <a:lnTo>
                    <a:pt x="76749" y="142939"/>
                  </a:lnTo>
                  <a:lnTo>
                    <a:pt x="73529" y="138935"/>
                  </a:lnTo>
                  <a:lnTo>
                    <a:pt x="68833" y="133098"/>
                  </a:lnTo>
                  <a:lnTo>
                    <a:pt x="66374" y="130041"/>
                  </a:lnTo>
                  <a:lnTo>
                    <a:pt x="64966" y="127789"/>
                  </a:lnTo>
                  <a:lnTo>
                    <a:pt x="61651" y="122487"/>
                  </a:lnTo>
                  <a:lnTo>
                    <a:pt x="58559" y="117540"/>
                  </a:lnTo>
                  <a:lnTo>
                    <a:pt x="55010" y="111864"/>
                  </a:lnTo>
                  <a:lnTo>
                    <a:pt x="51518" y="106279"/>
                  </a:lnTo>
                  <a:lnTo>
                    <a:pt x="48209" y="100987"/>
                  </a:lnTo>
                  <a:lnTo>
                    <a:pt x="44704" y="95380"/>
                  </a:lnTo>
                  <a:lnTo>
                    <a:pt x="41769" y="90685"/>
                  </a:lnTo>
                  <a:lnTo>
                    <a:pt x="36211" y="81795"/>
                  </a:lnTo>
                  <a:lnTo>
                    <a:pt x="32043" y="75128"/>
                  </a:lnTo>
                  <a:lnTo>
                    <a:pt x="28044" y="68732"/>
                  </a:lnTo>
                  <a:lnTo>
                    <a:pt x="23909" y="62118"/>
                  </a:lnTo>
                  <a:lnTo>
                    <a:pt x="18654" y="53713"/>
                  </a:lnTo>
                  <a:lnTo>
                    <a:pt x="14980" y="47835"/>
                  </a:lnTo>
                  <a:lnTo>
                    <a:pt x="12534" y="43923"/>
                  </a:lnTo>
                  <a:lnTo>
                    <a:pt x="9695" y="39382"/>
                  </a:lnTo>
                  <a:lnTo>
                    <a:pt x="4967" y="31819"/>
                  </a:lnTo>
                  <a:lnTo>
                    <a:pt x="0" y="23874"/>
                  </a:lnTo>
                  <a:lnTo>
                    <a:pt x="9801" y="14422"/>
                  </a:lnTo>
                  <a:lnTo>
                    <a:pt x="24758" y="0"/>
                  </a:lnTo>
                  <a:lnTo>
                    <a:pt x="25258" y="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17536" y="3293581"/>
              <a:ext cx="85026" cy="114602"/>
            </a:xfrm>
            <a:custGeom>
              <a:avLst/>
              <a:pathLst>
                <a:path w="85026" h="114602">
                  <a:moveTo>
                    <a:pt x="52558" y="28986"/>
                  </a:moveTo>
                  <a:lnTo>
                    <a:pt x="64915" y="49463"/>
                  </a:lnTo>
                  <a:lnTo>
                    <a:pt x="79782" y="74097"/>
                  </a:lnTo>
                  <a:lnTo>
                    <a:pt x="85026" y="82402"/>
                  </a:lnTo>
                  <a:lnTo>
                    <a:pt x="79973" y="86439"/>
                  </a:lnTo>
                  <a:lnTo>
                    <a:pt x="68737" y="95415"/>
                  </a:lnTo>
                  <a:lnTo>
                    <a:pt x="64544" y="98764"/>
                  </a:lnTo>
                  <a:lnTo>
                    <a:pt x="58820" y="103336"/>
                  </a:lnTo>
                  <a:lnTo>
                    <a:pt x="52002" y="108782"/>
                  </a:lnTo>
                  <a:lnTo>
                    <a:pt x="49406" y="110855"/>
                  </a:lnTo>
                  <a:lnTo>
                    <a:pt x="44716" y="114602"/>
                  </a:lnTo>
                  <a:lnTo>
                    <a:pt x="37737" y="103251"/>
                  </a:lnTo>
                  <a:lnTo>
                    <a:pt x="32338" y="94470"/>
                  </a:lnTo>
                  <a:lnTo>
                    <a:pt x="27607" y="86774"/>
                  </a:lnTo>
                  <a:lnTo>
                    <a:pt x="22260" y="78079"/>
                  </a:lnTo>
                  <a:lnTo>
                    <a:pt x="18425" y="71840"/>
                  </a:lnTo>
                  <a:lnTo>
                    <a:pt x="12341" y="61945"/>
                  </a:lnTo>
                  <a:lnTo>
                    <a:pt x="0" y="41872"/>
                  </a:lnTo>
                  <a:lnTo>
                    <a:pt x="1678" y="39851"/>
                  </a:lnTo>
                  <a:lnTo>
                    <a:pt x="2153" y="39280"/>
                  </a:lnTo>
                  <a:lnTo>
                    <a:pt x="4630" y="36298"/>
                  </a:lnTo>
                  <a:lnTo>
                    <a:pt x="8094" y="32129"/>
                  </a:lnTo>
                  <a:lnTo>
                    <a:pt x="11405" y="28144"/>
                  </a:lnTo>
                  <a:lnTo>
                    <a:pt x="14492" y="24430"/>
                  </a:lnTo>
                  <a:lnTo>
                    <a:pt x="17721" y="20544"/>
                  </a:lnTo>
                  <a:lnTo>
                    <a:pt x="19088" y="18898"/>
                  </a:lnTo>
                  <a:lnTo>
                    <a:pt x="20577" y="17137"/>
                  </a:lnTo>
                  <a:lnTo>
                    <a:pt x="23554" y="13616"/>
                  </a:lnTo>
                  <a:lnTo>
                    <a:pt x="27613" y="8815"/>
                  </a:lnTo>
                  <a:lnTo>
                    <a:pt x="31902" y="3742"/>
                  </a:lnTo>
                  <a:lnTo>
                    <a:pt x="350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77142" y="3388179"/>
              <a:ext cx="79717" cy="94101"/>
            </a:xfrm>
            <a:custGeom>
              <a:avLst/>
              <a:pathLst>
                <a:path w="79717" h="94101">
                  <a:moveTo>
                    <a:pt x="46924" y="20409"/>
                  </a:moveTo>
                  <a:lnTo>
                    <a:pt x="65924" y="0"/>
                  </a:lnTo>
                  <a:lnTo>
                    <a:pt x="71225" y="9240"/>
                  </a:lnTo>
                  <a:lnTo>
                    <a:pt x="75235" y="16228"/>
                  </a:lnTo>
                  <a:lnTo>
                    <a:pt x="79717" y="24039"/>
                  </a:lnTo>
                  <a:lnTo>
                    <a:pt x="53828" y="51471"/>
                  </a:lnTo>
                  <a:lnTo>
                    <a:pt x="13596" y="94101"/>
                  </a:lnTo>
                  <a:lnTo>
                    <a:pt x="11307" y="90181"/>
                  </a:lnTo>
                  <a:lnTo>
                    <a:pt x="9158" y="86500"/>
                  </a:lnTo>
                  <a:lnTo>
                    <a:pt x="6473" y="81901"/>
                  </a:lnTo>
                  <a:lnTo>
                    <a:pt x="3291" y="76453"/>
                  </a:lnTo>
                  <a:lnTo>
                    <a:pt x="0" y="708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32070" y="3337614"/>
              <a:ext cx="110401" cy="119533"/>
            </a:xfrm>
            <a:custGeom>
              <a:avLst/>
              <a:pathLst>
                <a:path w="110401" h="119533">
                  <a:moveTo>
                    <a:pt x="10051" y="68492"/>
                  </a:moveTo>
                  <a:lnTo>
                    <a:pt x="21037" y="58141"/>
                  </a:lnTo>
                  <a:lnTo>
                    <a:pt x="34851" y="45126"/>
                  </a:lnTo>
                  <a:lnTo>
                    <a:pt x="52238" y="28744"/>
                  </a:lnTo>
                  <a:lnTo>
                    <a:pt x="66510" y="15298"/>
                  </a:lnTo>
                  <a:lnTo>
                    <a:pt x="82747" y="0"/>
                  </a:lnTo>
                  <a:lnTo>
                    <a:pt x="86877" y="7203"/>
                  </a:lnTo>
                  <a:lnTo>
                    <a:pt x="89829" y="12352"/>
                  </a:lnTo>
                  <a:lnTo>
                    <a:pt x="93652" y="19021"/>
                  </a:lnTo>
                  <a:lnTo>
                    <a:pt x="97224" y="25251"/>
                  </a:lnTo>
                  <a:lnTo>
                    <a:pt x="101349" y="32446"/>
                  </a:lnTo>
                  <a:lnTo>
                    <a:pt x="106276" y="41039"/>
                  </a:lnTo>
                  <a:lnTo>
                    <a:pt x="110401" y="48234"/>
                  </a:lnTo>
                  <a:lnTo>
                    <a:pt x="104874" y="53956"/>
                  </a:lnTo>
                  <a:lnTo>
                    <a:pt x="94039" y="65172"/>
                  </a:lnTo>
                  <a:lnTo>
                    <a:pt x="85341" y="74177"/>
                  </a:lnTo>
                  <a:lnTo>
                    <a:pt x="68047" y="92080"/>
                  </a:lnTo>
                  <a:lnTo>
                    <a:pt x="41528" y="119533"/>
                  </a:lnTo>
                  <a:lnTo>
                    <a:pt x="34240" y="112238"/>
                  </a:lnTo>
                  <a:lnTo>
                    <a:pt x="27234" y="105225"/>
                  </a:lnTo>
                  <a:lnTo>
                    <a:pt x="13100" y="91077"/>
                  </a:lnTo>
                  <a:lnTo>
                    <a:pt x="0" y="77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5973" y="3294156"/>
              <a:ext cx="101299" cy="107197"/>
            </a:xfrm>
            <a:custGeom>
              <a:avLst/>
              <a:pathLst>
                <a:path w="101299" h="107197">
                  <a:moveTo>
                    <a:pt x="4814" y="63602"/>
                  </a:moveTo>
                  <a:lnTo>
                    <a:pt x="9081" y="56957"/>
                  </a:lnTo>
                  <a:lnTo>
                    <a:pt x="13727" y="49722"/>
                  </a:lnTo>
                  <a:lnTo>
                    <a:pt x="19839" y="40205"/>
                  </a:lnTo>
                  <a:lnTo>
                    <a:pt x="25227" y="31817"/>
                  </a:lnTo>
                  <a:lnTo>
                    <a:pt x="29572" y="25050"/>
                  </a:lnTo>
                  <a:lnTo>
                    <a:pt x="30369" y="24231"/>
                  </a:lnTo>
                  <a:lnTo>
                    <a:pt x="36516" y="17912"/>
                  </a:lnTo>
                  <a:lnTo>
                    <a:pt x="44775" y="9421"/>
                  </a:lnTo>
                  <a:lnTo>
                    <a:pt x="53939" y="0"/>
                  </a:lnTo>
                  <a:lnTo>
                    <a:pt x="60104" y="4726"/>
                  </a:lnTo>
                  <a:lnTo>
                    <a:pt x="66300" y="9476"/>
                  </a:lnTo>
                  <a:lnTo>
                    <a:pt x="71833" y="13718"/>
                  </a:lnTo>
                  <a:lnTo>
                    <a:pt x="76722" y="17466"/>
                  </a:lnTo>
                  <a:lnTo>
                    <a:pt x="81217" y="20912"/>
                  </a:lnTo>
                  <a:lnTo>
                    <a:pt x="84479" y="23413"/>
                  </a:lnTo>
                  <a:lnTo>
                    <a:pt x="86109" y="24741"/>
                  </a:lnTo>
                  <a:lnTo>
                    <a:pt x="90555" y="28363"/>
                  </a:lnTo>
                  <a:lnTo>
                    <a:pt x="93476" y="30742"/>
                  </a:lnTo>
                  <a:lnTo>
                    <a:pt x="93931" y="31113"/>
                  </a:lnTo>
                  <a:lnTo>
                    <a:pt x="97089" y="33686"/>
                  </a:lnTo>
                  <a:lnTo>
                    <a:pt x="101299" y="37116"/>
                  </a:lnTo>
                  <a:lnTo>
                    <a:pt x="94175" y="44728"/>
                  </a:lnTo>
                  <a:lnTo>
                    <a:pt x="80837" y="58980"/>
                  </a:lnTo>
                  <a:lnTo>
                    <a:pt x="35710" y="107197"/>
                  </a:lnTo>
                  <a:lnTo>
                    <a:pt x="15482" y="86749"/>
                  </a:lnTo>
                  <a:lnTo>
                    <a:pt x="0" y="71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12030" y="3155814"/>
              <a:ext cx="63835" cy="64760"/>
            </a:xfrm>
            <a:custGeom>
              <a:avLst/>
              <a:pathLst>
                <a:path w="63835" h="64760">
                  <a:moveTo>
                    <a:pt x="22916" y="7314"/>
                  </a:moveTo>
                  <a:lnTo>
                    <a:pt x="49048" y="0"/>
                  </a:lnTo>
                  <a:lnTo>
                    <a:pt x="56505" y="25584"/>
                  </a:lnTo>
                  <a:lnTo>
                    <a:pt x="63835" y="50733"/>
                  </a:lnTo>
                  <a:lnTo>
                    <a:pt x="43891" y="56382"/>
                  </a:lnTo>
                  <a:lnTo>
                    <a:pt x="14306" y="64760"/>
                  </a:lnTo>
                  <a:lnTo>
                    <a:pt x="7512" y="40525"/>
                  </a:lnTo>
                  <a:lnTo>
                    <a:pt x="0" y="1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22595" y="3386218"/>
              <a:ext cx="140637" cy="267237"/>
            </a:xfrm>
            <a:custGeom>
              <a:avLst/>
              <a:pathLst>
                <a:path w="140637" h="267237">
                  <a:moveTo>
                    <a:pt x="36939" y="20548"/>
                  </a:moveTo>
                  <a:lnTo>
                    <a:pt x="82466" y="0"/>
                  </a:lnTo>
                  <a:lnTo>
                    <a:pt x="88881" y="10929"/>
                  </a:lnTo>
                  <a:lnTo>
                    <a:pt x="93289" y="18440"/>
                  </a:lnTo>
                  <a:lnTo>
                    <a:pt x="78898" y="23767"/>
                  </a:lnTo>
                  <a:lnTo>
                    <a:pt x="76635" y="24605"/>
                  </a:lnTo>
                  <a:lnTo>
                    <a:pt x="65302" y="29044"/>
                  </a:lnTo>
                  <a:lnTo>
                    <a:pt x="63061" y="29921"/>
                  </a:lnTo>
                  <a:lnTo>
                    <a:pt x="90322" y="73453"/>
                  </a:lnTo>
                  <a:lnTo>
                    <a:pt x="94583" y="88502"/>
                  </a:lnTo>
                  <a:lnTo>
                    <a:pt x="97815" y="99913"/>
                  </a:lnTo>
                  <a:lnTo>
                    <a:pt x="104952" y="134500"/>
                  </a:lnTo>
                  <a:lnTo>
                    <a:pt x="112089" y="156116"/>
                  </a:lnTo>
                  <a:lnTo>
                    <a:pt x="125570" y="193675"/>
                  </a:lnTo>
                  <a:lnTo>
                    <a:pt x="140637" y="249337"/>
                  </a:lnTo>
                  <a:lnTo>
                    <a:pt x="126643" y="253842"/>
                  </a:lnTo>
                  <a:lnTo>
                    <a:pt x="116721" y="257036"/>
                  </a:lnTo>
                  <a:lnTo>
                    <a:pt x="85034" y="267237"/>
                  </a:lnTo>
                  <a:lnTo>
                    <a:pt x="82238" y="205437"/>
                  </a:lnTo>
                  <a:lnTo>
                    <a:pt x="60746" y="133716"/>
                  </a:lnTo>
                  <a:lnTo>
                    <a:pt x="47480" y="113392"/>
                  </a:lnTo>
                  <a:lnTo>
                    <a:pt x="42058" y="104693"/>
                  </a:lnTo>
                  <a:lnTo>
                    <a:pt x="0" y="372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416400" y="3564053"/>
              <a:ext cx="78648" cy="72954"/>
            </a:xfrm>
            <a:custGeom>
              <a:avLst/>
              <a:pathLst>
                <a:path w="78648" h="72954">
                  <a:moveTo>
                    <a:pt x="73502" y="29908"/>
                  </a:moveTo>
                  <a:lnTo>
                    <a:pt x="78648" y="35844"/>
                  </a:lnTo>
                  <a:lnTo>
                    <a:pt x="77344" y="51637"/>
                  </a:lnTo>
                  <a:lnTo>
                    <a:pt x="75320" y="54043"/>
                  </a:lnTo>
                  <a:lnTo>
                    <a:pt x="71913" y="58093"/>
                  </a:lnTo>
                  <a:lnTo>
                    <a:pt x="59577" y="72954"/>
                  </a:lnTo>
                  <a:lnTo>
                    <a:pt x="30202" y="58152"/>
                  </a:lnTo>
                  <a:lnTo>
                    <a:pt x="28297" y="57192"/>
                  </a:lnTo>
                  <a:lnTo>
                    <a:pt x="0" y="46939"/>
                  </a:lnTo>
                  <a:lnTo>
                    <a:pt x="8238" y="28355"/>
                  </a:lnTo>
                  <a:lnTo>
                    <a:pt x="20809" y="0"/>
                  </a:lnTo>
                  <a:lnTo>
                    <a:pt x="47298" y="12465"/>
                  </a:lnTo>
                  <a:lnTo>
                    <a:pt x="48563" y="13060"/>
                  </a:lnTo>
                  <a:lnTo>
                    <a:pt x="69270" y="2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439030" y="3467078"/>
              <a:ext cx="105322" cy="117008"/>
            </a:xfrm>
            <a:custGeom>
              <a:avLst/>
              <a:pathLst>
                <a:path w="105322" h="117008">
                  <a:moveTo>
                    <a:pt x="49449" y="117008"/>
                  </a:moveTo>
                  <a:lnTo>
                    <a:pt x="29721" y="102423"/>
                  </a:lnTo>
                  <a:lnTo>
                    <a:pt x="0" y="88052"/>
                  </a:lnTo>
                  <a:lnTo>
                    <a:pt x="22113" y="41431"/>
                  </a:lnTo>
                  <a:lnTo>
                    <a:pt x="40088" y="0"/>
                  </a:lnTo>
                  <a:lnTo>
                    <a:pt x="58062" y="8286"/>
                  </a:lnTo>
                  <a:lnTo>
                    <a:pt x="75685" y="28461"/>
                  </a:lnTo>
                  <a:lnTo>
                    <a:pt x="105322" y="464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90803" y="3516345"/>
              <a:ext cx="72328" cy="85488"/>
            </a:xfrm>
            <a:custGeom>
              <a:avLst/>
              <a:pathLst>
                <a:path w="72328" h="85488">
                  <a:moveTo>
                    <a:pt x="6302" y="66963"/>
                  </a:moveTo>
                  <a:lnTo>
                    <a:pt x="14566" y="55229"/>
                  </a:lnTo>
                  <a:lnTo>
                    <a:pt x="23539" y="42487"/>
                  </a:lnTo>
                  <a:lnTo>
                    <a:pt x="31968" y="30518"/>
                  </a:lnTo>
                  <a:lnTo>
                    <a:pt x="33272" y="28971"/>
                  </a:lnTo>
                  <a:lnTo>
                    <a:pt x="33607" y="28574"/>
                  </a:lnTo>
                  <a:lnTo>
                    <a:pt x="44399" y="15776"/>
                  </a:lnTo>
                  <a:lnTo>
                    <a:pt x="57701" y="0"/>
                  </a:lnTo>
                  <a:lnTo>
                    <a:pt x="65772" y="4870"/>
                  </a:lnTo>
                  <a:lnTo>
                    <a:pt x="72328" y="8826"/>
                  </a:lnTo>
                  <a:lnTo>
                    <a:pt x="53361" y="39928"/>
                  </a:lnTo>
                  <a:lnTo>
                    <a:pt x="44852" y="48653"/>
                  </a:lnTo>
                  <a:lnTo>
                    <a:pt x="8930" y="85488"/>
                  </a:lnTo>
                  <a:lnTo>
                    <a:pt x="4293" y="80517"/>
                  </a:lnTo>
                  <a:lnTo>
                    <a:pt x="0" y="75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80562" y="3618123"/>
              <a:ext cx="82393" cy="66270"/>
            </a:xfrm>
            <a:custGeom>
              <a:avLst/>
              <a:pathLst>
                <a:path w="82393" h="66270">
                  <a:moveTo>
                    <a:pt x="8023" y="8407"/>
                  </a:moveTo>
                  <a:lnTo>
                    <a:pt x="8151" y="8215"/>
                  </a:lnTo>
                  <a:lnTo>
                    <a:pt x="9988" y="6037"/>
                  </a:lnTo>
                  <a:lnTo>
                    <a:pt x="15076" y="0"/>
                  </a:lnTo>
                  <a:lnTo>
                    <a:pt x="30347" y="9031"/>
                  </a:lnTo>
                  <a:lnTo>
                    <a:pt x="82393" y="39810"/>
                  </a:lnTo>
                  <a:lnTo>
                    <a:pt x="77948" y="48887"/>
                  </a:lnTo>
                  <a:lnTo>
                    <a:pt x="76285" y="52282"/>
                  </a:lnTo>
                  <a:lnTo>
                    <a:pt x="69706" y="66270"/>
                  </a:lnTo>
                  <a:lnTo>
                    <a:pt x="62086" y="61312"/>
                  </a:lnTo>
                  <a:lnTo>
                    <a:pt x="56015" y="57362"/>
                  </a:lnTo>
                  <a:lnTo>
                    <a:pt x="47429" y="51776"/>
                  </a:lnTo>
                  <a:lnTo>
                    <a:pt x="38545" y="45995"/>
                  </a:lnTo>
                  <a:lnTo>
                    <a:pt x="29009" y="39647"/>
                  </a:lnTo>
                  <a:lnTo>
                    <a:pt x="13538" y="29349"/>
                  </a:lnTo>
                  <a:lnTo>
                    <a:pt x="0" y="20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306557" y="2971226"/>
              <a:ext cx="119370" cy="116727"/>
            </a:xfrm>
            <a:custGeom>
              <a:avLst/>
              <a:pathLst>
                <a:path w="119370" h="116727">
                  <a:moveTo>
                    <a:pt x="13629" y="109056"/>
                  </a:moveTo>
                  <a:lnTo>
                    <a:pt x="0" y="96535"/>
                  </a:lnTo>
                  <a:lnTo>
                    <a:pt x="9255" y="87380"/>
                  </a:lnTo>
                  <a:lnTo>
                    <a:pt x="21159" y="75605"/>
                  </a:lnTo>
                  <a:lnTo>
                    <a:pt x="31303" y="65571"/>
                  </a:lnTo>
                  <a:lnTo>
                    <a:pt x="34108" y="61817"/>
                  </a:lnTo>
                  <a:lnTo>
                    <a:pt x="45417" y="46682"/>
                  </a:lnTo>
                  <a:lnTo>
                    <a:pt x="54388" y="34676"/>
                  </a:lnTo>
                  <a:lnTo>
                    <a:pt x="58620" y="30944"/>
                  </a:lnTo>
                  <a:lnTo>
                    <a:pt x="70410" y="20550"/>
                  </a:lnTo>
                  <a:lnTo>
                    <a:pt x="72010" y="19139"/>
                  </a:lnTo>
                  <a:lnTo>
                    <a:pt x="89279" y="12160"/>
                  </a:lnTo>
                  <a:lnTo>
                    <a:pt x="103091" y="6578"/>
                  </a:lnTo>
                  <a:lnTo>
                    <a:pt x="119370" y="0"/>
                  </a:lnTo>
                  <a:lnTo>
                    <a:pt x="115008" y="6108"/>
                  </a:lnTo>
                  <a:lnTo>
                    <a:pt x="112550" y="9943"/>
                  </a:lnTo>
                  <a:lnTo>
                    <a:pt x="111229" y="12003"/>
                  </a:lnTo>
                  <a:lnTo>
                    <a:pt x="106063" y="19933"/>
                  </a:lnTo>
                  <a:lnTo>
                    <a:pt x="99507" y="29996"/>
                  </a:lnTo>
                  <a:lnTo>
                    <a:pt x="93465" y="39269"/>
                  </a:lnTo>
                  <a:lnTo>
                    <a:pt x="85798" y="51037"/>
                  </a:lnTo>
                  <a:lnTo>
                    <a:pt x="79453" y="60777"/>
                  </a:lnTo>
                  <a:lnTo>
                    <a:pt x="75984" y="64154"/>
                  </a:lnTo>
                  <a:lnTo>
                    <a:pt x="66070" y="73805"/>
                  </a:lnTo>
                  <a:lnTo>
                    <a:pt x="54440" y="85127"/>
                  </a:lnTo>
                  <a:lnTo>
                    <a:pt x="43606" y="95674"/>
                  </a:lnTo>
                  <a:lnTo>
                    <a:pt x="21979" y="1167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210449" y="3095744"/>
              <a:ext cx="351783" cy="144809"/>
            </a:xfrm>
            <a:custGeom>
              <a:avLst/>
              <a:pathLst>
                <a:path w="351783" h="144809">
                  <a:moveTo>
                    <a:pt x="85730" y="38442"/>
                  </a:moveTo>
                  <a:lnTo>
                    <a:pt x="89232" y="38736"/>
                  </a:lnTo>
                  <a:lnTo>
                    <a:pt x="92741" y="38557"/>
                  </a:lnTo>
                  <a:lnTo>
                    <a:pt x="96196" y="37909"/>
                  </a:lnTo>
                  <a:lnTo>
                    <a:pt x="98678" y="37919"/>
                  </a:lnTo>
                  <a:lnTo>
                    <a:pt x="101129" y="37522"/>
                  </a:lnTo>
                  <a:lnTo>
                    <a:pt x="103486" y="36728"/>
                  </a:lnTo>
                  <a:lnTo>
                    <a:pt x="105688" y="35559"/>
                  </a:lnTo>
                  <a:lnTo>
                    <a:pt x="107678" y="34044"/>
                  </a:lnTo>
                  <a:lnTo>
                    <a:pt x="109405" y="32222"/>
                  </a:lnTo>
                  <a:lnTo>
                    <a:pt x="110824" y="30141"/>
                  </a:lnTo>
                  <a:lnTo>
                    <a:pt x="111898" y="27854"/>
                  </a:lnTo>
                  <a:lnTo>
                    <a:pt x="112600" y="25421"/>
                  </a:lnTo>
                  <a:lnTo>
                    <a:pt x="110897" y="16280"/>
                  </a:lnTo>
                  <a:lnTo>
                    <a:pt x="110044" y="10620"/>
                  </a:lnTo>
                  <a:lnTo>
                    <a:pt x="108768" y="8008"/>
                  </a:lnTo>
                  <a:lnTo>
                    <a:pt x="113026" y="4962"/>
                  </a:lnTo>
                  <a:lnTo>
                    <a:pt x="127684" y="20061"/>
                  </a:lnTo>
                  <a:lnTo>
                    <a:pt x="143472" y="36324"/>
                  </a:lnTo>
                  <a:lnTo>
                    <a:pt x="151756" y="34935"/>
                  </a:lnTo>
                  <a:lnTo>
                    <a:pt x="157573" y="30265"/>
                  </a:lnTo>
                  <a:lnTo>
                    <a:pt x="195268" y="0"/>
                  </a:lnTo>
                  <a:lnTo>
                    <a:pt x="222607" y="3319"/>
                  </a:lnTo>
                  <a:lnTo>
                    <a:pt x="247923" y="17253"/>
                  </a:lnTo>
                  <a:lnTo>
                    <a:pt x="252248" y="20331"/>
                  </a:lnTo>
                  <a:lnTo>
                    <a:pt x="261039" y="26587"/>
                  </a:lnTo>
                  <a:lnTo>
                    <a:pt x="320571" y="65309"/>
                  </a:lnTo>
                  <a:lnTo>
                    <a:pt x="323878" y="61572"/>
                  </a:lnTo>
                  <a:lnTo>
                    <a:pt x="341129" y="62710"/>
                  </a:lnTo>
                  <a:lnTo>
                    <a:pt x="351122" y="79689"/>
                  </a:lnTo>
                  <a:lnTo>
                    <a:pt x="351783" y="88696"/>
                  </a:lnTo>
                  <a:lnTo>
                    <a:pt x="347516" y="100784"/>
                  </a:lnTo>
                  <a:lnTo>
                    <a:pt x="346997" y="101963"/>
                  </a:lnTo>
                  <a:lnTo>
                    <a:pt x="342363" y="112505"/>
                  </a:lnTo>
                  <a:lnTo>
                    <a:pt x="341529" y="114073"/>
                  </a:lnTo>
                  <a:lnTo>
                    <a:pt x="336355" y="123793"/>
                  </a:lnTo>
                  <a:lnTo>
                    <a:pt x="333690" y="128002"/>
                  </a:lnTo>
                  <a:lnTo>
                    <a:pt x="329525" y="134581"/>
                  </a:lnTo>
                  <a:lnTo>
                    <a:pt x="321913" y="144809"/>
                  </a:lnTo>
                  <a:lnTo>
                    <a:pt x="311093" y="142036"/>
                  </a:lnTo>
                  <a:lnTo>
                    <a:pt x="298718" y="138866"/>
                  </a:lnTo>
                  <a:lnTo>
                    <a:pt x="288808" y="136327"/>
                  </a:lnTo>
                  <a:lnTo>
                    <a:pt x="281347" y="134415"/>
                  </a:lnTo>
                  <a:lnTo>
                    <a:pt x="269905" y="131484"/>
                  </a:lnTo>
                  <a:lnTo>
                    <a:pt x="259126" y="128722"/>
                  </a:lnTo>
                  <a:lnTo>
                    <a:pt x="249591" y="126279"/>
                  </a:lnTo>
                  <a:lnTo>
                    <a:pt x="241300" y="124155"/>
                  </a:lnTo>
                  <a:lnTo>
                    <a:pt x="237013" y="123057"/>
                  </a:lnTo>
                  <a:lnTo>
                    <a:pt x="234251" y="122350"/>
                  </a:lnTo>
                  <a:lnTo>
                    <a:pt x="226207" y="120293"/>
                  </a:lnTo>
                  <a:lnTo>
                    <a:pt x="218744" y="118384"/>
                  </a:lnTo>
                  <a:lnTo>
                    <a:pt x="212359" y="116751"/>
                  </a:lnTo>
                  <a:lnTo>
                    <a:pt x="204730" y="114800"/>
                  </a:lnTo>
                  <a:lnTo>
                    <a:pt x="197184" y="112870"/>
                  </a:lnTo>
                  <a:lnTo>
                    <a:pt x="191130" y="111322"/>
                  </a:lnTo>
                  <a:lnTo>
                    <a:pt x="184164" y="109541"/>
                  </a:lnTo>
                  <a:lnTo>
                    <a:pt x="178526" y="108099"/>
                  </a:lnTo>
                  <a:lnTo>
                    <a:pt x="171062" y="106190"/>
                  </a:lnTo>
                  <a:lnTo>
                    <a:pt x="163019" y="104133"/>
                  </a:lnTo>
                  <a:lnTo>
                    <a:pt x="156717" y="102521"/>
                  </a:lnTo>
                  <a:lnTo>
                    <a:pt x="151078" y="101079"/>
                  </a:lnTo>
                  <a:lnTo>
                    <a:pt x="144444" y="99382"/>
                  </a:lnTo>
                  <a:lnTo>
                    <a:pt x="137893" y="97707"/>
                  </a:lnTo>
                  <a:lnTo>
                    <a:pt x="131010" y="95947"/>
                  </a:lnTo>
                  <a:lnTo>
                    <a:pt x="123796" y="94102"/>
                  </a:lnTo>
                  <a:lnTo>
                    <a:pt x="116416" y="92214"/>
                  </a:lnTo>
                  <a:lnTo>
                    <a:pt x="108869" y="90284"/>
                  </a:lnTo>
                  <a:lnTo>
                    <a:pt x="102070" y="88545"/>
                  </a:lnTo>
                  <a:lnTo>
                    <a:pt x="94607" y="86637"/>
                  </a:lnTo>
                  <a:lnTo>
                    <a:pt x="86480" y="84558"/>
                  </a:lnTo>
                  <a:lnTo>
                    <a:pt x="78768" y="82586"/>
                  </a:lnTo>
                  <a:lnTo>
                    <a:pt x="72632" y="81017"/>
                  </a:lnTo>
                  <a:lnTo>
                    <a:pt x="66412" y="79426"/>
                  </a:lnTo>
                  <a:lnTo>
                    <a:pt x="60690" y="77963"/>
                  </a:lnTo>
                  <a:lnTo>
                    <a:pt x="53310" y="76075"/>
                  </a:lnTo>
                  <a:lnTo>
                    <a:pt x="45847" y="74167"/>
                  </a:lnTo>
                  <a:lnTo>
                    <a:pt x="39462" y="72534"/>
                  </a:lnTo>
                  <a:lnTo>
                    <a:pt x="32497" y="70752"/>
                  </a:lnTo>
                  <a:lnTo>
                    <a:pt x="29705" y="70038"/>
                  </a:lnTo>
                  <a:lnTo>
                    <a:pt x="27765" y="66086"/>
                  </a:lnTo>
                  <a:lnTo>
                    <a:pt x="25644" y="61765"/>
                  </a:lnTo>
                  <a:lnTo>
                    <a:pt x="22304" y="54961"/>
                  </a:lnTo>
                  <a:lnTo>
                    <a:pt x="19230" y="48698"/>
                  </a:lnTo>
                  <a:lnTo>
                    <a:pt x="13714" y="37462"/>
                  </a:lnTo>
                  <a:lnTo>
                    <a:pt x="10110" y="30121"/>
                  </a:lnTo>
                  <a:lnTo>
                    <a:pt x="7353" y="24503"/>
                  </a:lnTo>
                  <a:lnTo>
                    <a:pt x="0" y="9523"/>
                  </a:lnTo>
                  <a:lnTo>
                    <a:pt x="31492" y="24397"/>
                  </a:lnTo>
                  <a:lnTo>
                    <a:pt x="46022" y="31180"/>
                  </a:lnTo>
                  <a:lnTo>
                    <a:pt x="56297" y="33603"/>
                  </a:lnTo>
                  <a:lnTo>
                    <a:pt x="62029" y="34957"/>
                  </a:lnTo>
                  <a:lnTo>
                    <a:pt x="68699" y="36463"/>
                  </a:lnTo>
                  <a:lnTo>
                    <a:pt x="75472" y="37373"/>
                  </a:lnTo>
                  <a:lnTo>
                    <a:pt x="78379" y="37504"/>
                  </a:lnTo>
                  <a:lnTo>
                    <a:pt x="82296" y="376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537714" y="3159993"/>
              <a:ext cx="293703" cy="227220"/>
            </a:xfrm>
            <a:custGeom>
              <a:avLst/>
              <a:pathLst>
                <a:path w="293703" h="227220">
                  <a:moveTo>
                    <a:pt x="254749" y="226878"/>
                  </a:moveTo>
                  <a:lnTo>
                    <a:pt x="248207" y="226564"/>
                  </a:lnTo>
                  <a:lnTo>
                    <a:pt x="241364" y="226237"/>
                  </a:lnTo>
                  <a:lnTo>
                    <a:pt x="234201" y="225894"/>
                  </a:lnTo>
                  <a:lnTo>
                    <a:pt x="228686" y="225630"/>
                  </a:lnTo>
                  <a:lnTo>
                    <a:pt x="227091" y="225553"/>
                  </a:lnTo>
                  <a:lnTo>
                    <a:pt x="224482" y="224612"/>
                  </a:lnTo>
                  <a:lnTo>
                    <a:pt x="219061" y="222656"/>
                  </a:lnTo>
                  <a:lnTo>
                    <a:pt x="213074" y="220497"/>
                  </a:lnTo>
                  <a:lnTo>
                    <a:pt x="210307" y="219498"/>
                  </a:lnTo>
                  <a:lnTo>
                    <a:pt x="207268" y="217983"/>
                  </a:lnTo>
                  <a:lnTo>
                    <a:pt x="200904" y="214809"/>
                  </a:lnTo>
                  <a:lnTo>
                    <a:pt x="193461" y="211099"/>
                  </a:lnTo>
                  <a:lnTo>
                    <a:pt x="190028" y="209386"/>
                  </a:lnTo>
                  <a:lnTo>
                    <a:pt x="187830" y="207918"/>
                  </a:lnTo>
                  <a:lnTo>
                    <a:pt x="181399" y="203620"/>
                  </a:lnTo>
                  <a:lnTo>
                    <a:pt x="179226" y="202168"/>
                  </a:lnTo>
                  <a:lnTo>
                    <a:pt x="175679" y="199834"/>
                  </a:lnTo>
                  <a:lnTo>
                    <a:pt x="171112" y="196830"/>
                  </a:lnTo>
                  <a:lnTo>
                    <a:pt x="166129" y="193553"/>
                  </a:lnTo>
                  <a:lnTo>
                    <a:pt x="161112" y="190252"/>
                  </a:lnTo>
                  <a:lnTo>
                    <a:pt x="160694" y="189977"/>
                  </a:lnTo>
                  <a:lnTo>
                    <a:pt x="155512" y="186568"/>
                  </a:lnTo>
                  <a:lnTo>
                    <a:pt x="150397" y="183203"/>
                  </a:lnTo>
                  <a:lnTo>
                    <a:pt x="145095" y="179715"/>
                  </a:lnTo>
                  <a:lnTo>
                    <a:pt x="141088" y="177079"/>
                  </a:lnTo>
                  <a:lnTo>
                    <a:pt x="137711" y="174858"/>
                  </a:lnTo>
                  <a:lnTo>
                    <a:pt x="135599" y="173468"/>
                  </a:lnTo>
                  <a:lnTo>
                    <a:pt x="129201" y="169260"/>
                  </a:lnTo>
                  <a:lnTo>
                    <a:pt x="125060" y="166537"/>
                  </a:lnTo>
                  <a:lnTo>
                    <a:pt x="120519" y="163550"/>
                  </a:lnTo>
                  <a:lnTo>
                    <a:pt x="116739" y="161064"/>
                  </a:lnTo>
                  <a:lnTo>
                    <a:pt x="115852" y="160480"/>
                  </a:lnTo>
                  <a:lnTo>
                    <a:pt x="111491" y="157611"/>
                  </a:lnTo>
                  <a:lnTo>
                    <a:pt x="106790" y="154519"/>
                  </a:lnTo>
                  <a:lnTo>
                    <a:pt x="101354" y="150944"/>
                  </a:lnTo>
                  <a:lnTo>
                    <a:pt x="96867" y="147991"/>
                  </a:lnTo>
                  <a:lnTo>
                    <a:pt x="92886" y="145373"/>
                  </a:lnTo>
                  <a:lnTo>
                    <a:pt x="88828" y="142704"/>
                  </a:lnTo>
                  <a:lnTo>
                    <a:pt x="88063" y="142185"/>
                  </a:lnTo>
                  <a:lnTo>
                    <a:pt x="84036" y="139451"/>
                  </a:lnTo>
                  <a:lnTo>
                    <a:pt x="79331" y="136256"/>
                  </a:lnTo>
                  <a:lnTo>
                    <a:pt x="75547" y="133687"/>
                  </a:lnTo>
                  <a:lnTo>
                    <a:pt x="71454" y="130908"/>
                  </a:lnTo>
                  <a:lnTo>
                    <a:pt x="68199" y="128698"/>
                  </a:lnTo>
                  <a:lnTo>
                    <a:pt x="67784" y="128416"/>
                  </a:lnTo>
                  <a:lnTo>
                    <a:pt x="65298" y="126728"/>
                  </a:lnTo>
                  <a:lnTo>
                    <a:pt x="62282" y="124681"/>
                  </a:lnTo>
                  <a:lnTo>
                    <a:pt x="59090" y="122514"/>
                  </a:lnTo>
                  <a:lnTo>
                    <a:pt x="56350" y="120654"/>
                  </a:lnTo>
                  <a:lnTo>
                    <a:pt x="53925" y="119007"/>
                  </a:lnTo>
                  <a:lnTo>
                    <a:pt x="51647" y="117461"/>
                  </a:lnTo>
                  <a:lnTo>
                    <a:pt x="49226" y="115818"/>
                  </a:lnTo>
                  <a:lnTo>
                    <a:pt x="45315" y="113162"/>
                  </a:lnTo>
                  <a:lnTo>
                    <a:pt x="41877" y="110829"/>
                  </a:lnTo>
                  <a:lnTo>
                    <a:pt x="37704" y="107996"/>
                  </a:lnTo>
                  <a:lnTo>
                    <a:pt x="33980" y="105467"/>
                  </a:lnTo>
                  <a:lnTo>
                    <a:pt x="30803" y="103311"/>
                  </a:lnTo>
                  <a:lnTo>
                    <a:pt x="26711" y="100533"/>
                  </a:lnTo>
                  <a:lnTo>
                    <a:pt x="23085" y="98071"/>
                  </a:lnTo>
                  <a:lnTo>
                    <a:pt x="18139" y="94714"/>
                  </a:lnTo>
                  <a:lnTo>
                    <a:pt x="13744" y="91730"/>
                  </a:lnTo>
                  <a:lnTo>
                    <a:pt x="7512" y="87499"/>
                  </a:lnTo>
                  <a:lnTo>
                    <a:pt x="3727" y="84929"/>
                  </a:lnTo>
                  <a:lnTo>
                    <a:pt x="0" y="82399"/>
                  </a:lnTo>
                  <a:lnTo>
                    <a:pt x="6821" y="72283"/>
                  </a:lnTo>
                  <a:lnTo>
                    <a:pt x="8535" y="69741"/>
                  </a:lnTo>
                  <a:lnTo>
                    <a:pt x="13692" y="60690"/>
                  </a:lnTo>
                  <a:lnTo>
                    <a:pt x="16105" y="56456"/>
                  </a:lnTo>
                  <a:lnTo>
                    <a:pt x="22158" y="43687"/>
                  </a:lnTo>
                  <a:lnTo>
                    <a:pt x="22663" y="42621"/>
                  </a:lnTo>
                  <a:lnTo>
                    <a:pt x="28173" y="28316"/>
                  </a:lnTo>
                  <a:lnTo>
                    <a:pt x="32602" y="13624"/>
                  </a:lnTo>
                  <a:lnTo>
                    <a:pt x="22236" y="0"/>
                  </a:lnTo>
                  <a:lnTo>
                    <a:pt x="42970" y="2524"/>
                  </a:lnTo>
                  <a:lnTo>
                    <a:pt x="52348" y="6056"/>
                  </a:lnTo>
                  <a:lnTo>
                    <a:pt x="53681" y="7495"/>
                  </a:lnTo>
                  <a:lnTo>
                    <a:pt x="61360" y="12250"/>
                  </a:lnTo>
                  <a:lnTo>
                    <a:pt x="92023" y="11890"/>
                  </a:lnTo>
                  <a:lnTo>
                    <a:pt x="113016" y="25424"/>
                  </a:lnTo>
                  <a:lnTo>
                    <a:pt x="169337" y="60046"/>
                  </a:lnTo>
                  <a:lnTo>
                    <a:pt x="188763" y="71271"/>
                  </a:lnTo>
                  <a:lnTo>
                    <a:pt x="237457" y="99405"/>
                  </a:lnTo>
                  <a:lnTo>
                    <a:pt x="251598" y="107512"/>
                  </a:lnTo>
                  <a:lnTo>
                    <a:pt x="262958" y="119972"/>
                  </a:lnTo>
                  <a:lnTo>
                    <a:pt x="273179" y="127898"/>
                  </a:lnTo>
                  <a:lnTo>
                    <a:pt x="281637" y="133302"/>
                  </a:lnTo>
                  <a:lnTo>
                    <a:pt x="287100" y="136365"/>
                  </a:lnTo>
                  <a:lnTo>
                    <a:pt x="293703" y="149367"/>
                  </a:lnTo>
                  <a:lnTo>
                    <a:pt x="269720" y="147205"/>
                  </a:lnTo>
                  <a:lnTo>
                    <a:pt x="269475" y="150204"/>
                  </a:lnTo>
                  <a:lnTo>
                    <a:pt x="279792" y="162438"/>
                  </a:lnTo>
                  <a:lnTo>
                    <a:pt x="292001" y="174157"/>
                  </a:lnTo>
                  <a:lnTo>
                    <a:pt x="287500" y="177667"/>
                  </a:lnTo>
                  <a:lnTo>
                    <a:pt x="271233" y="190352"/>
                  </a:lnTo>
                  <a:lnTo>
                    <a:pt x="271082" y="200535"/>
                  </a:lnTo>
                  <a:lnTo>
                    <a:pt x="263949" y="200171"/>
                  </a:lnTo>
                  <a:lnTo>
                    <a:pt x="263436" y="206608"/>
                  </a:lnTo>
                  <a:lnTo>
                    <a:pt x="261791" y="227220"/>
                  </a:lnTo>
                  <a:lnTo>
                    <a:pt x="258683" y="227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329614" y="3069285"/>
              <a:ext cx="71293" cy="55483"/>
            </a:xfrm>
            <a:custGeom>
              <a:avLst/>
              <a:pathLst>
                <a:path w="71293" h="55483">
                  <a:moveTo>
                    <a:pt x="2923" y="24400"/>
                  </a:moveTo>
                  <a:lnTo>
                    <a:pt x="7411" y="20379"/>
                  </a:lnTo>
                  <a:lnTo>
                    <a:pt x="11946" y="16317"/>
                  </a:lnTo>
                  <a:lnTo>
                    <a:pt x="17790" y="11081"/>
                  </a:lnTo>
                  <a:lnTo>
                    <a:pt x="24232" y="5310"/>
                  </a:lnTo>
                  <a:lnTo>
                    <a:pt x="30160" y="0"/>
                  </a:lnTo>
                  <a:lnTo>
                    <a:pt x="48423" y="4620"/>
                  </a:lnTo>
                  <a:lnTo>
                    <a:pt x="52221" y="5581"/>
                  </a:lnTo>
                  <a:lnTo>
                    <a:pt x="60588" y="10397"/>
                  </a:lnTo>
                  <a:lnTo>
                    <a:pt x="59638" y="12248"/>
                  </a:lnTo>
                  <a:lnTo>
                    <a:pt x="57813" y="15801"/>
                  </a:lnTo>
                  <a:lnTo>
                    <a:pt x="65469" y="17489"/>
                  </a:lnTo>
                  <a:lnTo>
                    <a:pt x="71293" y="18773"/>
                  </a:lnTo>
                  <a:lnTo>
                    <a:pt x="69159" y="20807"/>
                  </a:lnTo>
                  <a:lnTo>
                    <a:pt x="52550" y="34641"/>
                  </a:lnTo>
                  <a:lnTo>
                    <a:pt x="40249" y="44886"/>
                  </a:lnTo>
                  <a:lnTo>
                    <a:pt x="27526" y="55483"/>
                  </a:lnTo>
                  <a:lnTo>
                    <a:pt x="18291" y="45933"/>
                  </a:lnTo>
                  <a:lnTo>
                    <a:pt x="0" y="270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370642" y="2918640"/>
              <a:ext cx="163357" cy="165337"/>
            </a:xfrm>
            <a:custGeom>
              <a:avLst/>
              <a:pathLst>
                <a:path w="163357" h="165337">
                  <a:moveTo>
                    <a:pt x="29811" y="160189"/>
                  </a:moveTo>
                  <a:lnTo>
                    <a:pt x="25966" y="159054"/>
                  </a:lnTo>
                  <a:lnTo>
                    <a:pt x="19428" y="157124"/>
                  </a:lnTo>
                  <a:lnTo>
                    <a:pt x="0" y="138480"/>
                  </a:lnTo>
                  <a:lnTo>
                    <a:pt x="9144" y="125376"/>
                  </a:lnTo>
                  <a:lnTo>
                    <a:pt x="14820" y="117243"/>
                  </a:lnTo>
                  <a:lnTo>
                    <a:pt x="19205" y="110852"/>
                  </a:lnTo>
                  <a:lnTo>
                    <a:pt x="24999" y="102407"/>
                  </a:lnTo>
                  <a:lnTo>
                    <a:pt x="30483" y="94415"/>
                  </a:lnTo>
                  <a:lnTo>
                    <a:pt x="36911" y="85046"/>
                  </a:lnTo>
                  <a:lnTo>
                    <a:pt x="43737" y="75096"/>
                  </a:lnTo>
                  <a:lnTo>
                    <a:pt x="49544" y="66633"/>
                  </a:lnTo>
                  <a:lnTo>
                    <a:pt x="54407" y="59545"/>
                  </a:lnTo>
                  <a:lnTo>
                    <a:pt x="59790" y="51698"/>
                  </a:lnTo>
                  <a:lnTo>
                    <a:pt x="62911" y="47150"/>
                  </a:lnTo>
                  <a:lnTo>
                    <a:pt x="65518" y="43201"/>
                  </a:lnTo>
                  <a:lnTo>
                    <a:pt x="72855" y="32085"/>
                  </a:lnTo>
                  <a:lnTo>
                    <a:pt x="83400" y="16110"/>
                  </a:lnTo>
                  <a:lnTo>
                    <a:pt x="88683" y="8106"/>
                  </a:lnTo>
                  <a:lnTo>
                    <a:pt x="136355" y="2102"/>
                  </a:lnTo>
                  <a:lnTo>
                    <a:pt x="153048" y="0"/>
                  </a:lnTo>
                  <a:lnTo>
                    <a:pt x="163357" y="4593"/>
                  </a:lnTo>
                  <a:lnTo>
                    <a:pt x="157104" y="13505"/>
                  </a:lnTo>
                  <a:lnTo>
                    <a:pt x="153575" y="18535"/>
                  </a:lnTo>
                  <a:lnTo>
                    <a:pt x="152264" y="20541"/>
                  </a:lnTo>
                  <a:lnTo>
                    <a:pt x="146647" y="29145"/>
                  </a:lnTo>
                  <a:lnTo>
                    <a:pt x="142456" y="35564"/>
                  </a:lnTo>
                  <a:lnTo>
                    <a:pt x="138264" y="41983"/>
                  </a:lnTo>
                  <a:lnTo>
                    <a:pt x="133909" y="48653"/>
                  </a:lnTo>
                  <a:lnTo>
                    <a:pt x="129106" y="56008"/>
                  </a:lnTo>
                  <a:lnTo>
                    <a:pt x="124710" y="62740"/>
                  </a:lnTo>
                  <a:lnTo>
                    <a:pt x="119012" y="71466"/>
                  </a:lnTo>
                  <a:lnTo>
                    <a:pt x="113639" y="79695"/>
                  </a:lnTo>
                  <a:lnTo>
                    <a:pt x="109284" y="86364"/>
                  </a:lnTo>
                  <a:lnTo>
                    <a:pt x="104156" y="94218"/>
                  </a:lnTo>
                  <a:lnTo>
                    <a:pt x="103479" y="95255"/>
                  </a:lnTo>
                  <a:lnTo>
                    <a:pt x="98842" y="102211"/>
                  </a:lnTo>
                  <a:lnTo>
                    <a:pt x="91910" y="112609"/>
                  </a:lnTo>
                  <a:lnTo>
                    <a:pt x="85386" y="122396"/>
                  </a:lnTo>
                  <a:lnTo>
                    <a:pt x="79321" y="131494"/>
                  </a:lnTo>
                  <a:lnTo>
                    <a:pt x="71461" y="143284"/>
                  </a:lnTo>
                  <a:lnTo>
                    <a:pt x="64378" y="153910"/>
                  </a:lnTo>
                  <a:lnTo>
                    <a:pt x="56760" y="16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439855" y="2945271"/>
              <a:ext cx="132430" cy="161853"/>
            </a:xfrm>
            <a:custGeom>
              <a:avLst/>
              <a:pathLst>
                <a:path w="132430" h="161853">
                  <a:moveTo>
                    <a:pt x="4432" y="124145"/>
                  </a:moveTo>
                  <a:lnTo>
                    <a:pt x="6365" y="121141"/>
                  </a:lnTo>
                  <a:lnTo>
                    <a:pt x="12989" y="110847"/>
                  </a:lnTo>
                  <a:lnTo>
                    <a:pt x="19637" y="100516"/>
                  </a:lnTo>
                  <a:lnTo>
                    <a:pt x="26853" y="89304"/>
                  </a:lnTo>
                  <a:lnTo>
                    <a:pt x="37192" y="73237"/>
                  </a:lnTo>
                  <a:lnTo>
                    <a:pt x="45485" y="60350"/>
                  </a:lnTo>
                  <a:lnTo>
                    <a:pt x="53145" y="48447"/>
                  </a:lnTo>
                  <a:lnTo>
                    <a:pt x="61336" y="35717"/>
                  </a:lnTo>
                  <a:lnTo>
                    <a:pt x="67586" y="26007"/>
                  </a:lnTo>
                  <a:lnTo>
                    <a:pt x="75304" y="14013"/>
                  </a:lnTo>
                  <a:lnTo>
                    <a:pt x="84322" y="0"/>
                  </a:lnTo>
                  <a:lnTo>
                    <a:pt x="97898" y="9455"/>
                  </a:lnTo>
                  <a:lnTo>
                    <a:pt x="132430" y="33505"/>
                  </a:lnTo>
                  <a:lnTo>
                    <a:pt x="127151" y="41540"/>
                  </a:lnTo>
                  <a:lnTo>
                    <a:pt x="120133" y="52223"/>
                  </a:lnTo>
                  <a:lnTo>
                    <a:pt x="114785" y="60362"/>
                  </a:lnTo>
                  <a:lnTo>
                    <a:pt x="109266" y="68762"/>
                  </a:lnTo>
                  <a:lnTo>
                    <a:pt x="102419" y="79185"/>
                  </a:lnTo>
                  <a:lnTo>
                    <a:pt x="93498" y="92764"/>
                  </a:lnTo>
                  <a:lnTo>
                    <a:pt x="86651" y="103186"/>
                  </a:lnTo>
                  <a:lnTo>
                    <a:pt x="81275" y="111369"/>
                  </a:lnTo>
                  <a:lnTo>
                    <a:pt x="72242" y="125117"/>
                  </a:lnTo>
                  <a:lnTo>
                    <a:pt x="65022" y="136107"/>
                  </a:lnTo>
                  <a:lnTo>
                    <a:pt x="57597" y="147409"/>
                  </a:lnTo>
                  <a:lnTo>
                    <a:pt x="52320" y="155442"/>
                  </a:lnTo>
                  <a:lnTo>
                    <a:pt x="48108" y="161853"/>
                  </a:lnTo>
                  <a:lnTo>
                    <a:pt x="33673" y="152610"/>
                  </a:lnTo>
                  <a:lnTo>
                    <a:pt x="0" y="131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532962" y="3004048"/>
              <a:ext cx="80171" cy="80888"/>
            </a:xfrm>
            <a:custGeom>
              <a:avLst/>
              <a:pathLst>
                <a:path w="80171" h="80888">
                  <a:moveTo>
                    <a:pt x="5652" y="42098"/>
                  </a:moveTo>
                  <a:lnTo>
                    <a:pt x="10927" y="34562"/>
                  </a:lnTo>
                  <a:lnTo>
                    <a:pt x="17468" y="25216"/>
                  </a:lnTo>
                  <a:lnTo>
                    <a:pt x="35118" y="0"/>
                  </a:lnTo>
                  <a:lnTo>
                    <a:pt x="48750" y="9258"/>
                  </a:lnTo>
                  <a:lnTo>
                    <a:pt x="80171" y="30598"/>
                  </a:lnTo>
                  <a:lnTo>
                    <a:pt x="72059" y="42809"/>
                  </a:lnTo>
                  <a:lnTo>
                    <a:pt x="68220" y="48589"/>
                  </a:lnTo>
                  <a:lnTo>
                    <a:pt x="61634" y="58504"/>
                  </a:lnTo>
                  <a:lnTo>
                    <a:pt x="53365" y="70951"/>
                  </a:lnTo>
                  <a:lnTo>
                    <a:pt x="46764" y="80888"/>
                  </a:lnTo>
                  <a:lnTo>
                    <a:pt x="32435" y="71477"/>
                  </a:lnTo>
                  <a:lnTo>
                    <a:pt x="0" y="501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784836" y="3155369"/>
              <a:ext cx="76039" cy="105268"/>
            </a:xfrm>
            <a:custGeom>
              <a:avLst/>
              <a:pathLst>
                <a:path w="76039" h="105268">
                  <a:moveTo>
                    <a:pt x="74565" y="18700"/>
                  </a:moveTo>
                  <a:lnTo>
                    <a:pt x="73392" y="23272"/>
                  </a:lnTo>
                  <a:lnTo>
                    <a:pt x="71928" y="28975"/>
                  </a:lnTo>
                  <a:lnTo>
                    <a:pt x="70583" y="34216"/>
                  </a:lnTo>
                  <a:lnTo>
                    <a:pt x="68888" y="40823"/>
                  </a:lnTo>
                  <a:lnTo>
                    <a:pt x="67547" y="46047"/>
                  </a:lnTo>
                  <a:lnTo>
                    <a:pt x="65843" y="52690"/>
                  </a:lnTo>
                  <a:lnTo>
                    <a:pt x="63587" y="61479"/>
                  </a:lnTo>
                  <a:lnTo>
                    <a:pt x="61168" y="70906"/>
                  </a:lnTo>
                  <a:lnTo>
                    <a:pt x="59281" y="78258"/>
                  </a:lnTo>
                  <a:lnTo>
                    <a:pt x="57298" y="85983"/>
                  </a:lnTo>
                  <a:lnTo>
                    <a:pt x="55489" y="93034"/>
                  </a:lnTo>
                  <a:lnTo>
                    <a:pt x="54053" y="98629"/>
                  </a:lnTo>
                  <a:lnTo>
                    <a:pt x="53122" y="102257"/>
                  </a:lnTo>
                  <a:lnTo>
                    <a:pt x="52349" y="105268"/>
                  </a:lnTo>
                  <a:lnTo>
                    <a:pt x="42393" y="102196"/>
                  </a:lnTo>
                  <a:lnTo>
                    <a:pt x="31697" y="98896"/>
                  </a:lnTo>
                  <a:lnTo>
                    <a:pt x="14861" y="93701"/>
                  </a:lnTo>
                  <a:lnTo>
                    <a:pt x="0" y="89116"/>
                  </a:lnTo>
                  <a:lnTo>
                    <a:pt x="1830" y="82823"/>
                  </a:lnTo>
                  <a:lnTo>
                    <a:pt x="4331" y="74221"/>
                  </a:lnTo>
                  <a:lnTo>
                    <a:pt x="7275" y="64096"/>
                  </a:lnTo>
                  <a:lnTo>
                    <a:pt x="10060" y="54521"/>
                  </a:lnTo>
                  <a:lnTo>
                    <a:pt x="13240" y="43584"/>
                  </a:lnTo>
                  <a:lnTo>
                    <a:pt x="16718" y="31627"/>
                  </a:lnTo>
                  <a:lnTo>
                    <a:pt x="19365" y="22522"/>
                  </a:lnTo>
                  <a:lnTo>
                    <a:pt x="21545" y="15027"/>
                  </a:lnTo>
                  <a:lnTo>
                    <a:pt x="23990" y="6620"/>
                  </a:lnTo>
                  <a:lnTo>
                    <a:pt x="25915" y="0"/>
                  </a:lnTo>
                  <a:lnTo>
                    <a:pt x="56583" y="7928"/>
                  </a:lnTo>
                  <a:lnTo>
                    <a:pt x="76039" y="129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45594" y="3240442"/>
              <a:ext cx="166243" cy="90311"/>
            </a:xfrm>
            <a:custGeom>
              <a:avLst/>
              <a:pathLst>
                <a:path w="166243" h="90311">
                  <a:moveTo>
                    <a:pt x="10022" y="79562"/>
                  </a:moveTo>
                  <a:lnTo>
                    <a:pt x="7485" y="69097"/>
                  </a:lnTo>
                  <a:lnTo>
                    <a:pt x="4592" y="57169"/>
                  </a:lnTo>
                  <a:lnTo>
                    <a:pt x="0" y="38227"/>
                  </a:lnTo>
                  <a:lnTo>
                    <a:pt x="5545" y="36831"/>
                  </a:lnTo>
                  <a:lnTo>
                    <a:pt x="10088" y="35688"/>
                  </a:lnTo>
                  <a:lnTo>
                    <a:pt x="14354" y="34614"/>
                  </a:lnTo>
                  <a:lnTo>
                    <a:pt x="19708" y="33266"/>
                  </a:lnTo>
                  <a:lnTo>
                    <a:pt x="24344" y="32100"/>
                  </a:lnTo>
                  <a:lnTo>
                    <a:pt x="29447" y="30815"/>
                  </a:lnTo>
                  <a:lnTo>
                    <a:pt x="36019" y="29161"/>
                  </a:lnTo>
                  <a:lnTo>
                    <a:pt x="43396" y="27304"/>
                  </a:lnTo>
                  <a:lnTo>
                    <a:pt x="48467" y="26027"/>
                  </a:lnTo>
                  <a:lnTo>
                    <a:pt x="55064" y="24367"/>
                  </a:lnTo>
                  <a:lnTo>
                    <a:pt x="62381" y="22525"/>
                  </a:lnTo>
                  <a:lnTo>
                    <a:pt x="67577" y="21217"/>
                  </a:lnTo>
                  <a:lnTo>
                    <a:pt x="72435" y="19994"/>
                  </a:lnTo>
                  <a:lnTo>
                    <a:pt x="77975" y="18600"/>
                  </a:lnTo>
                  <a:lnTo>
                    <a:pt x="83201" y="17284"/>
                  </a:lnTo>
                  <a:lnTo>
                    <a:pt x="84581" y="16937"/>
                  </a:lnTo>
                  <a:lnTo>
                    <a:pt x="87434" y="16212"/>
                  </a:lnTo>
                  <a:lnTo>
                    <a:pt x="92132" y="15018"/>
                  </a:lnTo>
                  <a:lnTo>
                    <a:pt x="96644" y="13872"/>
                  </a:lnTo>
                  <a:lnTo>
                    <a:pt x="101590" y="12616"/>
                  </a:lnTo>
                  <a:lnTo>
                    <a:pt x="106816" y="11288"/>
                  </a:lnTo>
                  <a:lnTo>
                    <a:pt x="111606" y="10071"/>
                  </a:lnTo>
                  <a:lnTo>
                    <a:pt x="116862" y="8736"/>
                  </a:lnTo>
                  <a:lnTo>
                    <a:pt x="121746" y="7495"/>
                  </a:lnTo>
                  <a:lnTo>
                    <a:pt x="129339" y="5566"/>
                  </a:lnTo>
                  <a:lnTo>
                    <a:pt x="137023" y="3614"/>
                  </a:lnTo>
                  <a:lnTo>
                    <a:pt x="144458" y="1725"/>
                  </a:lnTo>
                  <a:lnTo>
                    <a:pt x="151251" y="0"/>
                  </a:lnTo>
                  <a:lnTo>
                    <a:pt x="156022" y="16514"/>
                  </a:lnTo>
                  <a:lnTo>
                    <a:pt x="158457" y="24944"/>
                  </a:lnTo>
                  <a:lnTo>
                    <a:pt x="162580" y="39218"/>
                  </a:lnTo>
                  <a:lnTo>
                    <a:pt x="166243" y="51898"/>
                  </a:lnTo>
                  <a:lnTo>
                    <a:pt x="161201" y="53170"/>
                  </a:lnTo>
                  <a:lnTo>
                    <a:pt x="156471" y="54363"/>
                  </a:lnTo>
                  <a:lnTo>
                    <a:pt x="151243" y="55681"/>
                  </a:lnTo>
                  <a:lnTo>
                    <a:pt x="145357" y="57166"/>
                  </a:lnTo>
                  <a:lnTo>
                    <a:pt x="141344" y="58178"/>
                  </a:lnTo>
                  <a:lnTo>
                    <a:pt x="137020" y="59268"/>
                  </a:lnTo>
                  <a:lnTo>
                    <a:pt x="136445" y="59413"/>
                  </a:lnTo>
                  <a:lnTo>
                    <a:pt x="133387" y="60165"/>
                  </a:lnTo>
                  <a:lnTo>
                    <a:pt x="128044" y="61479"/>
                  </a:lnTo>
                  <a:lnTo>
                    <a:pt x="123996" y="62474"/>
                  </a:lnTo>
                  <a:lnTo>
                    <a:pt x="119727" y="63524"/>
                  </a:lnTo>
                  <a:lnTo>
                    <a:pt x="114670" y="64767"/>
                  </a:lnTo>
                  <a:lnTo>
                    <a:pt x="108631" y="66252"/>
                  </a:lnTo>
                  <a:lnTo>
                    <a:pt x="103204" y="67586"/>
                  </a:lnTo>
                  <a:lnTo>
                    <a:pt x="97721" y="68934"/>
                  </a:lnTo>
                  <a:lnTo>
                    <a:pt x="91178" y="70543"/>
                  </a:lnTo>
                  <a:lnTo>
                    <a:pt x="85156" y="72024"/>
                  </a:lnTo>
                  <a:lnTo>
                    <a:pt x="79293" y="73465"/>
                  </a:lnTo>
                  <a:lnTo>
                    <a:pt x="74495" y="74645"/>
                  </a:lnTo>
                  <a:lnTo>
                    <a:pt x="71131" y="75472"/>
                  </a:lnTo>
                  <a:lnTo>
                    <a:pt x="67742" y="76331"/>
                  </a:lnTo>
                  <a:lnTo>
                    <a:pt x="63042" y="77524"/>
                  </a:lnTo>
                  <a:lnTo>
                    <a:pt x="58748" y="78613"/>
                  </a:lnTo>
                  <a:lnTo>
                    <a:pt x="53895" y="79844"/>
                  </a:lnTo>
                  <a:lnTo>
                    <a:pt x="48421" y="81232"/>
                  </a:lnTo>
                  <a:lnTo>
                    <a:pt x="43132" y="82574"/>
                  </a:lnTo>
                  <a:lnTo>
                    <a:pt x="34733" y="84704"/>
                  </a:lnTo>
                  <a:lnTo>
                    <a:pt x="26611" y="86764"/>
                  </a:lnTo>
                  <a:lnTo>
                    <a:pt x="19300" y="88619"/>
                  </a:lnTo>
                  <a:lnTo>
                    <a:pt x="12629" y="90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28883" y="3169982"/>
              <a:ext cx="192473" cy="100569"/>
            </a:xfrm>
            <a:custGeom>
              <a:avLst/>
              <a:pathLst>
                <a:path w="192473" h="100569">
                  <a:moveTo>
                    <a:pt x="8489" y="78549"/>
                  </a:moveTo>
                  <a:lnTo>
                    <a:pt x="0" y="48358"/>
                  </a:lnTo>
                  <a:lnTo>
                    <a:pt x="7545" y="46307"/>
                  </a:lnTo>
                  <a:lnTo>
                    <a:pt x="15366" y="44181"/>
                  </a:lnTo>
                  <a:lnTo>
                    <a:pt x="23583" y="41947"/>
                  </a:lnTo>
                  <a:lnTo>
                    <a:pt x="27839" y="40790"/>
                  </a:lnTo>
                  <a:lnTo>
                    <a:pt x="32875" y="39421"/>
                  </a:lnTo>
                  <a:lnTo>
                    <a:pt x="38623" y="37858"/>
                  </a:lnTo>
                  <a:lnTo>
                    <a:pt x="44767" y="36188"/>
                  </a:lnTo>
                  <a:lnTo>
                    <a:pt x="49900" y="34792"/>
                  </a:lnTo>
                  <a:lnTo>
                    <a:pt x="55627" y="33235"/>
                  </a:lnTo>
                  <a:lnTo>
                    <a:pt x="63175" y="31183"/>
                  </a:lnTo>
                  <a:lnTo>
                    <a:pt x="68769" y="29662"/>
                  </a:lnTo>
                  <a:lnTo>
                    <a:pt x="74409" y="28129"/>
                  </a:lnTo>
                  <a:lnTo>
                    <a:pt x="79794" y="26665"/>
                  </a:lnTo>
                  <a:lnTo>
                    <a:pt x="85290" y="25171"/>
                  </a:lnTo>
                  <a:lnTo>
                    <a:pt x="90269" y="23817"/>
                  </a:lnTo>
                  <a:lnTo>
                    <a:pt x="95240" y="22466"/>
                  </a:lnTo>
                  <a:lnTo>
                    <a:pt x="103544" y="20208"/>
                  </a:lnTo>
                  <a:lnTo>
                    <a:pt x="110478" y="18323"/>
                  </a:lnTo>
                  <a:lnTo>
                    <a:pt x="117082" y="16527"/>
                  </a:lnTo>
                  <a:lnTo>
                    <a:pt x="122807" y="14971"/>
                  </a:lnTo>
                  <a:lnTo>
                    <a:pt x="129862" y="13053"/>
                  </a:lnTo>
                  <a:lnTo>
                    <a:pt x="137332" y="11022"/>
                  </a:lnTo>
                  <a:lnTo>
                    <a:pt x="146537" y="8520"/>
                  </a:lnTo>
                  <a:lnTo>
                    <a:pt x="153853" y="6530"/>
                  </a:lnTo>
                  <a:lnTo>
                    <a:pt x="161675" y="4404"/>
                  </a:lnTo>
                  <a:lnTo>
                    <a:pt x="169891" y="2170"/>
                  </a:lnTo>
                  <a:lnTo>
                    <a:pt x="177876" y="0"/>
                  </a:lnTo>
                  <a:lnTo>
                    <a:pt x="183362" y="19401"/>
                  </a:lnTo>
                  <a:lnTo>
                    <a:pt x="192473" y="51627"/>
                  </a:lnTo>
                  <a:lnTo>
                    <a:pt x="186527" y="53242"/>
                  </a:lnTo>
                  <a:lnTo>
                    <a:pt x="183137" y="54162"/>
                  </a:lnTo>
                  <a:lnTo>
                    <a:pt x="177476" y="55700"/>
                  </a:lnTo>
                  <a:lnTo>
                    <a:pt x="172528" y="57044"/>
                  </a:lnTo>
                  <a:lnTo>
                    <a:pt x="167942" y="58289"/>
                  </a:lnTo>
                  <a:lnTo>
                    <a:pt x="162775" y="59692"/>
                  </a:lnTo>
                  <a:lnTo>
                    <a:pt x="155391" y="61698"/>
                  </a:lnTo>
                  <a:lnTo>
                    <a:pt x="150751" y="62958"/>
                  </a:lnTo>
                  <a:lnTo>
                    <a:pt x="146592" y="64088"/>
                  </a:lnTo>
                  <a:lnTo>
                    <a:pt x="142084" y="65312"/>
                  </a:lnTo>
                  <a:lnTo>
                    <a:pt x="136873" y="66727"/>
                  </a:lnTo>
                  <a:lnTo>
                    <a:pt x="132002" y="68050"/>
                  </a:lnTo>
                  <a:lnTo>
                    <a:pt x="126078" y="69659"/>
                  </a:lnTo>
                  <a:lnTo>
                    <a:pt x="120022" y="71304"/>
                  </a:lnTo>
                  <a:lnTo>
                    <a:pt x="112506" y="73345"/>
                  </a:lnTo>
                  <a:lnTo>
                    <a:pt x="107252" y="74772"/>
                  </a:lnTo>
                  <a:lnTo>
                    <a:pt x="101185" y="76419"/>
                  </a:lnTo>
                  <a:lnTo>
                    <a:pt x="95194" y="78046"/>
                  </a:lnTo>
                  <a:lnTo>
                    <a:pt x="94672" y="78188"/>
                  </a:lnTo>
                  <a:lnTo>
                    <a:pt x="89816" y="79547"/>
                  </a:lnTo>
                  <a:lnTo>
                    <a:pt x="83182" y="81403"/>
                  </a:lnTo>
                  <a:lnTo>
                    <a:pt x="77040" y="83121"/>
                  </a:lnTo>
                  <a:lnTo>
                    <a:pt x="69304" y="85286"/>
                  </a:lnTo>
                  <a:lnTo>
                    <a:pt x="59585" y="88005"/>
                  </a:lnTo>
                  <a:lnTo>
                    <a:pt x="50684" y="90496"/>
                  </a:lnTo>
                  <a:lnTo>
                    <a:pt x="42023" y="92919"/>
                  </a:lnTo>
                  <a:lnTo>
                    <a:pt x="35822" y="94654"/>
                  </a:lnTo>
                  <a:lnTo>
                    <a:pt x="26683" y="97211"/>
                  </a:lnTo>
                  <a:lnTo>
                    <a:pt x="14680" y="100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20560" y="3061127"/>
              <a:ext cx="198611" cy="86823"/>
            </a:xfrm>
            <a:custGeom>
              <a:avLst/>
              <a:pathLst>
                <a:path w="198611" h="86823">
                  <a:moveTo>
                    <a:pt x="91551" y="27329"/>
                  </a:moveTo>
                  <a:lnTo>
                    <a:pt x="118214" y="19847"/>
                  </a:lnTo>
                  <a:lnTo>
                    <a:pt x="145295" y="12248"/>
                  </a:lnTo>
                  <a:lnTo>
                    <a:pt x="188945" y="0"/>
                  </a:lnTo>
                  <a:lnTo>
                    <a:pt x="191310" y="8460"/>
                  </a:lnTo>
                  <a:lnTo>
                    <a:pt x="193338" y="15716"/>
                  </a:lnTo>
                  <a:lnTo>
                    <a:pt x="195346" y="22902"/>
                  </a:lnTo>
                  <a:lnTo>
                    <a:pt x="197361" y="30111"/>
                  </a:lnTo>
                  <a:lnTo>
                    <a:pt x="198611" y="34583"/>
                  </a:lnTo>
                  <a:lnTo>
                    <a:pt x="192253" y="36353"/>
                  </a:lnTo>
                  <a:lnTo>
                    <a:pt x="184190" y="38597"/>
                  </a:lnTo>
                  <a:lnTo>
                    <a:pt x="178702" y="40125"/>
                  </a:lnTo>
                  <a:lnTo>
                    <a:pt x="173125" y="41678"/>
                  </a:lnTo>
                  <a:lnTo>
                    <a:pt x="169173" y="42778"/>
                  </a:lnTo>
                  <a:lnTo>
                    <a:pt x="164655" y="44035"/>
                  </a:lnTo>
                  <a:lnTo>
                    <a:pt x="159167" y="45563"/>
                  </a:lnTo>
                  <a:lnTo>
                    <a:pt x="153768" y="47065"/>
                  </a:lnTo>
                  <a:lnTo>
                    <a:pt x="146148" y="49187"/>
                  </a:lnTo>
                  <a:lnTo>
                    <a:pt x="140660" y="50714"/>
                  </a:lnTo>
                  <a:lnTo>
                    <a:pt x="132502" y="52985"/>
                  </a:lnTo>
                  <a:lnTo>
                    <a:pt x="123883" y="55384"/>
                  </a:lnTo>
                  <a:lnTo>
                    <a:pt x="114488" y="57999"/>
                  </a:lnTo>
                  <a:lnTo>
                    <a:pt x="105526" y="60494"/>
                  </a:lnTo>
                  <a:lnTo>
                    <a:pt x="97234" y="62802"/>
                  </a:lnTo>
                  <a:lnTo>
                    <a:pt x="86408" y="65815"/>
                  </a:lnTo>
                  <a:lnTo>
                    <a:pt x="78921" y="67899"/>
                  </a:lnTo>
                  <a:lnTo>
                    <a:pt x="69959" y="70394"/>
                  </a:lnTo>
                  <a:lnTo>
                    <a:pt x="64426" y="71934"/>
                  </a:lnTo>
                  <a:lnTo>
                    <a:pt x="58550" y="73569"/>
                  </a:lnTo>
                  <a:lnTo>
                    <a:pt x="52630" y="75217"/>
                  </a:lnTo>
                  <a:lnTo>
                    <a:pt x="47247" y="76715"/>
                  </a:lnTo>
                  <a:lnTo>
                    <a:pt x="42833" y="77944"/>
                  </a:lnTo>
                  <a:lnTo>
                    <a:pt x="37271" y="79492"/>
                  </a:lnTo>
                  <a:lnTo>
                    <a:pt x="31976" y="80966"/>
                  </a:lnTo>
                  <a:lnTo>
                    <a:pt x="26742" y="82423"/>
                  </a:lnTo>
                  <a:lnTo>
                    <a:pt x="19151" y="84536"/>
                  </a:lnTo>
                  <a:lnTo>
                    <a:pt x="10935" y="86823"/>
                  </a:lnTo>
                  <a:lnTo>
                    <a:pt x="10161" y="84591"/>
                  </a:lnTo>
                  <a:lnTo>
                    <a:pt x="7764" y="77669"/>
                  </a:lnTo>
                  <a:lnTo>
                    <a:pt x="1219" y="58770"/>
                  </a:lnTo>
                  <a:lnTo>
                    <a:pt x="0" y="55249"/>
                  </a:lnTo>
                  <a:lnTo>
                    <a:pt x="48706" y="39610"/>
                  </a:lnTo>
                  <a:lnTo>
                    <a:pt x="55090" y="37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01081" y="3228219"/>
              <a:ext cx="63007" cy="64339"/>
            </a:xfrm>
            <a:custGeom>
              <a:avLst/>
              <a:pathLst>
                <a:path w="63007" h="64339">
                  <a:moveTo>
                    <a:pt x="13863" y="64339"/>
                  </a:moveTo>
                  <a:lnTo>
                    <a:pt x="6907" y="38840"/>
                  </a:lnTo>
                  <a:lnTo>
                    <a:pt x="0" y="13518"/>
                  </a:lnTo>
                  <a:lnTo>
                    <a:pt x="677" y="13332"/>
                  </a:lnTo>
                  <a:lnTo>
                    <a:pt x="8544" y="11172"/>
                  </a:lnTo>
                  <a:lnTo>
                    <a:pt x="20091" y="8002"/>
                  </a:lnTo>
                  <a:lnTo>
                    <a:pt x="48792" y="122"/>
                  </a:lnTo>
                  <a:lnTo>
                    <a:pt x="49238" y="0"/>
                  </a:lnTo>
                  <a:lnTo>
                    <a:pt x="51493" y="8325"/>
                  </a:lnTo>
                  <a:lnTo>
                    <a:pt x="54550" y="19607"/>
                  </a:lnTo>
                  <a:lnTo>
                    <a:pt x="63007" y="50821"/>
                  </a:lnTo>
                  <a:lnTo>
                    <a:pt x="50532" y="54252"/>
                  </a:lnTo>
                  <a:lnTo>
                    <a:pt x="46627" y="55326"/>
                  </a:lnTo>
                  <a:lnTo>
                    <a:pt x="45007" y="557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63424" y="3329498"/>
              <a:ext cx="111028" cy="124241"/>
            </a:xfrm>
            <a:custGeom>
              <a:avLst/>
              <a:pathLst>
                <a:path w="111028" h="124241">
                  <a:moveTo>
                    <a:pt x="36189" y="118404"/>
                  </a:moveTo>
                  <a:lnTo>
                    <a:pt x="27067" y="111609"/>
                  </a:lnTo>
                  <a:lnTo>
                    <a:pt x="17446" y="104443"/>
                  </a:lnTo>
                  <a:lnTo>
                    <a:pt x="8743" y="97961"/>
                  </a:lnTo>
                  <a:lnTo>
                    <a:pt x="0" y="91448"/>
                  </a:lnTo>
                  <a:lnTo>
                    <a:pt x="6794" y="82599"/>
                  </a:lnTo>
                  <a:lnTo>
                    <a:pt x="12983" y="74537"/>
                  </a:lnTo>
                  <a:lnTo>
                    <a:pt x="25780" y="57872"/>
                  </a:lnTo>
                  <a:lnTo>
                    <a:pt x="41552" y="37330"/>
                  </a:lnTo>
                  <a:lnTo>
                    <a:pt x="51128" y="24858"/>
                  </a:lnTo>
                  <a:lnTo>
                    <a:pt x="52595" y="23235"/>
                  </a:lnTo>
                  <a:lnTo>
                    <a:pt x="64329" y="10252"/>
                  </a:lnTo>
                  <a:lnTo>
                    <a:pt x="73596" y="0"/>
                  </a:lnTo>
                  <a:lnTo>
                    <a:pt x="79053" y="5756"/>
                  </a:lnTo>
                  <a:lnTo>
                    <a:pt x="86763" y="13890"/>
                  </a:lnTo>
                  <a:lnTo>
                    <a:pt x="111028" y="39489"/>
                  </a:lnTo>
                  <a:lnTo>
                    <a:pt x="104748" y="47432"/>
                  </a:lnTo>
                  <a:lnTo>
                    <a:pt x="98922" y="54802"/>
                  </a:lnTo>
                  <a:lnTo>
                    <a:pt x="86944" y="69952"/>
                  </a:lnTo>
                  <a:lnTo>
                    <a:pt x="69631" y="91852"/>
                  </a:lnTo>
                  <a:lnTo>
                    <a:pt x="55344" y="109923"/>
                  </a:lnTo>
                  <a:lnTo>
                    <a:pt x="44025" y="1242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91832" y="3430188"/>
              <a:ext cx="56041" cy="61320"/>
            </a:xfrm>
            <a:custGeom>
              <a:avLst/>
              <a:pathLst>
                <a:path w="56041" h="61320">
                  <a:moveTo>
                    <a:pt x="5016" y="37055"/>
                  </a:moveTo>
                  <a:lnTo>
                    <a:pt x="10295" y="30394"/>
                  </a:lnTo>
                  <a:lnTo>
                    <a:pt x="14976" y="24488"/>
                  </a:lnTo>
                  <a:lnTo>
                    <a:pt x="22129" y="15464"/>
                  </a:lnTo>
                  <a:lnTo>
                    <a:pt x="29162" y="6590"/>
                  </a:lnTo>
                  <a:lnTo>
                    <a:pt x="34386" y="0"/>
                  </a:lnTo>
                  <a:lnTo>
                    <a:pt x="42444" y="6167"/>
                  </a:lnTo>
                  <a:lnTo>
                    <a:pt x="56041" y="16575"/>
                  </a:lnTo>
                  <a:lnTo>
                    <a:pt x="52294" y="21718"/>
                  </a:lnTo>
                  <a:lnTo>
                    <a:pt x="47956" y="27672"/>
                  </a:lnTo>
                  <a:lnTo>
                    <a:pt x="43303" y="34056"/>
                  </a:lnTo>
                  <a:lnTo>
                    <a:pt x="37765" y="41657"/>
                  </a:lnTo>
                  <a:lnTo>
                    <a:pt x="32860" y="48390"/>
                  </a:lnTo>
                  <a:lnTo>
                    <a:pt x="23438" y="61320"/>
                  </a:lnTo>
                  <a:lnTo>
                    <a:pt x="15366" y="55143"/>
                  </a:lnTo>
                  <a:lnTo>
                    <a:pt x="9722" y="50824"/>
                  </a:lnTo>
                  <a:lnTo>
                    <a:pt x="0" y="433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87144" y="3382289"/>
              <a:ext cx="288815" cy="175194"/>
            </a:xfrm>
            <a:custGeom>
              <a:avLst/>
              <a:pathLst>
                <a:path w="288815" h="175194">
                  <a:moveTo>
                    <a:pt x="165659" y="123240"/>
                  </a:moveTo>
                  <a:lnTo>
                    <a:pt x="151473" y="117269"/>
                  </a:lnTo>
                  <a:lnTo>
                    <a:pt x="147360" y="115537"/>
                  </a:lnTo>
                  <a:lnTo>
                    <a:pt x="131826" y="112073"/>
                  </a:lnTo>
                  <a:lnTo>
                    <a:pt x="105392" y="104866"/>
                  </a:lnTo>
                  <a:lnTo>
                    <a:pt x="92858" y="97986"/>
                  </a:lnTo>
                  <a:lnTo>
                    <a:pt x="86361" y="94420"/>
                  </a:lnTo>
                  <a:lnTo>
                    <a:pt x="82214" y="91440"/>
                  </a:lnTo>
                  <a:lnTo>
                    <a:pt x="79428" y="89430"/>
                  </a:lnTo>
                  <a:lnTo>
                    <a:pt x="17637" y="42803"/>
                  </a:lnTo>
                  <a:lnTo>
                    <a:pt x="10021" y="35433"/>
                  </a:lnTo>
                  <a:lnTo>
                    <a:pt x="1621" y="16492"/>
                  </a:lnTo>
                  <a:lnTo>
                    <a:pt x="0" y="12834"/>
                  </a:lnTo>
                  <a:lnTo>
                    <a:pt x="8580" y="6256"/>
                  </a:lnTo>
                  <a:lnTo>
                    <a:pt x="16740" y="0"/>
                  </a:lnTo>
                  <a:lnTo>
                    <a:pt x="26872" y="13949"/>
                  </a:lnTo>
                  <a:lnTo>
                    <a:pt x="31927" y="20909"/>
                  </a:lnTo>
                  <a:lnTo>
                    <a:pt x="34778" y="24835"/>
                  </a:lnTo>
                  <a:lnTo>
                    <a:pt x="39588" y="30020"/>
                  </a:lnTo>
                  <a:lnTo>
                    <a:pt x="39883" y="30231"/>
                  </a:lnTo>
                  <a:lnTo>
                    <a:pt x="46290" y="34811"/>
                  </a:lnTo>
                  <a:lnTo>
                    <a:pt x="50831" y="38058"/>
                  </a:lnTo>
                  <a:lnTo>
                    <a:pt x="55034" y="41064"/>
                  </a:lnTo>
                  <a:lnTo>
                    <a:pt x="61347" y="45200"/>
                  </a:lnTo>
                  <a:lnTo>
                    <a:pt x="63863" y="46847"/>
                  </a:lnTo>
                  <a:lnTo>
                    <a:pt x="69781" y="50822"/>
                  </a:lnTo>
                  <a:lnTo>
                    <a:pt x="73004" y="53199"/>
                  </a:lnTo>
                  <a:lnTo>
                    <a:pt x="84989" y="62039"/>
                  </a:lnTo>
                  <a:lnTo>
                    <a:pt x="97414" y="71202"/>
                  </a:lnTo>
                  <a:lnTo>
                    <a:pt x="110104" y="80562"/>
                  </a:lnTo>
                  <a:lnTo>
                    <a:pt x="110936" y="81175"/>
                  </a:lnTo>
                  <a:lnTo>
                    <a:pt x="121283" y="86046"/>
                  </a:lnTo>
                  <a:lnTo>
                    <a:pt x="125586" y="87172"/>
                  </a:lnTo>
                  <a:lnTo>
                    <a:pt x="138687" y="90601"/>
                  </a:lnTo>
                  <a:lnTo>
                    <a:pt x="149941" y="93546"/>
                  </a:lnTo>
                  <a:lnTo>
                    <a:pt x="163110" y="96992"/>
                  </a:lnTo>
                  <a:lnTo>
                    <a:pt x="163438" y="97078"/>
                  </a:lnTo>
                  <a:lnTo>
                    <a:pt x="175772" y="100305"/>
                  </a:lnTo>
                  <a:lnTo>
                    <a:pt x="189612" y="103926"/>
                  </a:lnTo>
                  <a:lnTo>
                    <a:pt x="198405" y="106226"/>
                  </a:lnTo>
                  <a:lnTo>
                    <a:pt x="201281" y="106979"/>
                  </a:lnTo>
                  <a:lnTo>
                    <a:pt x="205775" y="108156"/>
                  </a:lnTo>
                  <a:lnTo>
                    <a:pt x="213123" y="113490"/>
                  </a:lnTo>
                  <a:lnTo>
                    <a:pt x="223448" y="120985"/>
                  </a:lnTo>
                  <a:lnTo>
                    <a:pt x="236005" y="130101"/>
                  </a:lnTo>
                  <a:lnTo>
                    <a:pt x="246028" y="137377"/>
                  </a:lnTo>
                  <a:lnTo>
                    <a:pt x="254637" y="143627"/>
                  </a:lnTo>
                  <a:lnTo>
                    <a:pt x="262725" y="149497"/>
                  </a:lnTo>
                  <a:lnTo>
                    <a:pt x="268284" y="153533"/>
                  </a:lnTo>
                  <a:lnTo>
                    <a:pt x="275951" y="159099"/>
                  </a:lnTo>
                  <a:lnTo>
                    <a:pt x="283378" y="164490"/>
                  </a:lnTo>
                  <a:lnTo>
                    <a:pt x="288815" y="168437"/>
                  </a:lnTo>
                  <a:lnTo>
                    <a:pt x="283446" y="172770"/>
                  </a:lnTo>
                  <a:lnTo>
                    <a:pt x="280443" y="175194"/>
                  </a:lnTo>
                  <a:lnTo>
                    <a:pt x="263702" y="174293"/>
                  </a:lnTo>
                  <a:lnTo>
                    <a:pt x="241436" y="159989"/>
                  </a:lnTo>
                  <a:lnTo>
                    <a:pt x="230766" y="152158"/>
                  </a:lnTo>
                  <a:lnTo>
                    <a:pt x="227359" y="150215"/>
                  </a:lnTo>
                  <a:lnTo>
                    <a:pt x="215127" y="143240"/>
                  </a:lnTo>
                  <a:lnTo>
                    <a:pt x="197732" y="13224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42049" y="3439757"/>
              <a:ext cx="251178" cy="168653"/>
            </a:xfrm>
            <a:custGeom>
              <a:avLst/>
              <a:pathLst>
                <a:path w="251178" h="168653">
                  <a:moveTo>
                    <a:pt x="4106" y="100123"/>
                  </a:moveTo>
                  <a:lnTo>
                    <a:pt x="8406" y="91718"/>
                  </a:lnTo>
                  <a:lnTo>
                    <a:pt x="11765" y="85152"/>
                  </a:lnTo>
                  <a:lnTo>
                    <a:pt x="71598" y="107342"/>
                  </a:lnTo>
                  <a:lnTo>
                    <a:pt x="134985" y="130851"/>
                  </a:lnTo>
                  <a:lnTo>
                    <a:pt x="140482" y="119722"/>
                  </a:lnTo>
                  <a:lnTo>
                    <a:pt x="155436" y="95006"/>
                  </a:lnTo>
                  <a:lnTo>
                    <a:pt x="156522" y="93209"/>
                  </a:lnTo>
                  <a:lnTo>
                    <a:pt x="198270" y="25669"/>
                  </a:lnTo>
                  <a:lnTo>
                    <a:pt x="234395" y="0"/>
                  </a:lnTo>
                  <a:lnTo>
                    <a:pt x="242068" y="4363"/>
                  </a:lnTo>
                  <a:lnTo>
                    <a:pt x="251178" y="9543"/>
                  </a:lnTo>
                  <a:lnTo>
                    <a:pt x="243652" y="17036"/>
                  </a:lnTo>
                  <a:lnTo>
                    <a:pt x="238178" y="22487"/>
                  </a:lnTo>
                  <a:lnTo>
                    <a:pt x="237137" y="24651"/>
                  </a:lnTo>
                  <a:lnTo>
                    <a:pt x="233074" y="33089"/>
                  </a:lnTo>
                  <a:lnTo>
                    <a:pt x="229467" y="40582"/>
                  </a:lnTo>
                  <a:lnTo>
                    <a:pt x="225916" y="47957"/>
                  </a:lnTo>
                  <a:lnTo>
                    <a:pt x="222361" y="55343"/>
                  </a:lnTo>
                  <a:lnTo>
                    <a:pt x="218658" y="63036"/>
                  </a:lnTo>
                  <a:lnTo>
                    <a:pt x="214692" y="71275"/>
                  </a:lnTo>
                  <a:lnTo>
                    <a:pt x="210930" y="79088"/>
                  </a:lnTo>
                  <a:lnTo>
                    <a:pt x="205927" y="89482"/>
                  </a:lnTo>
                  <a:lnTo>
                    <a:pt x="204163" y="93145"/>
                  </a:lnTo>
                  <a:lnTo>
                    <a:pt x="200526" y="100900"/>
                  </a:lnTo>
                  <a:lnTo>
                    <a:pt x="196233" y="110055"/>
                  </a:lnTo>
                  <a:lnTo>
                    <a:pt x="190353" y="122594"/>
                  </a:lnTo>
                  <a:lnTo>
                    <a:pt x="184159" y="135801"/>
                  </a:lnTo>
                  <a:lnTo>
                    <a:pt x="182339" y="139682"/>
                  </a:lnTo>
                  <a:lnTo>
                    <a:pt x="175422" y="154432"/>
                  </a:lnTo>
                  <a:lnTo>
                    <a:pt x="168753" y="168653"/>
                  </a:lnTo>
                  <a:lnTo>
                    <a:pt x="164276" y="167619"/>
                  </a:lnTo>
                  <a:lnTo>
                    <a:pt x="154113" y="165145"/>
                  </a:lnTo>
                  <a:lnTo>
                    <a:pt x="147864" y="163624"/>
                  </a:lnTo>
                  <a:lnTo>
                    <a:pt x="143702" y="162611"/>
                  </a:lnTo>
                  <a:lnTo>
                    <a:pt x="133577" y="160146"/>
                  </a:lnTo>
                  <a:lnTo>
                    <a:pt x="132301" y="159836"/>
                  </a:lnTo>
                  <a:lnTo>
                    <a:pt x="124274" y="157882"/>
                  </a:lnTo>
                  <a:lnTo>
                    <a:pt x="113946" y="155368"/>
                  </a:lnTo>
                  <a:lnTo>
                    <a:pt x="104643" y="153103"/>
                  </a:lnTo>
                  <a:lnTo>
                    <a:pt x="99145" y="151765"/>
                  </a:lnTo>
                  <a:lnTo>
                    <a:pt x="88630" y="146817"/>
                  </a:lnTo>
                  <a:lnTo>
                    <a:pt x="75650" y="140710"/>
                  </a:lnTo>
                  <a:lnTo>
                    <a:pt x="62501" y="134522"/>
                  </a:lnTo>
                  <a:lnTo>
                    <a:pt x="57606" y="132219"/>
                  </a:lnTo>
                  <a:lnTo>
                    <a:pt x="50901" y="129418"/>
                  </a:lnTo>
                  <a:lnTo>
                    <a:pt x="39495" y="124652"/>
                  </a:lnTo>
                  <a:lnTo>
                    <a:pt x="26937" y="119405"/>
                  </a:lnTo>
                  <a:lnTo>
                    <a:pt x="20451" y="116696"/>
                  </a:lnTo>
                  <a:lnTo>
                    <a:pt x="0" y="108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215401" y="3558528"/>
              <a:ext cx="172307" cy="81931"/>
            </a:xfrm>
            <a:custGeom>
              <a:avLst/>
              <a:pathLst>
                <a:path w="172307" h="81931">
                  <a:moveTo>
                    <a:pt x="25231" y="3625"/>
                  </a:moveTo>
                  <a:lnTo>
                    <a:pt x="29835" y="5204"/>
                  </a:lnTo>
                  <a:lnTo>
                    <a:pt x="37601" y="7868"/>
                  </a:lnTo>
                  <a:lnTo>
                    <a:pt x="47531" y="11273"/>
                  </a:lnTo>
                  <a:lnTo>
                    <a:pt x="56150" y="14228"/>
                  </a:lnTo>
                  <a:lnTo>
                    <a:pt x="67822" y="18231"/>
                  </a:lnTo>
                  <a:lnTo>
                    <a:pt x="77244" y="21463"/>
                  </a:lnTo>
                  <a:lnTo>
                    <a:pt x="79642" y="22314"/>
                  </a:lnTo>
                  <a:lnTo>
                    <a:pt x="88187" y="25346"/>
                  </a:lnTo>
                  <a:lnTo>
                    <a:pt x="95618" y="27984"/>
                  </a:lnTo>
                  <a:lnTo>
                    <a:pt x="103562" y="30803"/>
                  </a:lnTo>
                  <a:lnTo>
                    <a:pt x="111512" y="33625"/>
                  </a:lnTo>
                  <a:lnTo>
                    <a:pt x="119443" y="36440"/>
                  </a:lnTo>
                  <a:lnTo>
                    <a:pt x="126032" y="38779"/>
                  </a:lnTo>
                  <a:lnTo>
                    <a:pt x="133572" y="41455"/>
                  </a:lnTo>
                  <a:lnTo>
                    <a:pt x="142755" y="44714"/>
                  </a:lnTo>
                  <a:lnTo>
                    <a:pt x="149556" y="47128"/>
                  </a:lnTo>
                  <a:lnTo>
                    <a:pt x="157028" y="49780"/>
                  </a:lnTo>
                  <a:lnTo>
                    <a:pt x="163400" y="52042"/>
                  </a:lnTo>
                  <a:lnTo>
                    <a:pt x="172307" y="55203"/>
                  </a:lnTo>
                  <a:lnTo>
                    <a:pt x="170485" y="65826"/>
                  </a:lnTo>
                  <a:lnTo>
                    <a:pt x="169065" y="74103"/>
                  </a:lnTo>
                  <a:lnTo>
                    <a:pt x="167191" y="81931"/>
                  </a:lnTo>
                  <a:lnTo>
                    <a:pt x="120733" y="64644"/>
                  </a:lnTo>
                  <a:lnTo>
                    <a:pt x="69323" y="45513"/>
                  </a:lnTo>
                  <a:lnTo>
                    <a:pt x="59837" y="42169"/>
                  </a:lnTo>
                  <a:lnTo>
                    <a:pt x="54868" y="40417"/>
                  </a:lnTo>
                  <a:lnTo>
                    <a:pt x="0" y="21072"/>
                  </a:lnTo>
                  <a:lnTo>
                    <a:pt x="377" y="13279"/>
                  </a:lnTo>
                  <a:lnTo>
                    <a:pt x="1020" y="0"/>
                  </a:lnTo>
                  <a:lnTo>
                    <a:pt x="11245" y="1474"/>
                  </a:lnTo>
                  <a:lnTo>
                    <a:pt x="20575" y="2820"/>
                  </a:lnTo>
                  <a:lnTo>
                    <a:pt x="24540" y="33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4009351" y="2686745"/>
              <a:ext cx="298187" cy="292986"/>
            </a:xfrm>
            <a:custGeom>
              <a:avLst/>
              <a:pathLst>
                <a:path w="298187" h="292986">
                  <a:moveTo>
                    <a:pt x="99036" y="292986"/>
                  </a:moveTo>
                  <a:lnTo>
                    <a:pt x="74744" y="282382"/>
                  </a:lnTo>
                  <a:lnTo>
                    <a:pt x="33834" y="264524"/>
                  </a:lnTo>
                  <a:lnTo>
                    <a:pt x="5286" y="242187"/>
                  </a:lnTo>
                  <a:lnTo>
                    <a:pt x="0" y="233180"/>
                  </a:lnTo>
                  <a:lnTo>
                    <a:pt x="11449" y="226516"/>
                  </a:lnTo>
                  <a:lnTo>
                    <a:pt x="18615" y="222344"/>
                  </a:lnTo>
                  <a:lnTo>
                    <a:pt x="23934" y="219248"/>
                  </a:lnTo>
                  <a:lnTo>
                    <a:pt x="25375" y="218409"/>
                  </a:lnTo>
                  <a:lnTo>
                    <a:pt x="31681" y="215737"/>
                  </a:lnTo>
                  <a:lnTo>
                    <a:pt x="39544" y="212404"/>
                  </a:lnTo>
                  <a:lnTo>
                    <a:pt x="49234" y="208298"/>
                  </a:lnTo>
                  <a:lnTo>
                    <a:pt x="54101" y="206235"/>
                  </a:lnTo>
                  <a:lnTo>
                    <a:pt x="60920" y="204907"/>
                  </a:lnTo>
                  <a:lnTo>
                    <a:pt x="71026" y="202940"/>
                  </a:lnTo>
                  <a:lnTo>
                    <a:pt x="82428" y="200720"/>
                  </a:lnTo>
                  <a:lnTo>
                    <a:pt x="92749" y="198710"/>
                  </a:lnTo>
                  <a:lnTo>
                    <a:pt x="97342" y="197816"/>
                  </a:lnTo>
                  <a:lnTo>
                    <a:pt x="100558" y="197379"/>
                  </a:lnTo>
                  <a:lnTo>
                    <a:pt x="106954" y="196510"/>
                  </a:lnTo>
                  <a:lnTo>
                    <a:pt x="109024" y="196364"/>
                  </a:lnTo>
                  <a:lnTo>
                    <a:pt x="119284" y="195641"/>
                  </a:lnTo>
                  <a:lnTo>
                    <a:pt x="126426" y="195137"/>
                  </a:lnTo>
                  <a:lnTo>
                    <a:pt x="131214" y="194568"/>
                  </a:lnTo>
                  <a:lnTo>
                    <a:pt x="140860" y="193421"/>
                  </a:lnTo>
                  <a:lnTo>
                    <a:pt x="141822" y="193207"/>
                  </a:lnTo>
                  <a:lnTo>
                    <a:pt x="153869" y="190520"/>
                  </a:lnTo>
                  <a:lnTo>
                    <a:pt x="161935" y="188722"/>
                  </a:lnTo>
                  <a:lnTo>
                    <a:pt x="167133" y="187167"/>
                  </a:lnTo>
                  <a:lnTo>
                    <a:pt x="173757" y="185185"/>
                  </a:lnTo>
                  <a:lnTo>
                    <a:pt x="177760" y="183602"/>
                  </a:lnTo>
                  <a:lnTo>
                    <a:pt x="179686" y="181927"/>
                  </a:lnTo>
                  <a:lnTo>
                    <a:pt x="184137" y="178058"/>
                  </a:lnTo>
                  <a:lnTo>
                    <a:pt x="187124" y="174891"/>
                  </a:lnTo>
                  <a:lnTo>
                    <a:pt x="191489" y="170262"/>
                  </a:lnTo>
                  <a:lnTo>
                    <a:pt x="195966" y="165515"/>
                  </a:lnTo>
                  <a:lnTo>
                    <a:pt x="200519" y="160686"/>
                  </a:lnTo>
                  <a:lnTo>
                    <a:pt x="200788" y="160400"/>
                  </a:lnTo>
                  <a:lnTo>
                    <a:pt x="205528" y="153501"/>
                  </a:lnTo>
                  <a:lnTo>
                    <a:pt x="208652" y="148953"/>
                  </a:lnTo>
                  <a:lnTo>
                    <a:pt x="211183" y="145270"/>
                  </a:lnTo>
                  <a:lnTo>
                    <a:pt x="212291" y="143514"/>
                  </a:lnTo>
                  <a:lnTo>
                    <a:pt x="216503" y="136843"/>
                  </a:lnTo>
                  <a:lnTo>
                    <a:pt x="221670" y="128658"/>
                  </a:lnTo>
                  <a:lnTo>
                    <a:pt x="224111" y="124792"/>
                  </a:lnTo>
                  <a:lnTo>
                    <a:pt x="226969" y="121305"/>
                  </a:lnTo>
                  <a:lnTo>
                    <a:pt x="232553" y="114491"/>
                  </a:lnTo>
                  <a:lnTo>
                    <a:pt x="234517" y="112095"/>
                  </a:lnTo>
                  <a:lnTo>
                    <a:pt x="237399" y="106897"/>
                  </a:lnTo>
                  <a:lnTo>
                    <a:pt x="240224" y="101801"/>
                  </a:lnTo>
                  <a:lnTo>
                    <a:pt x="242943" y="97789"/>
                  </a:lnTo>
                  <a:lnTo>
                    <a:pt x="248380" y="89768"/>
                  </a:lnTo>
                  <a:lnTo>
                    <a:pt x="249520" y="88087"/>
                  </a:lnTo>
                  <a:lnTo>
                    <a:pt x="250205" y="79791"/>
                  </a:lnTo>
                  <a:lnTo>
                    <a:pt x="250987" y="70332"/>
                  </a:lnTo>
                  <a:lnTo>
                    <a:pt x="251476" y="64423"/>
                  </a:lnTo>
                  <a:lnTo>
                    <a:pt x="251557" y="61200"/>
                  </a:lnTo>
                  <a:lnTo>
                    <a:pt x="251780" y="52282"/>
                  </a:lnTo>
                  <a:lnTo>
                    <a:pt x="252017" y="42852"/>
                  </a:lnTo>
                  <a:lnTo>
                    <a:pt x="252082" y="40241"/>
                  </a:lnTo>
                  <a:lnTo>
                    <a:pt x="252313" y="30970"/>
                  </a:lnTo>
                  <a:lnTo>
                    <a:pt x="252469" y="24732"/>
                  </a:lnTo>
                  <a:lnTo>
                    <a:pt x="252638" y="17974"/>
                  </a:lnTo>
                  <a:lnTo>
                    <a:pt x="252773" y="12574"/>
                  </a:lnTo>
                  <a:lnTo>
                    <a:pt x="252940" y="5865"/>
                  </a:lnTo>
                  <a:lnTo>
                    <a:pt x="253084" y="116"/>
                  </a:lnTo>
                  <a:lnTo>
                    <a:pt x="268450" y="39"/>
                  </a:lnTo>
                  <a:lnTo>
                    <a:pt x="276368" y="0"/>
                  </a:lnTo>
                  <a:lnTo>
                    <a:pt x="296273" y="19516"/>
                  </a:lnTo>
                  <a:lnTo>
                    <a:pt x="298187" y="39866"/>
                  </a:lnTo>
                  <a:lnTo>
                    <a:pt x="297969" y="42364"/>
                  </a:lnTo>
                  <a:lnTo>
                    <a:pt x="294720" y="76595"/>
                  </a:lnTo>
                  <a:lnTo>
                    <a:pt x="294357" y="80176"/>
                  </a:lnTo>
                  <a:lnTo>
                    <a:pt x="290147" y="88787"/>
                  </a:lnTo>
                  <a:lnTo>
                    <a:pt x="275982" y="114615"/>
                  </a:lnTo>
                  <a:lnTo>
                    <a:pt x="263348" y="130268"/>
                  </a:lnTo>
                  <a:lnTo>
                    <a:pt x="238363" y="166495"/>
                  </a:lnTo>
                  <a:lnTo>
                    <a:pt x="209366" y="208539"/>
                  </a:lnTo>
                  <a:lnTo>
                    <a:pt x="196350" y="215192"/>
                  </a:lnTo>
                  <a:lnTo>
                    <a:pt x="81755" y="220455"/>
                  </a:lnTo>
                  <a:lnTo>
                    <a:pt x="55288" y="222353"/>
                  </a:lnTo>
                  <a:lnTo>
                    <a:pt x="34186" y="233541"/>
                  </a:lnTo>
                  <a:lnTo>
                    <a:pt x="105733" y="253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94542" y="3617963"/>
              <a:ext cx="119381" cy="68637"/>
            </a:xfrm>
            <a:custGeom>
              <a:avLst/>
              <a:pathLst>
                <a:path w="119381" h="68637">
                  <a:moveTo>
                    <a:pt x="2705" y="11774"/>
                  </a:moveTo>
                  <a:lnTo>
                    <a:pt x="6291" y="0"/>
                  </a:lnTo>
                  <a:lnTo>
                    <a:pt x="19434" y="4004"/>
                  </a:lnTo>
                  <a:lnTo>
                    <a:pt x="29042" y="6932"/>
                  </a:lnTo>
                  <a:lnTo>
                    <a:pt x="36133" y="9093"/>
                  </a:lnTo>
                  <a:lnTo>
                    <a:pt x="40446" y="10408"/>
                  </a:lnTo>
                  <a:lnTo>
                    <a:pt x="44299" y="11965"/>
                  </a:lnTo>
                  <a:lnTo>
                    <a:pt x="52572" y="15309"/>
                  </a:lnTo>
                  <a:lnTo>
                    <a:pt x="59213" y="17993"/>
                  </a:lnTo>
                  <a:lnTo>
                    <a:pt x="62448" y="19698"/>
                  </a:lnTo>
                  <a:lnTo>
                    <a:pt x="68372" y="22819"/>
                  </a:lnTo>
                  <a:lnTo>
                    <a:pt x="75748" y="26705"/>
                  </a:lnTo>
                  <a:lnTo>
                    <a:pt x="79926" y="28906"/>
                  </a:lnTo>
                  <a:lnTo>
                    <a:pt x="84980" y="32292"/>
                  </a:lnTo>
                  <a:lnTo>
                    <a:pt x="92688" y="37456"/>
                  </a:lnTo>
                  <a:lnTo>
                    <a:pt x="102950" y="44332"/>
                  </a:lnTo>
                  <a:lnTo>
                    <a:pt x="110177" y="49174"/>
                  </a:lnTo>
                  <a:lnTo>
                    <a:pt x="115661" y="52848"/>
                  </a:lnTo>
                  <a:lnTo>
                    <a:pt x="119381" y="55340"/>
                  </a:lnTo>
                  <a:lnTo>
                    <a:pt x="117312" y="60997"/>
                  </a:lnTo>
                  <a:lnTo>
                    <a:pt x="114519" y="68637"/>
                  </a:lnTo>
                  <a:lnTo>
                    <a:pt x="106319" y="66956"/>
                  </a:lnTo>
                  <a:lnTo>
                    <a:pt x="76601" y="59424"/>
                  </a:lnTo>
                  <a:lnTo>
                    <a:pt x="71826" y="67749"/>
                  </a:lnTo>
                  <a:lnTo>
                    <a:pt x="60266" y="62509"/>
                  </a:lnTo>
                  <a:lnTo>
                    <a:pt x="36852" y="51897"/>
                  </a:lnTo>
                  <a:lnTo>
                    <a:pt x="41423" y="37783"/>
                  </a:lnTo>
                  <a:lnTo>
                    <a:pt x="27476" y="32530"/>
                  </a:lnTo>
                  <a:lnTo>
                    <a:pt x="0" y="20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42437" y="3067721"/>
              <a:ext cx="61348" cy="62926"/>
            </a:xfrm>
            <a:custGeom>
              <a:avLst/>
              <a:pathLst>
                <a:path w="61348" h="62926">
                  <a:moveTo>
                    <a:pt x="6858" y="12258"/>
                  </a:moveTo>
                  <a:lnTo>
                    <a:pt x="14548" y="8928"/>
                  </a:lnTo>
                  <a:lnTo>
                    <a:pt x="23325" y="5127"/>
                  </a:lnTo>
                  <a:lnTo>
                    <a:pt x="24607" y="4572"/>
                  </a:lnTo>
                  <a:lnTo>
                    <a:pt x="32952" y="1457"/>
                  </a:lnTo>
                  <a:lnTo>
                    <a:pt x="36855" y="0"/>
                  </a:lnTo>
                  <a:lnTo>
                    <a:pt x="46428" y="16744"/>
                  </a:lnTo>
                  <a:lnTo>
                    <a:pt x="55492" y="32599"/>
                  </a:lnTo>
                  <a:lnTo>
                    <a:pt x="61348" y="43756"/>
                  </a:lnTo>
                  <a:lnTo>
                    <a:pt x="52921" y="47165"/>
                  </a:lnTo>
                  <a:lnTo>
                    <a:pt x="45189" y="50294"/>
                  </a:lnTo>
                  <a:lnTo>
                    <a:pt x="34997" y="54417"/>
                  </a:lnTo>
                  <a:lnTo>
                    <a:pt x="13964" y="62926"/>
                  </a:lnTo>
                  <a:lnTo>
                    <a:pt x="9172" y="46206"/>
                  </a:lnTo>
                  <a:lnTo>
                    <a:pt x="7784" y="41521"/>
                  </a:lnTo>
                  <a:lnTo>
                    <a:pt x="0" y="15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9095" y="3031211"/>
              <a:ext cx="80746" cy="72497"/>
            </a:xfrm>
            <a:custGeom>
              <a:avLst/>
              <a:pathLst>
                <a:path w="80746" h="72497">
                  <a:moveTo>
                    <a:pt x="11760" y="21041"/>
                  </a:moveTo>
                  <a:lnTo>
                    <a:pt x="18228" y="17110"/>
                  </a:lnTo>
                  <a:lnTo>
                    <a:pt x="24723" y="13162"/>
                  </a:lnTo>
                  <a:lnTo>
                    <a:pt x="29709" y="10131"/>
                  </a:lnTo>
                  <a:lnTo>
                    <a:pt x="36201" y="6186"/>
                  </a:lnTo>
                  <a:lnTo>
                    <a:pt x="46379" y="0"/>
                  </a:lnTo>
                  <a:lnTo>
                    <a:pt x="50230" y="5825"/>
                  </a:lnTo>
                  <a:lnTo>
                    <a:pt x="59623" y="20034"/>
                  </a:lnTo>
                  <a:lnTo>
                    <a:pt x="70863" y="37037"/>
                  </a:lnTo>
                  <a:lnTo>
                    <a:pt x="80746" y="51987"/>
                  </a:lnTo>
                  <a:lnTo>
                    <a:pt x="57335" y="61363"/>
                  </a:lnTo>
                  <a:lnTo>
                    <a:pt x="29534" y="72497"/>
                  </a:lnTo>
                  <a:lnTo>
                    <a:pt x="18259" y="60170"/>
                  </a:lnTo>
                  <a:lnTo>
                    <a:pt x="15265" y="56898"/>
                  </a:lnTo>
                  <a:lnTo>
                    <a:pt x="7693" y="42658"/>
                  </a:lnTo>
                  <a:lnTo>
                    <a:pt x="0" y="28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32420" y="2999926"/>
              <a:ext cx="86231" cy="90142"/>
            </a:xfrm>
            <a:custGeom>
              <a:avLst/>
              <a:pathLst>
                <a:path w="86231" h="90142">
                  <a:moveTo>
                    <a:pt x="5129" y="23961"/>
                  </a:moveTo>
                  <a:lnTo>
                    <a:pt x="9862" y="21091"/>
                  </a:lnTo>
                  <a:lnTo>
                    <a:pt x="13807" y="18697"/>
                  </a:lnTo>
                  <a:lnTo>
                    <a:pt x="16748" y="16914"/>
                  </a:lnTo>
                  <a:lnTo>
                    <a:pt x="21688" y="13918"/>
                  </a:lnTo>
                  <a:lnTo>
                    <a:pt x="26656" y="10905"/>
                  </a:lnTo>
                  <a:lnTo>
                    <a:pt x="31481" y="7978"/>
                  </a:lnTo>
                  <a:lnTo>
                    <a:pt x="37406" y="4385"/>
                  </a:lnTo>
                  <a:lnTo>
                    <a:pt x="44637" y="0"/>
                  </a:lnTo>
                  <a:lnTo>
                    <a:pt x="48458" y="5754"/>
                  </a:lnTo>
                  <a:lnTo>
                    <a:pt x="54799" y="15303"/>
                  </a:lnTo>
                  <a:lnTo>
                    <a:pt x="59900" y="22984"/>
                  </a:lnTo>
                  <a:lnTo>
                    <a:pt x="69234" y="37039"/>
                  </a:lnTo>
                  <a:lnTo>
                    <a:pt x="77801" y="49940"/>
                  </a:lnTo>
                  <a:lnTo>
                    <a:pt x="86231" y="62634"/>
                  </a:lnTo>
                  <a:lnTo>
                    <a:pt x="68979" y="72162"/>
                  </a:lnTo>
                  <a:lnTo>
                    <a:pt x="44365" y="85757"/>
                  </a:lnTo>
                  <a:lnTo>
                    <a:pt x="35490" y="90142"/>
                  </a:lnTo>
                  <a:lnTo>
                    <a:pt x="27270" y="75534"/>
                  </a:lnTo>
                  <a:lnTo>
                    <a:pt x="19643" y="61981"/>
                  </a:lnTo>
                  <a:lnTo>
                    <a:pt x="11676" y="47821"/>
                  </a:lnTo>
                  <a:lnTo>
                    <a:pt x="0" y="27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37922" y="2937538"/>
              <a:ext cx="130514" cy="165365"/>
            </a:xfrm>
            <a:custGeom>
              <a:avLst/>
              <a:pathLst>
                <a:path w="130514" h="165365">
                  <a:moveTo>
                    <a:pt x="69468" y="95136"/>
                  </a:moveTo>
                  <a:lnTo>
                    <a:pt x="71030" y="94141"/>
                  </a:lnTo>
                  <a:lnTo>
                    <a:pt x="86661" y="84178"/>
                  </a:lnTo>
                  <a:lnTo>
                    <a:pt x="90873" y="81874"/>
                  </a:lnTo>
                  <a:lnTo>
                    <a:pt x="93346" y="80521"/>
                  </a:lnTo>
                  <a:lnTo>
                    <a:pt x="99627" y="92949"/>
                  </a:lnTo>
                  <a:lnTo>
                    <a:pt x="114702" y="122780"/>
                  </a:lnTo>
                  <a:lnTo>
                    <a:pt x="115555" y="124469"/>
                  </a:lnTo>
                  <a:lnTo>
                    <a:pt x="130514" y="152127"/>
                  </a:lnTo>
                  <a:lnTo>
                    <a:pt x="114793" y="156439"/>
                  </a:lnTo>
                  <a:lnTo>
                    <a:pt x="86562" y="164181"/>
                  </a:lnTo>
                  <a:lnTo>
                    <a:pt x="82244" y="165365"/>
                  </a:lnTo>
                  <a:lnTo>
                    <a:pt x="63681" y="135868"/>
                  </a:lnTo>
                  <a:lnTo>
                    <a:pt x="56377" y="124262"/>
                  </a:lnTo>
                  <a:lnTo>
                    <a:pt x="45740" y="107359"/>
                  </a:lnTo>
                  <a:lnTo>
                    <a:pt x="45061" y="106280"/>
                  </a:lnTo>
                  <a:lnTo>
                    <a:pt x="36124" y="90855"/>
                  </a:lnTo>
                  <a:lnTo>
                    <a:pt x="27600" y="76143"/>
                  </a:lnTo>
                  <a:lnTo>
                    <a:pt x="22150" y="66738"/>
                  </a:lnTo>
                  <a:lnTo>
                    <a:pt x="18200" y="59921"/>
                  </a:lnTo>
                  <a:lnTo>
                    <a:pt x="10136" y="46001"/>
                  </a:lnTo>
                  <a:lnTo>
                    <a:pt x="0" y="28507"/>
                  </a:lnTo>
                  <a:lnTo>
                    <a:pt x="7202" y="23835"/>
                  </a:lnTo>
                  <a:lnTo>
                    <a:pt x="16139" y="18038"/>
                  </a:lnTo>
                  <a:lnTo>
                    <a:pt x="23687" y="13141"/>
                  </a:lnTo>
                  <a:lnTo>
                    <a:pt x="32708" y="7291"/>
                  </a:lnTo>
                  <a:lnTo>
                    <a:pt x="35760" y="5310"/>
                  </a:lnTo>
                  <a:lnTo>
                    <a:pt x="42637" y="1843"/>
                  </a:lnTo>
                  <a:lnTo>
                    <a:pt x="46295" y="0"/>
                  </a:lnTo>
                  <a:lnTo>
                    <a:pt x="54547" y="14645"/>
                  </a:lnTo>
                  <a:lnTo>
                    <a:pt x="63711" y="30909"/>
                  </a:lnTo>
                  <a:lnTo>
                    <a:pt x="64104" y="31607"/>
                  </a:lnTo>
                  <a:lnTo>
                    <a:pt x="75543" y="51908"/>
                  </a:lnTo>
                  <a:lnTo>
                    <a:pt x="83352" y="65768"/>
                  </a:lnTo>
                  <a:lnTo>
                    <a:pt x="86239" y="70891"/>
                  </a:lnTo>
                  <a:lnTo>
                    <a:pt x="64005" y="86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88996" y="2925908"/>
              <a:ext cx="57076" cy="53133"/>
            </a:xfrm>
            <a:custGeom>
              <a:avLst/>
              <a:pathLst>
                <a:path w="57076" h="53133">
                  <a:moveTo>
                    <a:pt x="2943" y="6740"/>
                  </a:moveTo>
                  <a:lnTo>
                    <a:pt x="7032" y="3791"/>
                  </a:lnTo>
                  <a:lnTo>
                    <a:pt x="9783" y="1806"/>
                  </a:lnTo>
                  <a:lnTo>
                    <a:pt x="11461" y="596"/>
                  </a:lnTo>
                  <a:lnTo>
                    <a:pt x="12288" y="0"/>
                  </a:lnTo>
                  <a:lnTo>
                    <a:pt x="29880" y="11702"/>
                  </a:lnTo>
                  <a:lnTo>
                    <a:pt x="32213" y="13254"/>
                  </a:lnTo>
                  <a:lnTo>
                    <a:pt x="57076" y="36978"/>
                  </a:lnTo>
                  <a:lnTo>
                    <a:pt x="44516" y="43969"/>
                  </a:lnTo>
                  <a:lnTo>
                    <a:pt x="28052" y="53133"/>
                  </a:lnTo>
                  <a:lnTo>
                    <a:pt x="14590" y="31887"/>
                  </a:lnTo>
                  <a:lnTo>
                    <a:pt x="0" y="8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39949" y="3071573"/>
              <a:ext cx="387247" cy="250599"/>
            </a:xfrm>
            <a:custGeom>
              <a:avLst/>
              <a:pathLst>
                <a:path w="387247" h="250599">
                  <a:moveTo>
                    <a:pt x="121549" y="115572"/>
                  </a:moveTo>
                  <a:lnTo>
                    <a:pt x="119956" y="112065"/>
                  </a:lnTo>
                  <a:lnTo>
                    <a:pt x="118204" y="108209"/>
                  </a:lnTo>
                  <a:lnTo>
                    <a:pt x="111926" y="110733"/>
                  </a:lnTo>
                  <a:lnTo>
                    <a:pt x="104068" y="113893"/>
                  </a:lnTo>
                  <a:lnTo>
                    <a:pt x="97281" y="116622"/>
                  </a:lnTo>
                  <a:lnTo>
                    <a:pt x="99450" y="121407"/>
                  </a:lnTo>
                  <a:lnTo>
                    <a:pt x="102562" y="128272"/>
                  </a:lnTo>
                  <a:lnTo>
                    <a:pt x="105735" y="126972"/>
                  </a:lnTo>
                  <a:lnTo>
                    <a:pt x="109012" y="125631"/>
                  </a:lnTo>
                  <a:lnTo>
                    <a:pt x="111960" y="132221"/>
                  </a:lnTo>
                  <a:lnTo>
                    <a:pt x="114192" y="137210"/>
                  </a:lnTo>
                  <a:lnTo>
                    <a:pt x="117250" y="144046"/>
                  </a:lnTo>
                  <a:lnTo>
                    <a:pt x="120209" y="150662"/>
                  </a:lnTo>
                  <a:lnTo>
                    <a:pt x="122367" y="155487"/>
                  </a:lnTo>
                  <a:lnTo>
                    <a:pt x="115918" y="158992"/>
                  </a:lnTo>
                  <a:lnTo>
                    <a:pt x="110790" y="161780"/>
                  </a:lnTo>
                  <a:lnTo>
                    <a:pt x="108431" y="163061"/>
                  </a:lnTo>
                  <a:lnTo>
                    <a:pt x="103289" y="166397"/>
                  </a:lnTo>
                  <a:lnTo>
                    <a:pt x="98292" y="169638"/>
                  </a:lnTo>
                  <a:lnTo>
                    <a:pt x="95105" y="171706"/>
                  </a:lnTo>
                  <a:lnTo>
                    <a:pt x="93356" y="173043"/>
                  </a:lnTo>
                  <a:lnTo>
                    <a:pt x="88276" y="176927"/>
                  </a:lnTo>
                  <a:lnTo>
                    <a:pt x="82466" y="181370"/>
                  </a:lnTo>
                  <a:lnTo>
                    <a:pt x="81731" y="182027"/>
                  </a:lnTo>
                  <a:lnTo>
                    <a:pt x="75918" y="187228"/>
                  </a:lnTo>
                  <a:lnTo>
                    <a:pt x="70589" y="191996"/>
                  </a:lnTo>
                  <a:lnTo>
                    <a:pt x="69659" y="192966"/>
                  </a:lnTo>
                  <a:lnTo>
                    <a:pt x="65445" y="197364"/>
                  </a:lnTo>
                  <a:lnTo>
                    <a:pt x="61268" y="201724"/>
                  </a:lnTo>
                  <a:lnTo>
                    <a:pt x="59545" y="203522"/>
                  </a:lnTo>
                  <a:lnTo>
                    <a:pt x="56663" y="207031"/>
                  </a:lnTo>
                  <a:lnTo>
                    <a:pt x="52603" y="211976"/>
                  </a:lnTo>
                  <a:lnTo>
                    <a:pt x="49398" y="215879"/>
                  </a:lnTo>
                  <a:lnTo>
                    <a:pt x="48201" y="217587"/>
                  </a:lnTo>
                  <a:lnTo>
                    <a:pt x="45173" y="221909"/>
                  </a:lnTo>
                  <a:lnTo>
                    <a:pt x="42215" y="226131"/>
                  </a:lnTo>
                  <a:lnTo>
                    <a:pt x="40207" y="228996"/>
                  </a:lnTo>
                  <a:lnTo>
                    <a:pt x="39540" y="230100"/>
                  </a:lnTo>
                  <a:lnTo>
                    <a:pt x="36629" y="234916"/>
                  </a:lnTo>
                  <a:lnTo>
                    <a:pt x="34506" y="238429"/>
                  </a:lnTo>
                  <a:lnTo>
                    <a:pt x="33790" y="239612"/>
                  </a:lnTo>
                  <a:lnTo>
                    <a:pt x="32635" y="241805"/>
                  </a:lnTo>
                  <a:lnTo>
                    <a:pt x="31044" y="244824"/>
                  </a:lnTo>
                  <a:lnTo>
                    <a:pt x="29245" y="248238"/>
                  </a:lnTo>
                  <a:lnTo>
                    <a:pt x="28001" y="250599"/>
                  </a:lnTo>
                  <a:lnTo>
                    <a:pt x="13697" y="240654"/>
                  </a:lnTo>
                  <a:lnTo>
                    <a:pt x="0" y="231131"/>
                  </a:lnTo>
                  <a:lnTo>
                    <a:pt x="10479" y="201780"/>
                  </a:lnTo>
                  <a:lnTo>
                    <a:pt x="37252" y="111083"/>
                  </a:lnTo>
                  <a:lnTo>
                    <a:pt x="38013" y="92412"/>
                  </a:lnTo>
                  <a:lnTo>
                    <a:pt x="41129" y="15971"/>
                  </a:lnTo>
                  <a:lnTo>
                    <a:pt x="40946" y="13656"/>
                  </a:lnTo>
                  <a:lnTo>
                    <a:pt x="41142" y="11341"/>
                  </a:lnTo>
                  <a:lnTo>
                    <a:pt x="41713" y="9093"/>
                  </a:lnTo>
                  <a:lnTo>
                    <a:pt x="42642" y="6973"/>
                  </a:lnTo>
                  <a:lnTo>
                    <a:pt x="43903" y="5041"/>
                  </a:lnTo>
                  <a:lnTo>
                    <a:pt x="45462" y="3351"/>
                  </a:lnTo>
                  <a:lnTo>
                    <a:pt x="47274" y="1949"/>
                  </a:lnTo>
                  <a:lnTo>
                    <a:pt x="48836" y="1080"/>
                  </a:lnTo>
                  <a:lnTo>
                    <a:pt x="50496" y="426"/>
                  </a:lnTo>
                  <a:lnTo>
                    <a:pt x="52226" y="0"/>
                  </a:lnTo>
                  <a:lnTo>
                    <a:pt x="93204" y="21948"/>
                  </a:lnTo>
                  <a:lnTo>
                    <a:pt x="122899" y="37854"/>
                  </a:lnTo>
                  <a:lnTo>
                    <a:pt x="127253" y="40275"/>
                  </a:lnTo>
                  <a:lnTo>
                    <a:pt x="131982" y="42740"/>
                  </a:lnTo>
                  <a:lnTo>
                    <a:pt x="137028" y="44424"/>
                  </a:lnTo>
                  <a:lnTo>
                    <a:pt x="142269" y="45286"/>
                  </a:lnTo>
                  <a:lnTo>
                    <a:pt x="146019" y="45387"/>
                  </a:lnTo>
                  <a:lnTo>
                    <a:pt x="147883" y="45280"/>
                  </a:lnTo>
                  <a:lnTo>
                    <a:pt x="153398" y="44336"/>
                  </a:lnTo>
                  <a:lnTo>
                    <a:pt x="158687" y="42483"/>
                  </a:lnTo>
                  <a:lnTo>
                    <a:pt x="163609" y="39769"/>
                  </a:lnTo>
                  <a:lnTo>
                    <a:pt x="168030" y="36269"/>
                  </a:lnTo>
                  <a:lnTo>
                    <a:pt x="171403" y="32622"/>
                  </a:lnTo>
                  <a:lnTo>
                    <a:pt x="177964" y="28977"/>
                  </a:lnTo>
                  <a:lnTo>
                    <a:pt x="184890" y="26121"/>
                  </a:lnTo>
                  <a:lnTo>
                    <a:pt x="192089" y="24094"/>
                  </a:lnTo>
                  <a:lnTo>
                    <a:pt x="198419" y="23034"/>
                  </a:lnTo>
                  <a:lnTo>
                    <a:pt x="199855" y="22939"/>
                  </a:lnTo>
                  <a:lnTo>
                    <a:pt x="204820" y="22614"/>
                  </a:lnTo>
                  <a:lnTo>
                    <a:pt x="215964" y="23345"/>
                  </a:lnTo>
                  <a:lnTo>
                    <a:pt x="227008" y="25038"/>
                  </a:lnTo>
                  <a:lnTo>
                    <a:pt x="237873" y="27678"/>
                  </a:lnTo>
                  <a:lnTo>
                    <a:pt x="248480" y="31248"/>
                  </a:lnTo>
                  <a:lnTo>
                    <a:pt x="273301" y="38938"/>
                  </a:lnTo>
                  <a:lnTo>
                    <a:pt x="282993" y="47270"/>
                  </a:lnTo>
                  <a:lnTo>
                    <a:pt x="293293" y="57110"/>
                  </a:lnTo>
                  <a:lnTo>
                    <a:pt x="300321" y="59046"/>
                  </a:lnTo>
                  <a:lnTo>
                    <a:pt x="307526" y="60106"/>
                  </a:lnTo>
                  <a:lnTo>
                    <a:pt x="314803" y="60275"/>
                  </a:lnTo>
                  <a:lnTo>
                    <a:pt x="322047" y="59550"/>
                  </a:lnTo>
                  <a:lnTo>
                    <a:pt x="374056" y="46369"/>
                  </a:lnTo>
                  <a:lnTo>
                    <a:pt x="377116" y="49194"/>
                  </a:lnTo>
                  <a:lnTo>
                    <a:pt x="381077" y="59935"/>
                  </a:lnTo>
                  <a:lnTo>
                    <a:pt x="387247" y="76663"/>
                  </a:lnTo>
                  <a:lnTo>
                    <a:pt x="380905" y="78440"/>
                  </a:lnTo>
                  <a:lnTo>
                    <a:pt x="374626" y="80200"/>
                  </a:lnTo>
                  <a:lnTo>
                    <a:pt x="367734" y="82131"/>
                  </a:lnTo>
                  <a:lnTo>
                    <a:pt x="362115" y="83705"/>
                  </a:lnTo>
                  <a:lnTo>
                    <a:pt x="355562" y="85542"/>
                  </a:lnTo>
                  <a:lnTo>
                    <a:pt x="347716" y="87740"/>
                  </a:lnTo>
                  <a:lnTo>
                    <a:pt x="340047" y="89889"/>
                  </a:lnTo>
                  <a:lnTo>
                    <a:pt x="335867" y="91060"/>
                  </a:lnTo>
                  <a:lnTo>
                    <a:pt x="330815" y="92476"/>
                  </a:lnTo>
                  <a:lnTo>
                    <a:pt x="324641" y="94206"/>
                  </a:lnTo>
                  <a:lnTo>
                    <a:pt x="317377" y="96241"/>
                  </a:lnTo>
                  <a:lnTo>
                    <a:pt x="309862" y="98347"/>
                  </a:lnTo>
                  <a:lnTo>
                    <a:pt x="300988" y="100834"/>
                  </a:lnTo>
                  <a:lnTo>
                    <a:pt x="293564" y="102914"/>
                  </a:lnTo>
                  <a:lnTo>
                    <a:pt x="285178" y="105263"/>
                  </a:lnTo>
                  <a:lnTo>
                    <a:pt x="276482" y="107700"/>
                  </a:lnTo>
                  <a:lnTo>
                    <a:pt x="268398" y="109965"/>
                  </a:lnTo>
                  <a:lnTo>
                    <a:pt x="267694" y="110162"/>
                  </a:lnTo>
                  <a:lnTo>
                    <a:pt x="258459" y="112750"/>
                  </a:lnTo>
                  <a:lnTo>
                    <a:pt x="249319" y="115311"/>
                  </a:lnTo>
                  <a:lnTo>
                    <a:pt x="238989" y="118205"/>
                  </a:lnTo>
                  <a:lnTo>
                    <a:pt x="229194" y="120950"/>
                  </a:lnTo>
                  <a:lnTo>
                    <a:pt x="221276" y="123169"/>
                  </a:lnTo>
                  <a:lnTo>
                    <a:pt x="211124" y="126013"/>
                  </a:lnTo>
                  <a:lnTo>
                    <a:pt x="201627" y="128674"/>
                  </a:lnTo>
                  <a:lnTo>
                    <a:pt x="191721" y="131450"/>
                  </a:lnTo>
                  <a:lnTo>
                    <a:pt x="183025" y="133886"/>
                  </a:lnTo>
                  <a:lnTo>
                    <a:pt x="176272" y="135779"/>
                  </a:lnTo>
                  <a:lnTo>
                    <a:pt x="169741" y="137609"/>
                  </a:lnTo>
                  <a:lnTo>
                    <a:pt x="162540" y="139626"/>
                  </a:lnTo>
                  <a:lnTo>
                    <a:pt x="157310" y="141092"/>
                  </a:lnTo>
                  <a:lnTo>
                    <a:pt x="151342" y="142764"/>
                  </a:lnTo>
                  <a:lnTo>
                    <a:pt x="144589" y="144656"/>
                  </a:lnTo>
                  <a:lnTo>
                    <a:pt x="139045" y="146210"/>
                  </a:lnTo>
                  <a:lnTo>
                    <a:pt x="131907" y="148210"/>
                  </a:lnTo>
                  <a:lnTo>
                    <a:pt x="127567" y="149426"/>
                  </a:lnTo>
                  <a:lnTo>
                    <a:pt x="125708" y="144512"/>
                  </a:lnTo>
                  <a:lnTo>
                    <a:pt x="122970" y="137272"/>
                  </a:lnTo>
                  <a:lnTo>
                    <a:pt x="120403" y="130487"/>
                  </a:lnTo>
                  <a:lnTo>
                    <a:pt x="117624" y="123140"/>
                  </a:lnTo>
                  <a:lnTo>
                    <a:pt x="115523" y="11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076260" y="3332238"/>
              <a:ext cx="124743" cy="148116"/>
            </a:xfrm>
            <a:custGeom>
              <a:avLst/>
              <a:pathLst>
                <a:path w="124743" h="148116">
                  <a:moveTo>
                    <a:pt x="121332" y="34939"/>
                  </a:moveTo>
                  <a:lnTo>
                    <a:pt x="118131" y="39729"/>
                  </a:lnTo>
                  <a:lnTo>
                    <a:pt x="115471" y="43710"/>
                  </a:lnTo>
                  <a:lnTo>
                    <a:pt x="112098" y="48758"/>
                  </a:lnTo>
                  <a:lnTo>
                    <a:pt x="108655" y="53911"/>
                  </a:lnTo>
                  <a:lnTo>
                    <a:pt x="104003" y="60873"/>
                  </a:lnTo>
                  <a:lnTo>
                    <a:pt x="99767" y="67214"/>
                  </a:lnTo>
                  <a:lnTo>
                    <a:pt x="94629" y="74902"/>
                  </a:lnTo>
                  <a:lnTo>
                    <a:pt x="90948" y="80411"/>
                  </a:lnTo>
                  <a:lnTo>
                    <a:pt x="86254" y="87437"/>
                  </a:lnTo>
                  <a:lnTo>
                    <a:pt x="82012" y="93785"/>
                  </a:lnTo>
                  <a:lnTo>
                    <a:pt x="77533" y="100489"/>
                  </a:lnTo>
                  <a:lnTo>
                    <a:pt x="73497" y="106529"/>
                  </a:lnTo>
                  <a:lnTo>
                    <a:pt x="69806" y="112053"/>
                  </a:lnTo>
                  <a:lnTo>
                    <a:pt x="66535" y="116948"/>
                  </a:lnTo>
                  <a:lnTo>
                    <a:pt x="63129" y="122045"/>
                  </a:lnTo>
                  <a:lnTo>
                    <a:pt x="59233" y="127876"/>
                  </a:lnTo>
                  <a:lnTo>
                    <a:pt x="56653" y="131737"/>
                  </a:lnTo>
                  <a:lnTo>
                    <a:pt x="53247" y="136834"/>
                  </a:lnTo>
                  <a:lnTo>
                    <a:pt x="50960" y="140257"/>
                  </a:lnTo>
                  <a:lnTo>
                    <a:pt x="49174" y="142931"/>
                  </a:lnTo>
                  <a:lnTo>
                    <a:pt x="47102" y="146032"/>
                  </a:lnTo>
                  <a:lnTo>
                    <a:pt x="45709" y="148116"/>
                  </a:lnTo>
                  <a:lnTo>
                    <a:pt x="40736" y="144809"/>
                  </a:lnTo>
                  <a:lnTo>
                    <a:pt x="37019" y="142337"/>
                  </a:lnTo>
                  <a:lnTo>
                    <a:pt x="32314" y="139209"/>
                  </a:lnTo>
                  <a:lnTo>
                    <a:pt x="27906" y="136278"/>
                  </a:lnTo>
                  <a:lnTo>
                    <a:pt x="24909" y="134285"/>
                  </a:lnTo>
                  <a:lnTo>
                    <a:pt x="21547" y="132049"/>
                  </a:lnTo>
                  <a:lnTo>
                    <a:pt x="18147" y="129788"/>
                  </a:lnTo>
                  <a:lnTo>
                    <a:pt x="15513" y="128037"/>
                  </a:lnTo>
                  <a:lnTo>
                    <a:pt x="12693" y="126161"/>
                  </a:lnTo>
                  <a:lnTo>
                    <a:pt x="8773" y="123554"/>
                  </a:lnTo>
                  <a:lnTo>
                    <a:pt x="5517" y="121390"/>
                  </a:lnTo>
                  <a:lnTo>
                    <a:pt x="0" y="117720"/>
                  </a:lnTo>
                  <a:lnTo>
                    <a:pt x="4768" y="110857"/>
                  </a:lnTo>
                  <a:lnTo>
                    <a:pt x="9171" y="104520"/>
                  </a:lnTo>
                  <a:lnTo>
                    <a:pt x="12878" y="99184"/>
                  </a:lnTo>
                  <a:lnTo>
                    <a:pt x="15801" y="94978"/>
                  </a:lnTo>
                  <a:lnTo>
                    <a:pt x="19713" y="89346"/>
                  </a:lnTo>
                  <a:lnTo>
                    <a:pt x="23481" y="83923"/>
                  </a:lnTo>
                  <a:lnTo>
                    <a:pt x="27279" y="78456"/>
                  </a:lnTo>
                  <a:lnTo>
                    <a:pt x="31561" y="72294"/>
                  </a:lnTo>
                  <a:lnTo>
                    <a:pt x="36081" y="65788"/>
                  </a:lnTo>
                  <a:lnTo>
                    <a:pt x="40295" y="59723"/>
                  </a:lnTo>
                  <a:lnTo>
                    <a:pt x="44254" y="54024"/>
                  </a:lnTo>
                  <a:lnTo>
                    <a:pt x="48583" y="47794"/>
                  </a:lnTo>
                  <a:lnTo>
                    <a:pt x="52707" y="41859"/>
                  </a:lnTo>
                  <a:lnTo>
                    <a:pt x="57136" y="35483"/>
                  </a:lnTo>
                  <a:lnTo>
                    <a:pt x="60669" y="30399"/>
                  </a:lnTo>
                  <a:lnTo>
                    <a:pt x="63693" y="26047"/>
                  </a:lnTo>
                  <a:lnTo>
                    <a:pt x="66628" y="21821"/>
                  </a:lnTo>
                  <a:lnTo>
                    <a:pt x="70971" y="15570"/>
                  </a:lnTo>
                  <a:lnTo>
                    <a:pt x="76244" y="7981"/>
                  </a:lnTo>
                  <a:lnTo>
                    <a:pt x="81790" y="0"/>
                  </a:lnTo>
                  <a:lnTo>
                    <a:pt x="93376" y="8047"/>
                  </a:lnTo>
                  <a:lnTo>
                    <a:pt x="107276" y="17702"/>
                  </a:lnTo>
                  <a:lnTo>
                    <a:pt x="124743" y="298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21919" y="3298937"/>
              <a:ext cx="125007" cy="143544"/>
            </a:xfrm>
            <a:custGeom>
              <a:avLst/>
              <a:pathLst>
                <a:path w="125007" h="143544">
                  <a:moveTo>
                    <a:pt x="121599" y="36843"/>
                  </a:moveTo>
                  <a:lnTo>
                    <a:pt x="118783" y="40773"/>
                  </a:lnTo>
                  <a:lnTo>
                    <a:pt x="115430" y="45453"/>
                  </a:lnTo>
                  <a:lnTo>
                    <a:pt x="111450" y="51009"/>
                  </a:lnTo>
                  <a:lnTo>
                    <a:pt x="108220" y="55517"/>
                  </a:lnTo>
                  <a:lnTo>
                    <a:pt x="104201" y="61127"/>
                  </a:lnTo>
                  <a:lnTo>
                    <a:pt x="101553" y="64823"/>
                  </a:lnTo>
                  <a:lnTo>
                    <a:pt x="99169" y="68150"/>
                  </a:lnTo>
                  <a:lnTo>
                    <a:pt x="96107" y="72424"/>
                  </a:lnTo>
                  <a:lnTo>
                    <a:pt x="92626" y="77284"/>
                  </a:lnTo>
                  <a:lnTo>
                    <a:pt x="89295" y="81933"/>
                  </a:lnTo>
                  <a:lnTo>
                    <a:pt x="85897" y="86675"/>
                  </a:lnTo>
                  <a:lnTo>
                    <a:pt x="82018" y="92090"/>
                  </a:lnTo>
                  <a:lnTo>
                    <a:pt x="78324" y="97246"/>
                  </a:lnTo>
                  <a:lnTo>
                    <a:pt x="74461" y="102638"/>
                  </a:lnTo>
                  <a:lnTo>
                    <a:pt x="70940" y="107552"/>
                  </a:lnTo>
                  <a:lnTo>
                    <a:pt x="66317" y="114006"/>
                  </a:lnTo>
                  <a:lnTo>
                    <a:pt x="61240" y="121092"/>
                  </a:lnTo>
                  <a:lnTo>
                    <a:pt x="57383" y="126476"/>
                  </a:lnTo>
                  <a:lnTo>
                    <a:pt x="53292" y="132186"/>
                  </a:lnTo>
                  <a:lnTo>
                    <a:pt x="45155" y="143544"/>
                  </a:lnTo>
                  <a:lnTo>
                    <a:pt x="35719" y="137192"/>
                  </a:lnTo>
                  <a:lnTo>
                    <a:pt x="19233" y="126095"/>
                  </a:lnTo>
                  <a:lnTo>
                    <a:pt x="0" y="113148"/>
                  </a:lnTo>
                  <a:lnTo>
                    <a:pt x="3714" y="107773"/>
                  </a:lnTo>
                  <a:lnTo>
                    <a:pt x="7733" y="101958"/>
                  </a:lnTo>
                  <a:lnTo>
                    <a:pt x="11056" y="97150"/>
                  </a:lnTo>
                  <a:lnTo>
                    <a:pt x="14855" y="91653"/>
                  </a:lnTo>
                  <a:lnTo>
                    <a:pt x="17047" y="88481"/>
                  </a:lnTo>
                  <a:lnTo>
                    <a:pt x="20350" y="83702"/>
                  </a:lnTo>
                  <a:lnTo>
                    <a:pt x="23355" y="79354"/>
                  </a:lnTo>
                  <a:lnTo>
                    <a:pt x="26296" y="75097"/>
                  </a:lnTo>
                  <a:lnTo>
                    <a:pt x="28979" y="71216"/>
                  </a:lnTo>
                  <a:lnTo>
                    <a:pt x="31749" y="67207"/>
                  </a:lnTo>
                  <a:lnTo>
                    <a:pt x="34794" y="62802"/>
                  </a:lnTo>
                  <a:lnTo>
                    <a:pt x="37540" y="58829"/>
                  </a:lnTo>
                  <a:lnTo>
                    <a:pt x="40007" y="55258"/>
                  </a:lnTo>
                  <a:lnTo>
                    <a:pt x="42055" y="52296"/>
                  </a:lnTo>
                  <a:lnTo>
                    <a:pt x="45045" y="47968"/>
                  </a:lnTo>
                  <a:lnTo>
                    <a:pt x="47489" y="44433"/>
                  </a:lnTo>
                  <a:lnTo>
                    <a:pt x="51226" y="39024"/>
                  </a:lnTo>
                  <a:lnTo>
                    <a:pt x="54261" y="34633"/>
                  </a:lnTo>
                  <a:lnTo>
                    <a:pt x="57359" y="30151"/>
                  </a:lnTo>
                  <a:lnTo>
                    <a:pt x="61004" y="24877"/>
                  </a:lnTo>
                  <a:lnTo>
                    <a:pt x="64737" y="19475"/>
                  </a:lnTo>
                  <a:lnTo>
                    <a:pt x="67767" y="15091"/>
                  </a:lnTo>
                  <a:lnTo>
                    <a:pt x="71613" y="9526"/>
                  </a:lnTo>
                  <a:lnTo>
                    <a:pt x="78197" y="0"/>
                  </a:lnTo>
                  <a:lnTo>
                    <a:pt x="85956" y="5318"/>
                  </a:lnTo>
                  <a:lnTo>
                    <a:pt x="95086" y="11576"/>
                  </a:lnTo>
                  <a:lnTo>
                    <a:pt x="107225" y="19897"/>
                  </a:lnTo>
                  <a:lnTo>
                    <a:pt x="125007" y="320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06609" y="3237417"/>
              <a:ext cx="89036" cy="81063"/>
            </a:xfrm>
            <a:custGeom>
              <a:avLst/>
              <a:pathLst>
                <a:path w="89036" h="81063">
                  <a:moveTo>
                    <a:pt x="33849" y="14063"/>
                  </a:moveTo>
                  <a:lnTo>
                    <a:pt x="42651" y="8445"/>
                  </a:lnTo>
                  <a:lnTo>
                    <a:pt x="64137" y="1531"/>
                  </a:lnTo>
                  <a:lnTo>
                    <a:pt x="68896" y="0"/>
                  </a:lnTo>
                  <a:lnTo>
                    <a:pt x="81214" y="26171"/>
                  </a:lnTo>
                  <a:lnTo>
                    <a:pt x="89036" y="42790"/>
                  </a:lnTo>
                  <a:lnTo>
                    <a:pt x="81270" y="47024"/>
                  </a:lnTo>
                  <a:lnTo>
                    <a:pt x="76250" y="50970"/>
                  </a:lnTo>
                  <a:lnTo>
                    <a:pt x="65105" y="59711"/>
                  </a:lnTo>
                  <a:lnTo>
                    <a:pt x="62003" y="62177"/>
                  </a:lnTo>
                  <a:lnTo>
                    <a:pt x="57311" y="65909"/>
                  </a:lnTo>
                  <a:lnTo>
                    <a:pt x="52404" y="72399"/>
                  </a:lnTo>
                  <a:lnTo>
                    <a:pt x="45403" y="81063"/>
                  </a:lnTo>
                  <a:lnTo>
                    <a:pt x="25058" y="66996"/>
                  </a:lnTo>
                  <a:lnTo>
                    <a:pt x="0" y="49670"/>
                  </a:lnTo>
                  <a:lnTo>
                    <a:pt x="10640" y="34980"/>
                  </a:lnTo>
                  <a:lnTo>
                    <a:pt x="15443" y="30639"/>
                  </a:lnTo>
                  <a:lnTo>
                    <a:pt x="23826" y="21646"/>
                  </a:lnTo>
                  <a:lnTo>
                    <a:pt x="33062" y="14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02492" y="3273495"/>
              <a:ext cx="262858" cy="131221"/>
            </a:xfrm>
            <a:custGeom>
              <a:avLst/>
              <a:pathLst>
                <a:path w="262858" h="131221">
                  <a:moveTo>
                    <a:pt x="45905" y="9817"/>
                  </a:moveTo>
                  <a:lnTo>
                    <a:pt x="48917" y="10599"/>
                  </a:lnTo>
                  <a:lnTo>
                    <a:pt x="72282" y="16668"/>
                  </a:lnTo>
                  <a:lnTo>
                    <a:pt x="81423" y="19004"/>
                  </a:lnTo>
                  <a:lnTo>
                    <a:pt x="106371" y="25996"/>
                  </a:lnTo>
                  <a:lnTo>
                    <a:pt x="131543" y="32090"/>
                  </a:lnTo>
                  <a:lnTo>
                    <a:pt x="156908" y="37279"/>
                  </a:lnTo>
                  <a:lnTo>
                    <a:pt x="182436" y="41557"/>
                  </a:lnTo>
                  <a:lnTo>
                    <a:pt x="208095" y="44919"/>
                  </a:lnTo>
                  <a:lnTo>
                    <a:pt x="216988" y="44382"/>
                  </a:lnTo>
                  <a:lnTo>
                    <a:pt x="225786" y="42951"/>
                  </a:lnTo>
                  <a:lnTo>
                    <a:pt x="234402" y="40638"/>
                  </a:lnTo>
                  <a:lnTo>
                    <a:pt x="242754" y="37468"/>
                  </a:lnTo>
                  <a:lnTo>
                    <a:pt x="244590" y="38876"/>
                  </a:lnTo>
                  <a:lnTo>
                    <a:pt x="248233" y="41671"/>
                  </a:lnTo>
                  <a:lnTo>
                    <a:pt x="251863" y="44455"/>
                  </a:lnTo>
                  <a:lnTo>
                    <a:pt x="255732" y="47422"/>
                  </a:lnTo>
                  <a:lnTo>
                    <a:pt x="257701" y="48933"/>
                  </a:lnTo>
                  <a:lnTo>
                    <a:pt x="259602" y="50390"/>
                  </a:lnTo>
                  <a:lnTo>
                    <a:pt x="262858" y="52887"/>
                  </a:lnTo>
                  <a:lnTo>
                    <a:pt x="260028" y="56844"/>
                  </a:lnTo>
                  <a:lnTo>
                    <a:pt x="256994" y="61086"/>
                  </a:lnTo>
                  <a:lnTo>
                    <a:pt x="252352" y="67577"/>
                  </a:lnTo>
                  <a:lnTo>
                    <a:pt x="247197" y="74785"/>
                  </a:lnTo>
                  <a:lnTo>
                    <a:pt x="241717" y="82448"/>
                  </a:lnTo>
                  <a:lnTo>
                    <a:pt x="235310" y="91407"/>
                  </a:lnTo>
                  <a:lnTo>
                    <a:pt x="228947" y="100304"/>
                  </a:lnTo>
                  <a:lnTo>
                    <a:pt x="222826" y="108863"/>
                  </a:lnTo>
                  <a:lnTo>
                    <a:pt x="222338" y="109469"/>
                  </a:lnTo>
                  <a:lnTo>
                    <a:pt x="216334" y="116916"/>
                  </a:lnTo>
                  <a:lnTo>
                    <a:pt x="215087" y="118462"/>
                  </a:lnTo>
                  <a:lnTo>
                    <a:pt x="205080" y="105984"/>
                  </a:lnTo>
                  <a:lnTo>
                    <a:pt x="199780" y="99375"/>
                  </a:lnTo>
                  <a:lnTo>
                    <a:pt x="199670" y="99238"/>
                  </a:lnTo>
                  <a:lnTo>
                    <a:pt x="190901" y="88303"/>
                  </a:lnTo>
                  <a:lnTo>
                    <a:pt x="185834" y="81984"/>
                  </a:lnTo>
                  <a:lnTo>
                    <a:pt x="181340" y="83696"/>
                  </a:lnTo>
                  <a:lnTo>
                    <a:pt x="190462" y="96378"/>
                  </a:lnTo>
                  <a:lnTo>
                    <a:pt x="199068" y="108342"/>
                  </a:lnTo>
                  <a:lnTo>
                    <a:pt x="205957" y="117918"/>
                  </a:lnTo>
                  <a:lnTo>
                    <a:pt x="210953" y="124865"/>
                  </a:lnTo>
                  <a:lnTo>
                    <a:pt x="206016" y="127822"/>
                  </a:lnTo>
                  <a:lnTo>
                    <a:pt x="200340" y="131221"/>
                  </a:lnTo>
                  <a:lnTo>
                    <a:pt x="195025" y="130873"/>
                  </a:lnTo>
                  <a:lnTo>
                    <a:pt x="189658" y="130521"/>
                  </a:lnTo>
                  <a:lnTo>
                    <a:pt x="185214" y="130230"/>
                  </a:lnTo>
                  <a:lnTo>
                    <a:pt x="179609" y="129862"/>
                  </a:lnTo>
                  <a:lnTo>
                    <a:pt x="174521" y="129529"/>
                  </a:lnTo>
                  <a:lnTo>
                    <a:pt x="169023" y="129168"/>
                  </a:lnTo>
                  <a:lnTo>
                    <a:pt x="163674" y="128817"/>
                  </a:lnTo>
                  <a:lnTo>
                    <a:pt x="159109" y="128518"/>
                  </a:lnTo>
                  <a:lnTo>
                    <a:pt x="154035" y="128186"/>
                  </a:lnTo>
                  <a:lnTo>
                    <a:pt x="147864" y="127781"/>
                  </a:lnTo>
                  <a:lnTo>
                    <a:pt x="142175" y="127408"/>
                  </a:lnTo>
                  <a:lnTo>
                    <a:pt x="137143" y="127078"/>
                  </a:lnTo>
                  <a:lnTo>
                    <a:pt x="130930" y="126671"/>
                  </a:lnTo>
                  <a:lnTo>
                    <a:pt x="123500" y="126184"/>
                  </a:lnTo>
                  <a:lnTo>
                    <a:pt x="116353" y="125715"/>
                  </a:lnTo>
                  <a:lnTo>
                    <a:pt x="109744" y="125282"/>
                  </a:lnTo>
                  <a:lnTo>
                    <a:pt x="105865" y="125028"/>
                  </a:lnTo>
                  <a:lnTo>
                    <a:pt x="100749" y="124693"/>
                  </a:lnTo>
                  <a:lnTo>
                    <a:pt x="94869" y="124307"/>
                  </a:lnTo>
                  <a:lnTo>
                    <a:pt x="88861" y="123913"/>
                  </a:lnTo>
                  <a:lnTo>
                    <a:pt x="85378" y="123685"/>
                  </a:lnTo>
                  <a:lnTo>
                    <a:pt x="80819" y="123386"/>
                  </a:lnTo>
                  <a:lnTo>
                    <a:pt x="76601" y="123110"/>
                  </a:lnTo>
                  <a:lnTo>
                    <a:pt x="72712" y="122855"/>
                  </a:lnTo>
                  <a:lnTo>
                    <a:pt x="69617" y="122652"/>
                  </a:lnTo>
                  <a:lnTo>
                    <a:pt x="65735" y="122397"/>
                  </a:lnTo>
                  <a:lnTo>
                    <a:pt x="61010" y="122088"/>
                  </a:lnTo>
                  <a:lnTo>
                    <a:pt x="56203" y="121772"/>
                  </a:lnTo>
                  <a:lnTo>
                    <a:pt x="52241" y="121513"/>
                  </a:lnTo>
                  <a:lnTo>
                    <a:pt x="48178" y="121246"/>
                  </a:lnTo>
                  <a:lnTo>
                    <a:pt x="44421" y="121000"/>
                  </a:lnTo>
                  <a:lnTo>
                    <a:pt x="40444" y="120739"/>
                  </a:lnTo>
                  <a:lnTo>
                    <a:pt x="36728" y="120496"/>
                  </a:lnTo>
                  <a:lnTo>
                    <a:pt x="32915" y="120246"/>
                  </a:lnTo>
                  <a:lnTo>
                    <a:pt x="28598" y="119963"/>
                  </a:lnTo>
                  <a:lnTo>
                    <a:pt x="25208" y="119741"/>
                  </a:lnTo>
                  <a:lnTo>
                    <a:pt x="21741" y="119513"/>
                  </a:lnTo>
                  <a:lnTo>
                    <a:pt x="18678" y="119313"/>
                  </a:lnTo>
                  <a:lnTo>
                    <a:pt x="15266" y="119089"/>
                  </a:lnTo>
                  <a:lnTo>
                    <a:pt x="11607" y="118849"/>
                  </a:lnTo>
                  <a:lnTo>
                    <a:pt x="9152" y="118688"/>
                  </a:lnTo>
                  <a:lnTo>
                    <a:pt x="7101" y="118554"/>
                  </a:lnTo>
                  <a:lnTo>
                    <a:pt x="8139" y="108625"/>
                  </a:lnTo>
                  <a:lnTo>
                    <a:pt x="9521" y="95410"/>
                  </a:lnTo>
                  <a:lnTo>
                    <a:pt x="11452" y="76939"/>
                  </a:lnTo>
                  <a:lnTo>
                    <a:pt x="12122" y="76367"/>
                  </a:lnTo>
                  <a:lnTo>
                    <a:pt x="31191" y="60075"/>
                  </a:lnTo>
                  <a:lnTo>
                    <a:pt x="7225" y="37018"/>
                  </a:lnTo>
                  <a:lnTo>
                    <a:pt x="31191" y="38008"/>
                  </a:lnTo>
                  <a:lnTo>
                    <a:pt x="32072" y="36747"/>
                  </a:lnTo>
                  <a:lnTo>
                    <a:pt x="24935" y="21886"/>
                  </a:lnTo>
                  <a:lnTo>
                    <a:pt x="22556" y="19634"/>
                  </a:lnTo>
                  <a:lnTo>
                    <a:pt x="1409" y="5224"/>
                  </a:lnTo>
                  <a:lnTo>
                    <a:pt x="0" y="3962"/>
                  </a:lnTo>
                  <a:lnTo>
                    <a:pt x="863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627317" y="2963251"/>
              <a:ext cx="83362" cy="86172"/>
            </a:xfrm>
            <a:custGeom>
              <a:avLst/>
              <a:pathLst>
                <a:path w="83362" h="86172">
                  <a:moveTo>
                    <a:pt x="76891" y="40056"/>
                  </a:moveTo>
                  <a:lnTo>
                    <a:pt x="72857" y="46463"/>
                  </a:lnTo>
                  <a:lnTo>
                    <a:pt x="69189" y="52288"/>
                  </a:lnTo>
                  <a:lnTo>
                    <a:pt x="63544" y="61252"/>
                  </a:lnTo>
                  <a:lnTo>
                    <a:pt x="57859" y="70280"/>
                  </a:lnTo>
                  <a:lnTo>
                    <a:pt x="47852" y="86172"/>
                  </a:lnTo>
                  <a:lnTo>
                    <a:pt x="34405" y="77302"/>
                  </a:lnTo>
                  <a:lnTo>
                    <a:pt x="0" y="54604"/>
                  </a:lnTo>
                  <a:lnTo>
                    <a:pt x="3399" y="49626"/>
                  </a:lnTo>
                  <a:lnTo>
                    <a:pt x="8100" y="42740"/>
                  </a:lnTo>
                  <a:lnTo>
                    <a:pt x="13726" y="34499"/>
                  </a:lnTo>
                  <a:lnTo>
                    <a:pt x="19072" y="26669"/>
                  </a:lnTo>
                  <a:lnTo>
                    <a:pt x="24739" y="18369"/>
                  </a:lnTo>
                  <a:lnTo>
                    <a:pt x="28895" y="12281"/>
                  </a:lnTo>
                  <a:lnTo>
                    <a:pt x="32489" y="7018"/>
                  </a:lnTo>
                  <a:lnTo>
                    <a:pt x="37280" y="0"/>
                  </a:lnTo>
                  <a:lnTo>
                    <a:pt x="50565" y="8585"/>
                  </a:lnTo>
                  <a:lnTo>
                    <a:pt x="83362" y="29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586655" y="2932301"/>
              <a:ext cx="72148" cy="71562"/>
            </a:xfrm>
            <a:custGeom>
              <a:avLst/>
              <a:pathLst>
                <a:path w="72148" h="71562">
                  <a:moveTo>
                    <a:pt x="68294" y="34363"/>
                  </a:moveTo>
                  <a:lnTo>
                    <a:pt x="60953" y="44930"/>
                  </a:lnTo>
                  <a:lnTo>
                    <a:pt x="49792" y="60996"/>
                  </a:lnTo>
                  <a:lnTo>
                    <a:pt x="42453" y="71562"/>
                  </a:lnTo>
                  <a:lnTo>
                    <a:pt x="22416" y="58463"/>
                  </a:lnTo>
                  <a:lnTo>
                    <a:pt x="0" y="43809"/>
                  </a:lnTo>
                  <a:lnTo>
                    <a:pt x="5180" y="36118"/>
                  </a:lnTo>
                  <a:lnTo>
                    <a:pt x="10687" y="27943"/>
                  </a:lnTo>
                  <a:lnTo>
                    <a:pt x="17158" y="18337"/>
                  </a:lnTo>
                  <a:lnTo>
                    <a:pt x="20997" y="12637"/>
                  </a:lnTo>
                  <a:lnTo>
                    <a:pt x="26091" y="5075"/>
                  </a:lnTo>
                  <a:lnTo>
                    <a:pt x="29510" y="0"/>
                  </a:lnTo>
                  <a:lnTo>
                    <a:pt x="41484" y="8092"/>
                  </a:lnTo>
                  <a:lnTo>
                    <a:pt x="72148" y="2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532414" y="2892995"/>
              <a:ext cx="79014" cy="75226"/>
            </a:xfrm>
            <a:custGeom>
              <a:avLst/>
              <a:pathLst>
                <a:path w="79014" h="75226">
                  <a:moveTo>
                    <a:pt x="74956" y="38121"/>
                  </a:moveTo>
                  <a:lnTo>
                    <a:pt x="70211" y="44617"/>
                  </a:lnTo>
                  <a:lnTo>
                    <a:pt x="63807" y="53383"/>
                  </a:lnTo>
                  <a:lnTo>
                    <a:pt x="56239" y="63744"/>
                  </a:lnTo>
                  <a:lnTo>
                    <a:pt x="47853" y="75226"/>
                  </a:lnTo>
                  <a:lnTo>
                    <a:pt x="29920" y="62595"/>
                  </a:lnTo>
                  <a:lnTo>
                    <a:pt x="0" y="41522"/>
                  </a:lnTo>
                  <a:lnTo>
                    <a:pt x="3545" y="36577"/>
                  </a:lnTo>
                  <a:lnTo>
                    <a:pt x="10678" y="26629"/>
                  </a:lnTo>
                  <a:lnTo>
                    <a:pt x="17952" y="16484"/>
                  </a:lnTo>
                  <a:lnTo>
                    <a:pt x="24973" y="6691"/>
                  </a:lnTo>
                  <a:lnTo>
                    <a:pt x="29771" y="0"/>
                  </a:lnTo>
                  <a:lnTo>
                    <a:pt x="53658" y="15797"/>
                  </a:lnTo>
                  <a:lnTo>
                    <a:pt x="79014" y="32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654517" y="3088125"/>
              <a:ext cx="100090" cy="108446"/>
            </a:xfrm>
            <a:custGeom>
              <a:avLst/>
              <a:pathLst>
                <a:path w="100090" h="108446">
                  <a:moveTo>
                    <a:pt x="6355" y="67636"/>
                  </a:moveTo>
                  <a:lnTo>
                    <a:pt x="12620" y="58337"/>
                  </a:lnTo>
                  <a:lnTo>
                    <a:pt x="17624" y="50909"/>
                  </a:lnTo>
                  <a:lnTo>
                    <a:pt x="23492" y="42200"/>
                  </a:lnTo>
                  <a:lnTo>
                    <a:pt x="27796" y="35811"/>
                  </a:lnTo>
                  <a:lnTo>
                    <a:pt x="33176" y="27826"/>
                  </a:lnTo>
                  <a:lnTo>
                    <a:pt x="37834" y="20911"/>
                  </a:lnTo>
                  <a:lnTo>
                    <a:pt x="43120" y="13065"/>
                  </a:lnTo>
                  <a:lnTo>
                    <a:pt x="51923" y="0"/>
                  </a:lnTo>
                  <a:lnTo>
                    <a:pt x="81081" y="17928"/>
                  </a:lnTo>
                  <a:lnTo>
                    <a:pt x="100090" y="29617"/>
                  </a:lnTo>
                  <a:lnTo>
                    <a:pt x="95653" y="36494"/>
                  </a:lnTo>
                  <a:lnTo>
                    <a:pt x="91670" y="42666"/>
                  </a:lnTo>
                  <a:lnTo>
                    <a:pt x="87282" y="49465"/>
                  </a:lnTo>
                  <a:lnTo>
                    <a:pt x="82653" y="56639"/>
                  </a:lnTo>
                  <a:lnTo>
                    <a:pt x="78294" y="63393"/>
                  </a:lnTo>
                  <a:lnTo>
                    <a:pt x="72452" y="72447"/>
                  </a:lnTo>
                  <a:lnTo>
                    <a:pt x="66397" y="81829"/>
                  </a:lnTo>
                  <a:lnTo>
                    <a:pt x="58997" y="93297"/>
                  </a:lnTo>
                  <a:lnTo>
                    <a:pt x="49221" y="108446"/>
                  </a:lnTo>
                  <a:lnTo>
                    <a:pt x="33740" y="98442"/>
                  </a:lnTo>
                  <a:lnTo>
                    <a:pt x="28773" y="95233"/>
                  </a:lnTo>
                  <a:lnTo>
                    <a:pt x="0" y="770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25496" y="3065411"/>
              <a:ext cx="78885" cy="96168"/>
            </a:xfrm>
            <a:custGeom>
              <a:avLst/>
              <a:pathLst>
                <a:path w="78885" h="96168">
                  <a:moveTo>
                    <a:pt x="26168" y="96168"/>
                  </a:moveTo>
                  <a:lnTo>
                    <a:pt x="15915" y="89603"/>
                  </a:lnTo>
                  <a:lnTo>
                    <a:pt x="0" y="79415"/>
                  </a:lnTo>
                  <a:lnTo>
                    <a:pt x="4589" y="73117"/>
                  </a:lnTo>
                  <a:lnTo>
                    <a:pt x="8551" y="67678"/>
                  </a:lnTo>
                  <a:lnTo>
                    <a:pt x="10168" y="65223"/>
                  </a:lnTo>
                  <a:lnTo>
                    <a:pt x="16450" y="55685"/>
                  </a:lnTo>
                  <a:lnTo>
                    <a:pt x="22967" y="45790"/>
                  </a:lnTo>
                  <a:lnTo>
                    <a:pt x="29524" y="35835"/>
                  </a:lnTo>
                  <a:lnTo>
                    <a:pt x="36017" y="25977"/>
                  </a:lnTo>
                  <a:lnTo>
                    <a:pt x="43718" y="14284"/>
                  </a:lnTo>
                  <a:lnTo>
                    <a:pt x="53127" y="0"/>
                  </a:lnTo>
                  <a:lnTo>
                    <a:pt x="56364" y="2317"/>
                  </a:lnTo>
                  <a:lnTo>
                    <a:pt x="59829" y="4798"/>
                  </a:lnTo>
                  <a:lnTo>
                    <a:pt x="62904" y="6999"/>
                  </a:lnTo>
                  <a:lnTo>
                    <a:pt x="67007" y="9937"/>
                  </a:lnTo>
                  <a:lnTo>
                    <a:pt x="72890" y="14148"/>
                  </a:lnTo>
                  <a:lnTo>
                    <a:pt x="78885" y="18440"/>
                  </a:lnTo>
                  <a:lnTo>
                    <a:pt x="75332" y="23700"/>
                  </a:lnTo>
                  <a:lnTo>
                    <a:pt x="72853" y="27371"/>
                  </a:lnTo>
                  <a:lnTo>
                    <a:pt x="69971" y="31638"/>
                  </a:lnTo>
                  <a:lnTo>
                    <a:pt x="67417" y="35420"/>
                  </a:lnTo>
                  <a:lnTo>
                    <a:pt x="64339" y="39977"/>
                  </a:lnTo>
                  <a:lnTo>
                    <a:pt x="59204" y="47579"/>
                  </a:lnTo>
                  <a:lnTo>
                    <a:pt x="54327" y="54800"/>
                  </a:lnTo>
                  <a:lnTo>
                    <a:pt x="48428" y="63533"/>
                  </a:lnTo>
                  <a:lnTo>
                    <a:pt x="42368" y="72505"/>
                  </a:lnTo>
                  <a:lnTo>
                    <a:pt x="37101" y="80304"/>
                  </a:lnTo>
                  <a:lnTo>
                    <a:pt x="31672" y="88341"/>
                  </a:lnTo>
                  <a:lnTo>
                    <a:pt x="27754" y="94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677491" y="3000873"/>
              <a:ext cx="75686" cy="78612"/>
            </a:xfrm>
            <a:custGeom>
              <a:avLst/>
              <a:pathLst>
                <a:path w="75686" h="78612">
                  <a:moveTo>
                    <a:pt x="71696" y="36693"/>
                  </a:moveTo>
                  <a:lnTo>
                    <a:pt x="68832" y="41008"/>
                  </a:lnTo>
                  <a:lnTo>
                    <a:pt x="65582" y="45904"/>
                  </a:lnTo>
                  <a:lnTo>
                    <a:pt x="61913" y="51431"/>
                  </a:lnTo>
                  <a:lnTo>
                    <a:pt x="58707" y="56262"/>
                  </a:lnTo>
                  <a:lnTo>
                    <a:pt x="55121" y="61663"/>
                  </a:lnTo>
                  <a:lnTo>
                    <a:pt x="50557" y="68539"/>
                  </a:lnTo>
                  <a:lnTo>
                    <a:pt x="43871" y="78612"/>
                  </a:lnTo>
                  <a:lnTo>
                    <a:pt x="28657" y="68578"/>
                  </a:lnTo>
                  <a:lnTo>
                    <a:pt x="0" y="49678"/>
                  </a:lnTo>
                  <a:lnTo>
                    <a:pt x="5059" y="42383"/>
                  </a:lnTo>
                  <a:lnTo>
                    <a:pt x="8658" y="37193"/>
                  </a:lnTo>
                  <a:lnTo>
                    <a:pt x="13572" y="30107"/>
                  </a:lnTo>
                  <a:lnTo>
                    <a:pt x="17357" y="24650"/>
                  </a:lnTo>
                  <a:lnTo>
                    <a:pt x="21107" y="19243"/>
                  </a:lnTo>
                  <a:lnTo>
                    <a:pt x="24990" y="13644"/>
                  </a:lnTo>
                  <a:lnTo>
                    <a:pt x="29938" y="6509"/>
                  </a:lnTo>
                  <a:lnTo>
                    <a:pt x="34453" y="0"/>
                  </a:lnTo>
                  <a:lnTo>
                    <a:pt x="61466" y="20102"/>
                  </a:lnTo>
                  <a:lnTo>
                    <a:pt x="75686" y="306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27883" y="3037504"/>
              <a:ext cx="76039" cy="75847"/>
            </a:xfrm>
            <a:custGeom>
              <a:avLst/>
              <a:pathLst>
                <a:path w="76039" h="75847">
                  <a:moveTo>
                    <a:pt x="71752" y="37166"/>
                  </a:moveTo>
                  <a:lnTo>
                    <a:pt x="67860" y="42904"/>
                  </a:lnTo>
                  <a:lnTo>
                    <a:pt x="62823" y="50330"/>
                  </a:lnTo>
                  <a:lnTo>
                    <a:pt x="57883" y="57613"/>
                  </a:lnTo>
                  <a:lnTo>
                    <a:pt x="53812" y="63615"/>
                  </a:lnTo>
                  <a:lnTo>
                    <a:pt x="45515" y="75847"/>
                  </a:lnTo>
                  <a:lnTo>
                    <a:pt x="33409" y="67666"/>
                  </a:lnTo>
                  <a:lnTo>
                    <a:pt x="0" y="45086"/>
                  </a:lnTo>
                  <a:lnTo>
                    <a:pt x="3534" y="39565"/>
                  </a:lnTo>
                  <a:lnTo>
                    <a:pt x="7729" y="33013"/>
                  </a:lnTo>
                  <a:lnTo>
                    <a:pt x="13651" y="23762"/>
                  </a:lnTo>
                  <a:lnTo>
                    <a:pt x="17634" y="17541"/>
                  </a:lnTo>
                  <a:lnTo>
                    <a:pt x="23501" y="8375"/>
                  </a:lnTo>
                  <a:lnTo>
                    <a:pt x="28864" y="0"/>
                  </a:lnTo>
                  <a:lnTo>
                    <a:pt x="50647" y="14243"/>
                  </a:lnTo>
                  <a:lnTo>
                    <a:pt x="76039" y="30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543888" y="3029006"/>
              <a:ext cx="130205" cy="132815"/>
            </a:xfrm>
            <a:custGeom>
              <a:avLst/>
              <a:pathLst>
                <a:path w="130205" h="132815">
                  <a:moveTo>
                    <a:pt x="126992" y="39399"/>
                  </a:moveTo>
                  <a:lnTo>
                    <a:pt x="123158" y="45010"/>
                  </a:lnTo>
                  <a:lnTo>
                    <a:pt x="119643" y="50153"/>
                  </a:lnTo>
                  <a:lnTo>
                    <a:pt x="115447" y="56293"/>
                  </a:lnTo>
                  <a:lnTo>
                    <a:pt x="109837" y="64504"/>
                  </a:lnTo>
                  <a:lnTo>
                    <a:pt x="104173" y="72791"/>
                  </a:lnTo>
                  <a:lnTo>
                    <a:pt x="98914" y="80488"/>
                  </a:lnTo>
                  <a:lnTo>
                    <a:pt x="92692" y="89592"/>
                  </a:lnTo>
                  <a:lnTo>
                    <a:pt x="85996" y="99391"/>
                  </a:lnTo>
                  <a:lnTo>
                    <a:pt x="80333" y="107679"/>
                  </a:lnTo>
                  <a:lnTo>
                    <a:pt x="76055" y="113939"/>
                  </a:lnTo>
                  <a:lnTo>
                    <a:pt x="71063" y="121244"/>
                  </a:lnTo>
                  <a:lnTo>
                    <a:pt x="66754" y="127549"/>
                  </a:lnTo>
                  <a:lnTo>
                    <a:pt x="64346" y="131073"/>
                  </a:lnTo>
                  <a:lnTo>
                    <a:pt x="63156" y="132815"/>
                  </a:lnTo>
                  <a:lnTo>
                    <a:pt x="45098" y="127530"/>
                  </a:lnTo>
                  <a:lnTo>
                    <a:pt x="0" y="114329"/>
                  </a:lnTo>
                  <a:lnTo>
                    <a:pt x="6515" y="104801"/>
                  </a:lnTo>
                  <a:lnTo>
                    <a:pt x="12335" y="96289"/>
                  </a:lnTo>
                  <a:lnTo>
                    <a:pt x="17856" y="88215"/>
                  </a:lnTo>
                  <a:lnTo>
                    <a:pt x="26002" y="76302"/>
                  </a:lnTo>
                  <a:lnTo>
                    <a:pt x="33995" y="64614"/>
                  </a:lnTo>
                  <a:lnTo>
                    <a:pt x="41045" y="54303"/>
                  </a:lnTo>
                  <a:lnTo>
                    <a:pt x="48375" y="43584"/>
                  </a:lnTo>
                  <a:lnTo>
                    <a:pt x="54981" y="33922"/>
                  </a:lnTo>
                  <a:lnTo>
                    <a:pt x="62166" y="23415"/>
                  </a:lnTo>
                  <a:lnTo>
                    <a:pt x="69890" y="12120"/>
                  </a:lnTo>
                  <a:lnTo>
                    <a:pt x="78177" y="0"/>
                  </a:lnTo>
                  <a:lnTo>
                    <a:pt x="88859" y="7123"/>
                  </a:lnTo>
                  <a:lnTo>
                    <a:pt x="130205" y="34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07578" y="3119608"/>
              <a:ext cx="97427" cy="108274"/>
            </a:xfrm>
            <a:custGeom>
              <a:avLst/>
              <a:pathLst>
                <a:path w="97427" h="108274">
                  <a:moveTo>
                    <a:pt x="3789" y="70922"/>
                  </a:moveTo>
                  <a:lnTo>
                    <a:pt x="7662" y="64974"/>
                  </a:lnTo>
                  <a:lnTo>
                    <a:pt x="12808" y="57073"/>
                  </a:lnTo>
                  <a:lnTo>
                    <a:pt x="17087" y="50502"/>
                  </a:lnTo>
                  <a:lnTo>
                    <a:pt x="23072" y="41311"/>
                  </a:lnTo>
                  <a:lnTo>
                    <a:pt x="27568" y="34406"/>
                  </a:lnTo>
                  <a:lnTo>
                    <a:pt x="31576" y="28252"/>
                  </a:lnTo>
                  <a:lnTo>
                    <a:pt x="35233" y="22637"/>
                  </a:lnTo>
                  <a:lnTo>
                    <a:pt x="38808" y="17147"/>
                  </a:lnTo>
                  <a:lnTo>
                    <a:pt x="44468" y="8455"/>
                  </a:lnTo>
                  <a:lnTo>
                    <a:pt x="49974" y="0"/>
                  </a:lnTo>
                  <a:lnTo>
                    <a:pt x="73116" y="15076"/>
                  </a:lnTo>
                  <a:lnTo>
                    <a:pt x="97427" y="30915"/>
                  </a:lnTo>
                  <a:lnTo>
                    <a:pt x="93267" y="37760"/>
                  </a:lnTo>
                  <a:lnTo>
                    <a:pt x="88694" y="45283"/>
                  </a:lnTo>
                  <a:lnTo>
                    <a:pt x="85057" y="51268"/>
                  </a:lnTo>
                  <a:lnTo>
                    <a:pt x="81725" y="56750"/>
                  </a:lnTo>
                  <a:lnTo>
                    <a:pt x="77564" y="63595"/>
                  </a:lnTo>
                  <a:lnTo>
                    <a:pt x="71924" y="72874"/>
                  </a:lnTo>
                  <a:lnTo>
                    <a:pt x="67006" y="80966"/>
                  </a:lnTo>
                  <a:lnTo>
                    <a:pt x="62815" y="87861"/>
                  </a:lnTo>
                  <a:lnTo>
                    <a:pt x="59011" y="94119"/>
                  </a:lnTo>
                  <a:lnTo>
                    <a:pt x="54300" y="101870"/>
                  </a:lnTo>
                  <a:lnTo>
                    <a:pt x="51726" y="106106"/>
                  </a:lnTo>
                  <a:lnTo>
                    <a:pt x="50408" y="108274"/>
                  </a:lnTo>
                  <a:lnTo>
                    <a:pt x="40859" y="102300"/>
                  </a:lnTo>
                  <a:lnTo>
                    <a:pt x="26103" y="93070"/>
                  </a:lnTo>
                  <a:lnTo>
                    <a:pt x="0" y="767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893701" y="3059069"/>
              <a:ext cx="59864" cy="54040"/>
            </a:xfrm>
            <a:custGeom>
              <a:avLst/>
              <a:pathLst>
                <a:path w="59864" h="54040">
                  <a:moveTo>
                    <a:pt x="57945" y="21236"/>
                  </a:moveTo>
                  <a:lnTo>
                    <a:pt x="56045" y="27767"/>
                  </a:lnTo>
                  <a:lnTo>
                    <a:pt x="53827" y="35394"/>
                  </a:lnTo>
                  <a:lnTo>
                    <a:pt x="48404" y="54040"/>
                  </a:lnTo>
                  <a:lnTo>
                    <a:pt x="39477" y="51442"/>
                  </a:lnTo>
                  <a:lnTo>
                    <a:pt x="16458" y="44740"/>
                  </a:lnTo>
                  <a:lnTo>
                    <a:pt x="0" y="39949"/>
                  </a:lnTo>
                  <a:lnTo>
                    <a:pt x="2737" y="26015"/>
                  </a:lnTo>
                  <a:lnTo>
                    <a:pt x="7848" y="0"/>
                  </a:lnTo>
                  <a:lnTo>
                    <a:pt x="30827" y="6467"/>
                  </a:lnTo>
                  <a:lnTo>
                    <a:pt x="59864" y="146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2951044" y="3072269"/>
              <a:ext cx="38301" cy="49286"/>
            </a:xfrm>
            <a:custGeom>
              <a:avLst/>
              <a:pathLst>
                <a:path w="38301" h="49286">
                  <a:moveTo>
                    <a:pt x="36827" y="13748"/>
                  </a:moveTo>
                  <a:lnTo>
                    <a:pt x="34716" y="22637"/>
                  </a:lnTo>
                  <a:lnTo>
                    <a:pt x="32354" y="32582"/>
                  </a:lnTo>
                  <a:lnTo>
                    <a:pt x="32319" y="32723"/>
                  </a:lnTo>
                  <a:lnTo>
                    <a:pt x="28137" y="49286"/>
                  </a:lnTo>
                  <a:lnTo>
                    <a:pt x="24476" y="48047"/>
                  </a:lnTo>
                  <a:lnTo>
                    <a:pt x="21736" y="47121"/>
                  </a:lnTo>
                  <a:lnTo>
                    <a:pt x="18722" y="46101"/>
                  </a:lnTo>
                  <a:lnTo>
                    <a:pt x="15904" y="45147"/>
                  </a:lnTo>
                  <a:lnTo>
                    <a:pt x="13603" y="44369"/>
                  </a:lnTo>
                  <a:lnTo>
                    <a:pt x="11380" y="43617"/>
                  </a:lnTo>
                  <a:lnTo>
                    <a:pt x="8684" y="42705"/>
                  </a:lnTo>
                  <a:lnTo>
                    <a:pt x="5946" y="41779"/>
                  </a:lnTo>
                  <a:lnTo>
                    <a:pt x="3009" y="40785"/>
                  </a:lnTo>
                  <a:lnTo>
                    <a:pt x="0" y="39767"/>
                  </a:lnTo>
                  <a:lnTo>
                    <a:pt x="3905" y="25882"/>
                  </a:lnTo>
                  <a:lnTo>
                    <a:pt x="11185" y="0"/>
                  </a:lnTo>
                  <a:lnTo>
                    <a:pt x="14761" y="994"/>
                  </a:lnTo>
                  <a:lnTo>
                    <a:pt x="18083" y="1917"/>
                  </a:lnTo>
                  <a:lnTo>
                    <a:pt x="21567" y="2886"/>
                  </a:lnTo>
                  <a:lnTo>
                    <a:pt x="24549" y="3715"/>
                  </a:lnTo>
                  <a:lnTo>
                    <a:pt x="26271" y="4194"/>
                  </a:lnTo>
                  <a:lnTo>
                    <a:pt x="29034" y="4962"/>
                  </a:lnTo>
                  <a:lnTo>
                    <a:pt x="31489" y="5644"/>
                  </a:lnTo>
                  <a:lnTo>
                    <a:pt x="34448" y="6467"/>
                  </a:lnTo>
                  <a:lnTo>
                    <a:pt x="36724" y="7099"/>
                  </a:lnTo>
                  <a:lnTo>
                    <a:pt x="38301" y="7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881911" y="3109863"/>
              <a:ext cx="57335" cy="54048"/>
            </a:xfrm>
            <a:custGeom>
              <a:avLst/>
              <a:pathLst>
                <a:path w="57335" h="54048">
                  <a:moveTo>
                    <a:pt x="2687" y="29615"/>
                  </a:moveTo>
                  <a:lnTo>
                    <a:pt x="6534" y="16324"/>
                  </a:lnTo>
                  <a:lnTo>
                    <a:pt x="11258" y="0"/>
                  </a:lnTo>
                  <a:lnTo>
                    <a:pt x="31532" y="5797"/>
                  </a:lnTo>
                  <a:lnTo>
                    <a:pt x="57335" y="13176"/>
                  </a:lnTo>
                  <a:lnTo>
                    <a:pt x="56544" y="16522"/>
                  </a:lnTo>
                  <a:lnTo>
                    <a:pt x="54187" y="26492"/>
                  </a:lnTo>
                  <a:lnTo>
                    <a:pt x="52246" y="34702"/>
                  </a:lnTo>
                  <a:lnTo>
                    <a:pt x="50164" y="43505"/>
                  </a:lnTo>
                  <a:lnTo>
                    <a:pt x="47672" y="54048"/>
                  </a:lnTo>
                  <a:lnTo>
                    <a:pt x="30968" y="48741"/>
                  </a:lnTo>
                  <a:lnTo>
                    <a:pt x="0" y="3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38814" y="3125780"/>
              <a:ext cx="33070" cy="41237"/>
            </a:xfrm>
            <a:custGeom>
              <a:avLst/>
              <a:pathLst>
                <a:path w="33070" h="41237">
                  <a:moveTo>
                    <a:pt x="2905" y="17684"/>
                  </a:moveTo>
                  <a:lnTo>
                    <a:pt x="6305" y="0"/>
                  </a:lnTo>
                  <a:lnTo>
                    <a:pt x="21753" y="4377"/>
                  </a:lnTo>
                  <a:lnTo>
                    <a:pt x="33070" y="7584"/>
                  </a:lnTo>
                  <a:lnTo>
                    <a:pt x="31811" y="14243"/>
                  </a:lnTo>
                  <a:lnTo>
                    <a:pt x="30700" y="20120"/>
                  </a:lnTo>
                  <a:lnTo>
                    <a:pt x="29519" y="26367"/>
                  </a:lnTo>
                  <a:lnTo>
                    <a:pt x="28822" y="30055"/>
                  </a:lnTo>
                  <a:lnTo>
                    <a:pt x="27794" y="35495"/>
                  </a:lnTo>
                  <a:lnTo>
                    <a:pt x="26708" y="41237"/>
                  </a:lnTo>
                  <a:lnTo>
                    <a:pt x="13806" y="37161"/>
                  </a:lnTo>
                  <a:lnTo>
                    <a:pt x="0" y="327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843037" y="3208713"/>
              <a:ext cx="117914" cy="82436"/>
            </a:xfrm>
            <a:custGeom>
              <a:avLst/>
              <a:pathLst>
                <a:path w="117914" h="82436">
                  <a:moveTo>
                    <a:pt x="3394" y="41393"/>
                  </a:moveTo>
                  <a:lnTo>
                    <a:pt x="8673" y="24267"/>
                  </a:lnTo>
                  <a:lnTo>
                    <a:pt x="16154" y="0"/>
                  </a:lnTo>
                  <a:lnTo>
                    <a:pt x="28248" y="3667"/>
                  </a:lnTo>
                  <a:lnTo>
                    <a:pt x="43169" y="8192"/>
                  </a:lnTo>
                  <a:lnTo>
                    <a:pt x="52995" y="11172"/>
                  </a:lnTo>
                  <a:lnTo>
                    <a:pt x="65210" y="14877"/>
                  </a:lnTo>
                  <a:lnTo>
                    <a:pt x="79404" y="19182"/>
                  </a:lnTo>
                  <a:lnTo>
                    <a:pt x="96215" y="24280"/>
                  </a:lnTo>
                  <a:lnTo>
                    <a:pt x="117914" y="30861"/>
                  </a:lnTo>
                  <a:lnTo>
                    <a:pt x="115734" y="37436"/>
                  </a:lnTo>
                  <a:lnTo>
                    <a:pt x="112317" y="47741"/>
                  </a:lnTo>
                  <a:lnTo>
                    <a:pt x="109885" y="55074"/>
                  </a:lnTo>
                  <a:lnTo>
                    <a:pt x="108272" y="59938"/>
                  </a:lnTo>
                  <a:lnTo>
                    <a:pt x="106376" y="65656"/>
                  </a:lnTo>
                  <a:lnTo>
                    <a:pt x="104265" y="72023"/>
                  </a:lnTo>
                  <a:lnTo>
                    <a:pt x="100811" y="82436"/>
                  </a:lnTo>
                  <a:lnTo>
                    <a:pt x="94278" y="80595"/>
                  </a:lnTo>
                  <a:lnTo>
                    <a:pt x="88795" y="79050"/>
                  </a:lnTo>
                  <a:lnTo>
                    <a:pt x="82747" y="77346"/>
                  </a:lnTo>
                  <a:lnTo>
                    <a:pt x="75818" y="75393"/>
                  </a:lnTo>
                  <a:lnTo>
                    <a:pt x="69193" y="73526"/>
                  </a:lnTo>
                  <a:lnTo>
                    <a:pt x="63422" y="71900"/>
                  </a:lnTo>
                  <a:lnTo>
                    <a:pt x="58297" y="70456"/>
                  </a:lnTo>
                  <a:lnTo>
                    <a:pt x="53739" y="69044"/>
                  </a:lnTo>
                  <a:lnTo>
                    <a:pt x="45820" y="66593"/>
                  </a:lnTo>
                  <a:lnTo>
                    <a:pt x="36341" y="63658"/>
                  </a:lnTo>
                  <a:lnTo>
                    <a:pt x="28765" y="61312"/>
                  </a:lnTo>
                  <a:lnTo>
                    <a:pt x="23126" y="59566"/>
                  </a:lnTo>
                  <a:lnTo>
                    <a:pt x="17178" y="57724"/>
                  </a:lnTo>
                  <a:lnTo>
                    <a:pt x="10864" y="55769"/>
                  </a:lnTo>
                  <a:lnTo>
                    <a:pt x="0" y="52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2951427" y="3238091"/>
              <a:ext cx="89089" cy="64106"/>
            </a:xfrm>
            <a:custGeom>
              <a:avLst/>
              <a:pathLst>
                <a:path w="89089" h="64106">
                  <a:moveTo>
                    <a:pt x="2910" y="43831"/>
                  </a:moveTo>
                  <a:lnTo>
                    <a:pt x="8862" y="22102"/>
                  </a:lnTo>
                  <a:lnTo>
                    <a:pt x="14917" y="0"/>
                  </a:lnTo>
                  <a:lnTo>
                    <a:pt x="25878" y="1688"/>
                  </a:lnTo>
                  <a:lnTo>
                    <a:pt x="38382" y="3614"/>
                  </a:lnTo>
                  <a:lnTo>
                    <a:pt x="48895" y="5233"/>
                  </a:lnTo>
                  <a:lnTo>
                    <a:pt x="59396" y="6850"/>
                  </a:lnTo>
                  <a:lnTo>
                    <a:pt x="69315" y="8378"/>
                  </a:lnTo>
                  <a:lnTo>
                    <a:pt x="77447" y="9631"/>
                  </a:lnTo>
                  <a:lnTo>
                    <a:pt x="89089" y="11424"/>
                  </a:lnTo>
                  <a:lnTo>
                    <a:pt x="87145" y="18166"/>
                  </a:lnTo>
                  <a:lnTo>
                    <a:pt x="85582" y="23583"/>
                  </a:lnTo>
                  <a:lnTo>
                    <a:pt x="84054" y="28882"/>
                  </a:lnTo>
                  <a:lnTo>
                    <a:pt x="81200" y="38778"/>
                  </a:lnTo>
                  <a:lnTo>
                    <a:pt x="79452" y="44838"/>
                  </a:lnTo>
                  <a:lnTo>
                    <a:pt x="78009" y="49840"/>
                  </a:lnTo>
                  <a:lnTo>
                    <a:pt x="76548" y="54907"/>
                  </a:lnTo>
                  <a:lnTo>
                    <a:pt x="75206" y="59559"/>
                  </a:lnTo>
                  <a:lnTo>
                    <a:pt x="73895" y="64106"/>
                  </a:lnTo>
                  <a:lnTo>
                    <a:pt x="67500" y="63271"/>
                  </a:lnTo>
                  <a:lnTo>
                    <a:pt x="62525" y="62621"/>
                  </a:lnTo>
                  <a:lnTo>
                    <a:pt x="57257" y="61933"/>
                  </a:lnTo>
                  <a:lnTo>
                    <a:pt x="51272" y="61151"/>
                  </a:lnTo>
                  <a:lnTo>
                    <a:pt x="46864" y="60575"/>
                  </a:lnTo>
                  <a:lnTo>
                    <a:pt x="41189" y="59834"/>
                  </a:lnTo>
                  <a:lnTo>
                    <a:pt x="34737" y="58991"/>
                  </a:lnTo>
                  <a:lnTo>
                    <a:pt x="24588" y="57666"/>
                  </a:lnTo>
                  <a:lnTo>
                    <a:pt x="10457" y="55820"/>
                  </a:lnTo>
                  <a:lnTo>
                    <a:pt x="0" y="544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781556" y="3069302"/>
              <a:ext cx="73886" cy="71315"/>
            </a:xfrm>
            <a:custGeom>
              <a:avLst/>
              <a:pathLst>
                <a:path w="73886" h="71315">
                  <a:moveTo>
                    <a:pt x="23737" y="66440"/>
                  </a:moveTo>
                  <a:lnTo>
                    <a:pt x="21700" y="65912"/>
                  </a:lnTo>
                  <a:lnTo>
                    <a:pt x="0" y="50554"/>
                  </a:lnTo>
                  <a:lnTo>
                    <a:pt x="3625" y="44501"/>
                  </a:lnTo>
                  <a:lnTo>
                    <a:pt x="8854" y="35771"/>
                  </a:lnTo>
                  <a:lnTo>
                    <a:pt x="13766" y="27568"/>
                  </a:lnTo>
                  <a:lnTo>
                    <a:pt x="18138" y="20268"/>
                  </a:lnTo>
                  <a:lnTo>
                    <a:pt x="23661" y="11046"/>
                  </a:lnTo>
                  <a:lnTo>
                    <a:pt x="30277" y="0"/>
                  </a:lnTo>
                  <a:lnTo>
                    <a:pt x="40890" y="7717"/>
                  </a:lnTo>
                  <a:lnTo>
                    <a:pt x="50449" y="10456"/>
                  </a:lnTo>
                  <a:lnTo>
                    <a:pt x="64226" y="14403"/>
                  </a:lnTo>
                  <a:lnTo>
                    <a:pt x="73886" y="15863"/>
                  </a:lnTo>
                  <a:lnTo>
                    <a:pt x="70403" y="24092"/>
                  </a:lnTo>
                  <a:lnTo>
                    <a:pt x="67326" y="31361"/>
                  </a:lnTo>
                  <a:lnTo>
                    <a:pt x="62974" y="41645"/>
                  </a:lnTo>
                  <a:lnTo>
                    <a:pt x="59207" y="50544"/>
                  </a:lnTo>
                  <a:lnTo>
                    <a:pt x="55806" y="58578"/>
                  </a:lnTo>
                  <a:lnTo>
                    <a:pt x="51215" y="69425"/>
                  </a:lnTo>
                  <a:lnTo>
                    <a:pt x="42566" y="713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171309" y="3281845"/>
              <a:ext cx="80300" cy="67437"/>
            </a:xfrm>
            <a:custGeom>
              <a:avLst/>
              <a:pathLst>
                <a:path w="80300" h="67437">
                  <a:moveTo>
                    <a:pt x="385" y="38832"/>
                  </a:moveTo>
                  <a:lnTo>
                    <a:pt x="892" y="37493"/>
                  </a:lnTo>
                  <a:lnTo>
                    <a:pt x="1590" y="36246"/>
                  </a:lnTo>
                  <a:lnTo>
                    <a:pt x="18815" y="21119"/>
                  </a:lnTo>
                  <a:lnTo>
                    <a:pt x="22792" y="18122"/>
                  </a:lnTo>
                  <a:lnTo>
                    <a:pt x="30636" y="13670"/>
                  </a:lnTo>
                  <a:lnTo>
                    <a:pt x="36300" y="10455"/>
                  </a:lnTo>
                  <a:lnTo>
                    <a:pt x="48423" y="5763"/>
                  </a:lnTo>
                  <a:lnTo>
                    <a:pt x="62711" y="0"/>
                  </a:lnTo>
                  <a:lnTo>
                    <a:pt x="68653" y="15530"/>
                  </a:lnTo>
                  <a:lnTo>
                    <a:pt x="80300" y="45967"/>
                  </a:lnTo>
                  <a:lnTo>
                    <a:pt x="66445" y="51733"/>
                  </a:lnTo>
                  <a:lnTo>
                    <a:pt x="64725" y="52663"/>
                  </a:lnTo>
                  <a:lnTo>
                    <a:pt x="50192" y="60523"/>
                  </a:lnTo>
                  <a:lnTo>
                    <a:pt x="34678" y="66490"/>
                  </a:lnTo>
                  <a:lnTo>
                    <a:pt x="32215" y="67437"/>
                  </a:lnTo>
                  <a:lnTo>
                    <a:pt x="16531" y="57525"/>
                  </a:lnTo>
                  <a:lnTo>
                    <a:pt x="3139" y="49063"/>
                  </a:lnTo>
                  <a:lnTo>
                    <a:pt x="2082" y="47858"/>
                  </a:lnTo>
                  <a:lnTo>
                    <a:pt x="1222" y="46500"/>
                  </a:lnTo>
                  <a:lnTo>
                    <a:pt x="578" y="45022"/>
                  </a:lnTo>
                  <a:lnTo>
                    <a:pt x="168" y="43459"/>
                  </a:lnTo>
                  <a:lnTo>
                    <a:pt x="0" y="41850"/>
                  </a:lnTo>
                  <a:lnTo>
                    <a:pt x="78" y="402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2964306" y="3099500"/>
              <a:ext cx="100283" cy="148178"/>
            </a:xfrm>
            <a:custGeom>
              <a:avLst/>
              <a:pathLst>
                <a:path w="100283" h="148178">
                  <a:moveTo>
                    <a:pt x="37401" y="0"/>
                  </a:moveTo>
                  <a:lnTo>
                    <a:pt x="63491" y="8102"/>
                  </a:lnTo>
                  <a:lnTo>
                    <a:pt x="74334" y="11470"/>
                  </a:lnTo>
                  <a:lnTo>
                    <a:pt x="100283" y="16098"/>
                  </a:lnTo>
                  <a:lnTo>
                    <a:pt x="99833" y="22988"/>
                  </a:lnTo>
                  <a:lnTo>
                    <a:pt x="99423" y="29280"/>
                  </a:lnTo>
                  <a:lnTo>
                    <a:pt x="98900" y="37305"/>
                  </a:lnTo>
                  <a:lnTo>
                    <a:pt x="98465" y="43984"/>
                  </a:lnTo>
                  <a:lnTo>
                    <a:pt x="97970" y="51568"/>
                  </a:lnTo>
                  <a:lnTo>
                    <a:pt x="97872" y="53079"/>
                  </a:lnTo>
                  <a:lnTo>
                    <a:pt x="98471" y="59670"/>
                  </a:lnTo>
                  <a:lnTo>
                    <a:pt x="99132" y="66934"/>
                  </a:lnTo>
                  <a:lnTo>
                    <a:pt x="99281" y="68570"/>
                  </a:lnTo>
                  <a:lnTo>
                    <a:pt x="99047" y="75260"/>
                  </a:lnTo>
                  <a:lnTo>
                    <a:pt x="98814" y="81931"/>
                  </a:lnTo>
                  <a:lnTo>
                    <a:pt x="98665" y="86199"/>
                  </a:lnTo>
                  <a:lnTo>
                    <a:pt x="97599" y="89305"/>
                  </a:lnTo>
                  <a:lnTo>
                    <a:pt x="95188" y="96328"/>
                  </a:lnTo>
                  <a:lnTo>
                    <a:pt x="92752" y="103426"/>
                  </a:lnTo>
                  <a:lnTo>
                    <a:pt x="90790" y="109142"/>
                  </a:lnTo>
                  <a:lnTo>
                    <a:pt x="88552" y="115659"/>
                  </a:lnTo>
                  <a:lnTo>
                    <a:pt x="87650" y="118287"/>
                  </a:lnTo>
                  <a:lnTo>
                    <a:pt x="86517" y="122969"/>
                  </a:lnTo>
                  <a:lnTo>
                    <a:pt x="84438" y="131562"/>
                  </a:lnTo>
                  <a:lnTo>
                    <a:pt x="82592" y="139194"/>
                  </a:lnTo>
                  <a:lnTo>
                    <a:pt x="80418" y="148178"/>
                  </a:lnTo>
                  <a:lnTo>
                    <a:pt x="69969" y="145394"/>
                  </a:lnTo>
                  <a:lnTo>
                    <a:pt x="55137" y="141678"/>
                  </a:lnTo>
                  <a:lnTo>
                    <a:pt x="54848" y="141794"/>
                  </a:lnTo>
                  <a:lnTo>
                    <a:pt x="54628" y="141883"/>
                  </a:lnTo>
                  <a:lnTo>
                    <a:pt x="0" y="135580"/>
                  </a:lnTo>
                  <a:lnTo>
                    <a:pt x="15860" y="92348"/>
                  </a:lnTo>
                  <a:lnTo>
                    <a:pt x="19796" y="73011"/>
                  </a:lnTo>
                  <a:lnTo>
                    <a:pt x="28132" y="32069"/>
                  </a:lnTo>
                  <a:lnTo>
                    <a:pt x="32601" y="13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60981" y="2930133"/>
              <a:ext cx="85377" cy="100370"/>
            </a:xfrm>
            <a:custGeom>
              <a:avLst/>
              <a:pathLst>
                <a:path w="85377" h="100370">
                  <a:moveTo>
                    <a:pt x="50559" y="0"/>
                  </a:moveTo>
                  <a:lnTo>
                    <a:pt x="85377" y="79588"/>
                  </a:lnTo>
                  <a:lnTo>
                    <a:pt x="46795" y="98202"/>
                  </a:lnTo>
                  <a:lnTo>
                    <a:pt x="32662" y="100370"/>
                  </a:lnTo>
                  <a:lnTo>
                    <a:pt x="0" y="2403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87349" y="2876111"/>
              <a:ext cx="79079" cy="103779"/>
            </a:xfrm>
            <a:custGeom>
              <a:avLst/>
              <a:pathLst>
                <a:path w="79079" h="103779">
                  <a:moveTo>
                    <a:pt x="10826" y="48347"/>
                  </a:moveTo>
                  <a:lnTo>
                    <a:pt x="8391" y="38738"/>
                  </a:lnTo>
                  <a:lnTo>
                    <a:pt x="5238" y="26297"/>
                  </a:lnTo>
                  <a:lnTo>
                    <a:pt x="0" y="5629"/>
                  </a:lnTo>
                  <a:lnTo>
                    <a:pt x="26433" y="0"/>
                  </a:lnTo>
                  <a:lnTo>
                    <a:pt x="27985" y="28"/>
                  </a:lnTo>
                  <a:lnTo>
                    <a:pt x="50663" y="450"/>
                  </a:lnTo>
                  <a:lnTo>
                    <a:pt x="52424" y="7158"/>
                  </a:lnTo>
                  <a:lnTo>
                    <a:pt x="53390" y="10839"/>
                  </a:lnTo>
                  <a:lnTo>
                    <a:pt x="56115" y="21216"/>
                  </a:lnTo>
                  <a:lnTo>
                    <a:pt x="58466" y="30171"/>
                  </a:lnTo>
                  <a:lnTo>
                    <a:pt x="61222" y="40672"/>
                  </a:lnTo>
                  <a:lnTo>
                    <a:pt x="62251" y="44591"/>
                  </a:lnTo>
                  <a:lnTo>
                    <a:pt x="65356" y="53064"/>
                  </a:lnTo>
                  <a:lnTo>
                    <a:pt x="70109" y="66036"/>
                  </a:lnTo>
                  <a:lnTo>
                    <a:pt x="74818" y="78890"/>
                  </a:lnTo>
                  <a:lnTo>
                    <a:pt x="79079" y="90518"/>
                  </a:lnTo>
                  <a:lnTo>
                    <a:pt x="72108" y="92281"/>
                  </a:lnTo>
                  <a:lnTo>
                    <a:pt x="64394" y="94231"/>
                  </a:lnTo>
                  <a:lnTo>
                    <a:pt x="54639" y="96696"/>
                  </a:lnTo>
                  <a:lnTo>
                    <a:pt x="47503" y="98500"/>
                  </a:lnTo>
                  <a:lnTo>
                    <a:pt x="39829" y="100440"/>
                  </a:lnTo>
                  <a:lnTo>
                    <a:pt x="26621" y="103779"/>
                  </a:lnTo>
                  <a:lnTo>
                    <a:pt x="23718" y="93749"/>
                  </a:lnTo>
                  <a:lnTo>
                    <a:pt x="21413" y="85787"/>
                  </a:lnTo>
                  <a:lnTo>
                    <a:pt x="17153" y="71065"/>
                  </a:lnTo>
                  <a:lnTo>
                    <a:pt x="13705" y="59153"/>
                  </a:lnTo>
                  <a:lnTo>
                    <a:pt x="12576" y="55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4195" y="2863331"/>
              <a:ext cx="147849" cy="106178"/>
            </a:xfrm>
            <a:custGeom>
              <a:avLst/>
              <a:pathLst>
                <a:path w="147849" h="106178">
                  <a:moveTo>
                    <a:pt x="103863" y="33110"/>
                  </a:moveTo>
                  <a:lnTo>
                    <a:pt x="113542" y="36807"/>
                  </a:lnTo>
                  <a:lnTo>
                    <a:pt x="124790" y="41104"/>
                  </a:lnTo>
                  <a:lnTo>
                    <a:pt x="146587" y="50294"/>
                  </a:lnTo>
                  <a:lnTo>
                    <a:pt x="147849" y="52814"/>
                  </a:lnTo>
                  <a:lnTo>
                    <a:pt x="134148" y="58563"/>
                  </a:lnTo>
                  <a:lnTo>
                    <a:pt x="122111" y="63614"/>
                  </a:lnTo>
                  <a:lnTo>
                    <a:pt x="115119" y="66548"/>
                  </a:lnTo>
                  <a:lnTo>
                    <a:pt x="108925" y="69390"/>
                  </a:lnTo>
                  <a:lnTo>
                    <a:pt x="96492" y="75093"/>
                  </a:lnTo>
                  <a:lnTo>
                    <a:pt x="94472" y="76043"/>
                  </a:lnTo>
                  <a:lnTo>
                    <a:pt x="75834" y="84803"/>
                  </a:lnTo>
                  <a:lnTo>
                    <a:pt x="51328" y="96321"/>
                  </a:lnTo>
                  <a:lnTo>
                    <a:pt x="30357" y="106178"/>
                  </a:lnTo>
                  <a:lnTo>
                    <a:pt x="27522" y="100145"/>
                  </a:lnTo>
                  <a:lnTo>
                    <a:pt x="15758" y="75114"/>
                  </a:lnTo>
                  <a:lnTo>
                    <a:pt x="13049" y="64451"/>
                  </a:lnTo>
                  <a:lnTo>
                    <a:pt x="3395" y="26460"/>
                  </a:lnTo>
                  <a:lnTo>
                    <a:pt x="2436" y="21170"/>
                  </a:lnTo>
                  <a:lnTo>
                    <a:pt x="0" y="7745"/>
                  </a:lnTo>
                  <a:lnTo>
                    <a:pt x="6323" y="6148"/>
                  </a:lnTo>
                  <a:lnTo>
                    <a:pt x="14905" y="3980"/>
                  </a:lnTo>
                  <a:lnTo>
                    <a:pt x="24993" y="1432"/>
                  </a:lnTo>
                  <a:lnTo>
                    <a:pt x="30662" y="0"/>
                  </a:lnTo>
                  <a:lnTo>
                    <a:pt x="77057" y="12412"/>
                  </a:lnTo>
                  <a:lnTo>
                    <a:pt x="85190" y="145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70634" y="2791996"/>
              <a:ext cx="77449" cy="118079"/>
            </a:xfrm>
            <a:custGeom>
              <a:avLst/>
              <a:pathLst>
                <a:path w="77449" h="118079">
                  <a:moveTo>
                    <a:pt x="70637" y="96140"/>
                  </a:moveTo>
                  <a:lnTo>
                    <a:pt x="55504" y="103227"/>
                  </a:lnTo>
                  <a:lnTo>
                    <a:pt x="40090" y="110445"/>
                  </a:lnTo>
                  <a:lnTo>
                    <a:pt x="23789" y="118079"/>
                  </a:lnTo>
                  <a:lnTo>
                    <a:pt x="17795" y="101886"/>
                  </a:lnTo>
                  <a:lnTo>
                    <a:pt x="11546" y="85006"/>
                  </a:lnTo>
                  <a:lnTo>
                    <a:pt x="7839" y="74993"/>
                  </a:lnTo>
                  <a:lnTo>
                    <a:pt x="6442" y="68900"/>
                  </a:lnTo>
                  <a:lnTo>
                    <a:pt x="1615" y="47849"/>
                  </a:lnTo>
                  <a:lnTo>
                    <a:pt x="0" y="40800"/>
                  </a:lnTo>
                  <a:lnTo>
                    <a:pt x="9601" y="20145"/>
                  </a:lnTo>
                  <a:lnTo>
                    <a:pt x="17710" y="2702"/>
                  </a:lnTo>
                  <a:lnTo>
                    <a:pt x="27995" y="1691"/>
                  </a:lnTo>
                  <a:lnTo>
                    <a:pt x="45200" y="0"/>
                  </a:lnTo>
                  <a:lnTo>
                    <a:pt x="47312" y="10195"/>
                  </a:lnTo>
                  <a:lnTo>
                    <a:pt x="49620" y="21335"/>
                  </a:lnTo>
                  <a:lnTo>
                    <a:pt x="51179" y="28858"/>
                  </a:lnTo>
                  <a:lnTo>
                    <a:pt x="53677" y="40918"/>
                  </a:lnTo>
                  <a:lnTo>
                    <a:pt x="54716" y="45934"/>
                  </a:lnTo>
                  <a:lnTo>
                    <a:pt x="58418" y="53590"/>
                  </a:lnTo>
                  <a:lnTo>
                    <a:pt x="64311" y="65779"/>
                  </a:lnTo>
                  <a:lnTo>
                    <a:pt x="71778" y="81221"/>
                  </a:lnTo>
                  <a:lnTo>
                    <a:pt x="77449" y="929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43040" y="3435405"/>
              <a:ext cx="51219" cy="44785"/>
            </a:xfrm>
            <a:custGeom>
              <a:avLst/>
              <a:pathLst>
                <a:path w="51219" h="44785">
                  <a:moveTo>
                    <a:pt x="5302" y="2724"/>
                  </a:moveTo>
                  <a:lnTo>
                    <a:pt x="11538" y="1084"/>
                  </a:lnTo>
                  <a:lnTo>
                    <a:pt x="15660" y="0"/>
                  </a:lnTo>
                  <a:lnTo>
                    <a:pt x="31635" y="13737"/>
                  </a:lnTo>
                  <a:lnTo>
                    <a:pt x="51219" y="30579"/>
                  </a:lnTo>
                  <a:lnTo>
                    <a:pt x="49412" y="33503"/>
                  </a:lnTo>
                  <a:lnTo>
                    <a:pt x="44518" y="35027"/>
                  </a:lnTo>
                  <a:lnTo>
                    <a:pt x="38545" y="36887"/>
                  </a:lnTo>
                  <a:lnTo>
                    <a:pt x="33676" y="38403"/>
                  </a:lnTo>
                  <a:lnTo>
                    <a:pt x="25438" y="40969"/>
                  </a:lnTo>
                  <a:lnTo>
                    <a:pt x="13187" y="44785"/>
                  </a:lnTo>
                  <a:lnTo>
                    <a:pt x="8012" y="28825"/>
                  </a:lnTo>
                  <a:lnTo>
                    <a:pt x="0" y="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0735" y="3393497"/>
              <a:ext cx="90497" cy="72486"/>
            </a:xfrm>
            <a:custGeom>
              <a:avLst/>
              <a:pathLst>
                <a:path w="90497" h="72486">
                  <a:moveTo>
                    <a:pt x="27042" y="13030"/>
                  </a:moveTo>
                  <a:lnTo>
                    <a:pt x="37173" y="0"/>
                  </a:lnTo>
                  <a:lnTo>
                    <a:pt x="54083" y="17032"/>
                  </a:lnTo>
                  <a:lnTo>
                    <a:pt x="56201" y="18977"/>
                  </a:lnTo>
                  <a:lnTo>
                    <a:pt x="61616" y="23950"/>
                  </a:lnTo>
                  <a:lnTo>
                    <a:pt x="69150" y="30867"/>
                  </a:lnTo>
                  <a:lnTo>
                    <a:pt x="76686" y="37783"/>
                  </a:lnTo>
                  <a:lnTo>
                    <a:pt x="90497" y="50466"/>
                  </a:lnTo>
                  <a:lnTo>
                    <a:pt x="76816" y="55762"/>
                  </a:lnTo>
                  <a:lnTo>
                    <a:pt x="68711" y="58900"/>
                  </a:lnTo>
                  <a:lnTo>
                    <a:pt x="64482" y="60537"/>
                  </a:lnTo>
                  <a:lnTo>
                    <a:pt x="57369" y="63290"/>
                  </a:lnTo>
                  <a:lnTo>
                    <a:pt x="41963" y="69253"/>
                  </a:lnTo>
                  <a:lnTo>
                    <a:pt x="38465" y="70608"/>
                  </a:lnTo>
                  <a:lnTo>
                    <a:pt x="32871" y="72486"/>
                  </a:lnTo>
                  <a:lnTo>
                    <a:pt x="17850" y="59238"/>
                  </a:lnTo>
                  <a:lnTo>
                    <a:pt x="0" y="43494"/>
                  </a:lnTo>
                  <a:lnTo>
                    <a:pt x="5827" y="38387"/>
                  </a:lnTo>
                  <a:lnTo>
                    <a:pt x="10082" y="34657"/>
                  </a:lnTo>
                  <a:lnTo>
                    <a:pt x="14065" y="31166"/>
                  </a:lnTo>
                  <a:lnTo>
                    <a:pt x="18690" y="27112"/>
                  </a:lnTo>
                  <a:lnTo>
                    <a:pt x="25512" y="21134"/>
                  </a:lnTo>
                  <a:lnTo>
                    <a:pt x="25507" y="20472"/>
                  </a:lnTo>
                  <a:lnTo>
                    <a:pt x="25470" y="150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5118" y="3337127"/>
              <a:ext cx="113480" cy="103149"/>
            </a:xfrm>
            <a:custGeom>
              <a:avLst/>
              <a:pathLst>
                <a:path w="113480" h="103149">
                  <a:moveTo>
                    <a:pt x="0" y="42560"/>
                  </a:moveTo>
                  <a:lnTo>
                    <a:pt x="2222" y="39435"/>
                  </a:lnTo>
                  <a:lnTo>
                    <a:pt x="3158" y="38278"/>
                  </a:lnTo>
                  <a:lnTo>
                    <a:pt x="7472" y="32946"/>
                  </a:lnTo>
                  <a:lnTo>
                    <a:pt x="11853" y="27529"/>
                  </a:lnTo>
                  <a:lnTo>
                    <a:pt x="15857" y="22579"/>
                  </a:lnTo>
                  <a:lnTo>
                    <a:pt x="20023" y="17429"/>
                  </a:lnTo>
                  <a:lnTo>
                    <a:pt x="24534" y="11852"/>
                  </a:lnTo>
                  <a:lnTo>
                    <a:pt x="28340" y="7147"/>
                  </a:lnTo>
                  <a:lnTo>
                    <a:pt x="32409" y="0"/>
                  </a:lnTo>
                  <a:lnTo>
                    <a:pt x="47755" y="14966"/>
                  </a:lnTo>
                  <a:lnTo>
                    <a:pt x="47883" y="15091"/>
                  </a:lnTo>
                  <a:lnTo>
                    <a:pt x="76706" y="43201"/>
                  </a:lnTo>
                  <a:lnTo>
                    <a:pt x="113480" y="79066"/>
                  </a:lnTo>
                  <a:lnTo>
                    <a:pt x="108102" y="81611"/>
                  </a:lnTo>
                  <a:lnTo>
                    <a:pt x="102390" y="84314"/>
                  </a:lnTo>
                  <a:lnTo>
                    <a:pt x="97347" y="86700"/>
                  </a:lnTo>
                  <a:lnTo>
                    <a:pt x="90159" y="90101"/>
                  </a:lnTo>
                  <a:lnTo>
                    <a:pt x="83693" y="93161"/>
                  </a:lnTo>
                  <a:lnTo>
                    <a:pt x="76941" y="96356"/>
                  </a:lnTo>
                  <a:lnTo>
                    <a:pt x="70121" y="99583"/>
                  </a:lnTo>
                  <a:lnTo>
                    <a:pt x="62584" y="103149"/>
                  </a:lnTo>
                  <a:lnTo>
                    <a:pt x="35266" y="77043"/>
                  </a:lnTo>
                  <a:lnTo>
                    <a:pt x="3020" y="4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489105" y="3493227"/>
              <a:ext cx="115954" cy="109005"/>
            </a:xfrm>
            <a:custGeom>
              <a:avLst/>
              <a:pathLst>
                <a:path w="115954" h="109005">
                  <a:moveTo>
                    <a:pt x="14342" y="8725"/>
                  </a:moveTo>
                  <a:lnTo>
                    <a:pt x="32370" y="4517"/>
                  </a:lnTo>
                  <a:lnTo>
                    <a:pt x="51726" y="0"/>
                  </a:lnTo>
                  <a:lnTo>
                    <a:pt x="60473" y="9444"/>
                  </a:lnTo>
                  <a:lnTo>
                    <a:pt x="65991" y="15404"/>
                  </a:lnTo>
                  <a:lnTo>
                    <a:pt x="71319" y="21157"/>
                  </a:lnTo>
                  <a:lnTo>
                    <a:pt x="77739" y="28090"/>
                  </a:lnTo>
                  <a:lnTo>
                    <a:pt x="83053" y="33828"/>
                  </a:lnTo>
                  <a:lnTo>
                    <a:pt x="87931" y="39096"/>
                  </a:lnTo>
                  <a:lnTo>
                    <a:pt x="93916" y="45559"/>
                  </a:lnTo>
                  <a:lnTo>
                    <a:pt x="100031" y="52162"/>
                  </a:lnTo>
                  <a:lnTo>
                    <a:pt x="107131" y="59829"/>
                  </a:lnTo>
                  <a:lnTo>
                    <a:pt x="111589" y="64643"/>
                  </a:lnTo>
                  <a:lnTo>
                    <a:pt x="112741" y="65888"/>
                  </a:lnTo>
                  <a:lnTo>
                    <a:pt x="115954" y="69356"/>
                  </a:lnTo>
                  <a:lnTo>
                    <a:pt x="104205" y="80409"/>
                  </a:lnTo>
                  <a:lnTo>
                    <a:pt x="79472" y="103677"/>
                  </a:lnTo>
                  <a:lnTo>
                    <a:pt x="72353" y="109005"/>
                  </a:lnTo>
                  <a:lnTo>
                    <a:pt x="62095" y="97089"/>
                  </a:lnTo>
                  <a:lnTo>
                    <a:pt x="54188" y="87903"/>
                  </a:lnTo>
                  <a:lnTo>
                    <a:pt x="41824" y="73539"/>
                  </a:lnTo>
                  <a:lnTo>
                    <a:pt x="33654" y="64048"/>
                  </a:lnTo>
                  <a:lnTo>
                    <a:pt x="28619" y="56272"/>
                  </a:lnTo>
                  <a:lnTo>
                    <a:pt x="17910" y="39733"/>
                  </a:lnTo>
                  <a:lnTo>
                    <a:pt x="0" y="120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0199" y="3476081"/>
              <a:ext cx="131493" cy="111527"/>
            </a:xfrm>
            <a:custGeom>
              <a:avLst/>
              <a:pathLst>
                <a:path w="131493" h="111527">
                  <a:moveTo>
                    <a:pt x="5167" y="15812"/>
                  </a:moveTo>
                  <a:lnTo>
                    <a:pt x="11419" y="13798"/>
                  </a:lnTo>
                  <a:lnTo>
                    <a:pt x="20896" y="10747"/>
                  </a:lnTo>
                  <a:lnTo>
                    <a:pt x="33512" y="6684"/>
                  </a:lnTo>
                  <a:lnTo>
                    <a:pt x="44633" y="3103"/>
                  </a:lnTo>
                  <a:lnTo>
                    <a:pt x="54270" y="0"/>
                  </a:lnTo>
                  <a:lnTo>
                    <a:pt x="56236" y="1930"/>
                  </a:lnTo>
                  <a:lnTo>
                    <a:pt x="61432" y="7033"/>
                  </a:lnTo>
                  <a:lnTo>
                    <a:pt x="63535" y="9098"/>
                  </a:lnTo>
                  <a:lnTo>
                    <a:pt x="66841" y="12345"/>
                  </a:lnTo>
                  <a:lnTo>
                    <a:pt x="70834" y="16266"/>
                  </a:lnTo>
                  <a:lnTo>
                    <a:pt x="73469" y="18854"/>
                  </a:lnTo>
                  <a:lnTo>
                    <a:pt x="77961" y="23266"/>
                  </a:lnTo>
                  <a:lnTo>
                    <a:pt x="78132" y="23434"/>
                  </a:lnTo>
                  <a:lnTo>
                    <a:pt x="85431" y="30600"/>
                  </a:lnTo>
                  <a:lnTo>
                    <a:pt x="92730" y="37768"/>
                  </a:lnTo>
                  <a:lnTo>
                    <a:pt x="93592" y="38614"/>
                  </a:lnTo>
                  <a:lnTo>
                    <a:pt x="100029" y="44936"/>
                  </a:lnTo>
                  <a:lnTo>
                    <a:pt x="101003" y="45893"/>
                  </a:lnTo>
                  <a:lnTo>
                    <a:pt x="107328" y="52104"/>
                  </a:lnTo>
                  <a:lnTo>
                    <a:pt x="109772" y="54504"/>
                  </a:lnTo>
                  <a:lnTo>
                    <a:pt x="114627" y="59272"/>
                  </a:lnTo>
                  <a:lnTo>
                    <a:pt x="115836" y="60460"/>
                  </a:lnTo>
                  <a:lnTo>
                    <a:pt x="121926" y="66441"/>
                  </a:lnTo>
                  <a:lnTo>
                    <a:pt x="122955" y="67322"/>
                  </a:lnTo>
                  <a:lnTo>
                    <a:pt x="125939" y="69878"/>
                  </a:lnTo>
                  <a:lnTo>
                    <a:pt x="131493" y="74636"/>
                  </a:lnTo>
                  <a:lnTo>
                    <a:pt x="115560" y="90329"/>
                  </a:lnTo>
                  <a:lnTo>
                    <a:pt x="94040" y="111527"/>
                  </a:lnTo>
                  <a:lnTo>
                    <a:pt x="86761" y="104405"/>
                  </a:lnTo>
                  <a:lnTo>
                    <a:pt x="81371" y="99132"/>
                  </a:lnTo>
                  <a:lnTo>
                    <a:pt x="76072" y="93947"/>
                  </a:lnTo>
                  <a:lnTo>
                    <a:pt x="70752" y="88742"/>
                  </a:lnTo>
                  <a:lnTo>
                    <a:pt x="64597" y="82720"/>
                  </a:lnTo>
                  <a:lnTo>
                    <a:pt x="59057" y="77300"/>
                  </a:lnTo>
                  <a:lnTo>
                    <a:pt x="54127" y="72477"/>
                  </a:lnTo>
                  <a:lnTo>
                    <a:pt x="47143" y="65643"/>
                  </a:lnTo>
                  <a:lnTo>
                    <a:pt x="39838" y="58496"/>
                  </a:lnTo>
                  <a:lnTo>
                    <a:pt x="33193" y="51994"/>
                  </a:lnTo>
                  <a:lnTo>
                    <a:pt x="26199" y="45151"/>
                  </a:lnTo>
                  <a:lnTo>
                    <a:pt x="17434" y="36575"/>
                  </a:lnTo>
                  <a:lnTo>
                    <a:pt x="9830" y="29135"/>
                  </a:lnTo>
                  <a:lnTo>
                    <a:pt x="0" y="1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5535" y="3453019"/>
              <a:ext cx="107504" cy="92136"/>
            </a:xfrm>
            <a:custGeom>
              <a:avLst/>
              <a:pathLst>
                <a:path w="107504" h="92136">
                  <a:moveTo>
                    <a:pt x="36147" y="6708"/>
                  </a:moveTo>
                  <a:lnTo>
                    <a:pt x="53834" y="0"/>
                  </a:lnTo>
                  <a:lnTo>
                    <a:pt x="58123" y="5592"/>
                  </a:lnTo>
                  <a:lnTo>
                    <a:pt x="61839" y="9221"/>
                  </a:lnTo>
                  <a:lnTo>
                    <a:pt x="65441" y="12740"/>
                  </a:lnTo>
                  <a:lnTo>
                    <a:pt x="69070" y="16284"/>
                  </a:lnTo>
                  <a:lnTo>
                    <a:pt x="72759" y="19887"/>
                  </a:lnTo>
                  <a:lnTo>
                    <a:pt x="74223" y="21317"/>
                  </a:lnTo>
                  <a:lnTo>
                    <a:pt x="79282" y="26259"/>
                  </a:lnTo>
                  <a:lnTo>
                    <a:pt x="80077" y="27036"/>
                  </a:lnTo>
                  <a:lnTo>
                    <a:pt x="85612" y="32442"/>
                  </a:lnTo>
                  <a:lnTo>
                    <a:pt x="87395" y="34184"/>
                  </a:lnTo>
                  <a:lnTo>
                    <a:pt x="91120" y="37824"/>
                  </a:lnTo>
                  <a:lnTo>
                    <a:pt x="94713" y="41333"/>
                  </a:lnTo>
                  <a:lnTo>
                    <a:pt x="96979" y="43548"/>
                  </a:lnTo>
                  <a:lnTo>
                    <a:pt x="101462" y="47927"/>
                  </a:lnTo>
                  <a:lnTo>
                    <a:pt x="102030" y="48482"/>
                  </a:lnTo>
                  <a:lnTo>
                    <a:pt x="104825" y="51278"/>
                  </a:lnTo>
                  <a:lnTo>
                    <a:pt x="107504" y="53958"/>
                  </a:lnTo>
                  <a:lnTo>
                    <a:pt x="94576" y="66414"/>
                  </a:lnTo>
                  <a:lnTo>
                    <a:pt x="91755" y="69132"/>
                  </a:lnTo>
                  <a:lnTo>
                    <a:pt x="69956" y="89807"/>
                  </a:lnTo>
                  <a:lnTo>
                    <a:pt x="67501" y="92136"/>
                  </a:lnTo>
                  <a:lnTo>
                    <a:pt x="61876" y="86417"/>
                  </a:lnTo>
                  <a:lnTo>
                    <a:pt x="57198" y="81663"/>
                  </a:lnTo>
                  <a:lnTo>
                    <a:pt x="52730" y="77121"/>
                  </a:lnTo>
                  <a:lnTo>
                    <a:pt x="48622" y="72945"/>
                  </a:lnTo>
                  <a:lnTo>
                    <a:pt x="45110" y="69375"/>
                  </a:lnTo>
                  <a:lnTo>
                    <a:pt x="39607" y="63782"/>
                  </a:lnTo>
                  <a:lnTo>
                    <a:pt x="32917" y="56981"/>
                  </a:lnTo>
                  <a:lnTo>
                    <a:pt x="21981" y="45864"/>
                  </a:lnTo>
                  <a:lnTo>
                    <a:pt x="14823" y="38588"/>
                  </a:lnTo>
                  <a:lnTo>
                    <a:pt x="3725" y="27307"/>
                  </a:lnTo>
                  <a:lnTo>
                    <a:pt x="0" y="204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8339" y="3426088"/>
              <a:ext cx="93654" cy="77255"/>
            </a:xfrm>
            <a:custGeom>
              <a:avLst/>
              <a:pathLst>
                <a:path w="93654" h="77255">
                  <a:moveTo>
                    <a:pt x="8218" y="18509"/>
                  </a:moveTo>
                  <a:lnTo>
                    <a:pt x="29887" y="9731"/>
                  </a:lnTo>
                  <a:lnTo>
                    <a:pt x="42345" y="4684"/>
                  </a:lnTo>
                  <a:lnTo>
                    <a:pt x="53910" y="0"/>
                  </a:lnTo>
                  <a:lnTo>
                    <a:pt x="61912" y="8763"/>
                  </a:lnTo>
                  <a:lnTo>
                    <a:pt x="67248" y="14607"/>
                  </a:lnTo>
                  <a:lnTo>
                    <a:pt x="73726" y="21702"/>
                  </a:lnTo>
                  <a:lnTo>
                    <a:pt x="78596" y="27035"/>
                  </a:lnTo>
                  <a:lnTo>
                    <a:pt x="84855" y="33890"/>
                  </a:lnTo>
                  <a:lnTo>
                    <a:pt x="93654" y="43526"/>
                  </a:lnTo>
                  <a:lnTo>
                    <a:pt x="79338" y="55644"/>
                  </a:lnTo>
                  <a:lnTo>
                    <a:pt x="53805" y="77255"/>
                  </a:lnTo>
                  <a:lnTo>
                    <a:pt x="50239" y="73583"/>
                  </a:lnTo>
                  <a:lnTo>
                    <a:pt x="45036" y="68224"/>
                  </a:lnTo>
                  <a:lnTo>
                    <a:pt x="39005" y="62012"/>
                  </a:lnTo>
                  <a:lnTo>
                    <a:pt x="32313" y="55119"/>
                  </a:lnTo>
                  <a:lnTo>
                    <a:pt x="23970" y="46526"/>
                  </a:lnTo>
                  <a:lnTo>
                    <a:pt x="17829" y="40202"/>
                  </a:lnTo>
                  <a:lnTo>
                    <a:pt x="9926" y="32062"/>
                  </a:lnTo>
                  <a:lnTo>
                    <a:pt x="0" y="2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65952" y="3566566"/>
              <a:ext cx="132786" cy="95543"/>
            </a:xfrm>
            <a:custGeom>
              <a:avLst/>
              <a:pathLst>
                <a:path w="132786" h="95543">
                  <a:moveTo>
                    <a:pt x="97741" y="50287"/>
                  </a:moveTo>
                  <a:lnTo>
                    <a:pt x="105685" y="57352"/>
                  </a:lnTo>
                  <a:lnTo>
                    <a:pt x="116033" y="66555"/>
                  </a:lnTo>
                  <a:lnTo>
                    <a:pt x="123832" y="73491"/>
                  </a:lnTo>
                  <a:lnTo>
                    <a:pt x="132786" y="81453"/>
                  </a:lnTo>
                  <a:lnTo>
                    <a:pt x="123664" y="89498"/>
                  </a:lnTo>
                  <a:lnTo>
                    <a:pt x="100146" y="90005"/>
                  </a:lnTo>
                  <a:lnTo>
                    <a:pt x="79299" y="81061"/>
                  </a:lnTo>
                  <a:lnTo>
                    <a:pt x="74080" y="85124"/>
                  </a:lnTo>
                  <a:lnTo>
                    <a:pt x="60698" y="95543"/>
                  </a:lnTo>
                  <a:lnTo>
                    <a:pt x="55078" y="90609"/>
                  </a:lnTo>
                  <a:lnTo>
                    <a:pt x="47594" y="84039"/>
                  </a:lnTo>
                  <a:lnTo>
                    <a:pt x="39012" y="76505"/>
                  </a:lnTo>
                  <a:lnTo>
                    <a:pt x="32930" y="71166"/>
                  </a:lnTo>
                  <a:lnTo>
                    <a:pt x="27060" y="66013"/>
                  </a:lnTo>
                  <a:lnTo>
                    <a:pt x="22176" y="61726"/>
                  </a:lnTo>
                  <a:lnTo>
                    <a:pt x="20045" y="59856"/>
                  </a:lnTo>
                  <a:lnTo>
                    <a:pt x="17346" y="57290"/>
                  </a:lnTo>
                  <a:lnTo>
                    <a:pt x="12640" y="52817"/>
                  </a:lnTo>
                  <a:lnTo>
                    <a:pt x="10363" y="50652"/>
                  </a:lnTo>
                  <a:lnTo>
                    <a:pt x="6526" y="47004"/>
                  </a:lnTo>
                  <a:lnTo>
                    <a:pt x="0" y="40800"/>
                  </a:lnTo>
                  <a:lnTo>
                    <a:pt x="10065" y="31714"/>
                  </a:lnTo>
                  <a:lnTo>
                    <a:pt x="30380" y="13378"/>
                  </a:lnTo>
                  <a:lnTo>
                    <a:pt x="45200" y="0"/>
                  </a:lnTo>
                  <a:lnTo>
                    <a:pt x="55540" y="10023"/>
                  </a:lnTo>
                  <a:lnTo>
                    <a:pt x="63320" y="17565"/>
                  </a:lnTo>
                  <a:lnTo>
                    <a:pt x="73383" y="27320"/>
                  </a:lnTo>
                  <a:lnTo>
                    <a:pt x="82117" y="35787"/>
                  </a:lnTo>
                  <a:lnTo>
                    <a:pt x="88449" y="41925"/>
                  </a:lnTo>
                  <a:lnTo>
                    <a:pt x="89681" y="431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0542" y="3556730"/>
              <a:ext cx="110897" cy="93033"/>
            </a:xfrm>
            <a:custGeom>
              <a:avLst/>
              <a:pathLst>
                <a:path w="110897" h="93033">
                  <a:moveTo>
                    <a:pt x="31494" y="68475"/>
                  </a:moveTo>
                  <a:lnTo>
                    <a:pt x="29212" y="66235"/>
                  </a:lnTo>
                  <a:lnTo>
                    <a:pt x="24586" y="61698"/>
                  </a:lnTo>
                  <a:lnTo>
                    <a:pt x="21908" y="59071"/>
                  </a:lnTo>
                  <a:lnTo>
                    <a:pt x="15583" y="52865"/>
                  </a:lnTo>
                  <a:lnTo>
                    <a:pt x="14607" y="51908"/>
                  </a:lnTo>
                  <a:lnTo>
                    <a:pt x="7303" y="44745"/>
                  </a:lnTo>
                  <a:lnTo>
                    <a:pt x="0" y="37579"/>
                  </a:lnTo>
                  <a:lnTo>
                    <a:pt x="11353" y="24973"/>
                  </a:lnTo>
                  <a:lnTo>
                    <a:pt x="33846" y="0"/>
                  </a:lnTo>
                  <a:lnTo>
                    <a:pt x="45905" y="11218"/>
                  </a:lnTo>
                  <a:lnTo>
                    <a:pt x="53209" y="18382"/>
                  </a:lnTo>
                  <a:lnTo>
                    <a:pt x="53681" y="18845"/>
                  </a:lnTo>
                  <a:lnTo>
                    <a:pt x="60510" y="25547"/>
                  </a:lnTo>
                  <a:lnTo>
                    <a:pt x="67812" y="32711"/>
                  </a:lnTo>
                  <a:lnTo>
                    <a:pt x="69649" y="34513"/>
                  </a:lnTo>
                  <a:lnTo>
                    <a:pt x="82417" y="47040"/>
                  </a:lnTo>
                  <a:lnTo>
                    <a:pt x="83910" y="48310"/>
                  </a:lnTo>
                  <a:lnTo>
                    <a:pt x="98024" y="60314"/>
                  </a:lnTo>
                  <a:lnTo>
                    <a:pt x="110897" y="71263"/>
                  </a:lnTo>
                  <a:lnTo>
                    <a:pt x="104445" y="79667"/>
                  </a:lnTo>
                  <a:lnTo>
                    <a:pt x="94184" y="93033"/>
                  </a:lnTo>
                  <a:lnTo>
                    <a:pt x="77592" y="87509"/>
                  </a:lnTo>
                  <a:lnTo>
                    <a:pt x="59526" y="81493"/>
                  </a:lnTo>
                  <a:lnTo>
                    <a:pt x="49610" y="78191"/>
                  </a:lnTo>
                  <a:lnTo>
                    <a:pt x="38902" y="74626"/>
                  </a:lnTo>
                  <a:lnTo>
                    <a:pt x="36982" y="73986"/>
                  </a:lnTo>
                  <a:lnTo>
                    <a:pt x="36513" y="73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90473" y="3511695"/>
              <a:ext cx="94420" cy="93195"/>
            </a:xfrm>
            <a:custGeom>
              <a:avLst/>
              <a:pathLst>
                <a:path w="94420" h="93195">
                  <a:moveTo>
                    <a:pt x="1559" y="38098"/>
                  </a:moveTo>
                  <a:lnTo>
                    <a:pt x="8828" y="30267"/>
                  </a:lnTo>
                  <a:lnTo>
                    <a:pt x="34364" y="2760"/>
                  </a:lnTo>
                  <a:lnTo>
                    <a:pt x="36927" y="0"/>
                  </a:lnTo>
                  <a:lnTo>
                    <a:pt x="44253" y="7115"/>
                  </a:lnTo>
                  <a:lnTo>
                    <a:pt x="51496" y="14150"/>
                  </a:lnTo>
                  <a:lnTo>
                    <a:pt x="63865" y="26164"/>
                  </a:lnTo>
                  <a:lnTo>
                    <a:pt x="77628" y="39532"/>
                  </a:lnTo>
                  <a:lnTo>
                    <a:pt x="94420" y="55842"/>
                  </a:lnTo>
                  <a:lnTo>
                    <a:pt x="91890" y="58522"/>
                  </a:lnTo>
                  <a:lnTo>
                    <a:pt x="88902" y="61686"/>
                  </a:lnTo>
                  <a:lnTo>
                    <a:pt x="83061" y="67649"/>
                  </a:lnTo>
                  <a:lnTo>
                    <a:pt x="58037" y="93195"/>
                  </a:lnTo>
                  <a:lnTo>
                    <a:pt x="51085" y="89993"/>
                  </a:lnTo>
                  <a:lnTo>
                    <a:pt x="45829" y="84831"/>
                  </a:lnTo>
                  <a:lnTo>
                    <a:pt x="43786" y="82824"/>
                  </a:lnTo>
                  <a:lnTo>
                    <a:pt x="36489" y="75654"/>
                  </a:lnTo>
                  <a:lnTo>
                    <a:pt x="36217" y="75386"/>
                  </a:lnTo>
                  <a:lnTo>
                    <a:pt x="29190" y="68486"/>
                  </a:lnTo>
                  <a:lnTo>
                    <a:pt x="28649" y="67954"/>
                  </a:lnTo>
                  <a:lnTo>
                    <a:pt x="22801" y="62209"/>
                  </a:lnTo>
                  <a:lnTo>
                    <a:pt x="21894" y="61317"/>
                  </a:lnTo>
                  <a:lnTo>
                    <a:pt x="14548" y="54101"/>
                  </a:lnTo>
                  <a:lnTo>
                    <a:pt x="7298" y="46979"/>
                  </a:lnTo>
                  <a:lnTo>
                    <a:pt x="6999" y="46685"/>
                  </a:lnTo>
                  <a:lnTo>
                    <a:pt x="0" y="398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6982" y="3477440"/>
              <a:ext cx="93244" cy="93023"/>
            </a:xfrm>
            <a:custGeom>
              <a:avLst/>
              <a:pathLst>
                <a:path w="93244" h="93023">
                  <a:moveTo>
                    <a:pt x="45877" y="7180"/>
                  </a:moveTo>
                  <a:lnTo>
                    <a:pt x="46798" y="8087"/>
                  </a:lnTo>
                  <a:lnTo>
                    <a:pt x="52696" y="13898"/>
                  </a:lnTo>
                  <a:lnTo>
                    <a:pt x="53164" y="14360"/>
                  </a:lnTo>
                  <a:lnTo>
                    <a:pt x="59937" y="21033"/>
                  </a:lnTo>
                  <a:lnTo>
                    <a:pt x="60451" y="21540"/>
                  </a:lnTo>
                  <a:lnTo>
                    <a:pt x="67339" y="28327"/>
                  </a:lnTo>
                  <a:lnTo>
                    <a:pt x="67738" y="28721"/>
                  </a:lnTo>
                  <a:lnTo>
                    <a:pt x="73452" y="34348"/>
                  </a:lnTo>
                  <a:lnTo>
                    <a:pt x="75028" y="35901"/>
                  </a:lnTo>
                  <a:lnTo>
                    <a:pt x="79070" y="39884"/>
                  </a:lnTo>
                  <a:lnTo>
                    <a:pt x="86183" y="46893"/>
                  </a:lnTo>
                  <a:lnTo>
                    <a:pt x="93244" y="53851"/>
                  </a:lnTo>
                  <a:lnTo>
                    <a:pt x="87622" y="61031"/>
                  </a:lnTo>
                  <a:lnTo>
                    <a:pt x="82774" y="67221"/>
                  </a:lnTo>
                  <a:lnTo>
                    <a:pt x="75561" y="76432"/>
                  </a:lnTo>
                  <a:lnTo>
                    <a:pt x="62568" y="93023"/>
                  </a:lnTo>
                  <a:lnTo>
                    <a:pt x="56290" y="87298"/>
                  </a:lnTo>
                  <a:lnTo>
                    <a:pt x="49942" y="81509"/>
                  </a:lnTo>
                  <a:lnTo>
                    <a:pt x="43315" y="75466"/>
                  </a:lnTo>
                  <a:lnTo>
                    <a:pt x="36563" y="69309"/>
                  </a:lnTo>
                  <a:lnTo>
                    <a:pt x="32128" y="64971"/>
                  </a:lnTo>
                  <a:lnTo>
                    <a:pt x="29250" y="62155"/>
                  </a:lnTo>
                  <a:lnTo>
                    <a:pt x="21939" y="55001"/>
                  </a:lnTo>
                  <a:lnTo>
                    <a:pt x="18121" y="51266"/>
                  </a:lnTo>
                  <a:lnTo>
                    <a:pt x="14626" y="47848"/>
                  </a:lnTo>
                  <a:lnTo>
                    <a:pt x="7313" y="40694"/>
                  </a:lnTo>
                  <a:lnTo>
                    <a:pt x="0" y="33541"/>
                  </a:lnTo>
                  <a:lnTo>
                    <a:pt x="12778" y="22435"/>
                  </a:lnTo>
                  <a:lnTo>
                    <a:pt x="19296" y="16771"/>
                  </a:lnTo>
                  <a:lnTo>
                    <a:pt x="385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72848" y="3177698"/>
              <a:ext cx="98725" cy="100078"/>
            </a:xfrm>
            <a:custGeom>
              <a:avLst/>
              <a:pathLst>
                <a:path w="98725" h="100078">
                  <a:moveTo>
                    <a:pt x="10472" y="46720"/>
                  </a:moveTo>
                  <a:lnTo>
                    <a:pt x="16124" y="41554"/>
                  </a:lnTo>
                  <a:lnTo>
                    <a:pt x="23410" y="34895"/>
                  </a:lnTo>
                  <a:lnTo>
                    <a:pt x="30067" y="28810"/>
                  </a:lnTo>
                  <a:lnTo>
                    <a:pt x="36920" y="22547"/>
                  </a:lnTo>
                  <a:lnTo>
                    <a:pt x="43299" y="16716"/>
                  </a:lnTo>
                  <a:lnTo>
                    <a:pt x="49421" y="11121"/>
                  </a:lnTo>
                  <a:lnTo>
                    <a:pt x="56109" y="5008"/>
                  </a:lnTo>
                  <a:lnTo>
                    <a:pt x="61589" y="0"/>
                  </a:lnTo>
                  <a:lnTo>
                    <a:pt x="76122" y="13674"/>
                  </a:lnTo>
                  <a:lnTo>
                    <a:pt x="80973" y="18238"/>
                  </a:lnTo>
                  <a:lnTo>
                    <a:pt x="98725" y="53252"/>
                  </a:lnTo>
                  <a:lnTo>
                    <a:pt x="91930" y="58033"/>
                  </a:lnTo>
                  <a:lnTo>
                    <a:pt x="85380" y="62642"/>
                  </a:lnTo>
                  <a:lnTo>
                    <a:pt x="79796" y="66571"/>
                  </a:lnTo>
                  <a:lnTo>
                    <a:pt x="70166" y="73346"/>
                  </a:lnTo>
                  <a:lnTo>
                    <a:pt x="58684" y="81425"/>
                  </a:lnTo>
                  <a:lnTo>
                    <a:pt x="50272" y="87343"/>
                  </a:lnTo>
                  <a:lnTo>
                    <a:pt x="43776" y="91914"/>
                  </a:lnTo>
                  <a:lnTo>
                    <a:pt x="32172" y="100078"/>
                  </a:lnTo>
                  <a:lnTo>
                    <a:pt x="20475" y="84063"/>
                  </a:lnTo>
                  <a:lnTo>
                    <a:pt x="17072" y="79404"/>
                  </a:lnTo>
                  <a:lnTo>
                    <a:pt x="0" y="562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910952" y="3239240"/>
              <a:ext cx="99627" cy="92384"/>
            </a:xfrm>
            <a:custGeom>
              <a:avLst/>
              <a:pathLst>
                <a:path w="99627" h="92384">
                  <a:moveTo>
                    <a:pt x="5740" y="40013"/>
                  </a:moveTo>
                  <a:lnTo>
                    <a:pt x="13881" y="34579"/>
                  </a:lnTo>
                  <a:lnTo>
                    <a:pt x="20478" y="30174"/>
                  </a:lnTo>
                  <a:lnTo>
                    <a:pt x="27469" y="25507"/>
                  </a:lnTo>
                  <a:lnTo>
                    <a:pt x="35245" y="20317"/>
                  </a:lnTo>
                  <a:lnTo>
                    <a:pt x="44202" y="14337"/>
                  </a:lnTo>
                  <a:lnTo>
                    <a:pt x="51935" y="9175"/>
                  </a:lnTo>
                  <a:lnTo>
                    <a:pt x="65680" y="0"/>
                  </a:lnTo>
                  <a:lnTo>
                    <a:pt x="72268" y="9102"/>
                  </a:lnTo>
                  <a:lnTo>
                    <a:pt x="99627" y="46905"/>
                  </a:lnTo>
                  <a:lnTo>
                    <a:pt x="93392" y="50760"/>
                  </a:lnTo>
                  <a:lnTo>
                    <a:pt x="85251" y="55794"/>
                  </a:lnTo>
                  <a:lnTo>
                    <a:pt x="73201" y="63246"/>
                  </a:lnTo>
                  <a:lnTo>
                    <a:pt x="65495" y="68011"/>
                  </a:lnTo>
                  <a:lnTo>
                    <a:pt x="58122" y="72570"/>
                  </a:lnTo>
                  <a:lnTo>
                    <a:pt x="50678" y="77174"/>
                  </a:lnTo>
                  <a:lnTo>
                    <a:pt x="42606" y="82165"/>
                  </a:lnTo>
                  <a:lnTo>
                    <a:pt x="35189" y="86752"/>
                  </a:lnTo>
                  <a:lnTo>
                    <a:pt x="26081" y="92384"/>
                  </a:lnTo>
                  <a:lnTo>
                    <a:pt x="15356" y="72424"/>
                  </a:lnTo>
                  <a:lnTo>
                    <a:pt x="0" y="438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40099" y="3292366"/>
              <a:ext cx="86229" cy="65315"/>
            </a:xfrm>
            <a:custGeom>
              <a:avLst/>
              <a:pathLst>
                <a:path w="86229" h="65315">
                  <a:moveTo>
                    <a:pt x="6973" y="37984"/>
                  </a:moveTo>
                  <a:lnTo>
                    <a:pt x="11787" y="35135"/>
                  </a:lnTo>
                  <a:lnTo>
                    <a:pt x="16043" y="32616"/>
                  </a:lnTo>
                  <a:lnTo>
                    <a:pt x="25603" y="26958"/>
                  </a:lnTo>
                  <a:lnTo>
                    <a:pt x="36789" y="20338"/>
                  </a:lnTo>
                  <a:lnTo>
                    <a:pt x="46942" y="14329"/>
                  </a:lnTo>
                  <a:lnTo>
                    <a:pt x="58164" y="7687"/>
                  </a:lnTo>
                  <a:lnTo>
                    <a:pt x="65656" y="3253"/>
                  </a:lnTo>
                  <a:lnTo>
                    <a:pt x="71153" y="0"/>
                  </a:lnTo>
                  <a:lnTo>
                    <a:pt x="76451" y="7951"/>
                  </a:lnTo>
                  <a:lnTo>
                    <a:pt x="86229" y="22629"/>
                  </a:lnTo>
                  <a:lnTo>
                    <a:pt x="62971" y="36491"/>
                  </a:lnTo>
                  <a:lnTo>
                    <a:pt x="14607" y="65315"/>
                  </a:lnTo>
                  <a:lnTo>
                    <a:pt x="7061" y="53328"/>
                  </a:lnTo>
                  <a:lnTo>
                    <a:pt x="0" y="421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90420" y="3568525"/>
              <a:ext cx="96446" cy="121412"/>
            </a:xfrm>
            <a:custGeom>
              <a:avLst/>
              <a:pathLst>
                <a:path w="96446" h="121412">
                  <a:moveTo>
                    <a:pt x="0" y="72994"/>
                  </a:moveTo>
                  <a:lnTo>
                    <a:pt x="5625" y="60820"/>
                  </a:lnTo>
                  <a:lnTo>
                    <a:pt x="11182" y="48792"/>
                  </a:lnTo>
                  <a:lnTo>
                    <a:pt x="15928" y="38523"/>
                  </a:lnTo>
                  <a:lnTo>
                    <a:pt x="19493" y="30806"/>
                  </a:lnTo>
                  <a:lnTo>
                    <a:pt x="24011" y="21028"/>
                  </a:lnTo>
                  <a:lnTo>
                    <a:pt x="26726" y="15154"/>
                  </a:lnTo>
                  <a:lnTo>
                    <a:pt x="30091" y="7871"/>
                  </a:lnTo>
                  <a:lnTo>
                    <a:pt x="33728" y="0"/>
                  </a:lnTo>
                  <a:lnTo>
                    <a:pt x="45015" y="6545"/>
                  </a:lnTo>
                  <a:lnTo>
                    <a:pt x="51100" y="9894"/>
                  </a:lnTo>
                  <a:lnTo>
                    <a:pt x="66505" y="18373"/>
                  </a:lnTo>
                  <a:lnTo>
                    <a:pt x="69755" y="23109"/>
                  </a:lnTo>
                  <a:lnTo>
                    <a:pt x="79040" y="36642"/>
                  </a:lnTo>
                  <a:lnTo>
                    <a:pt x="96446" y="62010"/>
                  </a:lnTo>
                  <a:lnTo>
                    <a:pt x="90136" y="70624"/>
                  </a:lnTo>
                  <a:lnTo>
                    <a:pt x="79574" y="85045"/>
                  </a:lnTo>
                  <a:lnTo>
                    <a:pt x="75503" y="90604"/>
                  </a:lnTo>
                  <a:lnTo>
                    <a:pt x="54551" y="118185"/>
                  </a:lnTo>
                  <a:lnTo>
                    <a:pt x="52099" y="121412"/>
                  </a:lnTo>
                  <a:lnTo>
                    <a:pt x="43610" y="115628"/>
                  </a:lnTo>
                  <a:lnTo>
                    <a:pt x="42102" y="114600"/>
                  </a:lnTo>
                  <a:lnTo>
                    <a:pt x="18720" y="98670"/>
                  </a:lnTo>
                  <a:lnTo>
                    <a:pt x="15320" y="96353"/>
                  </a:lnTo>
                  <a:lnTo>
                    <a:pt x="14102" y="825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63387" y="3640999"/>
              <a:ext cx="91016" cy="46841"/>
            </a:xfrm>
            <a:custGeom>
              <a:avLst/>
              <a:pathLst>
                <a:path w="91016" h="46841">
                  <a:moveTo>
                    <a:pt x="912" y="24229"/>
                  </a:moveTo>
                  <a:lnTo>
                    <a:pt x="2384" y="0"/>
                  </a:lnTo>
                  <a:lnTo>
                    <a:pt x="29522" y="5449"/>
                  </a:lnTo>
                  <a:lnTo>
                    <a:pt x="42039" y="10084"/>
                  </a:lnTo>
                  <a:lnTo>
                    <a:pt x="82497" y="25065"/>
                  </a:lnTo>
                  <a:lnTo>
                    <a:pt x="91016" y="32904"/>
                  </a:lnTo>
                  <a:lnTo>
                    <a:pt x="80760" y="38710"/>
                  </a:lnTo>
                  <a:lnTo>
                    <a:pt x="58012" y="46841"/>
                  </a:lnTo>
                  <a:lnTo>
                    <a:pt x="51172" y="46299"/>
                  </a:lnTo>
                  <a:lnTo>
                    <a:pt x="39135" y="45347"/>
                  </a:lnTo>
                  <a:lnTo>
                    <a:pt x="32387" y="44645"/>
                  </a:lnTo>
                  <a:lnTo>
                    <a:pt x="15767" y="42916"/>
                  </a:lnTo>
                  <a:lnTo>
                    <a:pt x="0" y="39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09033" y="3358789"/>
              <a:ext cx="95287" cy="62545"/>
            </a:xfrm>
            <a:custGeom>
              <a:avLst/>
              <a:pathLst>
                <a:path w="95287" h="62545">
                  <a:moveTo>
                    <a:pt x="59397" y="41848"/>
                  </a:moveTo>
                  <a:lnTo>
                    <a:pt x="12049" y="62545"/>
                  </a:lnTo>
                  <a:lnTo>
                    <a:pt x="5402" y="50159"/>
                  </a:lnTo>
                  <a:lnTo>
                    <a:pt x="0" y="40092"/>
                  </a:lnTo>
                  <a:lnTo>
                    <a:pt x="3695" y="37915"/>
                  </a:lnTo>
                  <a:lnTo>
                    <a:pt x="8085" y="35328"/>
                  </a:lnTo>
                  <a:lnTo>
                    <a:pt x="13235" y="32294"/>
                  </a:lnTo>
                  <a:lnTo>
                    <a:pt x="15721" y="30829"/>
                  </a:lnTo>
                  <a:lnTo>
                    <a:pt x="16560" y="30335"/>
                  </a:lnTo>
                  <a:lnTo>
                    <a:pt x="19861" y="28391"/>
                  </a:lnTo>
                  <a:lnTo>
                    <a:pt x="20610" y="27949"/>
                  </a:lnTo>
                  <a:lnTo>
                    <a:pt x="23650" y="26159"/>
                  </a:lnTo>
                  <a:lnTo>
                    <a:pt x="25072" y="25321"/>
                  </a:lnTo>
                  <a:lnTo>
                    <a:pt x="28215" y="23840"/>
                  </a:lnTo>
                  <a:lnTo>
                    <a:pt x="33378" y="21407"/>
                  </a:lnTo>
                  <a:lnTo>
                    <a:pt x="37311" y="19554"/>
                  </a:lnTo>
                  <a:lnTo>
                    <a:pt x="40706" y="17954"/>
                  </a:lnTo>
                  <a:lnTo>
                    <a:pt x="43244" y="16758"/>
                  </a:lnTo>
                  <a:lnTo>
                    <a:pt x="47232" y="14934"/>
                  </a:lnTo>
                  <a:lnTo>
                    <a:pt x="53979" y="11848"/>
                  </a:lnTo>
                  <a:lnTo>
                    <a:pt x="59990" y="9098"/>
                  </a:lnTo>
                  <a:lnTo>
                    <a:pt x="68505" y="5203"/>
                  </a:lnTo>
                  <a:lnTo>
                    <a:pt x="79882" y="0"/>
                  </a:lnTo>
                  <a:lnTo>
                    <a:pt x="85468" y="9485"/>
                  </a:lnTo>
                  <a:lnTo>
                    <a:pt x="95287" y="26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19081" y="2792143"/>
              <a:ext cx="103530" cy="91959"/>
            </a:xfrm>
            <a:custGeom>
              <a:avLst/>
              <a:pathLst>
                <a:path w="103530" h="91959">
                  <a:moveTo>
                    <a:pt x="29451" y="86092"/>
                  </a:moveTo>
                  <a:lnTo>
                    <a:pt x="26433" y="79888"/>
                  </a:lnTo>
                  <a:lnTo>
                    <a:pt x="23031" y="72894"/>
                  </a:lnTo>
                  <a:lnTo>
                    <a:pt x="17555" y="61636"/>
                  </a:lnTo>
                  <a:lnTo>
                    <a:pt x="12504" y="51250"/>
                  </a:lnTo>
                  <a:lnTo>
                    <a:pt x="11013" y="48186"/>
                  </a:lnTo>
                  <a:lnTo>
                    <a:pt x="8620" y="38301"/>
                  </a:lnTo>
                  <a:lnTo>
                    <a:pt x="5201" y="24185"/>
                  </a:lnTo>
                  <a:lnTo>
                    <a:pt x="0" y="2702"/>
                  </a:lnTo>
                  <a:lnTo>
                    <a:pt x="2202" y="0"/>
                  </a:lnTo>
                  <a:lnTo>
                    <a:pt x="29957" y="7881"/>
                  </a:lnTo>
                  <a:lnTo>
                    <a:pt x="37919" y="9023"/>
                  </a:lnTo>
                  <a:lnTo>
                    <a:pt x="80985" y="15203"/>
                  </a:lnTo>
                  <a:lnTo>
                    <a:pt x="85253" y="30713"/>
                  </a:lnTo>
                  <a:lnTo>
                    <a:pt x="86492" y="35216"/>
                  </a:lnTo>
                  <a:lnTo>
                    <a:pt x="90509" y="41088"/>
                  </a:lnTo>
                  <a:lnTo>
                    <a:pt x="103530" y="60120"/>
                  </a:lnTo>
                  <a:lnTo>
                    <a:pt x="97955" y="62612"/>
                  </a:lnTo>
                  <a:lnTo>
                    <a:pt x="92593" y="65009"/>
                  </a:lnTo>
                  <a:lnTo>
                    <a:pt x="83671" y="68997"/>
                  </a:lnTo>
                  <a:lnTo>
                    <a:pt x="74759" y="72981"/>
                  </a:lnTo>
                  <a:lnTo>
                    <a:pt x="67206" y="76357"/>
                  </a:lnTo>
                  <a:lnTo>
                    <a:pt x="50398" y="83871"/>
                  </a:lnTo>
                  <a:lnTo>
                    <a:pt x="32304" y="919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17387" y="2866173"/>
              <a:ext cx="94114" cy="138975"/>
            </a:xfrm>
            <a:custGeom>
              <a:avLst/>
              <a:pathLst>
                <a:path w="94114" h="138975">
                  <a:moveTo>
                    <a:pt x="38" y="44803"/>
                  </a:moveTo>
                  <a:lnTo>
                    <a:pt x="72" y="31516"/>
                  </a:lnTo>
                  <a:lnTo>
                    <a:pt x="111" y="16392"/>
                  </a:lnTo>
                  <a:lnTo>
                    <a:pt x="15068" y="8442"/>
                  </a:lnTo>
                  <a:lnTo>
                    <a:pt x="30950" y="0"/>
                  </a:lnTo>
                  <a:lnTo>
                    <a:pt x="35331" y="10416"/>
                  </a:lnTo>
                  <a:lnTo>
                    <a:pt x="38764" y="18579"/>
                  </a:lnTo>
                  <a:lnTo>
                    <a:pt x="43265" y="29282"/>
                  </a:lnTo>
                  <a:lnTo>
                    <a:pt x="47057" y="38299"/>
                  </a:lnTo>
                  <a:lnTo>
                    <a:pt x="50370" y="46176"/>
                  </a:lnTo>
                  <a:lnTo>
                    <a:pt x="53649" y="53972"/>
                  </a:lnTo>
                  <a:lnTo>
                    <a:pt x="57658" y="63506"/>
                  </a:lnTo>
                  <a:lnTo>
                    <a:pt x="60875" y="71155"/>
                  </a:lnTo>
                  <a:lnTo>
                    <a:pt x="70254" y="71747"/>
                  </a:lnTo>
                  <a:lnTo>
                    <a:pt x="80722" y="72407"/>
                  </a:lnTo>
                  <a:lnTo>
                    <a:pt x="87230" y="94116"/>
                  </a:lnTo>
                  <a:lnTo>
                    <a:pt x="94114" y="117082"/>
                  </a:lnTo>
                  <a:lnTo>
                    <a:pt x="88437" y="119061"/>
                  </a:lnTo>
                  <a:lnTo>
                    <a:pt x="77758" y="122784"/>
                  </a:lnTo>
                  <a:lnTo>
                    <a:pt x="65561" y="127036"/>
                  </a:lnTo>
                  <a:lnTo>
                    <a:pt x="60843" y="128728"/>
                  </a:lnTo>
                  <a:lnTo>
                    <a:pt x="45706" y="134157"/>
                  </a:lnTo>
                  <a:lnTo>
                    <a:pt x="32272" y="138975"/>
                  </a:lnTo>
                  <a:lnTo>
                    <a:pt x="27999" y="128313"/>
                  </a:lnTo>
                  <a:lnTo>
                    <a:pt x="23098" y="116085"/>
                  </a:lnTo>
                  <a:lnTo>
                    <a:pt x="18012" y="103391"/>
                  </a:lnTo>
                  <a:lnTo>
                    <a:pt x="11752" y="87771"/>
                  </a:lnTo>
                  <a:lnTo>
                    <a:pt x="10246" y="84212"/>
                  </a:lnTo>
                  <a:lnTo>
                    <a:pt x="1113" y="62622"/>
                  </a:lnTo>
                  <a:lnTo>
                    <a:pt x="0" y="59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493294" y="3063877"/>
              <a:ext cx="78992" cy="79004"/>
            </a:xfrm>
            <a:custGeom>
              <a:avLst/>
              <a:pathLst>
                <a:path w="78992" h="79004">
                  <a:moveTo>
                    <a:pt x="73053" y="36182"/>
                  </a:moveTo>
                  <a:lnTo>
                    <a:pt x="66880" y="45474"/>
                  </a:lnTo>
                  <a:lnTo>
                    <a:pt x="59938" y="55923"/>
                  </a:lnTo>
                  <a:lnTo>
                    <a:pt x="55276" y="62942"/>
                  </a:lnTo>
                  <a:lnTo>
                    <a:pt x="48616" y="72967"/>
                  </a:lnTo>
                  <a:lnTo>
                    <a:pt x="44605" y="79004"/>
                  </a:lnTo>
                  <a:lnTo>
                    <a:pt x="29613" y="68598"/>
                  </a:lnTo>
                  <a:lnTo>
                    <a:pt x="0" y="48041"/>
                  </a:lnTo>
                  <a:lnTo>
                    <a:pt x="4970" y="41453"/>
                  </a:lnTo>
                  <a:lnTo>
                    <a:pt x="14599" y="28690"/>
                  </a:lnTo>
                  <a:lnTo>
                    <a:pt x="25975" y="13612"/>
                  </a:lnTo>
                  <a:lnTo>
                    <a:pt x="36245" y="0"/>
                  </a:lnTo>
                  <a:lnTo>
                    <a:pt x="50083" y="8818"/>
                  </a:lnTo>
                  <a:lnTo>
                    <a:pt x="78992" y="27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862604" y="3151020"/>
              <a:ext cx="63986" cy="63168"/>
            </a:xfrm>
            <a:custGeom>
              <a:avLst/>
              <a:pathLst>
                <a:path w="63986" h="63168">
                  <a:moveTo>
                    <a:pt x="2333" y="41769"/>
                  </a:moveTo>
                  <a:lnTo>
                    <a:pt x="4003" y="36663"/>
                  </a:lnTo>
                  <a:lnTo>
                    <a:pt x="5950" y="30708"/>
                  </a:lnTo>
                  <a:lnTo>
                    <a:pt x="8137" y="24021"/>
                  </a:lnTo>
                  <a:lnTo>
                    <a:pt x="9992" y="18349"/>
                  </a:lnTo>
                  <a:lnTo>
                    <a:pt x="12456" y="10813"/>
                  </a:lnTo>
                  <a:lnTo>
                    <a:pt x="15993" y="0"/>
                  </a:lnTo>
                  <a:lnTo>
                    <a:pt x="31611" y="4610"/>
                  </a:lnTo>
                  <a:lnTo>
                    <a:pt x="54630" y="11405"/>
                  </a:lnTo>
                  <a:lnTo>
                    <a:pt x="62276" y="13662"/>
                  </a:lnTo>
                  <a:lnTo>
                    <a:pt x="63986" y="14230"/>
                  </a:lnTo>
                  <a:lnTo>
                    <a:pt x="62546" y="19367"/>
                  </a:lnTo>
                  <a:lnTo>
                    <a:pt x="61185" y="24220"/>
                  </a:lnTo>
                  <a:lnTo>
                    <a:pt x="59945" y="28645"/>
                  </a:lnTo>
                  <a:lnTo>
                    <a:pt x="58480" y="33872"/>
                  </a:lnTo>
                  <a:lnTo>
                    <a:pt x="56624" y="40490"/>
                  </a:lnTo>
                  <a:lnTo>
                    <a:pt x="54894" y="46663"/>
                  </a:lnTo>
                  <a:lnTo>
                    <a:pt x="53209" y="52675"/>
                  </a:lnTo>
                  <a:lnTo>
                    <a:pt x="52198" y="56279"/>
                  </a:lnTo>
                  <a:lnTo>
                    <a:pt x="50267" y="63168"/>
                  </a:lnTo>
                  <a:lnTo>
                    <a:pt x="46111" y="61989"/>
                  </a:lnTo>
                  <a:lnTo>
                    <a:pt x="38899" y="59942"/>
                  </a:lnTo>
                  <a:lnTo>
                    <a:pt x="28823" y="57083"/>
                  </a:lnTo>
                  <a:lnTo>
                    <a:pt x="23329" y="55524"/>
                  </a:lnTo>
                  <a:lnTo>
                    <a:pt x="17650" y="53913"/>
                  </a:lnTo>
                  <a:lnTo>
                    <a:pt x="11406" y="52141"/>
                  </a:lnTo>
                  <a:lnTo>
                    <a:pt x="0" y="48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15777" y="3159359"/>
              <a:ext cx="45113" cy="62864"/>
            </a:xfrm>
            <a:custGeom>
              <a:avLst/>
              <a:pathLst>
                <a:path w="45113" h="62864">
                  <a:moveTo>
                    <a:pt x="2344" y="47196"/>
                  </a:moveTo>
                  <a:lnTo>
                    <a:pt x="3972" y="42393"/>
                  </a:lnTo>
                  <a:lnTo>
                    <a:pt x="5659" y="37418"/>
                  </a:lnTo>
                  <a:lnTo>
                    <a:pt x="7231" y="32783"/>
                  </a:lnTo>
                  <a:lnTo>
                    <a:pt x="8999" y="27568"/>
                  </a:lnTo>
                  <a:lnTo>
                    <a:pt x="11614" y="19857"/>
                  </a:lnTo>
                  <a:lnTo>
                    <a:pt x="14134" y="12424"/>
                  </a:lnTo>
                  <a:lnTo>
                    <a:pt x="15554" y="8235"/>
                  </a:lnTo>
                  <a:lnTo>
                    <a:pt x="17047" y="3832"/>
                  </a:lnTo>
                  <a:lnTo>
                    <a:pt x="18347" y="0"/>
                  </a:lnTo>
                  <a:lnTo>
                    <a:pt x="31382" y="4331"/>
                  </a:lnTo>
                  <a:lnTo>
                    <a:pt x="45113" y="8894"/>
                  </a:lnTo>
                  <a:lnTo>
                    <a:pt x="43373" y="13946"/>
                  </a:lnTo>
                  <a:lnTo>
                    <a:pt x="41760" y="18630"/>
                  </a:lnTo>
                  <a:lnTo>
                    <a:pt x="40305" y="22853"/>
                  </a:lnTo>
                  <a:lnTo>
                    <a:pt x="37951" y="29686"/>
                  </a:lnTo>
                  <a:lnTo>
                    <a:pt x="36448" y="34049"/>
                  </a:lnTo>
                  <a:lnTo>
                    <a:pt x="34361" y="40110"/>
                  </a:lnTo>
                  <a:lnTo>
                    <a:pt x="31007" y="49845"/>
                  </a:lnTo>
                  <a:lnTo>
                    <a:pt x="29085" y="55425"/>
                  </a:lnTo>
                  <a:lnTo>
                    <a:pt x="26522" y="62864"/>
                  </a:lnTo>
                  <a:lnTo>
                    <a:pt x="22014" y="61376"/>
                  </a:lnTo>
                  <a:lnTo>
                    <a:pt x="0" y="541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177791" y="3222659"/>
              <a:ext cx="51727" cy="59376"/>
            </a:xfrm>
            <a:custGeom>
              <a:avLst/>
              <a:pathLst>
                <a:path w="51727" h="59376">
                  <a:moveTo>
                    <a:pt x="8858" y="8427"/>
                  </a:moveTo>
                  <a:lnTo>
                    <a:pt x="15603" y="6482"/>
                  </a:lnTo>
                  <a:lnTo>
                    <a:pt x="18492" y="5649"/>
                  </a:lnTo>
                  <a:lnTo>
                    <a:pt x="25016" y="3766"/>
                  </a:lnTo>
                  <a:lnTo>
                    <a:pt x="28025" y="2898"/>
                  </a:lnTo>
                  <a:lnTo>
                    <a:pt x="36814" y="611"/>
                  </a:lnTo>
                  <a:lnTo>
                    <a:pt x="40694" y="0"/>
                  </a:lnTo>
                  <a:lnTo>
                    <a:pt x="42589" y="8772"/>
                  </a:lnTo>
                  <a:lnTo>
                    <a:pt x="51727" y="51070"/>
                  </a:lnTo>
                  <a:lnTo>
                    <a:pt x="47201" y="52081"/>
                  </a:lnTo>
                  <a:lnTo>
                    <a:pt x="42178" y="53429"/>
                  </a:lnTo>
                  <a:lnTo>
                    <a:pt x="41658" y="53568"/>
                  </a:lnTo>
                  <a:lnTo>
                    <a:pt x="32821" y="56191"/>
                  </a:lnTo>
                  <a:lnTo>
                    <a:pt x="30728" y="56812"/>
                  </a:lnTo>
                  <a:lnTo>
                    <a:pt x="23564" y="58937"/>
                  </a:lnTo>
                  <a:lnTo>
                    <a:pt x="22158" y="59376"/>
                  </a:lnTo>
                  <a:lnTo>
                    <a:pt x="10136" y="33598"/>
                  </a:lnTo>
                  <a:lnTo>
                    <a:pt x="0" y="118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14233" y="3301456"/>
              <a:ext cx="132955" cy="74423"/>
            </a:xfrm>
            <a:custGeom>
              <a:avLst/>
              <a:pathLst>
                <a:path w="132955" h="74423">
                  <a:moveTo>
                    <a:pt x="64825" y="17411"/>
                  </a:moveTo>
                  <a:lnTo>
                    <a:pt x="127745" y="0"/>
                  </a:lnTo>
                  <a:lnTo>
                    <a:pt x="130190" y="12924"/>
                  </a:lnTo>
                  <a:lnTo>
                    <a:pt x="132955" y="27543"/>
                  </a:lnTo>
                  <a:lnTo>
                    <a:pt x="118850" y="32631"/>
                  </a:lnTo>
                  <a:lnTo>
                    <a:pt x="88336" y="45262"/>
                  </a:lnTo>
                  <a:lnTo>
                    <a:pt x="82635" y="47618"/>
                  </a:lnTo>
                  <a:lnTo>
                    <a:pt x="51995" y="60276"/>
                  </a:lnTo>
                  <a:lnTo>
                    <a:pt x="21546" y="74423"/>
                  </a:lnTo>
                  <a:lnTo>
                    <a:pt x="10898" y="55114"/>
                  </a:lnTo>
                  <a:lnTo>
                    <a:pt x="0" y="353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67254" y="3508650"/>
              <a:ext cx="29152" cy="33335"/>
            </a:xfrm>
            <a:custGeom>
              <a:avLst/>
              <a:pathLst>
                <a:path w="29152" h="33335">
                  <a:moveTo>
                    <a:pt x="7519" y="11232"/>
                  </a:moveTo>
                  <a:lnTo>
                    <a:pt x="13660" y="0"/>
                  </a:lnTo>
                  <a:lnTo>
                    <a:pt x="19183" y="3872"/>
                  </a:lnTo>
                  <a:lnTo>
                    <a:pt x="29152" y="10862"/>
                  </a:lnTo>
                  <a:lnTo>
                    <a:pt x="24143" y="19385"/>
                  </a:lnTo>
                  <a:lnTo>
                    <a:pt x="15944" y="33335"/>
                  </a:lnTo>
                  <a:lnTo>
                    <a:pt x="11173" y="30837"/>
                  </a:lnTo>
                  <a:lnTo>
                    <a:pt x="4598" y="27394"/>
                  </a:lnTo>
                  <a:lnTo>
                    <a:pt x="0" y="249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87646" y="3457429"/>
              <a:ext cx="60916" cy="76980"/>
            </a:xfrm>
            <a:custGeom>
              <a:avLst/>
              <a:pathLst>
                <a:path w="60916" h="76980">
                  <a:moveTo>
                    <a:pt x="38371" y="0"/>
                  </a:moveTo>
                  <a:lnTo>
                    <a:pt x="45208" y="5122"/>
                  </a:lnTo>
                  <a:lnTo>
                    <a:pt x="60916" y="16892"/>
                  </a:lnTo>
                  <a:lnTo>
                    <a:pt x="48056" y="34693"/>
                  </a:lnTo>
                  <a:lnTo>
                    <a:pt x="45794" y="42418"/>
                  </a:lnTo>
                  <a:lnTo>
                    <a:pt x="35673" y="76980"/>
                  </a:lnTo>
                  <a:lnTo>
                    <a:pt x="23099" y="68184"/>
                  </a:lnTo>
                  <a:lnTo>
                    <a:pt x="0" y="52025"/>
                  </a:lnTo>
                  <a:lnTo>
                    <a:pt x="3016" y="46432"/>
                  </a:lnTo>
                  <a:lnTo>
                    <a:pt x="6600" y="39787"/>
                  </a:lnTo>
                  <a:lnTo>
                    <a:pt x="9472" y="34462"/>
                  </a:lnTo>
                  <a:lnTo>
                    <a:pt x="10946" y="32765"/>
                  </a:lnTo>
                  <a:lnTo>
                    <a:pt x="17490" y="25230"/>
                  </a:lnTo>
                  <a:lnTo>
                    <a:pt x="25624" y="15868"/>
                  </a:lnTo>
                  <a:lnTo>
                    <a:pt x="32309" y="81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44460" y="2838507"/>
              <a:ext cx="51259" cy="97048"/>
            </a:xfrm>
            <a:custGeom>
              <a:avLst/>
              <a:pathLst>
                <a:path w="51259" h="97048">
                  <a:moveTo>
                    <a:pt x="37714" y="34727"/>
                  </a:moveTo>
                  <a:lnTo>
                    <a:pt x="42692" y="59478"/>
                  </a:lnTo>
                  <a:lnTo>
                    <a:pt x="42988" y="60716"/>
                  </a:lnTo>
                  <a:lnTo>
                    <a:pt x="46957" y="77317"/>
                  </a:lnTo>
                  <a:lnTo>
                    <a:pt x="50295" y="92628"/>
                  </a:lnTo>
                  <a:lnTo>
                    <a:pt x="51259" y="97048"/>
                  </a:lnTo>
                  <a:lnTo>
                    <a:pt x="44165" y="96719"/>
                  </a:lnTo>
                  <a:lnTo>
                    <a:pt x="36721" y="96373"/>
                  </a:lnTo>
                  <a:lnTo>
                    <a:pt x="33188" y="88191"/>
                  </a:lnTo>
                  <a:lnTo>
                    <a:pt x="30020" y="80853"/>
                  </a:lnTo>
                  <a:lnTo>
                    <a:pt x="24744" y="68634"/>
                  </a:lnTo>
                  <a:lnTo>
                    <a:pt x="20573" y="58974"/>
                  </a:lnTo>
                  <a:lnTo>
                    <a:pt x="18846" y="54071"/>
                  </a:lnTo>
                  <a:lnTo>
                    <a:pt x="13011" y="37511"/>
                  </a:lnTo>
                  <a:lnTo>
                    <a:pt x="8943" y="25966"/>
                  </a:lnTo>
                  <a:lnTo>
                    <a:pt x="3807" y="11391"/>
                  </a:lnTo>
                  <a:lnTo>
                    <a:pt x="0" y="584"/>
                  </a:lnTo>
                  <a:lnTo>
                    <a:pt x="12264" y="237"/>
                  </a:lnTo>
                  <a:lnTo>
                    <a:pt x="20640" y="0"/>
                  </a:lnTo>
                  <a:lnTo>
                    <a:pt x="32005" y="23580"/>
                  </a:lnTo>
                  <a:lnTo>
                    <a:pt x="36241" y="323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96702" y="3191755"/>
              <a:ext cx="83547" cy="79343"/>
            </a:xfrm>
            <a:custGeom>
              <a:avLst/>
              <a:pathLst>
                <a:path w="83547" h="79343">
                  <a:moveTo>
                    <a:pt x="25440" y="14653"/>
                  </a:moveTo>
                  <a:lnTo>
                    <a:pt x="36087" y="0"/>
                  </a:lnTo>
                  <a:lnTo>
                    <a:pt x="42145" y="3332"/>
                  </a:lnTo>
                  <a:lnTo>
                    <a:pt x="49513" y="7384"/>
                  </a:lnTo>
                  <a:lnTo>
                    <a:pt x="59171" y="12697"/>
                  </a:lnTo>
                  <a:lnTo>
                    <a:pt x="69156" y="18190"/>
                  </a:lnTo>
                  <a:lnTo>
                    <a:pt x="72746" y="20009"/>
                  </a:lnTo>
                  <a:lnTo>
                    <a:pt x="83547" y="25482"/>
                  </a:lnTo>
                  <a:lnTo>
                    <a:pt x="77488" y="34386"/>
                  </a:lnTo>
                  <a:lnTo>
                    <a:pt x="73274" y="40577"/>
                  </a:lnTo>
                  <a:lnTo>
                    <a:pt x="68041" y="48267"/>
                  </a:lnTo>
                  <a:lnTo>
                    <a:pt x="64000" y="54205"/>
                  </a:lnTo>
                  <a:lnTo>
                    <a:pt x="59999" y="60084"/>
                  </a:lnTo>
                  <a:lnTo>
                    <a:pt x="57280" y="64080"/>
                  </a:lnTo>
                  <a:lnTo>
                    <a:pt x="54141" y="68692"/>
                  </a:lnTo>
                  <a:lnTo>
                    <a:pt x="51246" y="72946"/>
                  </a:lnTo>
                  <a:lnTo>
                    <a:pt x="46893" y="79343"/>
                  </a:lnTo>
                  <a:lnTo>
                    <a:pt x="42113" y="76031"/>
                  </a:lnTo>
                  <a:lnTo>
                    <a:pt x="39973" y="74547"/>
                  </a:lnTo>
                  <a:lnTo>
                    <a:pt x="35998" y="72073"/>
                  </a:lnTo>
                  <a:lnTo>
                    <a:pt x="28564" y="67445"/>
                  </a:lnTo>
                  <a:lnTo>
                    <a:pt x="21286" y="62914"/>
                  </a:lnTo>
                  <a:lnTo>
                    <a:pt x="12923" y="57709"/>
                  </a:lnTo>
                  <a:lnTo>
                    <a:pt x="0" y="49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62941" y="3660980"/>
              <a:ext cx="77936" cy="61606"/>
            </a:xfrm>
            <a:custGeom>
              <a:avLst/>
              <a:pathLst>
                <a:path w="77936" h="61606">
                  <a:moveTo>
                    <a:pt x="32693" y="13523"/>
                  </a:moveTo>
                  <a:lnTo>
                    <a:pt x="42874" y="21070"/>
                  </a:lnTo>
                  <a:lnTo>
                    <a:pt x="77936" y="33364"/>
                  </a:lnTo>
                  <a:lnTo>
                    <a:pt x="70643" y="45140"/>
                  </a:lnTo>
                  <a:lnTo>
                    <a:pt x="60444" y="61606"/>
                  </a:lnTo>
                  <a:lnTo>
                    <a:pt x="53459" y="57261"/>
                  </a:lnTo>
                  <a:lnTo>
                    <a:pt x="46533" y="52953"/>
                  </a:lnTo>
                  <a:lnTo>
                    <a:pt x="39719" y="48714"/>
                  </a:lnTo>
                  <a:lnTo>
                    <a:pt x="31747" y="43754"/>
                  </a:lnTo>
                  <a:lnTo>
                    <a:pt x="28452" y="41705"/>
                  </a:lnTo>
                  <a:lnTo>
                    <a:pt x="26828" y="40353"/>
                  </a:lnTo>
                  <a:lnTo>
                    <a:pt x="22828" y="37935"/>
                  </a:lnTo>
                  <a:lnTo>
                    <a:pt x="15318" y="33397"/>
                  </a:lnTo>
                  <a:lnTo>
                    <a:pt x="7972" y="28957"/>
                  </a:lnTo>
                  <a:lnTo>
                    <a:pt x="0" y="24138"/>
                  </a:lnTo>
                  <a:lnTo>
                    <a:pt x="6739" y="12880"/>
                  </a:lnTo>
                  <a:lnTo>
                    <a:pt x="1445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19822" y="2811797"/>
              <a:ext cx="47796" cy="32306"/>
            </a:xfrm>
            <a:custGeom>
              <a:avLst/>
              <a:pathLst>
                <a:path w="47796" h="32306">
                  <a:moveTo>
                    <a:pt x="8607" y="825"/>
                  </a:moveTo>
                  <a:lnTo>
                    <a:pt x="11162" y="0"/>
                  </a:lnTo>
                  <a:lnTo>
                    <a:pt x="37068" y="7345"/>
                  </a:lnTo>
                  <a:lnTo>
                    <a:pt x="40818" y="8408"/>
                  </a:lnTo>
                  <a:lnTo>
                    <a:pt x="47796" y="21761"/>
                  </a:lnTo>
                  <a:lnTo>
                    <a:pt x="46786" y="22031"/>
                  </a:lnTo>
                  <a:lnTo>
                    <a:pt x="30514" y="26207"/>
                  </a:lnTo>
                  <a:lnTo>
                    <a:pt x="12830" y="30746"/>
                  </a:lnTo>
                  <a:lnTo>
                    <a:pt x="6753" y="32306"/>
                  </a:lnTo>
                  <a:lnTo>
                    <a:pt x="3435" y="18206"/>
                  </a:lnTo>
                  <a:lnTo>
                    <a:pt x="3289" y="17585"/>
                  </a:lnTo>
                  <a:lnTo>
                    <a:pt x="0" y="3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4002214" y="2771704"/>
              <a:ext cx="40328" cy="54015"/>
            </a:xfrm>
            <a:custGeom>
              <a:avLst/>
              <a:pathLst>
                <a:path w="40328" h="54015">
                  <a:moveTo>
                    <a:pt x="0" y="9657"/>
                  </a:moveTo>
                  <a:lnTo>
                    <a:pt x="0" y="3962"/>
                  </a:lnTo>
                  <a:lnTo>
                    <a:pt x="17112" y="1214"/>
                  </a:lnTo>
                  <a:lnTo>
                    <a:pt x="24671" y="0"/>
                  </a:lnTo>
                  <a:lnTo>
                    <a:pt x="27076" y="4374"/>
                  </a:lnTo>
                  <a:lnTo>
                    <a:pt x="34090" y="17128"/>
                  </a:lnTo>
                  <a:lnTo>
                    <a:pt x="37973" y="24189"/>
                  </a:lnTo>
                  <a:lnTo>
                    <a:pt x="40328" y="54015"/>
                  </a:lnTo>
                  <a:lnTo>
                    <a:pt x="39343" y="53841"/>
                  </a:lnTo>
                  <a:lnTo>
                    <a:pt x="33685" y="53216"/>
                  </a:lnTo>
                  <a:lnTo>
                    <a:pt x="29853" y="52793"/>
                  </a:lnTo>
                  <a:lnTo>
                    <a:pt x="15585" y="51369"/>
                  </a:lnTo>
                  <a:lnTo>
                    <a:pt x="15947" y="33136"/>
                  </a:lnTo>
                  <a:lnTo>
                    <a:pt x="16366" y="12069"/>
                  </a:lnTo>
                  <a:lnTo>
                    <a:pt x="12000" y="12661"/>
                  </a:lnTo>
                  <a:lnTo>
                    <a:pt x="9527" y="12997"/>
                  </a:lnTo>
                  <a:lnTo>
                    <a:pt x="3804" y="13774"/>
                  </a:lnTo>
                  <a:lnTo>
                    <a:pt x="0" y="144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25906" y="3370213"/>
              <a:ext cx="66385" cy="51651"/>
            </a:xfrm>
            <a:custGeom>
              <a:avLst/>
              <a:pathLst>
                <a:path w="66385" h="51651">
                  <a:moveTo>
                    <a:pt x="55664" y="8312"/>
                  </a:moveTo>
                  <a:lnTo>
                    <a:pt x="60703" y="3723"/>
                  </a:lnTo>
                  <a:lnTo>
                    <a:pt x="66385" y="0"/>
                  </a:lnTo>
                  <a:lnTo>
                    <a:pt x="64144" y="2804"/>
                  </a:lnTo>
                  <a:lnTo>
                    <a:pt x="62302" y="5897"/>
                  </a:lnTo>
                  <a:lnTo>
                    <a:pt x="60896" y="9221"/>
                  </a:lnTo>
                  <a:lnTo>
                    <a:pt x="59952" y="12712"/>
                  </a:lnTo>
                  <a:lnTo>
                    <a:pt x="58861" y="15655"/>
                  </a:lnTo>
                  <a:lnTo>
                    <a:pt x="57724" y="21689"/>
                  </a:lnTo>
                  <a:lnTo>
                    <a:pt x="54694" y="37759"/>
                  </a:lnTo>
                  <a:lnTo>
                    <a:pt x="52113" y="41087"/>
                  </a:lnTo>
                  <a:lnTo>
                    <a:pt x="49153" y="44068"/>
                  </a:lnTo>
                  <a:lnTo>
                    <a:pt x="39980" y="47782"/>
                  </a:lnTo>
                  <a:lnTo>
                    <a:pt x="36761" y="48633"/>
                  </a:lnTo>
                  <a:lnTo>
                    <a:pt x="30428" y="50307"/>
                  </a:lnTo>
                  <a:lnTo>
                    <a:pt x="20643" y="51603"/>
                  </a:lnTo>
                  <a:lnTo>
                    <a:pt x="10777" y="51651"/>
                  </a:lnTo>
                  <a:lnTo>
                    <a:pt x="4124" y="31955"/>
                  </a:lnTo>
                  <a:lnTo>
                    <a:pt x="0" y="19745"/>
                  </a:lnTo>
                  <a:lnTo>
                    <a:pt x="32812" y="15857"/>
                  </a:lnTo>
                  <a:lnTo>
                    <a:pt x="51394" y="13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73398" y="2806948"/>
              <a:ext cx="65655" cy="68251"/>
            </a:xfrm>
            <a:custGeom>
              <a:avLst/>
              <a:pathLst>
                <a:path w="65655" h="68251">
                  <a:moveTo>
                    <a:pt x="51001" y="59178"/>
                  </a:moveTo>
                  <a:lnTo>
                    <a:pt x="39621" y="59989"/>
                  </a:lnTo>
                  <a:lnTo>
                    <a:pt x="13802" y="68251"/>
                  </a:lnTo>
                  <a:lnTo>
                    <a:pt x="11637" y="59828"/>
                  </a:lnTo>
                  <a:lnTo>
                    <a:pt x="9495" y="51493"/>
                  </a:lnTo>
                  <a:lnTo>
                    <a:pt x="7977" y="45587"/>
                  </a:lnTo>
                  <a:lnTo>
                    <a:pt x="6802" y="41014"/>
                  </a:lnTo>
                  <a:lnTo>
                    <a:pt x="5869" y="37338"/>
                  </a:lnTo>
                  <a:lnTo>
                    <a:pt x="3468" y="27866"/>
                  </a:lnTo>
                  <a:lnTo>
                    <a:pt x="0" y="14185"/>
                  </a:lnTo>
                  <a:lnTo>
                    <a:pt x="29609" y="6434"/>
                  </a:lnTo>
                  <a:lnTo>
                    <a:pt x="54188" y="0"/>
                  </a:lnTo>
                  <a:lnTo>
                    <a:pt x="55746" y="7900"/>
                  </a:lnTo>
                  <a:lnTo>
                    <a:pt x="57406" y="16316"/>
                  </a:lnTo>
                  <a:lnTo>
                    <a:pt x="59435" y="26602"/>
                  </a:lnTo>
                  <a:lnTo>
                    <a:pt x="61003" y="34550"/>
                  </a:lnTo>
                  <a:lnTo>
                    <a:pt x="62284" y="41044"/>
                  </a:lnTo>
                  <a:lnTo>
                    <a:pt x="63482" y="47120"/>
                  </a:lnTo>
                  <a:lnTo>
                    <a:pt x="64528" y="52420"/>
                  </a:lnTo>
                  <a:lnTo>
                    <a:pt x="65655" y="58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05064" y="2955803"/>
              <a:ext cx="82686" cy="96475"/>
            </a:xfrm>
            <a:custGeom>
              <a:avLst/>
              <a:pathLst>
                <a:path w="82686" h="96475">
                  <a:moveTo>
                    <a:pt x="22872" y="14822"/>
                  </a:moveTo>
                  <a:lnTo>
                    <a:pt x="45106" y="3183"/>
                  </a:lnTo>
                  <a:lnTo>
                    <a:pt x="51187" y="0"/>
                  </a:lnTo>
                  <a:lnTo>
                    <a:pt x="82686" y="76558"/>
                  </a:lnTo>
                  <a:lnTo>
                    <a:pt x="33117" y="96475"/>
                  </a:lnTo>
                  <a:lnTo>
                    <a:pt x="25610" y="82081"/>
                  </a:lnTo>
                  <a:lnTo>
                    <a:pt x="21342" y="72760"/>
                  </a:lnTo>
                  <a:lnTo>
                    <a:pt x="17074" y="63438"/>
                  </a:lnTo>
                  <a:lnTo>
                    <a:pt x="12805" y="54117"/>
                  </a:lnTo>
                  <a:lnTo>
                    <a:pt x="8537" y="44795"/>
                  </a:lnTo>
                  <a:lnTo>
                    <a:pt x="4267" y="35474"/>
                  </a:lnTo>
                  <a:lnTo>
                    <a:pt x="0" y="2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380156" y="2893462"/>
              <a:ext cx="71898" cy="78385"/>
            </a:xfrm>
            <a:custGeom>
              <a:avLst/>
              <a:pathLst>
                <a:path w="71898" h="78385">
                  <a:moveTo>
                    <a:pt x="18150" y="78385"/>
                  </a:moveTo>
                  <a:lnTo>
                    <a:pt x="0" y="37854"/>
                  </a:lnTo>
                  <a:lnTo>
                    <a:pt x="19272" y="28242"/>
                  </a:lnTo>
                  <a:lnTo>
                    <a:pt x="15532" y="13934"/>
                  </a:lnTo>
                  <a:lnTo>
                    <a:pt x="46274" y="0"/>
                  </a:lnTo>
                  <a:lnTo>
                    <a:pt x="71898" y="551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35137" y="2883581"/>
              <a:ext cx="53965" cy="63689"/>
            </a:xfrm>
            <a:custGeom>
              <a:avLst/>
              <a:pathLst>
                <a:path w="53965" h="63689">
                  <a:moveTo>
                    <a:pt x="53965" y="49875"/>
                  </a:moveTo>
                  <a:lnTo>
                    <a:pt x="23736" y="63689"/>
                  </a:lnTo>
                  <a:lnTo>
                    <a:pt x="2790" y="18398"/>
                  </a:lnTo>
                  <a:lnTo>
                    <a:pt x="623" y="10545"/>
                  </a:lnTo>
                  <a:lnTo>
                    <a:pt x="0" y="8286"/>
                  </a:lnTo>
                  <a:lnTo>
                    <a:pt x="26256" y="0"/>
                  </a:lnTo>
                  <a:lnTo>
                    <a:pt x="47312" y="36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70205" y="2827818"/>
              <a:ext cx="50746" cy="69813"/>
            </a:xfrm>
            <a:custGeom>
              <a:avLst/>
              <a:pathLst>
                <a:path w="50746" h="69813">
                  <a:moveTo>
                    <a:pt x="9023" y="6499"/>
                  </a:moveTo>
                  <a:lnTo>
                    <a:pt x="20251" y="0"/>
                  </a:lnTo>
                  <a:lnTo>
                    <a:pt x="22574" y="4631"/>
                  </a:lnTo>
                  <a:lnTo>
                    <a:pt x="24574" y="8617"/>
                  </a:lnTo>
                  <a:lnTo>
                    <a:pt x="26572" y="12599"/>
                  </a:lnTo>
                  <a:lnTo>
                    <a:pt x="29184" y="17805"/>
                  </a:lnTo>
                  <a:lnTo>
                    <a:pt x="31151" y="21727"/>
                  </a:lnTo>
                  <a:lnTo>
                    <a:pt x="33151" y="25697"/>
                  </a:lnTo>
                  <a:lnTo>
                    <a:pt x="36106" y="31563"/>
                  </a:lnTo>
                  <a:lnTo>
                    <a:pt x="40463" y="40212"/>
                  </a:lnTo>
                  <a:lnTo>
                    <a:pt x="43061" y="45370"/>
                  </a:lnTo>
                  <a:lnTo>
                    <a:pt x="44906" y="49032"/>
                  </a:lnTo>
                  <a:lnTo>
                    <a:pt x="47446" y="54074"/>
                  </a:lnTo>
                  <a:lnTo>
                    <a:pt x="49204" y="57565"/>
                  </a:lnTo>
                  <a:lnTo>
                    <a:pt x="50746" y="60626"/>
                  </a:lnTo>
                  <a:lnTo>
                    <a:pt x="39089" y="64598"/>
                  </a:lnTo>
                  <a:lnTo>
                    <a:pt x="32514" y="66838"/>
                  </a:lnTo>
                  <a:lnTo>
                    <a:pt x="23784" y="69813"/>
                  </a:lnTo>
                  <a:lnTo>
                    <a:pt x="21056" y="63150"/>
                  </a:lnTo>
                  <a:lnTo>
                    <a:pt x="15624" y="49882"/>
                  </a:lnTo>
                  <a:lnTo>
                    <a:pt x="10046" y="36260"/>
                  </a:lnTo>
                  <a:lnTo>
                    <a:pt x="0" y="117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9222" y="2808749"/>
              <a:ext cx="55711" cy="80879"/>
            </a:xfrm>
            <a:custGeom>
              <a:avLst/>
              <a:pathLst>
                <a:path w="55711" h="80879">
                  <a:moveTo>
                    <a:pt x="19443" y="69740"/>
                  </a:moveTo>
                  <a:lnTo>
                    <a:pt x="8075" y="64827"/>
                  </a:lnTo>
                  <a:lnTo>
                    <a:pt x="0" y="61336"/>
                  </a:lnTo>
                  <a:lnTo>
                    <a:pt x="2104" y="50052"/>
                  </a:lnTo>
                  <a:lnTo>
                    <a:pt x="2462" y="48134"/>
                  </a:lnTo>
                  <a:lnTo>
                    <a:pt x="16068" y="30415"/>
                  </a:lnTo>
                  <a:lnTo>
                    <a:pt x="19228" y="26300"/>
                  </a:lnTo>
                  <a:lnTo>
                    <a:pt x="22600" y="1080"/>
                  </a:lnTo>
                  <a:lnTo>
                    <a:pt x="37207" y="477"/>
                  </a:lnTo>
                  <a:lnTo>
                    <a:pt x="48769" y="0"/>
                  </a:lnTo>
                  <a:lnTo>
                    <a:pt x="48547" y="9063"/>
                  </a:lnTo>
                  <a:lnTo>
                    <a:pt x="48240" y="21616"/>
                  </a:lnTo>
                  <a:lnTo>
                    <a:pt x="48276" y="22087"/>
                  </a:lnTo>
                  <a:lnTo>
                    <a:pt x="49223" y="34674"/>
                  </a:lnTo>
                  <a:lnTo>
                    <a:pt x="49297" y="35667"/>
                  </a:lnTo>
                  <a:lnTo>
                    <a:pt x="51325" y="49959"/>
                  </a:lnTo>
                  <a:lnTo>
                    <a:pt x="53686" y="66605"/>
                  </a:lnTo>
                  <a:lnTo>
                    <a:pt x="55711" y="80879"/>
                  </a:lnTo>
                  <a:lnTo>
                    <a:pt x="45164" y="78342"/>
                  </a:lnTo>
                  <a:lnTo>
                    <a:pt x="30971" y="74928"/>
                  </a:lnTo>
                  <a:lnTo>
                    <a:pt x="30232" y="74750"/>
                  </a:lnTo>
                  <a:lnTo>
                    <a:pt x="27513" y="7322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2960" y="2706747"/>
              <a:ext cx="64852" cy="149492"/>
            </a:xfrm>
            <a:custGeom>
              <a:avLst/>
              <a:pathLst>
                <a:path w="64852" h="149492">
                  <a:moveTo>
                    <a:pt x="42172" y="144368"/>
                  </a:moveTo>
                  <a:lnTo>
                    <a:pt x="17925" y="149492"/>
                  </a:lnTo>
                  <a:lnTo>
                    <a:pt x="16740" y="138466"/>
                  </a:lnTo>
                  <a:lnTo>
                    <a:pt x="15755" y="129305"/>
                  </a:lnTo>
                  <a:lnTo>
                    <a:pt x="14887" y="121226"/>
                  </a:lnTo>
                  <a:lnTo>
                    <a:pt x="14130" y="118219"/>
                  </a:lnTo>
                  <a:lnTo>
                    <a:pt x="12128" y="110259"/>
                  </a:lnTo>
                  <a:lnTo>
                    <a:pt x="9032" y="97954"/>
                  </a:lnTo>
                  <a:lnTo>
                    <a:pt x="6446" y="87675"/>
                  </a:lnTo>
                  <a:lnTo>
                    <a:pt x="5066" y="82187"/>
                  </a:lnTo>
                  <a:lnTo>
                    <a:pt x="3035" y="74064"/>
                  </a:lnTo>
                  <a:lnTo>
                    <a:pt x="0" y="61922"/>
                  </a:lnTo>
                  <a:lnTo>
                    <a:pt x="20065" y="26202"/>
                  </a:lnTo>
                  <a:lnTo>
                    <a:pt x="32380" y="4278"/>
                  </a:lnTo>
                  <a:lnTo>
                    <a:pt x="45377" y="0"/>
                  </a:lnTo>
                  <a:lnTo>
                    <a:pt x="46698" y="5178"/>
                  </a:lnTo>
                  <a:lnTo>
                    <a:pt x="54248" y="32932"/>
                  </a:lnTo>
                  <a:lnTo>
                    <a:pt x="57068" y="43302"/>
                  </a:lnTo>
                  <a:lnTo>
                    <a:pt x="59254" y="51339"/>
                  </a:lnTo>
                  <a:lnTo>
                    <a:pt x="59398" y="54987"/>
                  </a:lnTo>
                  <a:lnTo>
                    <a:pt x="59839" y="66127"/>
                  </a:lnTo>
                  <a:lnTo>
                    <a:pt x="60289" y="77510"/>
                  </a:lnTo>
                  <a:lnTo>
                    <a:pt x="60148" y="85826"/>
                  </a:lnTo>
                  <a:lnTo>
                    <a:pt x="59992" y="95051"/>
                  </a:lnTo>
                  <a:lnTo>
                    <a:pt x="59822" y="105103"/>
                  </a:lnTo>
                  <a:lnTo>
                    <a:pt x="59742" y="109829"/>
                  </a:lnTo>
                  <a:lnTo>
                    <a:pt x="60217" y="112344"/>
                  </a:lnTo>
                  <a:lnTo>
                    <a:pt x="61980" y="121665"/>
                  </a:lnTo>
                  <a:lnTo>
                    <a:pt x="63706" y="130790"/>
                  </a:lnTo>
                  <a:lnTo>
                    <a:pt x="64852" y="136850"/>
                  </a:lnTo>
                  <a:lnTo>
                    <a:pt x="42787" y="144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55710" y="2788516"/>
              <a:ext cx="60678" cy="38727"/>
            </a:xfrm>
            <a:custGeom>
              <a:avLst/>
              <a:pathLst>
                <a:path w="60678" h="38727">
                  <a:moveTo>
                    <a:pt x="30860" y="1916"/>
                  </a:moveTo>
                  <a:lnTo>
                    <a:pt x="51658" y="0"/>
                  </a:lnTo>
                  <a:lnTo>
                    <a:pt x="53897" y="7418"/>
                  </a:lnTo>
                  <a:lnTo>
                    <a:pt x="55895" y="14037"/>
                  </a:lnTo>
                  <a:lnTo>
                    <a:pt x="60678" y="29882"/>
                  </a:lnTo>
                  <a:lnTo>
                    <a:pt x="54919" y="30929"/>
                  </a:lnTo>
                  <a:lnTo>
                    <a:pt x="12041" y="38727"/>
                  </a:lnTo>
                  <a:lnTo>
                    <a:pt x="7967" y="27235"/>
                  </a:lnTo>
                  <a:lnTo>
                    <a:pt x="5136" y="19250"/>
                  </a:lnTo>
                  <a:lnTo>
                    <a:pt x="0" y="47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27620" y="3125460"/>
              <a:ext cx="11773" cy="12999"/>
            </a:xfrm>
            <a:custGeom>
              <a:avLst/>
              <a:pathLst>
                <a:path w="11773" h="12999">
                  <a:moveTo>
                    <a:pt x="7474" y="9347"/>
                  </a:moveTo>
                  <a:lnTo>
                    <a:pt x="4087" y="12999"/>
                  </a:lnTo>
                  <a:lnTo>
                    <a:pt x="2084" y="10374"/>
                  </a:lnTo>
                  <a:lnTo>
                    <a:pt x="0" y="7644"/>
                  </a:lnTo>
                  <a:lnTo>
                    <a:pt x="2581" y="5042"/>
                  </a:lnTo>
                  <a:lnTo>
                    <a:pt x="6022" y="1572"/>
                  </a:lnTo>
                  <a:lnTo>
                    <a:pt x="7582" y="0"/>
                  </a:lnTo>
                  <a:lnTo>
                    <a:pt x="9923" y="2631"/>
                  </a:lnTo>
                  <a:lnTo>
                    <a:pt x="11773" y="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4005447" y="3124600"/>
              <a:ext cx="16577" cy="15638"/>
            </a:xfrm>
            <a:custGeom>
              <a:avLst/>
              <a:pathLst>
                <a:path w="16577" h="15638">
                  <a:moveTo>
                    <a:pt x="14957" y="7097"/>
                  </a:moveTo>
                  <a:lnTo>
                    <a:pt x="13012" y="9307"/>
                  </a:lnTo>
                  <a:lnTo>
                    <a:pt x="7443" y="15638"/>
                  </a:lnTo>
                  <a:lnTo>
                    <a:pt x="6073" y="14615"/>
                  </a:lnTo>
                  <a:lnTo>
                    <a:pt x="4341" y="13321"/>
                  </a:lnTo>
                  <a:lnTo>
                    <a:pt x="1972" y="11553"/>
                  </a:lnTo>
                  <a:lnTo>
                    <a:pt x="0" y="10080"/>
                  </a:lnTo>
                  <a:lnTo>
                    <a:pt x="1561" y="8591"/>
                  </a:lnTo>
                  <a:lnTo>
                    <a:pt x="5118" y="5199"/>
                  </a:lnTo>
                  <a:lnTo>
                    <a:pt x="9311" y="1202"/>
                  </a:lnTo>
                  <a:lnTo>
                    <a:pt x="10571" y="0"/>
                  </a:lnTo>
                  <a:lnTo>
                    <a:pt x="12239" y="1459"/>
                  </a:lnTo>
                  <a:lnTo>
                    <a:pt x="13272" y="2362"/>
                  </a:lnTo>
                  <a:lnTo>
                    <a:pt x="14696" y="3609"/>
                  </a:lnTo>
                  <a:lnTo>
                    <a:pt x="15453" y="4271"/>
                  </a:lnTo>
                  <a:lnTo>
                    <a:pt x="16577" y="5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31604" y="3106973"/>
              <a:ext cx="13651" cy="15773"/>
            </a:xfrm>
            <a:custGeom>
              <a:avLst/>
              <a:pathLst>
                <a:path w="13651" h="15773">
                  <a:moveTo>
                    <a:pt x="5617" y="0"/>
                  </a:moveTo>
                  <a:lnTo>
                    <a:pt x="13651" y="8650"/>
                  </a:lnTo>
                  <a:lnTo>
                    <a:pt x="8266" y="15773"/>
                  </a:lnTo>
                  <a:lnTo>
                    <a:pt x="0" y="6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81700" y="2970278"/>
              <a:ext cx="136018" cy="162123"/>
            </a:xfrm>
            <a:custGeom>
              <a:avLst/>
              <a:pathLst>
                <a:path w="136018" h="162123">
                  <a:moveTo>
                    <a:pt x="58165" y="14675"/>
                  </a:moveTo>
                  <a:lnTo>
                    <a:pt x="66388" y="27701"/>
                  </a:lnTo>
                  <a:lnTo>
                    <a:pt x="73774" y="39401"/>
                  </a:lnTo>
                  <a:lnTo>
                    <a:pt x="81251" y="51246"/>
                  </a:lnTo>
                  <a:lnTo>
                    <a:pt x="89489" y="64296"/>
                  </a:lnTo>
                  <a:lnTo>
                    <a:pt x="62867" y="77278"/>
                  </a:lnTo>
                  <a:lnTo>
                    <a:pt x="68165" y="84048"/>
                  </a:lnTo>
                  <a:lnTo>
                    <a:pt x="96305" y="73090"/>
                  </a:lnTo>
                  <a:lnTo>
                    <a:pt x="97431" y="74870"/>
                  </a:lnTo>
                  <a:lnTo>
                    <a:pt x="99152" y="77587"/>
                  </a:lnTo>
                  <a:lnTo>
                    <a:pt x="104667" y="86703"/>
                  </a:lnTo>
                  <a:lnTo>
                    <a:pt x="120153" y="112298"/>
                  </a:lnTo>
                  <a:lnTo>
                    <a:pt x="136018" y="138521"/>
                  </a:lnTo>
                  <a:lnTo>
                    <a:pt x="125717" y="146400"/>
                  </a:lnTo>
                  <a:lnTo>
                    <a:pt x="105160" y="162123"/>
                  </a:lnTo>
                  <a:lnTo>
                    <a:pt x="94400" y="159757"/>
                  </a:lnTo>
                  <a:lnTo>
                    <a:pt x="80577" y="156719"/>
                  </a:lnTo>
                  <a:lnTo>
                    <a:pt x="67239" y="133733"/>
                  </a:lnTo>
                  <a:lnTo>
                    <a:pt x="48593" y="101597"/>
                  </a:lnTo>
                  <a:lnTo>
                    <a:pt x="36481" y="83197"/>
                  </a:lnTo>
                  <a:lnTo>
                    <a:pt x="22067" y="61300"/>
                  </a:lnTo>
                  <a:lnTo>
                    <a:pt x="17204" y="53349"/>
                  </a:lnTo>
                  <a:lnTo>
                    <a:pt x="2897" y="29957"/>
                  </a:lnTo>
                  <a:lnTo>
                    <a:pt x="0" y="25219"/>
                  </a:lnTo>
                  <a:lnTo>
                    <a:pt x="9037" y="20558"/>
                  </a:lnTo>
                  <a:lnTo>
                    <a:pt x="19069" y="15384"/>
                  </a:lnTo>
                  <a:lnTo>
                    <a:pt x="28561" y="10489"/>
                  </a:lnTo>
                  <a:lnTo>
                    <a:pt x="38937" y="5138"/>
                  </a:lnTo>
                  <a:lnTo>
                    <a:pt x="489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4016221" y="3377923"/>
              <a:ext cx="105933" cy="97298"/>
            </a:xfrm>
            <a:custGeom>
              <a:avLst/>
              <a:pathLst>
                <a:path w="105933" h="97298">
                  <a:moveTo>
                    <a:pt x="10812" y="63065"/>
                  </a:moveTo>
                  <a:lnTo>
                    <a:pt x="17732" y="54133"/>
                  </a:lnTo>
                  <a:lnTo>
                    <a:pt x="29075" y="39491"/>
                  </a:lnTo>
                  <a:lnTo>
                    <a:pt x="40334" y="24960"/>
                  </a:lnTo>
                  <a:lnTo>
                    <a:pt x="59671" y="0"/>
                  </a:lnTo>
                  <a:lnTo>
                    <a:pt x="71637" y="11945"/>
                  </a:lnTo>
                  <a:lnTo>
                    <a:pt x="105933" y="46184"/>
                  </a:lnTo>
                  <a:lnTo>
                    <a:pt x="99583" y="54568"/>
                  </a:lnTo>
                  <a:lnTo>
                    <a:pt x="95053" y="60549"/>
                  </a:lnTo>
                  <a:lnTo>
                    <a:pt x="89505" y="67874"/>
                  </a:lnTo>
                  <a:lnTo>
                    <a:pt x="84253" y="74809"/>
                  </a:lnTo>
                  <a:lnTo>
                    <a:pt x="78956" y="81803"/>
                  </a:lnTo>
                  <a:lnTo>
                    <a:pt x="67220" y="97298"/>
                  </a:lnTo>
                  <a:lnTo>
                    <a:pt x="61385" y="95538"/>
                  </a:lnTo>
                  <a:lnTo>
                    <a:pt x="51204" y="92467"/>
                  </a:lnTo>
                  <a:lnTo>
                    <a:pt x="37767" y="88414"/>
                  </a:lnTo>
                  <a:lnTo>
                    <a:pt x="25403" y="84685"/>
                  </a:lnTo>
                  <a:lnTo>
                    <a:pt x="0" y="77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44218" y="3317195"/>
              <a:ext cx="46888" cy="45403"/>
            </a:xfrm>
            <a:custGeom>
              <a:avLst/>
              <a:pathLst>
                <a:path w="46888" h="45403">
                  <a:moveTo>
                    <a:pt x="43676" y="29789"/>
                  </a:moveTo>
                  <a:lnTo>
                    <a:pt x="37053" y="39112"/>
                  </a:lnTo>
                  <a:lnTo>
                    <a:pt x="32584" y="45403"/>
                  </a:lnTo>
                  <a:lnTo>
                    <a:pt x="11745" y="22468"/>
                  </a:lnTo>
                  <a:lnTo>
                    <a:pt x="0" y="9541"/>
                  </a:lnTo>
                  <a:lnTo>
                    <a:pt x="1548" y="7569"/>
                  </a:lnTo>
                  <a:lnTo>
                    <a:pt x="5404" y="2659"/>
                  </a:lnTo>
                  <a:lnTo>
                    <a:pt x="7492" y="0"/>
                  </a:lnTo>
                  <a:lnTo>
                    <a:pt x="27764" y="10511"/>
                  </a:lnTo>
                  <a:lnTo>
                    <a:pt x="36527" y="15055"/>
                  </a:lnTo>
                  <a:lnTo>
                    <a:pt x="46888" y="25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66595" y="3445476"/>
              <a:ext cx="89384" cy="36228"/>
            </a:xfrm>
            <a:custGeom>
              <a:avLst/>
              <a:pathLst>
                <a:path w="89384" h="36228">
                  <a:moveTo>
                    <a:pt x="4463" y="19589"/>
                  </a:moveTo>
                  <a:lnTo>
                    <a:pt x="36631" y="6311"/>
                  </a:lnTo>
                  <a:lnTo>
                    <a:pt x="53413" y="3970"/>
                  </a:lnTo>
                  <a:lnTo>
                    <a:pt x="72389" y="1575"/>
                  </a:lnTo>
                  <a:lnTo>
                    <a:pt x="84864" y="0"/>
                  </a:lnTo>
                  <a:lnTo>
                    <a:pt x="89384" y="4951"/>
                  </a:lnTo>
                  <a:lnTo>
                    <a:pt x="89369" y="6978"/>
                  </a:lnTo>
                  <a:lnTo>
                    <a:pt x="89343" y="10721"/>
                  </a:lnTo>
                  <a:lnTo>
                    <a:pt x="78880" y="13982"/>
                  </a:lnTo>
                  <a:lnTo>
                    <a:pt x="69190" y="17002"/>
                  </a:lnTo>
                  <a:lnTo>
                    <a:pt x="65144" y="18263"/>
                  </a:lnTo>
                  <a:lnTo>
                    <a:pt x="61099" y="19523"/>
                  </a:lnTo>
                  <a:lnTo>
                    <a:pt x="52797" y="22110"/>
                  </a:lnTo>
                  <a:lnTo>
                    <a:pt x="41979" y="25482"/>
                  </a:lnTo>
                  <a:lnTo>
                    <a:pt x="29611" y="29336"/>
                  </a:lnTo>
                  <a:lnTo>
                    <a:pt x="18232" y="32882"/>
                  </a:lnTo>
                  <a:lnTo>
                    <a:pt x="7495" y="36228"/>
                  </a:lnTo>
                  <a:lnTo>
                    <a:pt x="1608" y="29646"/>
                  </a:lnTo>
                  <a:lnTo>
                    <a:pt x="0" y="278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120734" y="3419442"/>
              <a:ext cx="98734" cy="105187"/>
            </a:xfrm>
            <a:custGeom>
              <a:avLst/>
              <a:pathLst>
                <a:path w="98734" h="105187">
                  <a:moveTo>
                    <a:pt x="6187" y="64812"/>
                  </a:moveTo>
                  <a:lnTo>
                    <a:pt x="16536" y="51183"/>
                  </a:lnTo>
                  <a:lnTo>
                    <a:pt x="31679" y="31240"/>
                  </a:lnTo>
                  <a:lnTo>
                    <a:pt x="43110" y="16185"/>
                  </a:lnTo>
                  <a:lnTo>
                    <a:pt x="44558" y="14342"/>
                  </a:lnTo>
                  <a:lnTo>
                    <a:pt x="53120" y="3448"/>
                  </a:lnTo>
                  <a:lnTo>
                    <a:pt x="55831" y="0"/>
                  </a:lnTo>
                  <a:lnTo>
                    <a:pt x="71024" y="12144"/>
                  </a:lnTo>
                  <a:lnTo>
                    <a:pt x="98734" y="34294"/>
                  </a:lnTo>
                  <a:lnTo>
                    <a:pt x="93268" y="41223"/>
                  </a:lnTo>
                  <a:lnTo>
                    <a:pt x="88307" y="47511"/>
                  </a:lnTo>
                  <a:lnTo>
                    <a:pt x="82453" y="54932"/>
                  </a:lnTo>
                  <a:lnTo>
                    <a:pt x="77245" y="61533"/>
                  </a:lnTo>
                  <a:lnTo>
                    <a:pt x="68196" y="73003"/>
                  </a:lnTo>
                  <a:lnTo>
                    <a:pt x="60335" y="82967"/>
                  </a:lnTo>
                  <a:lnTo>
                    <a:pt x="42806" y="105187"/>
                  </a:lnTo>
                  <a:lnTo>
                    <a:pt x="39163" y="102444"/>
                  </a:lnTo>
                  <a:lnTo>
                    <a:pt x="35127" y="99406"/>
                  </a:lnTo>
                  <a:lnTo>
                    <a:pt x="29079" y="94853"/>
                  </a:lnTo>
                  <a:lnTo>
                    <a:pt x="23321" y="90518"/>
                  </a:lnTo>
                  <a:lnTo>
                    <a:pt x="17801" y="86362"/>
                  </a:lnTo>
                  <a:lnTo>
                    <a:pt x="12348" y="82257"/>
                  </a:lnTo>
                  <a:lnTo>
                    <a:pt x="6211" y="77637"/>
                  </a:lnTo>
                  <a:lnTo>
                    <a:pt x="0" y="7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230924" y="3369819"/>
              <a:ext cx="98728" cy="103128"/>
            </a:xfrm>
            <a:custGeom>
              <a:avLst/>
              <a:pathLst>
                <a:path w="98728" h="103128">
                  <a:moveTo>
                    <a:pt x="4189" y="79949"/>
                  </a:moveTo>
                  <a:lnTo>
                    <a:pt x="5197" y="78397"/>
                  </a:lnTo>
                  <a:lnTo>
                    <a:pt x="9225" y="71683"/>
                  </a:lnTo>
                  <a:lnTo>
                    <a:pt x="15851" y="60640"/>
                  </a:lnTo>
                  <a:lnTo>
                    <a:pt x="20045" y="53650"/>
                  </a:lnTo>
                  <a:lnTo>
                    <a:pt x="22512" y="49537"/>
                  </a:lnTo>
                  <a:lnTo>
                    <a:pt x="23963" y="47303"/>
                  </a:lnTo>
                  <a:lnTo>
                    <a:pt x="29979" y="38040"/>
                  </a:lnTo>
                  <a:lnTo>
                    <a:pt x="33832" y="32107"/>
                  </a:lnTo>
                  <a:lnTo>
                    <a:pt x="39914" y="22742"/>
                  </a:lnTo>
                  <a:lnTo>
                    <a:pt x="41900" y="20691"/>
                  </a:lnTo>
                  <a:lnTo>
                    <a:pt x="51618" y="10658"/>
                  </a:lnTo>
                  <a:lnTo>
                    <a:pt x="56681" y="5430"/>
                  </a:lnTo>
                  <a:lnTo>
                    <a:pt x="61942" y="0"/>
                  </a:lnTo>
                  <a:lnTo>
                    <a:pt x="73291" y="8541"/>
                  </a:lnTo>
                  <a:lnTo>
                    <a:pt x="94313" y="24362"/>
                  </a:lnTo>
                  <a:lnTo>
                    <a:pt x="98728" y="28596"/>
                  </a:lnTo>
                  <a:lnTo>
                    <a:pt x="86288" y="47086"/>
                  </a:lnTo>
                  <a:lnTo>
                    <a:pt x="65246" y="78359"/>
                  </a:lnTo>
                  <a:lnTo>
                    <a:pt x="56629" y="82908"/>
                  </a:lnTo>
                  <a:lnTo>
                    <a:pt x="18327" y="103128"/>
                  </a:lnTo>
                  <a:lnTo>
                    <a:pt x="9757" y="95304"/>
                  </a:lnTo>
                  <a:lnTo>
                    <a:pt x="0" y="863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314596" y="3405072"/>
              <a:ext cx="44354" cy="39053"/>
            </a:xfrm>
            <a:custGeom>
              <a:avLst/>
              <a:pathLst>
                <a:path w="44354" h="39053">
                  <a:moveTo>
                    <a:pt x="2650" y="17568"/>
                  </a:moveTo>
                  <a:lnTo>
                    <a:pt x="6246" y="13580"/>
                  </a:lnTo>
                  <a:lnTo>
                    <a:pt x="9665" y="9789"/>
                  </a:lnTo>
                  <a:lnTo>
                    <a:pt x="14865" y="4023"/>
                  </a:lnTo>
                  <a:lnTo>
                    <a:pt x="18493" y="0"/>
                  </a:lnTo>
                  <a:lnTo>
                    <a:pt x="31657" y="8990"/>
                  </a:lnTo>
                  <a:lnTo>
                    <a:pt x="32319" y="9442"/>
                  </a:lnTo>
                  <a:lnTo>
                    <a:pt x="44354" y="17662"/>
                  </a:lnTo>
                  <a:lnTo>
                    <a:pt x="36512" y="24984"/>
                  </a:lnTo>
                  <a:lnTo>
                    <a:pt x="21445" y="39053"/>
                  </a:lnTo>
                  <a:lnTo>
                    <a:pt x="13240" y="30740"/>
                  </a:lnTo>
                  <a:lnTo>
                    <a:pt x="0" y="205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83050" y="3390259"/>
              <a:ext cx="77581" cy="55776"/>
            </a:xfrm>
            <a:custGeom>
              <a:avLst/>
              <a:pathLst>
                <a:path w="77581" h="55776">
                  <a:moveTo>
                    <a:pt x="5181" y="20329"/>
                  </a:moveTo>
                  <a:lnTo>
                    <a:pt x="7134" y="18158"/>
                  </a:lnTo>
                  <a:lnTo>
                    <a:pt x="24414" y="23252"/>
                  </a:lnTo>
                  <a:lnTo>
                    <a:pt x="26731" y="22338"/>
                  </a:lnTo>
                  <a:lnTo>
                    <a:pt x="35237" y="18984"/>
                  </a:lnTo>
                  <a:lnTo>
                    <a:pt x="41513" y="16378"/>
                  </a:lnTo>
                  <a:lnTo>
                    <a:pt x="48949" y="13290"/>
                  </a:lnTo>
                  <a:lnTo>
                    <a:pt x="55337" y="7570"/>
                  </a:lnTo>
                  <a:lnTo>
                    <a:pt x="63793" y="0"/>
                  </a:lnTo>
                  <a:lnTo>
                    <a:pt x="69933" y="4009"/>
                  </a:lnTo>
                  <a:lnTo>
                    <a:pt x="77581" y="9003"/>
                  </a:lnTo>
                  <a:lnTo>
                    <a:pt x="72048" y="15262"/>
                  </a:lnTo>
                  <a:lnTo>
                    <a:pt x="64012" y="24353"/>
                  </a:lnTo>
                  <a:lnTo>
                    <a:pt x="53770" y="35939"/>
                  </a:lnTo>
                  <a:lnTo>
                    <a:pt x="44858" y="46022"/>
                  </a:lnTo>
                  <a:lnTo>
                    <a:pt x="36236" y="55776"/>
                  </a:lnTo>
                  <a:lnTo>
                    <a:pt x="23475" y="43655"/>
                  </a:lnTo>
                  <a:lnTo>
                    <a:pt x="19480" y="39861"/>
                  </a:lnTo>
                  <a:lnTo>
                    <a:pt x="0" y="260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309654" y="3366614"/>
              <a:ext cx="47052" cy="38823"/>
            </a:xfrm>
            <a:custGeom>
              <a:avLst/>
              <a:pathLst>
                <a:path w="47052" h="38823">
                  <a:moveTo>
                    <a:pt x="1977" y="3436"/>
                  </a:moveTo>
                  <a:lnTo>
                    <a:pt x="4686" y="0"/>
                  </a:lnTo>
                  <a:lnTo>
                    <a:pt x="21657" y="13433"/>
                  </a:lnTo>
                  <a:lnTo>
                    <a:pt x="25008" y="16086"/>
                  </a:lnTo>
                  <a:lnTo>
                    <a:pt x="47052" y="31703"/>
                  </a:lnTo>
                  <a:lnTo>
                    <a:pt x="43881" y="34947"/>
                  </a:lnTo>
                  <a:lnTo>
                    <a:pt x="40094" y="38823"/>
                  </a:lnTo>
                  <a:lnTo>
                    <a:pt x="31699" y="32454"/>
                  </a:lnTo>
                  <a:lnTo>
                    <a:pt x="19232" y="22995"/>
                  </a:lnTo>
                  <a:lnTo>
                    <a:pt x="13468" y="17886"/>
                  </a:lnTo>
                  <a:lnTo>
                    <a:pt x="0" y="59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320253" y="3310129"/>
              <a:ext cx="83530" cy="84760"/>
            </a:xfrm>
            <a:custGeom>
              <a:avLst/>
              <a:pathLst>
                <a:path w="83530" h="84760">
                  <a:moveTo>
                    <a:pt x="6068" y="44232"/>
                  </a:moveTo>
                  <a:lnTo>
                    <a:pt x="11565" y="37303"/>
                  </a:lnTo>
                  <a:lnTo>
                    <a:pt x="17100" y="30327"/>
                  </a:lnTo>
                  <a:lnTo>
                    <a:pt x="24449" y="21063"/>
                  </a:lnTo>
                  <a:lnTo>
                    <a:pt x="31811" y="11785"/>
                  </a:lnTo>
                  <a:lnTo>
                    <a:pt x="41162" y="0"/>
                  </a:lnTo>
                  <a:lnTo>
                    <a:pt x="56179" y="11886"/>
                  </a:lnTo>
                  <a:lnTo>
                    <a:pt x="61486" y="16086"/>
                  </a:lnTo>
                  <a:lnTo>
                    <a:pt x="83530" y="31705"/>
                  </a:lnTo>
                  <a:lnTo>
                    <a:pt x="77288" y="39329"/>
                  </a:lnTo>
                  <a:lnTo>
                    <a:pt x="66077" y="53023"/>
                  </a:lnTo>
                  <a:lnTo>
                    <a:pt x="52785" y="69258"/>
                  </a:lnTo>
                  <a:lnTo>
                    <a:pt x="40094" y="84760"/>
                  </a:lnTo>
                  <a:lnTo>
                    <a:pt x="19232" y="68930"/>
                  </a:lnTo>
                  <a:lnTo>
                    <a:pt x="19073" y="68790"/>
                  </a:lnTo>
                  <a:lnTo>
                    <a:pt x="0" y="51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405806" y="3701062"/>
              <a:ext cx="101070" cy="118397"/>
            </a:xfrm>
            <a:custGeom>
              <a:avLst/>
              <a:pathLst>
                <a:path w="101070" h="118397">
                  <a:moveTo>
                    <a:pt x="54342" y="4001"/>
                  </a:moveTo>
                  <a:lnTo>
                    <a:pt x="65087" y="6308"/>
                  </a:lnTo>
                  <a:lnTo>
                    <a:pt x="70212" y="6094"/>
                  </a:lnTo>
                  <a:lnTo>
                    <a:pt x="83530" y="5536"/>
                  </a:lnTo>
                  <a:lnTo>
                    <a:pt x="85654" y="5551"/>
                  </a:lnTo>
                  <a:lnTo>
                    <a:pt x="101070" y="5662"/>
                  </a:lnTo>
                  <a:lnTo>
                    <a:pt x="98005" y="13261"/>
                  </a:lnTo>
                  <a:lnTo>
                    <a:pt x="93453" y="27282"/>
                  </a:lnTo>
                  <a:lnTo>
                    <a:pt x="92726" y="29522"/>
                  </a:lnTo>
                  <a:lnTo>
                    <a:pt x="91424" y="33536"/>
                  </a:lnTo>
                  <a:lnTo>
                    <a:pt x="97974" y="36205"/>
                  </a:lnTo>
                  <a:lnTo>
                    <a:pt x="92118" y="53238"/>
                  </a:lnTo>
                  <a:lnTo>
                    <a:pt x="86636" y="69185"/>
                  </a:lnTo>
                  <a:lnTo>
                    <a:pt x="85108" y="74436"/>
                  </a:lnTo>
                  <a:lnTo>
                    <a:pt x="84063" y="78027"/>
                  </a:lnTo>
                  <a:lnTo>
                    <a:pt x="75497" y="97002"/>
                  </a:lnTo>
                  <a:lnTo>
                    <a:pt x="65838" y="118397"/>
                  </a:lnTo>
                  <a:lnTo>
                    <a:pt x="42501" y="109500"/>
                  </a:lnTo>
                  <a:lnTo>
                    <a:pt x="35128" y="106690"/>
                  </a:lnTo>
                  <a:lnTo>
                    <a:pt x="0" y="86655"/>
                  </a:lnTo>
                  <a:lnTo>
                    <a:pt x="6577" y="73510"/>
                  </a:lnTo>
                  <a:lnTo>
                    <a:pt x="12671" y="61333"/>
                  </a:lnTo>
                  <a:lnTo>
                    <a:pt x="17776" y="51131"/>
                  </a:lnTo>
                  <a:lnTo>
                    <a:pt x="23429" y="39834"/>
                  </a:lnTo>
                  <a:lnTo>
                    <a:pt x="24206" y="38281"/>
                  </a:lnTo>
                  <a:lnTo>
                    <a:pt x="29955" y="25630"/>
                  </a:lnTo>
                  <a:lnTo>
                    <a:pt x="35595" y="13220"/>
                  </a:lnTo>
                  <a:lnTo>
                    <a:pt x="41603" y="0"/>
                  </a:lnTo>
                  <a:lnTo>
                    <a:pt x="49821" y="30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339130" y="3683987"/>
              <a:ext cx="100743" cy="101854"/>
            </a:xfrm>
            <a:custGeom>
              <a:avLst/>
              <a:pathLst>
                <a:path w="100743" h="101854">
                  <a:moveTo>
                    <a:pt x="75230" y="67723"/>
                  </a:moveTo>
                  <a:lnTo>
                    <a:pt x="66816" y="85051"/>
                  </a:lnTo>
                  <a:lnTo>
                    <a:pt x="58657" y="101854"/>
                  </a:lnTo>
                  <a:lnTo>
                    <a:pt x="44364" y="95596"/>
                  </a:lnTo>
                  <a:lnTo>
                    <a:pt x="33069" y="90650"/>
                  </a:lnTo>
                  <a:lnTo>
                    <a:pt x="27486" y="88205"/>
                  </a:lnTo>
                  <a:lnTo>
                    <a:pt x="12353" y="80936"/>
                  </a:lnTo>
                  <a:lnTo>
                    <a:pt x="0" y="75002"/>
                  </a:lnTo>
                  <a:lnTo>
                    <a:pt x="4969" y="61965"/>
                  </a:lnTo>
                  <a:lnTo>
                    <a:pt x="9382" y="50387"/>
                  </a:lnTo>
                  <a:lnTo>
                    <a:pt x="13840" y="38694"/>
                  </a:lnTo>
                  <a:lnTo>
                    <a:pt x="20085" y="22310"/>
                  </a:lnTo>
                  <a:lnTo>
                    <a:pt x="22104" y="18161"/>
                  </a:lnTo>
                  <a:lnTo>
                    <a:pt x="28826" y="4346"/>
                  </a:lnTo>
                  <a:lnTo>
                    <a:pt x="59366" y="0"/>
                  </a:lnTo>
                  <a:lnTo>
                    <a:pt x="71701" y="5404"/>
                  </a:lnTo>
                  <a:lnTo>
                    <a:pt x="81739" y="9928"/>
                  </a:lnTo>
                  <a:lnTo>
                    <a:pt x="100743" y="18495"/>
                  </a:lnTo>
                  <a:lnTo>
                    <a:pt x="93503" y="32119"/>
                  </a:lnTo>
                  <a:lnTo>
                    <a:pt x="84088" y="49838"/>
                  </a:lnTo>
                  <a:lnTo>
                    <a:pt x="82079" y="53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74552" y="3708305"/>
              <a:ext cx="102032" cy="133851"/>
            </a:xfrm>
            <a:custGeom>
              <a:avLst/>
              <a:pathLst>
                <a:path w="102032" h="133851">
                  <a:moveTo>
                    <a:pt x="32590" y="42892"/>
                  </a:moveTo>
                  <a:lnTo>
                    <a:pt x="35131" y="28872"/>
                  </a:lnTo>
                  <a:lnTo>
                    <a:pt x="36440" y="21645"/>
                  </a:lnTo>
                  <a:lnTo>
                    <a:pt x="28135" y="19589"/>
                  </a:lnTo>
                  <a:lnTo>
                    <a:pt x="30054" y="14417"/>
                  </a:lnTo>
                  <a:lnTo>
                    <a:pt x="33400" y="5400"/>
                  </a:lnTo>
                  <a:lnTo>
                    <a:pt x="35404" y="0"/>
                  </a:lnTo>
                  <a:lnTo>
                    <a:pt x="40267" y="528"/>
                  </a:lnTo>
                  <a:lnTo>
                    <a:pt x="53972" y="2018"/>
                  </a:lnTo>
                  <a:lnTo>
                    <a:pt x="63440" y="3739"/>
                  </a:lnTo>
                  <a:lnTo>
                    <a:pt x="72968" y="5471"/>
                  </a:lnTo>
                  <a:lnTo>
                    <a:pt x="102032" y="40360"/>
                  </a:lnTo>
                  <a:lnTo>
                    <a:pt x="94711" y="57622"/>
                  </a:lnTo>
                  <a:lnTo>
                    <a:pt x="89729" y="69369"/>
                  </a:lnTo>
                  <a:lnTo>
                    <a:pt x="85847" y="78523"/>
                  </a:lnTo>
                  <a:lnTo>
                    <a:pt x="81745" y="88196"/>
                  </a:lnTo>
                  <a:lnTo>
                    <a:pt x="78225" y="96494"/>
                  </a:lnTo>
                  <a:lnTo>
                    <a:pt x="73464" y="107721"/>
                  </a:lnTo>
                  <a:lnTo>
                    <a:pt x="69853" y="116235"/>
                  </a:lnTo>
                  <a:lnTo>
                    <a:pt x="65904" y="125546"/>
                  </a:lnTo>
                  <a:lnTo>
                    <a:pt x="62382" y="133851"/>
                  </a:lnTo>
                  <a:lnTo>
                    <a:pt x="42216" y="128785"/>
                  </a:lnTo>
                  <a:lnTo>
                    <a:pt x="0" y="118179"/>
                  </a:lnTo>
                  <a:lnTo>
                    <a:pt x="5160" y="106563"/>
                  </a:lnTo>
                  <a:lnTo>
                    <a:pt x="11781" y="91658"/>
                  </a:lnTo>
                  <a:lnTo>
                    <a:pt x="17172" y="79522"/>
                  </a:lnTo>
                  <a:lnTo>
                    <a:pt x="22834" y="66775"/>
                  </a:lnTo>
                  <a:lnTo>
                    <a:pt x="27927" y="55311"/>
                  </a:lnTo>
                  <a:lnTo>
                    <a:pt x="32002" y="461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97207" y="3620661"/>
              <a:ext cx="49751" cy="63242"/>
            </a:xfrm>
            <a:custGeom>
              <a:avLst/>
              <a:pathLst>
                <a:path w="49751" h="63242">
                  <a:moveTo>
                    <a:pt x="14571" y="1081"/>
                  </a:moveTo>
                  <a:lnTo>
                    <a:pt x="27018" y="2711"/>
                  </a:lnTo>
                  <a:lnTo>
                    <a:pt x="39537" y="4351"/>
                  </a:lnTo>
                  <a:lnTo>
                    <a:pt x="38282" y="17368"/>
                  </a:lnTo>
                  <a:lnTo>
                    <a:pt x="37535" y="25112"/>
                  </a:lnTo>
                  <a:lnTo>
                    <a:pt x="45086" y="26119"/>
                  </a:lnTo>
                  <a:lnTo>
                    <a:pt x="49751" y="26741"/>
                  </a:lnTo>
                  <a:lnTo>
                    <a:pt x="49413" y="38005"/>
                  </a:lnTo>
                  <a:lnTo>
                    <a:pt x="48656" y="63242"/>
                  </a:lnTo>
                  <a:lnTo>
                    <a:pt x="47991" y="63114"/>
                  </a:lnTo>
                  <a:lnTo>
                    <a:pt x="39311" y="63052"/>
                  </a:lnTo>
                  <a:lnTo>
                    <a:pt x="32494" y="63003"/>
                  </a:lnTo>
                  <a:lnTo>
                    <a:pt x="31354" y="62995"/>
                  </a:lnTo>
                  <a:lnTo>
                    <a:pt x="28573" y="62898"/>
                  </a:lnTo>
                  <a:lnTo>
                    <a:pt x="24791" y="62856"/>
                  </a:lnTo>
                  <a:lnTo>
                    <a:pt x="17513" y="62775"/>
                  </a:lnTo>
                  <a:lnTo>
                    <a:pt x="8033" y="62670"/>
                  </a:lnTo>
                  <a:lnTo>
                    <a:pt x="0" y="62581"/>
                  </a:lnTo>
                  <a:lnTo>
                    <a:pt x="981" y="52848"/>
                  </a:lnTo>
                  <a:lnTo>
                    <a:pt x="3050" y="32343"/>
                  </a:lnTo>
                  <a:lnTo>
                    <a:pt x="4908" y="13919"/>
                  </a:lnTo>
                  <a:lnTo>
                    <a:pt x="631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239025" y="3613803"/>
              <a:ext cx="51756" cy="29988"/>
            </a:xfrm>
            <a:custGeom>
              <a:avLst/>
              <a:pathLst>
                <a:path w="51756" h="29988">
                  <a:moveTo>
                    <a:pt x="29290" y="6364"/>
                  </a:moveTo>
                  <a:lnTo>
                    <a:pt x="51756" y="11434"/>
                  </a:lnTo>
                  <a:lnTo>
                    <a:pt x="50998" y="19415"/>
                  </a:lnTo>
                  <a:lnTo>
                    <a:pt x="49993" y="29988"/>
                  </a:lnTo>
                  <a:lnTo>
                    <a:pt x="39776" y="27743"/>
                  </a:lnTo>
                  <a:lnTo>
                    <a:pt x="32272" y="26094"/>
                  </a:lnTo>
                  <a:lnTo>
                    <a:pt x="24405" y="24365"/>
                  </a:lnTo>
                  <a:lnTo>
                    <a:pt x="18118" y="22983"/>
                  </a:lnTo>
                  <a:lnTo>
                    <a:pt x="11786" y="21592"/>
                  </a:lnTo>
                  <a:lnTo>
                    <a:pt x="0" y="19001"/>
                  </a:lnTo>
                  <a:lnTo>
                    <a:pt x="524" y="9877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50713" y="3695696"/>
              <a:ext cx="91166" cy="41286"/>
            </a:xfrm>
            <a:custGeom>
              <a:avLst/>
              <a:pathLst>
                <a:path w="91166" h="41286">
                  <a:moveTo>
                    <a:pt x="86349" y="9140"/>
                  </a:moveTo>
                  <a:lnTo>
                    <a:pt x="69405" y="41286"/>
                  </a:lnTo>
                  <a:lnTo>
                    <a:pt x="60986" y="37230"/>
                  </a:lnTo>
                  <a:lnTo>
                    <a:pt x="51365" y="32594"/>
                  </a:lnTo>
                  <a:lnTo>
                    <a:pt x="44755" y="29409"/>
                  </a:lnTo>
                  <a:lnTo>
                    <a:pt x="33532" y="24002"/>
                  </a:lnTo>
                  <a:lnTo>
                    <a:pt x="16868" y="15973"/>
                  </a:lnTo>
                  <a:lnTo>
                    <a:pt x="0" y="7845"/>
                  </a:lnTo>
                  <a:lnTo>
                    <a:pt x="1314" y="5029"/>
                  </a:lnTo>
                  <a:lnTo>
                    <a:pt x="45204" y="2572"/>
                  </a:lnTo>
                  <a:lnTo>
                    <a:pt x="911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227386" y="3703103"/>
              <a:ext cx="118338" cy="68249"/>
            </a:xfrm>
            <a:custGeom>
              <a:avLst/>
              <a:pathLst>
                <a:path w="118338" h="68249">
                  <a:moveTo>
                    <a:pt x="112543" y="20554"/>
                  </a:moveTo>
                  <a:lnTo>
                    <a:pt x="107446" y="30267"/>
                  </a:lnTo>
                  <a:lnTo>
                    <a:pt x="97045" y="50087"/>
                  </a:lnTo>
                  <a:lnTo>
                    <a:pt x="96967" y="50235"/>
                  </a:lnTo>
                  <a:lnTo>
                    <a:pt x="88065" y="68249"/>
                  </a:lnTo>
                  <a:lnTo>
                    <a:pt x="73928" y="66350"/>
                  </a:lnTo>
                  <a:lnTo>
                    <a:pt x="62677" y="64839"/>
                  </a:lnTo>
                  <a:lnTo>
                    <a:pt x="57029" y="64080"/>
                  </a:lnTo>
                  <a:lnTo>
                    <a:pt x="46742" y="59798"/>
                  </a:lnTo>
                  <a:lnTo>
                    <a:pt x="36648" y="55597"/>
                  </a:lnTo>
                  <a:lnTo>
                    <a:pt x="23649" y="50187"/>
                  </a:lnTo>
                  <a:lnTo>
                    <a:pt x="0" y="40343"/>
                  </a:lnTo>
                  <a:lnTo>
                    <a:pt x="3113" y="34559"/>
                  </a:lnTo>
                  <a:lnTo>
                    <a:pt x="6094" y="29020"/>
                  </a:lnTo>
                  <a:lnTo>
                    <a:pt x="9080" y="23472"/>
                  </a:lnTo>
                  <a:lnTo>
                    <a:pt x="13619" y="15039"/>
                  </a:lnTo>
                  <a:lnTo>
                    <a:pt x="18308" y="6327"/>
                  </a:lnTo>
                  <a:lnTo>
                    <a:pt x="21714" y="0"/>
                  </a:lnTo>
                  <a:lnTo>
                    <a:pt x="65005" y="4261"/>
                  </a:lnTo>
                  <a:lnTo>
                    <a:pt x="118338" y="9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390503" y="3410150"/>
              <a:ext cx="46081" cy="53185"/>
            </a:xfrm>
            <a:custGeom>
              <a:avLst/>
              <a:pathLst>
                <a:path w="46081" h="53185">
                  <a:moveTo>
                    <a:pt x="9023" y="5496"/>
                  </a:moveTo>
                  <a:lnTo>
                    <a:pt x="23525" y="0"/>
                  </a:lnTo>
                  <a:lnTo>
                    <a:pt x="26617" y="6346"/>
                  </a:lnTo>
                  <a:lnTo>
                    <a:pt x="29392" y="12042"/>
                  </a:lnTo>
                  <a:lnTo>
                    <a:pt x="33573" y="20623"/>
                  </a:lnTo>
                  <a:lnTo>
                    <a:pt x="38176" y="30070"/>
                  </a:lnTo>
                  <a:lnTo>
                    <a:pt x="41620" y="37138"/>
                  </a:lnTo>
                  <a:lnTo>
                    <a:pt x="46081" y="46295"/>
                  </a:lnTo>
                  <a:lnTo>
                    <a:pt x="37555" y="49162"/>
                  </a:lnTo>
                  <a:lnTo>
                    <a:pt x="25596" y="53185"/>
                  </a:lnTo>
                  <a:lnTo>
                    <a:pt x="12005" y="29680"/>
                  </a:lnTo>
                  <a:lnTo>
                    <a:pt x="0" y="89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22811" y="3397459"/>
              <a:ext cx="78291" cy="55465"/>
            </a:xfrm>
            <a:custGeom>
              <a:avLst/>
              <a:pathLst>
                <a:path w="78291" h="55465">
                  <a:moveTo>
                    <a:pt x="21312" y="9013"/>
                  </a:moveTo>
                  <a:lnTo>
                    <a:pt x="43601" y="2640"/>
                  </a:lnTo>
                  <a:lnTo>
                    <a:pt x="54061" y="0"/>
                  </a:lnTo>
                  <a:lnTo>
                    <a:pt x="57161" y="4754"/>
                  </a:lnTo>
                  <a:lnTo>
                    <a:pt x="59551" y="8418"/>
                  </a:lnTo>
                  <a:lnTo>
                    <a:pt x="63719" y="14809"/>
                  </a:lnTo>
                  <a:lnTo>
                    <a:pt x="67616" y="20785"/>
                  </a:lnTo>
                  <a:lnTo>
                    <a:pt x="71293" y="26423"/>
                  </a:lnTo>
                  <a:lnTo>
                    <a:pt x="74784" y="31775"/>
                  </a:lnTo>
                  <a:lnTo>
                    <a:pt x="78291" y="37153"/>
                  </a:lnTo>
                  <a:lnTo>
                    <a:pt x="61440" y="40380"/>
                  </a:lnTo>
                  <a:lnTo>
                    <a:pt x="44431" y="42895"/>
                  </a:lnTo>
                  <a:lnTo>
                    <a:pt x="40624" y="43458"/>
                  </a:lnTo>
                  <a:lnTo>
                    <a:pt x="17579" y="55465"/>
                  </a:lnTo>
                  <a:lnTo>
                    <a:pt x="15247" y="50111"/>
                  </a:lnTo>
                  <a:lnTo>
                    <a:pt x="12457" y="43707"/>
                  </a:lnTo>
                  <a:lnTo>
                    <a:pt x="9878" y="37786"/>
                  </a:lnTo>
                  <a:lnTo>
                    <a:pt x="5711" y="28220"/>
                  </a:lnTo>
                  <a:lnTo>
                    <a:pt x="0" y="15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07746" y="3341391"/>
              <a:ext cx="67364" cy="64355"/>
            </a:xfrm>
            <a:custGeom>
              <a:avLst/>
              <a:pathLst>
                <a:path w="67364" h="64355">
                  <a:moveTo>
                    <a:pt x="3926" y="10435"/>
                  </a:moveTo>
                  <a:lnTo>
                    <a:pt x="7407" y="8949"/>
                  </a:lnTo>
                  <a:lnTo>
                    <a:pt x="10859" y="7476"/>
                  </a:lnTo>
                  <a:lnTo>
                    <a:pt x="13805" y="6218"/>
                  </a:lnTo>
                  <a:lnTo>
                    <a:pt x="17014" y="4849"/>
                  </a:lnTo>
                  <a:lnTo>
                    <a:pt x="19838" y="3643"/>
                  </a:lnTo>
                  <a:lnTo>
                    <a:pt x="23731" y="1982"/>
                  </a:lnTo>
                  <a:lnTo>
                    <a:pt x="28375" y="0"/>
                  </a:lnTo>
                  <a:lnTo>
                    <a:pt x="29303" y="11"/>
                  </a:lnTo>
                  <a:lnTo>
                    <a:pt x="34724" y="76"/>
                  </a:lnTo>
                  <a:lnTo>
                    <a:pt x="43439" y="181"/>
                  </a:lnTo>
                  <a:lnTo>
                    <a:pt x="45992" y="6913"/>
                  </a:lnTo>
                  <a:lnTo>
                    <a:pt x="49921" y="17275"/>
                  </a:lnTo>
                  <a:lnTo>
                    <a:pt x="52165" y="23192"/>
                  </a:lnTo>
                  <a:lnTo>
                    <a:pt x="53835" y="26360"/>
                  </a:lnTo>
                  <a:lnTo>
                    <a:pt x="60971" y="39892"/>
                  </a:lnTo>
                  <a:lnTo>
                    <a:pt x="67364" y="52014"/>
                  </a:lnTo>
                  <a:lnTo>
                    <a:pt x="48706" y="57097"/>
                  </a:lnTo>
                  <a:lnTo>
                    <a:pt x="22067" y="64355"/>
                  </a:lnTo>
                  <a:lnTo>
                    <a:pt x="17183" y="56679"/>
                  </a:lnTo>
                  <a:lnTo>
                    <a:pt x="11679" y="48030"/>
                  </a:lnTo>
                  <a:lnTo>
                    <a:pt x="10100" y="45547"/>
                  </a:lnTo>
                  <a:lnTo>
                    <a:pt x="7048" y="35444"/>
                  </a:lnTo>
                  <a:lnTo>
                    <a:pt x="0" y="121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54729" y="3727082"/>
              <a:ext cx="62461" cy="68811"/>
            </a:xfrm>
            <a:custGeom>
              <a:avLst/>
              <a:pathLst>
                <a:path w="62461" h="68811">
                  <a:moveTo>
                    <a:pt x="59008" y="35727"/>
                  </a:moveTo>
                  <a:lnTo>
                    <a:pt x="54897" y="50308"/>
                  </a:lnTo>
                  <a:lnTo>
                    <a:pt x="49681" y="68811"/>
                  </a:lnTo>
                  <a:lnTo>
                    <a:pt x="42801" y="66602"/>
                  </a:lnTo>
                  <a:lnTo>
                    <a:pt x="0" y="52857"/>
                  </a:lnTo>
                  <a:lnTo>
                    <a:pt x="5817" y="24559"/>
                  </a:lnTo>
                  <a:lnTo>
                    <a:pt x="8673" y="10666"/>
                  </a:lnTo>
                  <a:lnTo>
                    <a:pt x="10865" y="0"/>
                  </a:lnTo>
                  <a:lnTo>
                    <a:pt x="18931" y="3894"/>
                  </a:lnTo>
                  <a:lnTo>
                    <a:pt x="25622" y="7125"/>
                  </a:lnTo>
                  <a:lnTo>
                    <a:pt x="26282" y="7444"/>
                  </a:lnTo>
                  <a:lnTo>
                    <a:pt x="40307" y="13659"/>
                  </a:lnTo>
                  <a:lnTo>
                    <a:pt x="52252" y="18952"/>
                  </a:lnTo>
                  <a:lnTo>
                    <a:pt x="62461" y="23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104610" y="3704988"/>
              <a:ext cx="54666" cy="62714"/>
            </a:xfrm>
            <a:custGeom>
              <a:avLst/>
              <a:pathLst>
                <a:path w="54666" h="62714">
                  <a:moveTo>
                    <a:pt x="52674" y="27439"/>
                  </a:moveTo>
                  <a:lnTo>
                    <a:pt x="44461" y="62714"/>
                  </a:lnTo>
                  <a:lnTo>
                    <a:pt x="28505" y="59676"/>
                  </a:lnTo>
                  <a:lnTo>
                    <a:pt x="0" y="54249"/>
                  </a:lnTo>
                  <a:lnTo>
                    <a:pt x="2333" y="40067"/>
                  </a:lnTo>
                  <a:lnTo>
                    <a:pt x="4395" y="27542"/>
                  </a:lnTo>
                  <a:lnTo>
                    <a:pt x="6540" y="14510"/>
                  </a:lnTo>
                  <a:lnTo>
                    <a:pt x="8928" y="0"/>
                  </a:lnTo>
                  <a:lnTo>
                    <a:pt x="16315" y="3050"/>
                  </a:lnTo>
                  <a:lnTo>
                    <a:pt x="20791" y="4898"/>
                  </a:lnTo>
                  <a:lnTo>
                    <a:pt x="28534" y="8095"/>
                  </a:lnTo>
                  <a:lnTo>
                    <a:pt x="34642" y="10617"/>
                  </a:lnTo>
                  <a:lnTo>
                    <a:pt x="41584" y="13483"/>
                  </a:lnTo>
                  <a:lnTo>
                    <a:pt x="47843" y="16067"/>
                  </a:lnTo>
                  <a:lnTo>
                    <a:pt x="54666" y="18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39438" y="3676185"/>
              <a:ext cx="69562" cy="96223"/>
            </a:xfrm>
            <a:custGeom>
              <a:avLst/>
              <a:pathLst>
                <a:path w="69562" h="96223">
                  <a:moveTo>
                    <a:pt x="67295" y="27038"/>
                  </a:moveTo>
                  <a:lnTo>
                    <a:pt x="65324" y="37128"/>
                  </a:lnTo>
                  <a:lnTo>
                    <a:pt x="63142" y="48301"/>
                  </a:lnTo>
                  <a:lnTo>
                    <a:pt x="59157" y="68698"/>
                  </a:lnTo>
                  <a:lnTo>
                    <a:pt x="56822" y="80650"/>
                  </a:lnTo>
                  <a:lnTo>
                    <a:pt x="53780" y="96223"/>
                  </a:lnTo>
                  <a:lnTo>
                    <a:pt x="19702" y="93102"/>
                  </a:lnTo>
                  <a:lnTo>
                    <a:pt x="0" y="91298"/>
                  </a:lnTo>
                  <a:lnTo>
                    <a:pt x="2905" y="72393"/>
                  </a:lnTo>
                  <a:lnTo>
                    <a:pt x="4667" y="60931"/>
                  </a:lnTo>
                  <a:lnTo>
                    <a:pt x="6100" y="51611"/>
                  </a:lnTo>
                  <a:lnTo>
                    <a:pt x="7407" y="43110"/>
                  </a:lnTo>
                  <a:lnTo>
                    <a:pt x="9294" y="30829"/>
                  </a:lnTo>
                  <a:lnTo>
                    <a:pt x="11265" y="18006"/>
                  </a:lnTo>
                  <a:lnTo>
                    <a:pt x="14033" y="0"/>
                  </a:lnTo>
                  <a:lnTo>
                    <a:pt x="20326" y="1749"/>
                  </a:lnTo>
                  <a:lnTo>
                    <a:pt x="26752" y="3535"/>
                  </a:lnTo>
                  <a:lnTo>
                    <a:pt x="36379" y="6210"/>
                  </a:lnTo>
                  <a:lnTo>
                    <a:pt x="43612" y="8220"/>
                  </a:lnTo>
                  <a:lnTo>
                    <a:pt x="54089" y="11132"/>
                  </a:lnTo>
                  <a:lnTo>
                    <a:pt x="62945" y="13594"/>
                  </a:lnTo>
                  <a:lnTo>
                    <a:pt x="69562" y="15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89672" y="3656026"/>
              <a:ext cx="58417" cy="106731"/>
            </a:xfrm>
            <a:custGeom>
              <a:avLst/>
              <a:pathLst>
                <a:path w="58417" h="106731">
                  <a:moveTo>
                    <a:pt x="39228" y="7121"/>
                  </a:moveTo>
                  <a:lnTo>
                    <a:pt x="58417" y="12969"/>
                  </a:lnTo>
                  <a:lnTo>
                    <a:pt x="56347" y="27657"/>
                  </a:lnTo>
                  <a:lnTo>
                    <a:pt x="55032" y="36986"/>
                  </a:lnTo>
                  <a:lnTo>
                    <a:pt x="53699" y="46441"/>
                  </a:lnTo>
                  <a:lnTo>
                    <a:pt x="52068" y="58007"/>
                  </a:lnTo>
                  <a:lnTo>
                    <a:pt x="50402" y="69830"/>
                  </a:lnTo>
                  <a:lnTo>
                    <a:pt x="48531" y="83099"/>
                  </a:lnTo>
                  <a:lnTo>
                    <a:pt x="46901" y="94667"/>
                  </a:lnTo>
                  <a:lnTo>
                    <a:pt x="45853" y="102103"/>
                  </a:lnTo>
                  <a:lnTo>
                    <a:pt x="45200" y="106731"/>
                  </a:lnTo>
                  <a:lnTo>
                    <a:pt x="38983" y="106680"/>
                  </a:lnTo>
                  <a:lnTo>
                    <a:pt x="31932" y="105076"/>
                  </a:lnTo>
                  <a:lnTo>
                    <a:pt x="0" y="97814"/>
                  </a:lnTo>
                  <a:lnTo>
                    <a:pt x="1752" y="87004"/>
                  </a:lnTo>
                  <a:lnTo>
                    <a:pt x="4156" y="72178"/>
                  </a:lnTo>
                  <a:lnTo>
                    <a:pt x="6389" y="58409"/>
                  </a:lnTo>
                  <a:lnTo>
                    <a:pt x="8283" y="46724"/>
                  </a:lnTo>
                  <a:lnTo>
                    <a:pt x="9438" y="39602"/>
                  </a:lnTo>
                  <a:lnTo>
                    <a:pt x="10658" y="32080"/>
                  </a:lnTo>
                  <a:lnTo>
                    <a:pt x="12210" y="22510"/>
                  </a:lnTo>
                  <a:lnTo>
                    <a:pt x="13938" y="11846"/>
                  </a:lnTo>
                  <a:lnTo>
                    <a:pt x="1585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34534" y="3633599"/>
              <a:ext cx="69940" cy="112781"/>
            </a:xfrm>
            <a:custGeom>
              <a:avLst/>
              <a:pathLst>
                <a:path w="69940" h="112781">
                  <a:moveTo>
                    <a:pt x="58629" y="68419"/>
                  </a:moveTo>
                  <a:lnTo>
                    <a:pt x="55472" y="82629"/>
                  </a:lnTo>
                  <a:lnTo>
                    <a:pt x="53042" y="93569"/>
                  </a:lnTo>
                  <a:lnTo>
                    <a:pt x="50529" y="104878"/>
                  </a:lnTo>
                  <a:lnTo>
                    <a:pt x="48773" y="112781"/>
                  </a:lnTo>
                  <a:lnTo>
                    <a:pt x="16295" y="98274"/>
                  </a:lnTo>
                  <a:lnTo>
                    <a:pt x="0" y="90995"/>
                  </a:lnTo>
                  <a:lnTo>
                    <a:pt x="3493" y="78674"/>
                  </a:lnTo>
                  <a:lnTo>
                    <a:pt x="8083" y="62482"/>
                  </a:lnTo>
                  <a:lnTo>
                    <a:pt x="11092" y="51869"/>
                  </a:lnTo>
                  <a:lnTo>
                    <a:pt x="14616" y="39436"/>
                  </a:lnTo>
                  <a:lnTo>
                    <a:pt x="25796" y="0"/>
                  </a:lnTo>
                  <a:lnTo>
                    <a:pt x="49788" y="8664"/>
                  </a:lnTo>
                  <a:lnTo>
                    <a:pt x="69940" y="15942"/>
                  </a:lnTo>
                  <a:lnTo>
                    <a:pt x="65815" y="36076"/>
                  </a:lnTo>
                  <a:lnTo>
                    <a:pt x="61148" y="57081"/>
                  </a:lnTo>
                  <a:lnTo>
                    <a:pt x="60105" y="6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29754" y="3624468"/>
              <a:ext cx="69846" cy="70099"/>
            </a:xfrm>
            <a:custGeom>
              <a:avLst/>
              <a:pathLst>
                <a:path w="69846" h="70099">
                  <a:moveTo>
                    <a:pt x="66780" y="21713"/>
                  </a:moveTo>
                  <a:lnTo>
                    <a:pt x="63683" y="29634"/>
                  </a:lnTo>
                  <a:lnTo>
                    <a:pt x="60100" y="38797"/>
                  </a:lnTo>
                  <a:lnTo>
                    <a:pt x="54453" y="53241"/>
                  </a:lnTo>
                  <a:lnTo>
                    <a:pt x="50931" y="62248"/>
                  </a:lnTo>
                  <a:lnTo>
                    <a:pt x="47862" y="70099"/>
                  </a:lnTo>
                  <a:lnTo>
                    <a:pt x="31952" y="65163"/>
                  </a:lnTo>
                  <a:lnTo>
                    <a:pt x="0" y="55251"/>
                  </a:lnTo>
                  <a:lnTo>
                    <a:pt x="2450" y="47958"/>
                  </a:lnTo>
                  <a:lnTo>
                    <a:pt x="5487" y="38921"/>
                  </a:lnTo>
                  <a:lnTo>
                    <a:pt x="9065" y="28273"/>
                  </a:lnTo>
                  <a:lnTo>
                    <a:pt x="12369" y="18442"/>
                  </a:lnTo>
                  <a:lnTo>
                    <a:pt x="14720" y="11444"/>
                  </a:lnTo>
                  <a:lnTo>
                    <a:pt x="18566" y="0"/>
                  </a:lnTo>
                  <a:lnTo>
                    <a:pt x="40929" y="6048"/>
                  </a:lnTo>
                  <a:lnTo>
                    <a:pt x="69846" y="13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801565" y="3618622"/>
              <a:ext cx="39600" cy="54708"/>
            </a:xfrm>
            <a:custGeom>
              <a:avLst/>
              <a:pathLst>
                <a:path w="39600" h="54708">
                  <a:moveTo>
                    <a:pt x="36545" y="12411"/>
                  </a:moveTo>
                  <a:lnTo>
                    <a:pt x="32835" y="23463"/>
                  </a:lnTo>
                  <a:lnTo>
                    <a:pt x="29580" y="33161"/>
                  </a:lnTo>
                  <a:lnTo>
                    <a:pt x="22348" y="54708"/>
                  </a:lnTo>
                  <a:lnTo>
                    <a:pt x="13860" y="51790"/>
                  </a:lnTo>
                  <a:lnTo>
                    <a:pt x="0" y="47026"/>
                  </a:lnTo>
                  <a:lnTo>
                    <a:pt x="11862" y="21543"/>
                  </a:lnTo>
                  <a:lnTo>
                    <a:pt x="21891" y="0"/>
                  </a:lnTo>
                  <a:lnTo>
                    <a:pt x="28824" y="1294"/>
                  </a:lnTo>
                  <a:lnTo>
                    <a:pt x="39600" y="33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85474" y="3598574"/>
              <a:ext cx="69680" cy="126771"/>
            </a:xfrm>
            <a:custGeom>
              <a:avLst/>
              <a:pathLst>
                <a:path w="69680" h="126771">
                  <a:moveTo>
                    <a:pt x="2487" y="100012"/>
                  </a:moveTo>
                  <a:lnTo>
                    <a:pt x="5509" y="89476"/>
                  </a:lnTo>
                  <a:lnTo>
                    <a:pt x="7599" y="82187"/>
                  </a:lnTo>
                  <a:lnTo>
                    <a:pt x="10797" y="71040"/>
                  </a:lnTo>
                  <a:lnTo>
                    <a:pt x="13658" y="61066"/>
                  </a:lnTo>
                  <a:lnTo>
                    <a:pt x="16606" y="50787"/>
                  </a:lnTo>
                  <a:lnTo>
                    <a:pt x="19065" y="42214"/>
                  </a:lnTo>
                  <a:lnTo>
                    <a:pt x="19677" y="40080"/>
                  </a:lnTo>
                  <a:lnTo>
                    <a:pt x="21640" y="32791"/>
                  </a:lnTo>
                  <a:lnTo>
                    <a:pt x="24425" y="22450"/>
                  </a:lnTo>
                  <a:lnTo>
                    <a:pt x="27087" y="12564"/>
                  </a:lnTo>
                  <a:lnTo>
                    <a:pt x="30470" y="0"/>
                  </a:lnTo>
                  <a:lnTo>
                    <a:pt x="56975" y="20548"/>
                  </a:lnTo>
                  <a:lnTo>
                    <a:pt x="69680" y="30398"/>
                  </a:lnTo>
                  <a:lnTo>
                    <a:pt x="66691" y="40811"/>
                  </a:lnTo>
                  <a:lnTo>
                    <a:pt x="64193" y="49516"/>
                  </a:lnTo>
                  <a:lnTo>
                    <a:pt x="63949" y="50364"/>
                  </a:lnTo>
                  <a:lnTo>
                    <a:pt x="60990" y="60143"/>
                  </a:lnTo>
                  <a:lnTo>
                    <a:pt x="58501" y="68367"/>
                  </a:lnTo>
                  <a:lnTo>
                    <a:pt x="54379" y="81983"/>
                  </a:lnTo>
                  <a:lnTo>
                    <a:pt x="50607" y="94445"/>
                  </a:lnTo>
                  <a:lnTo>
                    <a:pt x="46400" y="108345"/>
                  </a:lnTo>
                  <a:lnTo>
                    <a:pt x="40823" y="126771"/>
                  </a:lnTo>
                  <a:lnTo>
                    <a:pt x="31217" y="122515"/>
                  </a:lnTo>
                  <a:lnTo>
                    <a:pt x="0" y="108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54482" y="3593286"/>
              <a:ext cx="57976" cy="53924"/>
            </a:xfrm>
            <a:custGeom>
              <a:avLst/>
              <a:pathLst>
                <a:path w="57976" h="53924">
                  <a:moveTo>
                    <a:pt x="16425" y="0"/>
                  </a:moveTo>
                  <a:lnTo>
                    <a:pt x="32444" y="11132"/>
                  </a:lnTo>
                  <a:lnTo>
                    <a:pt x="34619" y="12644"/>
                  </a:lnTo>
                  <a:lnTo>
                    <a:pt x="57976" y="30146"/>
                  </a:lnTo>
                  <a:lnTo>
                    <a:pt x="53888" y="35663"/>
                  </a:lnTo>
                  <a:lnTo>
                    <a:pt x="47012" y="44941"/>
                  </a:lnTo>
                  <a:lnTo>
                    <a:pt x="40354" y="53924"/>
                  </a:lnTo>
                  <a:lnTo>
                    <a:pt x="30623" y="46744"/>
                  </a:lnTo>
                  <a:lnTo>
                    <a:pt x="23862" y="41755"/>
                  </a:lnTo>
                  <a:lnTo>
                    <a:pt x="15578" y="35643"/>
                  </a:lnTo>
                  <a:lnTo>
                    <a:pt x="8531" y="29571"/>
                  </a:lnTo>
                  <a:lnTo>
                    <a:pt x="0" y="22220"/>
                  </a:lnTo>
                  <a:lnTo>
                    <a:pt x="1724" y="19782"/>
                  </a:lnTo>
                  <a:lnTo>
                    <a:pt x="3451" y="17340"/>
                  </a:lnTo>
                  <a:lnTo>
                    <a:pt x="9154" y="9278"/>
                  </a:lnTo>
                  <a:lnTo>
                    <a:pt x="13000" y="38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61605" y="3586723"/>
              <a:ext cx="73135" cy="92934"/>
            </a:xfrm>
            <a:custGeom>
              <a:avLst/>
              <a:pathLst>
                <a:path w="73135" h="92934">
                  <a:moveTo>
                    <a:pt x="0" y="73839"/>
                  </a:moveTo>
                  <a:lnTo>
                    <a:pt x="2636" y="63987"/>
                  </a:lnTo>
                  <a:lnTo>
                    <a:pt x="4998" y="55162"/>
                  </a:lnTo>
                  <a:lnTo>
                    <a:pt x="7561" y="45586"/>
                  </a:lnTo>
                  <a:lnTo>
                    <a:pt x="10302" y="35345"/>
                  </a:lnTo>
                  <a:lnTo>
                    <a:pt x="13244" y="24350"/>
                  </a:lnTo>
                  <a:lnTo>
                    <a:pt x="15398" y="16304"/>
                  </a:lnTo>
                  <a:lnTo>
                    <a:pt x="17570" y="8190"/>
                  </a:lnTo>
                  <a:lnTo>
                    <a:pt x="19762" y="0"/>
                  </a:lnTo>
                  <a:lnTo>
                    <a:pt x="50428" y="4277"/>
                  </a:lnTo>
                  <a:lnTo>
                    <a:pt x="73135" y="7444"/>
                  </a:lnTo>
                  <a:lnTo>
                    <a:pt x="72046" y="15887"/>
                  </a:lnTo>
                  <a:lnTo>
                    <a:pt x="70751" y="25924"/>
                  </a:lnTo>
                  <a:lnTo>
                    <a:pt x="69891" y="32592"/>
                  </a:lnTo>
                  <a:lnTo>
                    <a:pt x="69347" y="34162"/>
                  </a:lnTo>
                  <a:lnTo>
                    <a:pt x="65877" y="44181"/>
                  </a:lnTo>
                  <a:lnTo>
                    <a:pt x="62862" y="52885"/>
                  </a:lnTo>
                  <a:lnTo>
                    <a:pt x="58473" y="65555"/>
                  </a:lnTo>
                  <a:lnTo>
                    <a:pt x="53734" y="79235"/>
                  </a:lnTo>
                  <a:lnTo>
                    <a:pt x="51537" y="85578"/>
                  </a:lnTo>
                  <a:lnTo>
                    <a:pt x="50283" y="89197"/>
                  </a:lnTo>
                  <a:lnTo>
                    <a:pt x="48989" y="92934"/>
                  </a:lnTo>
                  <a:lnTo>
                    <a:pt x="31258" y="86676"/>
                  </a:lnTo>
                  <a:lnTo>
                    <a:pt x="23527" y="83948"/>
                  </a:lnTo>
                  <a:lnTo>
                    <a:pt x="21738" y="83179"/>
                  </a:lnTo>
                  <a:lnTo>
                    <a:pt x="13973" y="79843"/>
                  </a:lnTo>
                  <a:lnTo>
                    <a:pt x="10879" y="785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47142" y="3579164"/>
              <a:ext cx="61446" cy="53062"/>
            </a:xfrm>
            <a:custGeom>
              <a:avLst/>
              <a:pathLst>
                <a:path w="61446" h="53062">
                  <a:moveTo>
                    <a:pt x="5259" y="27653"/>
                  </a:moveTo>
                  <a:lnTo>
                    <a:pt x="9102" y="20417"/>
                  </a:lnTo>
                  <a:lnTo>
                    <a:pt x="15443" y="15420"/>
                  </a:lnTo>
                  <a:lnTo>
                    <a:pt x="24883" y="7981"/>
                  </a:lnTo>
                  <a:lnTo>
                    <a:pt x="31260" y="2956"/>
                  </a:lnTo>
                  <a:lnTo>
                    <a:pt x="35012" y="0"/>
                  </a:lnTo>
                  <a:lnTo>
                    <a:pt x="44909" y="7789"/>
                  </a:lnTo>
                  <a:lnTo>
                    <a:pt x="61446" y="20805"/>
                  </a:lnTo>
                  <a:lnTo>
                    <a:pt x="59308" y="25359"/>
                  </a:lnTo>
                  <a:lnTo>
                    <a:pt x="58119" y="27892"/>
                  </a:lnTo>
                  <a:lnTo>
                    <a:pt x="54934" y="34678"/>
                  </a:lnTo>
                  <a:lnTo>
                    <a:pt x="54140" y="36368"/>
                  </a:lnTo>
                  <a:lnTo>
                    <a:pt x="50216" y="43909"/>
                  </a:lnTo>
                  <a:lnTo>
                    <a:pt x="45454" y="53062"/>
                  </a:lnTo>
                  <a:lnTo>
                    <a:pt x="30336" y="50721"/>
                  </a:lnTo>
                  <a:lnTo>
                    <a:pt x="20121" y="47627"/>
                  </a:lnTo>
                  <a:lnTo>
                    <a:pt x="6744" y="43574"/>
                  </a:lnTo>
                  <a:lnTo>
                    <a:pt x="0" y="375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4002792" y="3572240"/>
              <a:ext cx="73615" cy="85080"/>
            </a:xfrm>
            <a:custGeom>
              <a:avLst/>
              <a:pathLst>
                <a:path w="73615" h="85080">
                  <a:moveTo>
                    <a:pt x="1570" y="56353"/>
                  </a:moveTo>
                  <a:lnTo>
                    <a:pt x="3031" y="48150"/>
                  </a:lnTo>
                  <a:lnTo>
                    <a:pt x="4483" y="39995"/>
                  </a:lnTo>
                  <a:lnTo>
                    <a:pt x="6049" y="31197"/>
                  </a:lnTo>
                  <a:lnTo>
                    <a:pt x="7484" y="23137"/>
                  </a:lnTo>
                  <a:lnTo>
                    <a:pt x="8928" y="15029"/>
                  </a:lnTo>
                  <a:lnTo>
                    <a:pt x="10486" y="6278"/>
                  </a:lnTo>
                  <a:lnTo>
                    <a:pt x="11604" y="0"/>
                  </a:lnTo>
                  <a:lnTo>
                    <a:pt x="42026" y="4541"/>
                  </a:lnTo>
                  <a:lnTo>
                    <a:pt x="53652" y="6277"/>
                  </a:lnTo>
                  <a:lnTo>
                    <a:pt x="73615" y="9783"/>
                  </a:lnTo>
                  <a:lnTo>
                    <a:pt x="70576" y="18678"/>
                  </a:lnTo>
                  <a:lnTo>
                    <a:pt x="67487" y="27719"/>
                  </a:lnTo>
                  <a:lnTo>
                    <a:pt x="64639" y="36052"/>
                  </a:lnTo>
                  <a:lnTo>
                    <a:pt x="60818" y="47234"/>
                  </a:lnTo>
                  <a:lnTo>
                    <a:pt x="57980" y="55541"/>
                  </a:lnTo>
                  <a:lnTo>
                    <a:pt x="53438" y="68832"/>
                  </a:lnTo>
                  <a:lnTo>
                    <a:pt x="47887" y="85080"/>
                  </a:lnTo>
                  <a:lnTo>
                    <a:pt x="42449" y="81381"/>
                  </a:lnTo>
                  <a:lnTo>
                    <a:pt x="28284" y="75973"/>
                  </a:lnTo>
                  <a:lnTo>
                    <a:pt x="0" y="65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44775" y="3557885"/>
              <a:ext cx="62853" cy="81119"/>
            </a:xfrm>
            <a:custGeom>
              <a:avLst/>
              <a:pathLst>
                <a:path w="62853" h="81119">
                  <a:moveTo>
                    <a:pt x="2395" y="45434"/>
                  </a:moveTo>
                  <a:lnTo>
                    <a:pt x="4933" y="36752"/>
                  </a:lnTo>
                  <a:lnTo>
                    <a:pt x="8775" y="23611"/>
                  </a:lnTo>
                  <a:lnTo>
                    <a:pt x="11893" y="12948"/>
                  </a:lnTo>
                  <a:lnTo>
                    <a:pt x="15678" y="0"/>
                  </a:lnTo>
                  <a:lnTo>
                    <a:pt x="30895" y="5722"/>
                  </a:lnTo>
                  <a:lnTo>
                    <a:pt x="55813" y="15092"/>
                  </a:lnTo>
                  <a:lnTo>
                    <a:pt x="62853" y="17686"/>
                  </a:lnTo>
                  <a:lnTo>
                    <a:pt x="60464" y="27802"/>
                  </a:lnTo>
                  <a:lnTo>
                    <a:pt x="58447" y="36342"/>
                  </a:lnTo>
                  <a:lnTo>
                    <a:pt x="55861" y="47295"/>
                  </a:lnTo>
                  <a:lnTo>
                    <a:pt x="53135" y="58838"/>
                  </a:lnTo>
                  <a:lnTo>
                    <a:pt x="50927" y="68188"/>
                  </a:lnTo>
                  <a:lnTo>
                    <a:pt x="47873" y="81119"/>
                  </a:lnTo>
                  <a:lnTo>
                    <a:pt x="23067" y="66873"/>
                  </a:lnTo>
                  <a:lnTo>
                    <a:pt x="0" y="53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71187" y="3551457"/>
              <a:ext cx="108258" cy="71874"/>
            </a:xfrm>
            <a:custGeom>
              <a:avLst/>
              <a:pathLst>
                <a:path w="108258" h="71874">
                  <a:moveTo>
                    <a:pt x="6810" y="31250"/>
                  </a:moveTo>
                  <a:lnTo>
                    <a:pt x="19901" y="13600"/>
                  </a:lnTo>
                  <a:lnTo>
                    <a:pt x="24326" y="17349"/>
                  </a:lnTo>
                  <a:lnTo>
                    <a:pt x="28286" y="20704"/>
                  </a:lnTo>
                  <a:lnTo>
                    <a:pt x="36874" y="10053"/>
                  </a:lnTo>
                  <a:lnTo>
                    <a:pt x="39279" y="7070"/>
                  </a:lnTo>
                  <a:lnTo>
                    <a:pt x="58035" y="20805"/>
                  </a:lnTo>
                  <a:lnTo>
                    <a:pt x="61880" y="16715"/>
                  </a:lnTo>
                  <a:lnTo>
                    <a:pt x="69373" y="8746"/>
                  </a:lnTo>
                  <a:lnTo>
                    <a:pt x="71363" y="6629"/>
                  </a:lnTo>
                  <a:lnTo>
                    <a:pt x="77595" y="0"/>
                  </a:lnTo>
                  <a:lnTo>
                    <a:pt x="85279" y="5687"/>
                  </a:lnTo>
                  <a:lnTo>
                    <a:pt x="97447" y="14694"/>
                  </a:lnTo>
                  <a:lnTo>
                    <a:pt x="108258" y="22697"/>
                  </a:lnTo>
                  <a:lnTo>
                    <a:pt x="94469" y="33350"/>
                  </a:lnTo>
                  <a:lnTo>
                    <a:pt x="85525" y="40260"/>
                  </a:lnTo>
                  <a:lnTo>
                    <a:pt x="78388" y="34316"/>
                  </a:lnTo>
                  <a:lnTo>
                    <a:pt x="73892" y="39230"/>
                  </a:lnTo>
                  <a:lnTo>
                    <a:pt x="63957" y="50089"/>
                  </a:lnTo>
                  <a:lnTo>
                    <a:pt x="54654" y="60256"/>
                  </a:lnTo>
                  <a:lnTo>
                    <a:pt x="44025" y="71874"/>
                  </a:lnTo>
                  <a:lnTo>
                    <a:pt x="33652" y="63487"/>
                  </a:lnTo>
                  <a:lnTo>
                    <a:pt x="23462" y="56506"/>
                  </a:lnTo>
                  <a:lnTo>
                    <a:pt x="0" y="40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88554" y="3532520"/>
              <a:ext cx="66971" cy="68519"/>
            </a:xfrm>
            <a:custGeom>
              <a:avLst/>
              <a:pathLst>
                <a:path w="66971" h="68519">
                  <a:moveTo>
                    <a:pt x="38616" y="68519"/>
                  </a:moveTo>
                  <a:lnTo>
                    <a:pt x="25024" y="56570"/>
                  </a:lnTo>
                  <a:lnTo>
                    <a:pt x="0" y="34569"/>
                  </a:lnTo>
                  <a:lnTo>
                    <a:pt x="4190" y="29141"/>
                  </a:lnTo>
                  <a:lnTo>
                    <a:pt x="9651" y="22067"/>
                  </a:lnTo>
                  <a:lnTo>
                    <a:pt x="14098" y="16307"/>
                  </a:lnTo>
                  <a:lnTo>
                    <a:pt x="20253" y="8333"/>
                  </a:lnTo>
                  <a:lnTo>
                    <a:pt x="26687" y="0"/>
                  </a:lnTo>
                  <a:lnTo>
                    <a:pt x="53260" y="17746"/>
                  </a:lnTo>
                  <a:lnTo>
                    <a:pt x="66971" y="26903"/>
                  </a:lnTo>
                  <a:lnTo>
                    <a:pt x="62255" y="36647"/>
                  </a:lnTo>
                  <a:lnTo>
                    <a:pt x="58589" y="44225"/>
                  </a:lnTo>
                  <a:lnTo>
                    <a:pt x="54253" y="53185"/>
                  </a:lnTo>
                  <a:lnTo>
                    <a:pt x="48899" y="64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79069" y="3439559"/>
              <a:ext cx="83535" cy="75878"/>
            </a:xfrm>
            <a:custGeom>
              <a:avLst/>
              <a:pathLst>
                <a:path w="83535" h="75878">
                  <a:moveTo>
                    <a:pt x="8245" y="40886"/>
                  </a:moveTo>
                  <a:lnTo>
                    <a:pt x="12345" y="35767"/>
                  </a:lnTo>
                  <a:lnTo>
                    <a:pt x="16198" y="30956"/>
                  </a:lnTo>
                  <a:lnTo>
                    <a:pt x="20710" y="25323"/>
                  </a:lnTo>
                  <a:lnTo>
                    <a:pt x="25635" y="19174"/>
                  </a:lnTo>
                  <a:lnTo>
                    <a:pt x="31762" y="11524"/>
                  </a:lnTo>
                  <a:lnTo>
                    <a:pt x="40992" y="0"/>
                  </a:lnTo>
                  <a:lnTo>
                    <a:pt x="61945" y="15869"/>
                  </a:lnTo>
                  <a:lnTo>
                    <a:pt x="62583" y="16389"/>
                  </a:lnTo>
                  <a:lnTo>
                    <a:pt x="69608" y="22111"/>
                  </a:lnTo>
                  <a:lnTo>
                    <a:pt x="83535" y="33455"/>
                  </a:lnTo>
                  <a:lnTo>
                    <a:pt x="77601" y="39083"/>
                  </a:lnTo>
                  <a:lnTo>
                    <a:pt x="68979" y="47259"/>
                  </a:lnTo>
                  <a:lnTo>
                    <a:pt x="61686" y="54175"/>
                  </a:lnTo>
                  <a:lnTo>
                    <a:pt x="50479" y="64804"/>
                  </a:lnTo>
                  <a:lnTo>
                    <a:pt x="42282" y="72576"/>
                  </a:lnTo>
                  <a:lnTo>
                    <a:pt x="39392" y="75878"/>
                  </a:lnTo>
                  <a:lnTo>
                    <a:pt x="25992" y="67477"/>
                  </a:lnTo>
                  <a:lnTo>
                    <a:pt x="0" y="511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96780" y="3403122"/>
              <a:ext cx="117039" cy="117449"/>
            </a:xfrm>
            <a:custGeom>
              <a:avLst/>
              <a:pathLst>
                <a:path w="117039" h="117449">
                  <a:moveTo>
                    <a:pt x="5673" y="75666"/>
                  </a:moveTo>
                  <a:lnTo>
                    <a:pt x="11861" y="69387"/>
                  </a:lnTo>
                  <a:lnTo>
                    <a:pt x="16018" y="65169"/>
                  </a:lnTo>
                  <a:lnTo>
                    <a:pt x="20440" y="60683"/>
                  </a:lnTo>
                  <a:lnTo>
                    <a:pt x="26099" y="54941"/>
                  </a:lnTo>
                  <a:lnTo>
                    <a:pt x="31051" y="49918"/>
                  </a:lnTo>
                  <a:lnTo>
                    <a:pt x="37159" y="43720"/>
                  </a:lnTo>
                  <a:lnTo>
                    <a:pt x="44494" y="36278"/>
                  </a:lnTo>
                  <a:lnTo>
                    <a:pt x="49181" y="31523"/>
                  </a:lnTo>
                  <a:lnTo>
                    <a:pt x="53604" y="27035"/>
                  </a:lnTo>
                  <a:lnTo>
                    <a:pt x="54142" y="26490"/>
                  </a:lnTo>
                  <a:lnTo>
                    <a:pt x="60788" y="18850"/>
                  </a:lnTo>
                  <a:lnTo>
                    <a:pt x="77185" y="0"/>
                  </a:lnTo>
                  <a:lnTo>
                    <a:pt x="96942" y="19829"/>
                  </a:lnTo>
                  <a:lnTo>
                    <a:pt x="117039" y="40000"/>
                  </a:lnTo>
                  <a:lnTo>
                    <a:pt x="111944" y="45082"/>
                  </a:lnTo>
                  <a:lnTo>
                    <a:pt x="106865" y="50149"/>
                  </a:lnTo>
                  <a:lnTo>
                    <a:pt x="103385" y="53619"/>
                  </a:lnTo>
                  <a:lnTo>
                    <a:pt x="98387" y="58605"/>
                  </a:lnTo>
                  <a:lnTo>
                    <a:pt x="91883" y="65093"/>
                  </a:lnTo>
                  <a:lnTo>
                    <a:pt x="85905" y="71056"/>
                  </a:lnTo>
                  <a:lnTo>
                    <a:pt x="81536" y="75414"/>
                  </a:lnTo>
                  <a:lnTo>
                    <a:pt x="76190" y="80746"/>
                  </a:lnTo>
                  <a:lnTo>
                    <a:pt x="70923" y="86000"/>
                  </a:lnTo>
                  <a:lnTo>
                    <a:pt x="65929" y="90981"/>
                  </a:lnTo>
                  <a:lnTo>
                    <a:pt x="56657" y="100230"/>
                  </a:lnTo>
                  <a:lnTo>
                    <a:pt x="51123" y="105749"/>
                  </a:lnTo>
                  <a:lnTo>
                    <a:pt x="46378" y="110483"/>
                  </a:lnTo>
                  <a:lnTo>
                    <a:pt x="39121" y="117449"/>
                  </a:lnTo>
                  <a:lnTo>
                    <a:pt x="29069" y="108192"/>
                  </a:lnTo>
                  <a:lnTo>
                    <a:pt x="0" y="8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49804" y="3558690"/>
              <a:ext cx="75334" cy="75207"/>
            </a:xfrm>
            <a:custGeom>
              <a:avLst/>
              <a:pathLst>
                <a:path w="75334" h="75207">
                  <a:moveTo>
                    <a:pt x="65159" y="59691"/>
                  </a:moveTo>
                  <a:lnTo>
                    <a:pt x="56128" y="62508"/>
                  </a:lnTo>
                  <a:lnTo>
                    <a:pt x="47660" y="65150"/>
                  </a:lnTo>
                  <a:lnTo>
                    <a:pt x="40859" y="67271"/>
                  </a:lnTo>
                  <a:lnTo>
                    <a:pt x="32545" y="69865"/>
                  </a:lnTo>
                  <a:lnTo>
                    <a:pt x="25752" y="71984"/>
                  </a:lnTo>
                  <a:lnTo>
                    <a:pt x="15419" y="75207"/>
                  </a:lnTo>
                  <a:lnTo>
                    <a:pt x="7618" y="46159"/>
                  </a:lnTo>
                  <a:lnTo>
                    <a:pt x="0" y="17788"/>
                  </a:lnTo>
                  <a:lnTo>
                    <a:pt x="11934" y="11802"/>
                  </a:lnTo>
                  <a:lnTo>
                    <a:pt x="19912" y="7800"/>
                  </a:lnTo>
                  <a:lnTo>
                    <a:pt x="26572" y="4460"/>
                  </a:lnTo>
                  <a:lnTo>
                    <a:pt x="35464" y="0"/>
                  </a:lnTo>
                  <a:lnTo>
                    <a:pt x="57183" y="21083"/>
                  </a:lnTo>
                  <a:lnTo>
                    <a:pt x="66083" y="29722"/>
                  </a:lnTo>
                  <a:lnTo>
                    <a:pt x="71810" y="39855"/>
                  </a:lnTo>
                  <a:lnTo>
                    <a:pt x="75334" y="56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28878" y="3512755"/>
              <a:ext cx="55069" cy="59219"/>
            </a:xfrm>
            <a:custGeom>
              <a:avLst/>
              <a:pathLst>
                <a:path w="55069" h="59219">
                  <a:moveTo>
                    <a:pt x="46237" y="47651"/>
                  </a:moveTo>
                  <a:lnTo>
                    <a:pt x="35454" y="52222"/>
                  </a:lnTo>
                  <a:lnTo>
                    <a:pt x="24763" y="56753"/>
                  </a:lnTo>
                  <a:lnTo>
                    <a:pt x="18943" y="59219"/>
                  </a:lnTo>
                  <a:lnTo>
                    <a:pt x="10613" y="34366"/>
                  </a:lnTo>
                  <a:lnTo>
                    <a:pt x="0" y="2702"/>
                  </a:lnTo>
                  <a:lnTo>
                    <a:pt x="13491" y="1882"/>
                  </a:lnTo>
                  <a:lnTo>
                    <a:pt x="30536" y="847"/>
                  </a:lnTo>
                  <a:lnTo>
                    <a:pt x="44496" y="0"/>
                  </a:lnTo>
                  <a:lnTo>
                    <a:pt x="48978" y="18613"/>
                  </a:lnTo>
                  <a:lnTo>
                    <a:pt x="55069" y="4390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20305" y="3453036"/>
              <a:ext cx="53856" cy="52942"/>
            </a:xfrm>
            <a:custGeom>
              <a:avLst/>
              <a:pathLst>
                <a:path w="53856" h="52942">
                  <a:moveTo>
                    <a:pt x="38908" y="51570"/>
                  </a:moveTo>
                  <a:lnTo>
                    <a:pt x="27030" y="52185"/>
                  </a:lnTo>
                  <a:lnTo>
                    <a:pt x="12411" y="52942"/>
                  </a:lnTo>
                  <a:lnTo>
                    <a:pt x="5861" y="32956"/>
                  </a:lnTo>
                  <a:lnTo>
                    <a:pt x="0" y="15069"/>
                  </a:lnTo>
                  <a:lnTo>
                    <a:pt x="11085" y="10844"/>
                  </a:lnTo>
                  <a:lnTo>
                    <a:pt x="24333" y="5795"/>
                  </a:lnTo>
                  <a:lnTo>
                    <a:pt x="39537" y="0"/>
                  </a:lnTo>
                  <a:lnTo>
                    <a:pt x="44529" y="17709"/>
                  </a:lnTo>
                  <a:lnTo>
                    <a:pt x="53856" y="50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68699" y="3498909"/>
              <a:ext cx="71634" cy="70523"/>
            </a:xfrm>
            <a:custGeom>
              <a:avLst/>
              <a:pathLst>
                <a:path w="71634" h="70523">
                  <a:moveTo>
                    <a:pt x="43086" y="70523"/>
                  </a:moveTo>
                  <a:lnTo>
                    <a:pt x="35848" y="67891"/>
                  </a:lnTo>
                  <a:lnTo>
                    <a:pt x="0" y="54851"/>
                  </a:lnTo>
                  <a:lnTo>
                    <a:pt x="3738" y="46426"/>
                  </a:lnTo>
                  <a:lnTo>
                    <a:pt x="7714" y="37466"/>
                  </a:lnTo>
                  <a:lnTo>
                    <a:pt x="11630" y="28641"/>
                  </a:lnTo>
                  <a:lnTo>
                    <a:pt x="15587" y="23713"/>
                  </a:lnTo>
                  <a:lnTo>
                    <a:pt x="26521" y="10095"/>
                  </a:lnTo>
                  <a:lnTo>
                    <a:pt x="34627" y="0"/>
                  </a:lnTo>
                  <a:lnTo>
                    <a:pt x="52796" y="4377"/>
                  </a:lnTo>
                  <a:lnTo>
                    <a:pt x="71634" y="8916"/>
                  </a:lnTo>
                  <a:lnTo>
                    <a:pt x="69563" y="19337"/>
                  </a:lnTo>
                  <a:lnTo>
                    <a:pt x="67568" y="29376"/>
                  </a:lnTo>
                  <a:lnTo>
                    <a:pt x="65661" y="38972"/>
                  </a:lnTo>
                  <a:lnTo>
                    <a:pt x="63660" y="49041"/>
                  </a:lnTo>
                  <a:lnTo>
                    <a:pt x="61325" y="607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43039" y="3493124"/>
              <a:ext cx="71639" cy="69841"/>
            </a:xfrm>
            <a:custGeom>
              <a:avLst/>
              <a:pathLst>
                <a:path w="71639" h="69841">
                  <a:moveTo>
                    <a:pt x="39108" y="64320"/>
                  </a:moveTo>
                  <a:lnTo>
                    <a:pt x="34457" y="69841"/>
                  </a:lnTo>
                  <a:lnTo>
                    <a:pt x="24548" y="59012"/>
                  </a:lnTo>
                  <a:lnTo>
                    <a:pt x="0" y="32184"/>
                  </a:lnTo>
                  <a:lnTo>
                    <a:pt x="4573" y="27600"/>
                  </a:lnTo>
                  <a:lnTo>
                    <a:pt x="10030" y="22130"/>
                  </a:lnTo>
                  <a:lnTo>
                    <a:pt x="16842" y="15301"/>
                  </a:lnTo>
                  <a:lnTo>
                    <a:pt x="22722" y="9408"/>
                  </a:lnTo>
                  <a:lnTo>
                    <a:pt x="32108" y="0"/>
                  </a:lnTo>
                  <a:lnTo>
                    <a:pt x="51827" y="12391"/>
                  </a:lnTo>
                  <a:lnTo>
                    <a:pt x="71639" y="24841"/>
                  </a:lnTo>
                  <a:lnTo>
                    <a:pt x="65210" y="33269"/>
                  </a:lnTo>
                  <a:lnTo>
                    <a:pt x="64702" y="33936"/>
                  </a:lnTo>
                  <a:lnTo>
                    <a:pt x="58865" y="40865"/>
                  </a:lnTo>
                  <a:lnTo>
                    <a:pt x="53945" y="46705"/>
                  </a:lnTo>
                  <a:lnTo>
                    <a:pt x="47603" y="54235"/>
                  </a:lnTo>
                  <a:lnTo>
                    <a:pt x="40796" y="62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21384" y="3478103"/>
              <a:ext cx="79035" cy="72685"/>
            </a:xfrm>
            <a:custGeom>
              <a:avLst/>
              <a:pathLst>
                <a:path w="79035" h="72685">
                  <a:moveTo>
                    <a:pt x="48974" y="56590"/>
                  </a:moveTo>
                  <a:lnTo>
                    <a:pt x="39649" y="72685"/>
                  </a:lnTo>
                  <a:lnTo>
                    <a:pt x="21692" y="59713"/>
                  </a:lnTo>
                  <a:lnTo>
                    <a:pt x="0" y="44043"/>
                  </a:lnTo>
                  <a:lnTo>
                    <a:pt x="5410" y="36803"/>
                  </a:lnTo>
                  <a:lnTo>
                    <a:pt x="11354" y="28849"/>
                  </a:lnTo>
                  <a:lnTo>
                    <a:pt x="14538" y="24588"/>
                  </a:lnTo>
                  <a:lnTo>
                    <a:pt x="17835" y="21582"/>
                  </a:lnTo>
                  <a:lnTo>
                    <a:pt x="24136" y="15835"/>
                  </a:lnTo>
                  <a:lnTo>
                    <a:pt x="32022" y="8643"/>
                  </a:lnTo>
                  <a:lnTo>
                    <a:pt x="41500" y="0"/>
                  </a:lnTo>
                  <a:lnTo>
                    <a:pt x="62154" y="10259"/>
                  </a:lnTo>
                  <a:lnTo>
                    <a:pt x="79035" y="18644"/>
                  </a:lnTo>
                  <a:lnTo>
                    <a:pt x="73619" y="24746"/>
                  </a:lnTo>
                  <a:lnTo>
                    <a:pt x="68314" y="30723"/>
                  </a:lnTo>
                  <a:lnTo>
                    <a:pt x="62748" y="36995"/>
                  </a:lnTo>
                  <a:lnTo>
                    <a:pt x="55977" y="44625"/>
                  </a:lnTo>
                  <a:lnTo>
                    <a:pt x="55774" y="44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119600" y="3580855"/>
              <a:ext cx="82207" cy="105109"/>
            </a:xfrm>
            <a:custGeom>
              <a:avLst/>
              <a:pathLst>
                <a:path w="82207" h="105109">
                  <a:moveTo>
                    <a:pt x="41240" y="103944"/>
                  </a:moveTo>
                  <a:lnTo>
                    <a:pt x="0" y="105109"/>
                  </a:lnTo>
                  <a:lnTo>
                    <a:pt x="1850" y="97197"/>
                  </a:lnTo>
                  <a:lnTo>
                    <a:pt x="3994" y="88029"/>
                  </a:lnTo>
                  <a:lnTo>
                    <a:pt x="5711" y="80689"/>
                  </a:lnTo>
                  <a:lnTo>
                    <a:pt x="7650" y="72399"/>
                  </a:lnTo>
                  <a:lnTo>
                    <a:pt x="10064" y="62075"/>
                  </a:lnTo>
                  <a:lnTo>
                    <a:pt x="11761" y="54819"/>
                  </a:lnTo>
                  <a:lnTo>
                    <a:pt x="13363" y="47970"/>
                  </a:lnTo>
                  <a:lnTo>
                    <a:pt x="14527" y="42995"/>
                  </a:lnTo>
                  <a:lnTo>
                    <a:pt x="16454" y="34756"/>
                  </a:lnTo>
                  <a:lnTo>
                    <a:pt x="18046" y="27948"/>
                  </a:lnTo>
                  <a:lnTo>
                    <a:pt x="19255" y="22777"/>
                  </a:lnTo>
                  <a:lnTo>
                    <a:pt x="20635" y="16876"/>
                  </a:lnTo>
                  <a:lnTo>
                    <a:pt x="22118" y="10538"/>
                  </a:lnTo>
                  <a:lnTo>
                    <a:pt x="23798" y="3355"/>
                  </a:lnTo>
                  <a:lnTo>
                    <a:pt x="24582" y="0"/>
                  </a:lnTo>
                  <a:lnTo>
                    <a:pt x="54244" y="3477"/>
                  </a:lnTo>
                  <a:lnTo>
                    <a:pt x="82207" y="6755"/>
                  </a:lnTo>
                  <a:lnTo>
                    <a:pt x="79747" y="16332"/>
                  </a:lnTo>
                  <a:lnTo>
                    <a:pt x="77809" y="23874"/>
                  </a:lnTo>
                  <a:lnTo>
                    <a:pt x="75462" y="33013"/>
                  </a:lnTo>
                  <a:lnTo>
                    <a:pt x="72876" y="43083"/>
                  </a:lnTo>
                  <a:lnTo>
                    <a:pt x="70289" y="53153"/>
                  </a:lnTo>
                  <a:lnTo>
                    <a:pt x="67942" y="62291"/>
                  </a:lnTo>
                  <a:lnTo>
                    <a:pt x="65266" y="72706"/>
                  </a:lnTo>
                  <a:lnTo>
                    <a:pt x="61955" y="85597"/>
                  </a:lnTo>
                  <a:lnTo>
                    <a:pt x="57360" y="1034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33725" y="3508906"/>
              <a:ext cx="66876" cy="68632"/>
            </a:xfrm>
            <a:custGeom>
              <a:avLst/>
              <a:pathLst>
                <a:path w="66876" h="68632">
                  <a:moveTo>
                    <a:pt x="58984" y="40673"/>
                  </a:moveTo>
                  <a:lnTo>
                    <a:pt x="56831" y="51979"/>
                  </a:lnTo>
                  <a:lnTo>
                    <a:pt x="53659" y="68632"/>
                  </a:lnTo>
                  <a:lnTo>
                    <a:pt x="24978" y="62132"/>
                  </a:lnTo>
                  <a:lnTo>
                    <a:pt x="0" y="56472"/>
                  </a:lnTo>
                  <a:lnTo>
                    <a:pt x="5285" y="28058"/>
                  </a:lnTo>
                  <a:lnTo>
                    <a:pt x="7136" y="18103"/>
                  </a:lnTo>
                  <a:lnTo>
                    <a:pt x="10044" y="3242"/>
                  </a:lnTo>
                  <a:lnTo>
                    <a:pt x="10573" y="0"/>
                  </a:lnTo>
                  <a:lnTo>
                    <a:pt x="39472" y="8600"/>
                  </a:lnTo>
                  <a:lnTo>
                    <a:pt x="52337" y="12429"/>
                  </a:lnTo>
                  <a:lnTo>
                    <a:pt x="66876" y="22697"/>
                  </a:lnTo>
                  <a:lnTo>
                    <a:pt x="62567" y="31663"/>
                  </a:lnTo>
                  <a:lnTo>
                    <a:pt x="59474" y="38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398483" y="2800454"/>
              <a:ext cx="79035" cy="83243"/>
            </a:xfrm>
            <a:custGeom>
              <a:avLst/>
              <a:pathLst>
                <a:path w="79035" h="83243">
                  <a:moveTo>
                    <a:pt x="62788" y="71860"/>
                  </a:moveTo>
                  <a:lnTo>
                    <a:pt x="29085" y="83243"/>
                  </a:lnTo>
                  <a:lnTo>
                    <a:pt x="25952" y="75836"/>
                  </a:lnTo>
                  <a:lnTo>
                    <a:pt x="23397" y="69798"/>
                  </a:lnTo>
                  <a:lnTo>
                    <a:pt x="20827" y="63724"/>
                  </a:lnTo>
                  <a:lnTo>
                    <a:pt x="18008" y="57059"/>
                  </a:lnTo>
                  <a:lnTo>
                    <a:pt x="15905" y="52088"/>
                  </a:lnTo>
                  <a:lnTo>
                    <a:pt x="12523" y="44094"/>
                  </a:lnTo>
                  <a:lnTo>
                    <a:pt x="10777" y="39968"/>
                  </a:lnTo>
                  <a:lnTo>
                    <a:pt x="8887" y="35502"/>
                  </a:lnTo>
                  <a:lnTo>
                    <a:pt x="7251" y="31634"/>
                  </a:lnTo>
                  <a:lnTo>
                    <a:pt x="5137" y="26638"/>
                  </a:lnTo>
                  <a:lnTo>
                    <a:pt x="2998" y="21581"/>
                  </a:lnTo>
                  <a:lnTo>
                    <a:pt x="0" y="14494"/>
                  </a:lnTo>
                  <a:lnTo>
                    <a:pt x="12056" y="10935"/>
                  </a:lnTo>
                  <a:lnTo>
                    <a:pt x="49102" y="0"/>
                  </a:lnTo>
                  <a:lnTo>
                    <a:pt x="52617" y="7793"/>
                  </a:lnTo>
                  <a:lnTo>
                    <a:pt x="56394" y="16169"/>
                  </a:lnTo>
                  <a:lnTo>
                    <a:pt x="59775" y="23664"/>
                  </a:lnTo>
                  <a:lnTo>
                    <a:pt x="62748" y="30257"/>
                  </a:lnTo>
                  <a:lnTo>
                    <a:pt x="67421" y="40620"/>
                  </a:lnTo>
                  <a:lnTo>
                    <a:pt x="71801" y="50331"/>
                  </a:lnTo>
                  <a:lnTo>
                    <a:pt x="79035" y="66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53108" y="2787480"/>
              <a:ext cx="46522" cy="51339"/>
            </a:xfrm>
            <a:custGeom>
              <a:avLst/>
              <a:pathLst>
                <a:path w="46522" h="51339">
                  <a:moveTo>
                    <a:pt x="41091" y="41976"/>
                  </a:moveTo>
                  <a:lnTo>
                    <a:pt x="17622" y="51339"/>
                  </a:lnTo>
                  <a:lnTo>
                    <a:pt x="13908" y="43215"/>
                  </a:lnTo>
                  <a:lnTo>
                    <a:pt x="9762" y="34145"/>
                  </a:lnTo>
                  <a:lnTo>
                    <a:pt x="5566" y="24965"/>
                  </a:lnTo>
                  <a:lnTo>
                    <a:pt x="3335" y="20085"/>
                  </a:lnTo>
                  <a:lnTo>
                    <a:pt x="0" y="12789"/>
                  </a:lnTo>
                  <a:lnTo>
                    <a:pt x="10320" y="7762"/>
                  </a:lnTo>
                  <a:lnTo>
                    <a:pt x="26257" y="0"/>
                  </a:lnTo>
                  <a:lnTo>
                    <a:pt x="29816" y="6992"/>
                  </a:lnTo>
                  <a:lnTo>
                    <a:pt x="46522" y="398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517" y="2701404"/>
              <a:ext cx="61423" cy="122885"/>
            </a:xfrm>
            <a:custGeom>
              <a:avLst/>
              <a:pathLst>
                <a:path w="61423" h="122885">
                  <a:moveTo>
                    <a:pt x="10573" y="549"/>
                  </a:moveTo>
                  <a:lnTo>
                    <a:pt x="15765" y="0"/>
                  </a:lnTo>
                  <a:lnTo>
                    <a:pt x="28378" y="8608"/>
                  </a:lnTo>
                  <a:lnTo>
                    <a:pt x="36153" y="40360"/>
                  </a:lnTo>
                  <a:lnTo>
                    <a:pt x="42711" y="67140"/>
                  </a:lnTo>
                  <a:lnTo>
                    <a:pt x="43548" y="67363"/>
                  </a:lnTo>
                  <a:lnTo>
                    <a:pt x="54655" y="70326"/>
                  </a:lnTo>
                  <a:lnTo>
                    <a:pt x="61423" y="120098"/>
                  </a:lnTo>
                  <a:lnTo>
                    <a:pt x="55848" y="122885"/>
                  </a:lnTo>
                  <a:lnTo>
                    <a:pt x="52789" y="115541"/>
                  </a:lnTo>
                  <a:lnTo>
                    <a:pt x="41913" y="89437"/>
                  </a:lnTo>
                  <a:lnTo>
                    <a:pt x="41359" y="89418"/>
                  </a:lnTo>
                  <a:lnTo>
                    <a:pt x="40530" y="92095"/>
                  </a:lnTo>
                  <a:lnTo>
                    <a:pt x="36788" y="99418"/>
                  </a:lnTo>
                  <a:lnTo>
                    <a:pt x="28195" y="116234"/>
                  </a:lnTo>
                  <a:lnTo>
                    <a:pt x="23639" y="113760"/>
                  </a:lnTo>
                  <a:lnTo>
                    <a:pt x="16917" y="110109"/>
                  </a:lnTo>
                  <a:lnTo>
                    <a:pt x="16193" y="98000"/>
                  </a:lnTo>
                  <a:lnTo>
                    <a:pt x="15677" y="89378"/>
                  </a:lnTo>
                  <a:lnTo>
                    <a:pt x="15308" y="83203"/>
                  </a:lnTo>
                  <a:lnTo>
                    <a:pt x="15015" y="78291"/>
                  </a:lnTo>
                  <a:lnTo>
                    <a:pt x="14656" y="72287"/>
                  </a:lnTo>
                  <a:lnTo>
                    <a:pt x="14288" y="66136"/>
                  </a:lnTo>
                  <a:lnTo>
                    <a:pt x="13981" y="61005"/>
                  </a:lnTo>
                  <a:lnTo>
                    <a:pt x="13626" y="55065"/>
                  </a:lnTo>
                  <a:lnTo>
                    <a:pt x="13285" y="49357"/>
                  </a:lnTo>
                  <a:lnTo>
                    <a:pt x="13040" y="45260"/>
                  </a:lnTo>
                  <a:lnTo>
                    <a:pt x="12825" y="44541"/>
                  </a:lnTo>
                  <a:lnTo>
                    <a:pt x="11407" y="39801"/>
                  </a:lnTo>
                  <a:lnTo>
                    <a:pt x="10358" y="36293"/>
                  </a:lnTo>
                  <a:lnTo>
                    <a:pt x="8728" y="30846"/>
                  </a:lnTo>
                  <a:lnTo>
                    <a:pt x="6912" y="24775"/>
                  </a:lnTo>
                  <a:lnTo>
                    <a:pt x="5105" y="18734"/>
                  </a:lnTo>
                  <a:lnTo>
                    <a:pt x="2974" y="11609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5194" y="2676771"/>
              <a:ext cx="60267" cy="30623"/>
            </a:xfrm>
            <a:custGeom>
              <a:avLst/>
              <a:pathLst>
                <a:path w="60267" h="30623">
                  <a:moveTo>
                    <a:pt x="22302" y="7402"/>
                  </a:moveTo>
                  <a:lnTo>
                    <a:pt x="34539" y="11528"/>
                  </a:lnTo>
                  <a:lnTo>
                    <a:pt x="58153" y="6845"/>
                  </a:lnTo>
                  <a:lnTo>
                    <a:pt x="59042" y="14569"/>
                  </a:lnTo>
                  <a:lnTo>
                    <a:pt x="60267" y="25219"/>
                  </a:lnTo>
                  <a:lnTo>
                    <a:pt x="56693" y="26002"/>
                  </a:lnTo>
                  <a:lnTo>
                    <a:pt x="53866" y="26621"/>
                  </a:lnTo>
                  <a:lnTo>
                    <a:pt x="49120" y="27660"/>
                  </a:lnTo>
                  <a:lnTo>
                    <a:pt x="44239" y="28730"/>
                  </a:lnTo>
                  <a:lnTo>
                    <a:pt x="38643" y="29956"/>
                  </a:lnTo>
                  <a:lnTo>
                    <a:pt x="35596" y="30623"/>
                  </a:lnTo>
                  <a:lnTo>
                    <a:pt x="34453" y="30102"/>
                  </a:lnTo>
                  <a:lnTo>
                    <a:pt x="30070" y="28106"/>
                  </a:lnTo>
                  <a:lnTo>
                    <a:pt x="23869" y="25282"/>
                  </a:lnTo>
                  <a:lnTo>
                    <a:pt x="13931" y="20755"/>
                  </a:lnTo>
                  <a:lnTo>
                    <a:pt x="6578" y="17407"/>
                  </a:lnTo>
                  <a:lnTo>
                    <a:pt x="0" y="14411"/>
                  </a:lnTo>
                  <a:lnTo>
                    <a:pt x="134" y="8891"/>
                  </a:lnTo>
                  <a:lnTo>
                    <a:pt x="35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54039" y="2635340"/>
              <a:ext cx="78947" cy="140146"/>
            </a:xfrm>
            <a:custGeom>
              <a:avLst/>
              <a:pathLst>
                <a:path w="78947" h="140146">
                  <a:moveTo>
                    <a:pt x="50623" y="132813"/>
                  </a:moveTo>
                  <a:lnTo>
                    <a:pt x="32365" y="135885"/>
                  </a:lnTo>
                  <a:lnTo>
                    <a:pt x="7048" y="140146"/>
                  </a:lnTo>
                  <a:lnTo>
                    <a:pt x="2090" y="69942"/>
                  </a:lnTo>
                  <a:lnTo>
                    <a:pt x="0" y="40350"/>
                  </a:lnTo>
                  <a:lnTo>
                    <a:pt x="26785" y="9367"/>
                  </a:lnTo>
                  <a:lnTo>
                    <a:pt x="40055" y="6984"/>
                  </a:lnTo>
                  <a:lnTo>
                    <a:pt x="78947" y="0"/>
                  </a:lnTo>
                  <a:lnTo>
                    <a:pt x="77114" y="14671"/>
                  </a:lnTo>
                  <a:lnTo>
                    <a:pt x="75695" y="26035"/>
                  </a:lnTo>
                  <a:lnTo>
                    <a:pt x="74718" y="33865"/>
                  </a:lnTo>
                  <a:lnTo>
                    <a:pt x="74448" y="36501"/>
                  </a:lnTo>
                  <a:lnTo>
                    <a:pt x="73279" y="47939"/>
                  </a:lnTo>
                  <a:lnTo>
                    <a:pt x="72123" y="59249"/>
                  </a:lnTo>
                  <a:lnTo>
                    <a:pt x="70901" y="71205"/>
                  </a:lnTo>
                  <a:lnTo>
                    <a:pt x="69816" y="81825"/>
                  </a:lnTo>
                  <a:lnTo>
                    <a:pt x="68920" y="90589"/>
                  </a:lnTo>
                  <a:lnTo>
                    <a:pt x="67898" y="100591"/>
                  </a:lnTo>
                  <a:lnTo>
                    <a:pt x="67034" y="109044"/>
                  </a:lnTo>
                  <a:lnTo>
                    <a:pt x="64849" y="130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44732" y="3096766"/>
              <a:ext cx="36822" cy="46534"/>
            </a:xfrm>
            <a:custGeom>
              <a:avLst/>
              <a:pathLst>
                <a:path w="36822" h="46534">
                  <a:moveTo>
                    <a:pt x="21840" y="43619"/>
                  </a:moveTo>
                  <a:lnTo>
                    <a:pt x="15797" y="46534"/>
                  </a:lnTo>
                  <a:lnTo>
                    <a:pt x="14503" y="43655"/>
                  </a:lnTo>
                  <a:lnTo>
                    <a:pt x="12481" y="39154"/>
                  </a:lnTo>
                  <a:lnTo>
                    <a:pt x="10519" y="34787"/>
                  </a:lnTo>
                  <a:lnTo>
                    <a:pt x="8414" y="30101"/>
                  </a:lnTo>
                  <a:lnTo>
                    <a:pt x="6270" y="25327"/>
                  </a:lnTo>
                  <a:lnTo>
                    <a:pt x="3200" y="18495"/>
                  </a:lnTo>
                  <a:lnTo>
                    <a:pt x="0" y="11370"/>
                  </a:lnTo>
                  <a:lnTo>
                    <a:pt x="12318" y="6703"/>
                  </a:lnTo>
                  <a:lnTo>
                    <a:pt x="30012" y="0"/>
                  </a:lnTo>
                  <a:lnTo>
                    <a:pt x="32070" y="4942"/>
                  </a:lnTo>
                  <a:lnTo>
                    <a:pt x="34914" y="11770"/>
                  </a:lnTo>
                  <a:lnTo>
                    <a:pt x="36822" y="16352"/>
                  </a:lnTo>
                  <a:lnTo>
                    <a:pt x="26926" y="21244"/>
                  </a:lnTo>
                  <a:lnTo>
                    <a:pt x="21454" y="23949"/>
                  </a:lnTo>
                  <a:lnTo>
                    <a:pt x="23253" y="28656"/>
                  </a:lnTo>
                  <a:lnTo>
                    <a:pt x="25061" y="33386"/>
                  </a:lnTo>
                  <a:lnTo>
                    <a:pt x="27863" y="40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35860" y="3139032"/>
              <a:ext cx="80180" cy="72730"/>
            </a:xfrm>
            <a:custGeom>
              <a:avLst/>
              <a:pathLst>
                <a:path w="80180" h="72730">
                  <a:moveTo>
                    <a:pt x="73759" y="33849"/>
                  </a:moveTo>
                  <a:lnTo>
                    <a:pt x="68735" y="40425"/>
                  </a:lnTo>
                  <a:lnTo>
                    <a:pt x="44055" y="72730"/>
                  </a:lnTo>
                  <a:lnTo>
                    <a:pt x="38081" y="69157"/>
                  </a:lnTo>
                  <a:lnTo>
                    <a:pt x="31709" y="65347"/>
                  </a:lnTo>
                  <a:lnTo>
                    <a:pt x="25677" y="61740"/>
                  </a:lnTo>
                  <a:lnTo>
                    <a:pt x="17510" y="56856"/>
                  </a:lnTo>
                  <a:lnTo>
                    <a:pt x="9736" y="52207"/>
                  </a:lnTo>
                  <a:lnTo>
                    <a:pt x="0" y="46385"/>
                  </a:lnTo>
                  <a:lnTo>
                    <a:pt x="21842" y="13531"/>
                  </a:lnTo>
                  <a:lnTo>
                    <a:pt x="30838" y="0"/>
                  </a:lnTo>
                  <a:lnTo>
                    <a:pt x="47242" y="546"/>
                  </a:lnTo>
                  <a:lnTo>
                    <a:pt x="51104" y="675"/>
                  </a:lnTo>
                  <a:lnTo>
                    <a:pt x="55195" y="4160"/>
                  </a:lnTo>
                  <a:lnTo>
                    <a:pt x="59467" y="7799"/>
                  </a:lnTo>
                  <a:lnTo>
                    <a:pt x="65811" y="13204"/>
                  </a:lnTo>
                  <a:lnTo>
                    <a:pt x="74096" y="20261"/>
                  </a:lnTo>
                  <a:lnTo>
                    <a:pt x="80180" y="25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20688" y="3119754"/>
              <a:ext cx="32160" cy="29272"/>
            </a:xfrm>
            <a:custGeom>
              <a:avLst/>
              <a:pathLst>
                <a:path w="32160" h="29272">
                  <a:moveTo>
                    <a:pt x="27818" y="24051"/>
                  </a:moveTo>
                  <a:lnTo>
                    <a:pt x="22468" y="29272"/>
                  </a:lnTo>
                  <a:lnTo>
                    <a:pt x="17919" y="25716"/>
                  </a:lnTo>
                  <a:lnTo>
                    <a:pt x="12431" y="21426"/>
                  </a:lnTo>
                  <a:lnTo>
                    <a:pt x="5968" y="16374"/>
                  </a:lnTo>
                  <a:lnTo>
                    <a:pt x="0" y="11708"/>
                  </a:lnTo>
                  <a:lnTo>
                    <a:pt x="4546" y="7233"/>
                  </a:lnTo>
                  <a:lnTo>
                    <a:pt x="11895" y="0"/>
                  </a:lnTo>
                  <a:lnTo>
                    <a:pt x="21869" y="9752"/>
                  </a:lnTo>
                  <a:lnTo>
                    <a:pt x="32160" y="198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52518" y="2674889"/>
              <a:ext cx="202785" cy="206076"/>
            </a:xfrm>
            <a:custGeom>
              <a:avLst/>
              <a:pathLst>
                <a:path w="202785" h="206076">
                  <a:moveTo>
                    <a:pt x="11584" y="206076"/>
                  </a:moveTo>
                  <a:lnTo>
                    <a:pt x="5946" y="194455"/>
                  </a:lnTo>
                  <a:lnTo>
                    <a:pt x="0" y="182199"/>
                  </a:lnTo>
                  <a:lnTo>
                    <a:pt x="1165" y="172658"/>
                  </a:lnTo>
                  <a:lnTo>
                    <a:pt x="3180" y="156172"/>
                  </a:lnTo>
                  <a:lnTo>
                    <a:pt x="125797" y="122665"/>
                  </a:lnTo>
                  <a:lnTo>
                    <a:pt x="155571" y="73504"/>
                  </a:lnTo>
                  <a:lnTo>
                    <a:pt x="159677" y="60644"/>
                  </a:lnTo>
                  <a:lnTo>
                    <a:pt x="161442" y="55118"/>
                  </a:lnTo>
                  <a:lnTo>
                    <a:pt x="173906" y="16085"/>
                  </a:lnTo>
                  <a:lnTo>
                    <a:pt x="178335" y="2215"/>
                  </a:lnTo>
                  <a:lnTo>
                    <a:pt x="192016" y="690"/>
                  </a:lnTo>
                  <a:lnTo>
                    <a:pt x="193019" y="578"/>
                  </a:lnTo>
                  <a:lnTo>
                    <a:pt x="198203" y="0"/>
                  </a:lnTo>
                  <a:lnTo>
                    <a:pt x="199835" y="13346"/>
                  </a:lnTo>
                  <a:lnTo>
                    <a:pt x="200930" y="22303"/>
                  </a:lnTo>
                  <a:lnTo>
                    <a:pt x="201966" y="30772"/>
                  </a:lnTo>
                  <a:lnTo>
                    <a:pt x="202785" y="37468"/>
                  </a:lnTo>
                  <a:lnTo>
                    <a:pt x="202490" y="40844"/>
                  </a:lnTo>
                  <a:lnTo>
                    <a:pt x="201757" y="49231"/>
                  </a:lnTo>
                  <a:lnTo>
                    <a:pt x="200903" y="59009"/>
                  </a:lnTo>
                  <a:lnTo>
                    <a:pt x="200227" y="66745"/>
                  </a:lnTo>
                  <a:lnTo>
                    <a:pt x="199416" y="76032"/>
                  </a:lnTo>
                  <a:lnTo>
                    <a:pt x="198713" y="84086"/>
                  </a:lnTo>
                  <a:lnTo>
                    <a:pt x="198020" y="92020"/>
                  </a:lnTo>
                  <a:lnTo>
                    <a:pt x="197498" y="97994"/>
                  </a:lnTo>
                  <a:lnTo>
                    <a:pt x="191524" y="106316"/>
                  </a:lnTo>
                  <a:lnTo>
                    <a:pt x="183822" y="117045"/>
                  </a:lnTo>
                  <a:lnTo>
                    <a:pt x="178991" y="123775"/>
                  </a:lnTo>
                  <a:lnTo>
                    <a:pt x="172242" y="133176"/>
                  </a:lnTo>
                  <a:lnTo>
                    <a:pt x="163545" y="145292"/>
                  </a:lnTo>
                  <a:lnTo>
                    <a:pt x="156701" y="154826"/>
                  </a:lnTo>
                  <a:lnTo>
                    <a:pt x="156244" y="155510"/>
                  </a:lnTo>
                  <a:lnTo>
                    <a:pt x="151698" y="162315"/>
                  </a:lnTo>
                  <a:lnTo>
                    <a:pt x="148065" y="166585"/>
                  </a:lnTo>
                  <a:lnTo>
                    <a:pt x="145875" y="169157"/>
                  </a:lnTo>
                  <a:lnTo>
                    <a:pt x="139310" y="175258"/>
                  </a:lnTo>
                  <a:lnTo>
                    <a:pt x="136311" y="177451"/>
                  </a:lnTo>
                  <a:lnTo>
                    <a:pt x="132094" y="180534"/>
                  </a:lnTo>
                  <a:lnTo>
                    <a:pt x="126086" y="183921"/>
                  </a:lnTo>
                  <a:lnTo>
                    <a:pt x="124325" y="184913"/>
                  </a:lnTo>
                  <a:lnTo>
                    <a:pt x="116109" y="188336"/>
                  </a:lnTo>
                  <a:lnTo>
                    <a:pt x="115827" y="188416"/>
                  </a:lnTo>
                  <a:lnTo>
                    <a:pt x="107559" y="190755"/>
                  </a:lnTo>
                  <a:lnTo>
                    <a:pt x="103465" y="191405"/>
                  </a:lnTo>
                  <a:lnTo>
                    <a:pt x="98917" y="192126"/>
                  </a:lnTo>
                  <a:lnTo>
                    <a:pt x="94304" y="192858"/>
                  </a:lnTo>
                  <a:lnTo>
                    <a:pt x="85593" y="194239"/>
                  </a:lnTo>
                  <a:lnTo>
                    <a:pt x="72907" y="196252"/>
                  </a:lnTo>
                  <a:lnTo>
                    <a:pt x="64196" y="197633"/>
                  </a:lnTo>
                  <a:lnTo>
                    <a:pt x="48626" y="200103"/>
                  </a:lnTo>
                  <a:lnTo>
                    <a:pt x="37108" y="201930"/>
                  </a:lnTo>
                  <a:lnTo>
                    <a:pt x="24161" y="203983"/>
                  </a:lnTo>
                  <a:lnTo>
                    <a:pt x="21650" y="20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54171" y="2573577"/>
              <a:ext cx="26757" cy="23688"/>
            </a:xfrm>
            <a:custGeom>
              <a:avLst/>
              <a:pathLst>
                <a:path w="26757" h="23688">
                  <a:moveTo>
                    <a:pt x="20988" y="13512"/>
                  </a:moveTo>
                  <a:lnTo>
                    <a:pt x="8342" y="23688"/>
                  </a:lnTo>
                  <a:lnTo>
                    <a:pt x="3723" y="18366"/>
                  </a:lnTo>
                  <a:lnTo>
                    <a:pt x="0" y="14077"/>
                  </a:lnTo>
                  <a:lnTo>
                    <a:pt x="7206" y="8632"/>
                  </a:lnTo>
                  <a:lnTo>
                    <a:pt x="14009" y="3492"/>
                  </a:lnTo>
                  <a:lnTo>
                    <a:pt x="18631" y="0"/>
                  </a:lnTo>
                  <a:lnTo>
                    <a:pt x="21914" y="3583"/>
                  </a:lnTo>
                  <a:lnTo>
                    <a:pt x="26757" y="88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73767" y="2520011"/>
              <a:ext cx="23439" cy="16205"/>
            </a:xfrm>
            <a:custGeom>
              <a:avLst/>
              <a:pathLst>
                <a:path w="23439" h="16205">
                  <a:moveTo>
                    <a:pt x="14381" y="12958"/>
                  </a:moveTo>
                  <a:lnTo>
                    <a:pt x="2556" y="16205"/>
                  </a:lnTo>
                  <a:lnTo>
                    <a:pt x="1111" y="9927"/>
                  </a:lnTo>
                  <a:lnTo>
                    <a:pt x="0" y="5097"/>
                  </a:lnTo>
                  <a:lnTo>
                    <a:pt x="6897" y="3385"/>
                  </a:lnTo>
                  <a:lnTo>
                    <a:pt x="20540" y="0"/>
                  </a:lnTo>
                  <a:lnTo>
                    <a:pt x="22211" y="6035"/>
                  </a:lnTo>
                  <a:lnTo>
                    <a:pt x="23439" y="104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87797" y="2299107"/>
              <a:ext cx="115601" cy="123213"/>
            </a:xfrm>
            <a:custGeom>
              <a:avLst/>
              <a:pathLst>
                <a:path w="115601" h="123213">
                  <a:moveTo>
                    <a:pt x="9868" y="123213"/>
                  </a:moveTo>
                  <a:lnTo>
                    <a:pt x="4305" y="101888"/>
                  </a:lnTo>
                  <a:lnTo>
                    <a:pt x="0" y="85384"/>
                  </a:lnTo>
                  <a:lnTo>
                    <a:pt x="73308" y="48636"/>
                  </a:lnTo>
                  <a:lnTo>
                    <a:pt x="92383" y="16921"/>
                  </a:lnTo>
                  <a:lnTo>
                    <a:pt x="102561" y="0"/>
                  </a:lnTo>
                  <a:lnTo>
                    <a:pt x="110339" y="2148"/>
                  </a:lnTo>
                  <a:lnTo>
                    <a:pt x="115601" y="3602"/>
                  </a:lnTo>
                  <a:lnTo>
                    <a:pt x="114455" y="18829"/>
                  </a:lnTo>
                  <a:lnTo>
                    <a:pt x="113486" y="31704"/>
                  </a:lnTo>
                  <a:lnTo>
                    <a:pt x="113085" y="33276"/>
                  </a:lnTo>
                  <a:lnTo>
                    <a:pt x="110900" y="41838"/>
                  </a:lnTo>
                  <a:lnTo>
                    <a:pt x="107925" y="53497"/>
                  </a:lnTo>
                  <a:lnTo>
                    <a:pt x="105028" y="64849"/>
                  </a:lnTo>
                  <a:lnTo>
                    <a:pt x="99522" y="68170"/>
                  </a:lnTo>
                  <a:lnTo>
                    <a:pt x="89527" y="74200"/>
                  </a:lnTo>
                  <a:lnTo>
                    <a:pt x="78792" y="80676"/>
                  </a:lnTo>
                  <a:lnTo>
                    <a:pt x="66187" y="88280"/>
                  </a:lnTo>
                  <a:lnTo>
                    <a:pt x="62030" y="90788"/>
                  </a:lnTo>
                  <a:lnTo>
                    <a:pt x="49788" y="97251"/>
                  </a:lnTo>
                  <a:lnTo>
                    <a:pt x="38532" y="103194"/>
                  </a:lnTo>
                  <a:lnTo>
                    <a:pt x="29957" y="107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543121" y="2210018"/>
              <a:ext cx="42733" cy="54491"/>
            </a:xfrm>
            <a:custGeom>
              <a:avLst/>
              <a:pathLst>
                <a:path w="42733" h="54491">
                  <a:moveTo>
                    <a:pt x="36959" y="45572"/>
                  </a:moveTo>
                  <a:lnTo>
                    <a:pt x="26887" y="50439"/>
                  </a:lnTo>
                  <a:lnTo>
                    <a:pt x="18503" y="54491"/>
                  </a:lnTo>
                  <a:lnTo>
                    <a:pt x="9550" y="32483"/>
                  </a:lnTo>
                  <a:lnTo>
                    <a:pt x="0" y="9006"/>
                  </a:lnTo>
                  <a:lnTo>
                    <a:pt x="9713" y="5583"/>
                  </a:lnTo>
                  <a:lnTo>
                    <a:pt x="25552" y="0"/>
                  </a:lnTo>
                  <a:lnTo>
                    <a:pt x="32222" y="16609"/>
                  </a:lnTo>
                  <a:lnTo>
                    <a:pt x="42733" y="4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66030" y="2169487"/>
              <a:ext cx="71810" cy="80611"/>
            </a:xfrm>
            <a:custGeom>
              <a:avLst/>
              <a:pathLst>
                <a:path w="71810" h="80611">
                  <a:moveTo>
                    <a:pt x="55719" y="66604"/>
                  </a:moveTo>
                  <a:lnTo>
                    <a:pt x="42096" y="73427"/>
                  </a:lnTo>
                  <a:lnTo>
                    <a:pt x="27754" y="80611"/>
                  </a:lnTo>
                  <a:lnTo>
                    <a:pt x="12578" y="45643"/>
                  </a:lnTo>
                  <a:lnTo>
                    <a:pt x="0" y="16662"/>
                  </a:lnTo>
                  <a:lnTo>
                    <a:pt x="15515" y="9839"/>
                  </a:lnTo>
                  <a:lnTo>
                    <a:pt x="37887" y="0"/>
                  </a:lnTo>
                  <a:lnTo>
                    <a:pt x="46628" y="15084"/>
                  </a:lnTo>
                  <a:lnTo>
                    <a:pt x="71810" y="58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97802" y="2150929"/>
              <a:ext cx="48989" cy="24138"/>
            </a:xfrm>
            <a:custGeom>
              <a:avLst/>
              <a:pathLst>
                <a:path w="48989" h="24138">
                  <a:moveTo>
                    <a:pt x="31790" y="20931"/>
                  </a:moveTo>
                  <a:lnTo>
                    <a:pt x="6696" y="24138"/>
                  </a:lnTo>
                  <a:lnTo>
                    <a:pt x="2792" y="14686"/>
                  </a:lnTo>
                  <a:lnTo>
                    <a:pt x="0" y="7925"/>
                  </a:lnTo>
                  <a:lnTo>
                    <a:pt x="14623" y="5208"/>
                  </a:lnTo>
                  <a:lnTo>
                    <a:pt x="28875" y="2559"/>
                  </a:lnTo>
                  <a:lnTo>
                    <a:pt x="42645" y="0"/>
                  </a:lnTo>
                  <a:lnTo>
                    <a:pt x="45543" y="8556"/>
                  </a:lnTo>
                  <a:lnTo>
                    <a:pt x="48989" y="18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804146" y="2080315"/>
              <a:ext cx="49694" cy="65209"/>
            </a:xfrm>
            <a:custGeom>
              <a:avLst/>
              <a:pathLst>
                <a:path w="49694" h="65209">
                  <a:moveTo>
                    <a:pt x="43155" y="62173"/>
                  </a:moveTo>
                  <a:lnTo>
                    <a:pt x="37912" y="62627"/>
                  </a:lnTo>
                  <a:lnTo>
                    <a:pt x="32372" y="63107"/>
                  </a:lnTo>
                  <a:lnTo>
                    <a:pt x="27325" y="63544"/>
                  </a:lnTo>
                  <a:lnTo>
                    <a:pt x="19873" y="64190"/>
                  </a:lnTo>
                  <a:lnTo>
                    <a:pt x="14858" y="64624"/>
                  </a:lnTo>
                  <a:lnTo>
                    <a:pt x="8106" y="65209"/>
                  </a:lnTo>
                  <a:lnTo>
                    <a:pt x="4285" y="38720"/>
                  </a:lnTo>
                  <a:lnTo>
                    <a:pt x="0" y="9006"/>
                  </a:lnTo>
                  <a:lnTo>
                    <a:pt x="13548" y="5800"/>
                  </a:lnTo>
                  <a:lnTo>
                    <a:pt x="38063" y="0"/>
                  </a:lnTo>
                  <a:lnTo>
                    <a:pt x="41187" y="16544"/>
                  </a:lnTo>
                  <a:lnTo>
                    <a:pt x="49694" y="616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5028190" y="1999974"/>
              <a:ext cx="46169" cy="36747"/>
            </a:xfrm>
            <a:custGeom>
              <a:avLst/>
              <a:pathLst>
                <a:path w="46169" h="36747">
                  <a:moveTo>
                    <a:pt x="42285" y="24442"/>
                  </a:moveTo>
                  <a:lnTo>
                    <a:pt x="34694" y="27147"/>
                  </a:lnTo>
                  <a:lnTo>
                    <a:pt x="28273" y="29435"/>
                  </a:lnTo>
                  <a:lnTo>
                    <a:pt x="19868" y="32430"/>
                  </a:lnTo>
                  <a:lnTo>
                    <a:pt x="7753" y="36747"/>
                  </a:lnTo>
                  <a:lnTo>
                    <a:pt x="4894" y="27317"/>
                  </a:lnTo>
                  <a:lnTo>
                    <a:pt x="0" y="11168"/>
                  </a:lnTo>
                  <a:lnTo>
                    <a:pt x="18057" y="6059"/>
                  </a:lnTo>
                  <a:lnTo>
                    <a:pt x="39473" y="0"/>
                  </a:lnTo>
                  <a:lnTo>
                    <a:pt x="42024" y="8784"/>
                  </a:lnTo>
                  <a:lnTo>
                    <a:pt x="46169" y="23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5095859" y="1954940"/>
              <a:ext cx="45112" cy="64489"/>
            </a:xfrm>
            <a:custGeom>
              <a:avLst/>
              <a:pathLst>
                <a:path w="45112" h="64489">
                  <a:moveTo>
                    <a:pt x="28900" y="64489"/>
                  </a:moveTo>
                  <a:lnTo>
                    <a:pt x="22200" y="63908"/>
                  </a:lnTo>
                  <a:lnTo>
                    <a:pt x="8106" y="62687"/>
                  </a:lnTo>
                  <a:lnTo>
                    <a:pt x="4988" y="41348"/>
                  </a:lnTo>
                  <a:lnTo>
                    <a:pt x="0" y="7205"/>
                  </a:lnTo>
                  <a:lnTo>
                    <a:pt x="11759" y="4563"/>
                  </a:lnTo>
                  <a:lnTo>
                    <a:pt x="32072" y="0"/>
                  </a:lnTo>
                  <a:lnTo>
                    <a:pt x="33599" y="7131"/>
                  </a:lnTo>
                  <a:lnTo>
                    <a:pt x="34554" y="11590"/>
                  </a:lnTo>
                  <a:lnTo>
                    <a:pt x="35515" y="16075"/>
                  </a:lnTo>
                  <a:lnTo>
                    <a:pt x="36322" y="19843"/>
                  </a:lnTo>
                  <a:lnTo>
                    <a:pt x="37088" y="23422"/>
                  </a:lnTo>
                  <a:lnTo>
                    <a:pt x="37937" y="27383"/>
                  </a:lnTo>
                  <a:lnTo>
                    <a:pt x="38617" y="30559"/>
                  </a:lnTo>
                  <a:lnTo>
                    <a:pt x="39260" y="33561"/>
                  </a:lnTo>
                  <a:lnTo>
                    <a:pt x="39968" y="36868"/>
                  </a:lnTo>
                  <a:lnTo>
                    <a:pt x="40752" y="40528"/>
                  </a:lnTo>
                  <a:lnTo>
                    <a:pt x="41708" y="44990"/>
                  </a:lnTo>
                  <a:lnTo>
                    <a:pt x="42533" y="48845"/>
                  </a:lnTo>
                  <a:lnTo>
                    <a:pt x="43696" y="54273"/>
                  </a:lnTo>
                  <a:lnTo>
                    <a:pt x="45112" y="60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38969" y="3398458"/>
              <a:ext cx="26433" cy="20715"/>
            </a:xfrm>
            <a:custGeom>
              <a:avLst/>
              <a:pathLst>
                <a:path w="26433" h="20715">
                  <a:moveTo>
                    <a:pt x="23886" y="13436"/>
                  </a:moveTo>
                  <a:lnTo>
                    <a:pt x="21366" y="20715"/>
                  </a:lnTo>
                  <a:lnTo>
                    <a:pt x="12730" y="18167"/>
                  </a:lnTo>
                  <a:lnTo>
                    <a:pt x="0" y="14410"/>
                  </a:lnTo>
                  <a:lnTo>
                    <a:pt x="2952" y="6012"/>
                  </a:lnTo>
                  <a:lnTo>
                    <a:pt x="5066" y="0"/>
                  </a:lnTo>
                  <a:lnTo>
                    <a:pt x="20526" y="4399"/>
                  </a:lnTo>
                  <a:lnTo>
                    <a:pt x="26433" y="60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76957" y="3343514"/>
              <a:ext cx="63439" cy="69172"/>
            </a:xfrm>
            <a:custGeom>
              <a:avLst/>
              <a:pathLst>
                <a:path w="63439" h="69172">
                  <a:moveTo>
                    <a:pt x="56245" y="44478"/>
                  </a:moveTo>
                  <a:lnTo>
                    <a:pt x="52561" y="49789"/>
                  </a:lnTo>
                  <a:lnTo>
                    <a:pt x="48830" y="55171"/>
                  </a:lnTo>
                  <a:lnTo>
                    <a:pt x="45049" y="60622"/>
                  </a:lnTo>
                  <a:lnTo>
                    <a:pt x="41422" y="65854"/>
                  </a:lnTo>
                  <a:lnTo>
                    <a:pt x="39121" y="69172"/>
                  </a:lnTo>
                  <a:lnTo>
                    <a:pt x="18923" y="48665"/>
                  </a:lnTo>
                  <a:lnTo>
                    <a:pt x="0" y="29452"/>
                  </a:lnTo>
                  <a:lnTo>
                    <a:pt x="3610" y="25079"/>
                  </a:lnTo>
                  <a:lnTo>
                    <a:pt x="10324" y="16948"/>
                  </a:lnTo>
                  <a:lnTo>
                    <a:pt x="17192" y="8630"/>
                  </a:lnTo>
                  <a:lnTo>
                    <a:pt x="24318" y="0"/>
                  </a:lnTo>
                  <a:lnTo>
                    <a:pt x="31984" y="3512"/>
                  </a:lnTo>
                  <a:lnTo>
                    <a:pt x="47343" y="19609"/>
                  </a:lnTo>
                  <a:lnTo>
                    <a:pt x="63439" y="36477"/>
                  </a:lnTo>
                  <a:lnTo>
                    <a:pt x="60555" y="39645"/>
                  </a:lnTo>
                  <a:lnTo>
                    <a:pt x="56530" y="44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69592" y="3802677"/>
              <a:ext cx="94167" cy="89978"/>
            </a:xfrm>
            <a:custGeom>
              <a:avLst/>
              <a:pathLst>
                <a:path w="94167" h="89978">
                  <a:moveTo>
                    <a:pt x="87901" y="48173"/>
                  </a:moveTo>
                  <a:lnTo>
                    <a:pt x="83773" y="56000"/>
                  </a:lnTo>
                  <a:lnTo>
                    <a:pt x="80183" y="62805"/>
                  </a:lnTo>
                  <a:lnTo>
                    <a:pt x="76388" y="70000"/>
                  </a:lnTo>
                  <a:lnTo>
                    <a:pt x="71481" y="79303"/>
                  </a:lnTo>
                  <a:lnTo>
                    <a:pt x="65851" y="89978"/>
                  </a:lnTo>
                  <a:lnTo>
                    <a:pt x="41664" y="76647"/>
                  </a:lnTo>
                  <a:lnTo>
                    <a:pt x="0" y="53684"/>
                  </a:lnTo>
                  <a:lnTo>
                    <a:pt x="4213" y="45695"/>
                  </a:lnTo>
                  <a:lnTo>
                    <a:pt x="8110" y="38307"/>
                  </a:lnTo>
                  <a:lnTo>
                    <a:pt x="13775" y="27568"/>
                  </a:lnTo>
                  <a:lnTo>
                    <a:pt x="19899" y="15956"/>
                  </a:lnTo>
                  <a:lnTo>
                    <a:pt x="28315" y="0"/>
                  </a:lnTo>
                  <a:lnTo>
                    <a:pt x="58566" y="16672"/>
                  </a:lnTo>
                  <a:lnTo>
                    <a:pt x="94167" y="362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502914" y="3554277"/>
              <a:ext cx="66083" cy="83538"/>
            </a:xfrm>
            <a:custGeom>
              <a:avLst/>
              <a:pathLst>
                <a:path w="66083" h="83538">
                  <a:moveTo>
                    <a:pt x="58369" y="81696"/>
                  </a:moveTo>
                  <a:lnTo>
                    <a:pt x="47682" y="82888"/>
                  </a:lnTo>
                  <a:lnTo>
                    <a:pt x="41852" y="83538"/>
                  </a:lnTo>
                  <a:lnTo>
                    <a:pt x="40301" y="82612"/>
                  </a:lnTo>
                  <a:lnTo>
                    <a:pt x="32512" y="77960"/>
                  </a:lnTo>
                  <a:lnTo>
                    <a:pt x="24912" y="73421"/>
                  </a:lnTo>
                  <a:lnTo>
                    <a:pt x="17176" y="68802"/>
                  </a:lnTo>
                  <a:lnTo>
                    <a:pt x="10935" y="65075"/>
                  </a:lnTo>
                  <a:lnTo>
                    <a:pt x="4904" y="61473"/>
                  </a:lnTo>
                  <a:lnTo>
                    <a:pt x="0" y="58544"/>
                  </a:lnTo>
                  <a:lnTo>
                    <a:pt x="21828" y="30918"/>
                  </a:lnTo>
                  <a:lnTo>
                    <a:pt x="46258" y="0"/>
                  </a:lnTo>
                  <a:lnTo>
                    <a:pt x="51853" y="9229"/>
                  </a:lnTo>
                  <a:lnTo>
                    <a:pt x="60512" y="23512"/>
                  </a:lnTo>
                  <a:lnTo>
                    <a:pt x="65642" y="31974"/>
                  </a:lnTo>
                  <a:lnTo>
                    <a:pt x="65752" y="44138"/>
                  </a:lnTo>
                  <a:lnTo>
                    <a:pt x="66083" y="80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661777" y="3512041"/>
              <a:ext cx="63175" cy="68091"/>
            </a:xfrm>
            <a:custGeom>
              <a:avLst/>
              <a:pathLst>
                <a:path w="63175" h="68091">
                  <a:moveTo>
                    <a:pt x="23164" y="67647"/>
                  </a:moveTo>
                  <a:lnTo>
                    <a:pt x="0" y="68091"/>
                  </a:lnTo>
                  <a:lnTo>
                    <a:pt x="970" y="56375"/>
                  </a:lnTo>
                  <a:lnTo>
                    <a:pt x="5550" y="1080"/>
                  </a:lnTo>
                  <a:lnTo>
                    <a:pt x="39157" y="247"/>
                  </a:lnTo>
                  <a:lnTo>
                    <a:pt x="49165" y="0"/>
                  </a:lnTo>
                  <a:lnTo>
                    <a:pt x="63175" y="11888"/>
                  </a:lnTo>
                  <a:lnTo>
                    <a:pt x="63175" y="21256"/>
                  </a:lnTo>
                  <a:lnTo>
                    <a:pt x="63175" y="25939"/>
                  </a:lnTo>
                  <a:lnTo>
                    <a:pt x="56447" y="39259"/>
                  </a:lnTo>
                  <a:lnTo>
                    <a:pt x="42293" y="672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90339" y="3440894"/>
              <a:ext cx="44583" cy="31884"/>
            </a:xfrm>
            <a:custGeom>
              <a:avLst/>
              <a:pathLst>
                <a:path w="44583" h="31884">
                  <a:moveTo>
                    <a:pt x="30243" y="28133"/>
                  </a:moveTo>
                  <a:lnTo>
                    <a:pt x="18275" y="30913"/>
                  </a:lnTo>
                  <a:lnTo>
                    <a:pt x="14097" y="31884"/>
                  </a:lnTo>
                  <a:lnTo>
                    <a:pt x="7374" y="28963"/>
                  </a:lnTo>
                  <a:lnTo>
                    <a:pt x="0" y="25759"/>
                  </a:lnTo>
                  <a:lnTo>
                    <a:pt x="8036" y="10303"/>
                  </a:lnTo>
                  <a:lnTo>
                    <a:pt x="13392" y="0"/>
                  </a:lnTo>
                  <a:lnTo>
                    <a:pt x="33042" y="8284"/>
                  </a:lnTo>
                  <a:lnTo>
                    <a:pt x="44583" y="13150"/>
                  </a:lnTo>
                  <a:lnTo>
                    <a:pt x="39887" y="21815"/>
                  </a:lnTo>
                  <a:lnTo>
                    <a:pt x="37358" y="264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60883" y="3366470"/>
              <a:ext cx="113143" cy="108082"/>
            </a:xfrm>
            <a:custGeom>
              <a:avLst/>
              <a:pathLst>
                <a:path w="113143" h="108082">
                  <a:moveTo>
                    <a:pt x="24195" y="65007"/>
                  </a:moveTo>
                  <a:lnTo>
                    <a:pt x="31206" y="55611"/>
                  </a:lnTo>
                  <a:lnTo>
                    <a:pt x="38218" y="46214"/>
                  </a:lnTo>
                  <a:lnTo>
                    <a:pt x="44120" y="38304"/>
                  </a:lnTo>
                  <a:lnTo>
                    <a:pt x="52191" y="27487"/>
                  </a:lnTo>
                  <a:lnTo>
                    <a:pt x="59470" y="17731"/>
                  </a:lnTo>
                  <a:lnTo>
                    <a:pt x="72700" y="0"/>
                  </a:lnTo>
                  <a:lnTo>
                    <a:pt x="89353" y="11348"/>
                  </a:lnTo>
                  <a:lnTo>
                    <a:pt x="96169" y="21645"/>
                  </a:lnTo>
                  <a:lnTo>
                    <a:pt x="113143" y="47285"/>
                  </a:lnTo>
                  <a:lnTo>
                    <a:pt x="78252" y="79907"/>
                  </a:lnTo>
                  <a:lnTo>
                    <a:pt x="48117" y="108082"/>
                  </a:lnTo>
                  <a:lnTo>
                    <a:pt x="19569" y="104839"/>
                  </a:lnTo>
                  <a:lnTo>
                    <a:pt x="8996" y="97273"/>
                  </a:lnTo>
                  <a:lnTo>
                    <a:pt x="7533" y="93344"/>
                  </a:lnTo>
                  <a:lnTo>
                    <a:pt x="3524" y="82577"/>
                  </a:lnTo>
                  <a:lnTo>
                    <a:pt x="0" y="68887"/>
                  </a:lnTo>
                  <a:lnTo>
                    <a:pt x="1409" y="61321"/>
                  </a:lnTo>
                  <a:lnTo>
                    <a:pt x="11199" y="67081"/>
                  </a:lnTo>
                  <a:lnTo>
                    <a:pt x="19155" y="717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55605" y="3344043"/>
              <a:ext cx="74541" cy="86880"/>
            </a:xfrm>
            <a:custGeom>
              <a:avLst/>
              <a:pathLst>
                <a:path w="74541" h="86880">
                  <a:moveTo>
                    <a:pt x="61466" y="35219"/>
                  </a:moveTo>
                  <a:lnTo>
                    <a:pt x="41167" y="63890"/>
                  </a:lnTo>
                  <a:lnTo>
                    <a:pt x="24890" y="86880"/>
                  </a:lnTo>
                  <a:lnTo>
                    <a:pt x="13742" y="78707"/>
                  </a:lnTo>
                  <a:lnTo>
                    <a:pt x="0" y="68632"/>
                  </a:lnTo>
                  <a:lnTo>
                    <a:pt x="6207" y="60104"/>
                  </a:lnTo>
                  <a:lnTo>
                    <a:pt x="13610" y="49933"/>
                  </a:lnTo>
                  <a:lnTo>
                    <a:pt x="20741" y="40138"/>
                  </a:lnTo>
                  <a:lnTo>
                    <a:pt x="30254" y="27070"/>
                  </a:lnTo>
                  <a:lnTo>
                    <a:pt x="40899" y="12445"/>
                  </a:lnTo>
                  <a:lnTo>
                    <a:pt x="49958" y="0"/>
                  </a:lnTo>
                  <a:lnTo>
                    <a:pt x="60796" y="7385"/>
                  </a:lnTo>
                  <a:lnTo>
                    <a:pt x="74541" y="16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607295" y="3328167"/>
              <a:ext cx="86838" cy="138478"/>
            </a:xfrm>
            <a:custGeom>
              <a:avLst/>
              <a:pathLst>
                <a:path w="86838" h="138478">
                  <a:moveTo>
                    <a:pt x="12011" y="0"/>
                  </a:moveTo>
                  <a:lnTo>
                    <a:pt x="12835" y="367"/>
                  </a:lnTo>
                  <a:lnTo>
                    <a:pt x="15937" y="2421"/>
                  </a:lnTo>
                  <a:lnTo>
                    <a:pt x="17922" y="3976"/>
                  </a:lnTo>
                  <a:lnTo>
                    <a:pt x="21273" y="5472"/>
                  </a:lnTo>
                  <a:lnTo>
                    <a:pt x="23508" y="6469"/>
                  </a:lnTo>
                  <a:lnTo>
                    <a:pt x="24934" y="7775"/>
                  </a:lnTo>
                  <a:lnTo>
                    <a:pt x="29403" y="9769"/>
                  </a:lnTo>
                  <a:lnTo>
                    <a:pt x="32196" y="11015"/>
                  </a:lnTo>
                  <a:lnTo>
                    <a:pt x="34989" y="12261"/>
                  </a:lnTo>
                  <a:lnTo>
                    <a:pt x="37782" y="13507"/>
                  </a:lnTo>
                  <a:lnTo>
                    <a:pt x="41073" y="13636"/>
                  </a:lnTo>
                  <a:lnTo>
                    <a:pt x="43556" y="14075"/>
                  </a:lnTo>
                  <a:lnTo>
                    <a:pt x="47406" y="14453"/>
                  </a:lnTo>
                  <a:lnTo>
                    <a:pt x="50449" y="15141"/>
                  </a:lnTo>
                  <a:lnTo>
                    <a:pt x="52932" y="15579"/>
                  </a:lnTo>
                  <a:lnTo>
                    <a:pt x="54857" y="15768"/>
                  </a:lnTo>
                  <a:lnTo>
                    <a:pt x="55836" y="16023"/>
                  </a:lnTo>
                  <a:lnTo>
                    <a:pt x="58458" y="16705"/>
                  </a:lnTo>
                  <a:lnTo>
                    <a:pt x="61809" y="18200"/>
                  </a:lnTo>
                  <a:lnTo>
                    <a:pt x="65659" y="18579"/>
                  </a:lnTo>
                  <a:lnTo>
                    <a:pt x="86838" y="16476"/>
                  </a:lnTo>
                  <a:lnTo>
                    <a:pt x="85737" y="35735"/>
                  </a:lnTo>
                  <a:lnTo>
                    <a:pt x="79864" y="138478"/>
                  </a:lnTo>
                  <a:lnTo>
                    <a:pt x="62644" y="133704"/>
                  </a:lnTo>
                  <a:lnTo>
                    <a:pt x="40626" y="127601"/>
                  </a:lnTo>
                  <a:lnTo>
                    <a:pt x="26932" y="123804"/>
                  </a:lnTo>
                  <a:lnTo>
                    <a:pt x="1949" y="116879"/>
                  </a:lnTo>
                  <a:lnTo>
                    <a:pt x="6427" y="87972"/>
                  </a:lnTo>
                  <a:lnTo>
                    <a:pt x="10434" y="62106"/>
                  </a:lnTo>
                  <a:lnTo>
                    <a:pt x="0" y="59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534834" y="3178944"/>
              <a:ext cx="91319" cy="128261"/>
            </a:xfrm>
            <a:custGeom>
              <a:avLst/>
              <a:pathLst>
                <a:path w="91319" h="128261">
                  <a:moveTo>
                    <a:pt x="70799" y="125036"/>
                  </a:moveTo>
                  <a:lnTo>
                    <a:pt x="69871" y="122613"/>
                  </a:lnTo>
                  <a:lnTo>
                    <a:pt x="68943" y="120190"/>
                  </a:lnTo>
                  <a:lnTo>
                    <a:pt x="68513" y="116649"/>
                  </a:lnTo>
                  <a:lnTo>
                    <a:pt x="67834" y="113667"/>
                  </a:lnTo>
                  <a:lnTo>
                    <a:pt x="66906" y="111243"/>
                  </a:lnTo>
                  <a:lnTo>
                    <a:pt x="64801" y="106955"/>
                  </a:lnTo>
                  <a:lnTo>
                    <a:pt x="62756" y="104033"/>
                  </a:lnTo>
                  <a:lnTo>
                    <a:pt x="61518" y="100802"/>
                  </a:lnTo>
                  <a:lnTo>
                    <a:pt x="60281" y="97570"/>
                  </a:lnTo>
                  <a:lnTo>
                    <a:pt x="59353" y="95147"/>
                  </a:lnTo>
                  <a:lnTo>
                    <a:pt x="57927" y="93841"/>
                  </a:lnTo>
                  <a:lnTo>
                    <a:pt x="56440" y="91168"/>
                  </a:lnTo>
                  <a:lnTo>
                    <a:pt x="54146" y="88805"/>
                  </a:lnTo>
                  <a:lnTo>
                    <a:pt x="52659" y="86132"/>
                  </a:lnTo>
                  <a:lnTo>
                    <a:pt x="50365" y="83769"/>
                  </a:lnTo>
                  <a:lnTo>
                    <a:pt x="47761" y="80597"/>
                  </a:lnTo>
                  <a:lnTo>
                    <a:pt x="46987" y="79449"/>
                  </a:lnTo>
                  <a:lnTo>
                    <a:pt x="38093" y="66237"/>
                  </a:lnTo>
                  <a:lnTo>
                    <a:pt x="351" y="54754"/>
                  </a:lnTo>
                  <a:lnTo>
                    <a:pt x="326" y="50960"/>
                  </a:lnTo>
                  <a:lnTo>
                    <a:pt x="292" y="45556"/>
                  </a:lnTo>
                  <a:lnTo>
                    <a:pt x="264" y="41238"/>
                  </a:lnTo>
                  <a:lnTo>
                    <a:pt x="233" y="36364"/>
                  </a:lnTo>
                  <a:lnTo>
                    <a:pt x="202" y="31638"/>
                  </a:lnTo>
                  <a:lnTo>
                    <a:pt x="170" y="26639"/>
                  </a:lnTo>
                  <a:lnTo>
                    <a:pt x="129" y="20160"/>
                  </a:lnTo>
                  <a:lnTo>
                    <a:pt x="97" y="15292"/>
                  </a:lnTo>
                  <a:lnTo>
                    <a:pt x="69" y="10830"/>
                  </a:lnTo>
                  <a:lnTo>
                    <a:pt x="43" y="6780"/>
                  </a:lnTo>
                  <a:lnTo>
                    <a:pt x="0" y="0"/>
                  </a:lnTo>
                  <a:lnTo>
                    <a:pt x="28824" y="11791"/>
                  </a:lnTo>
                  <a:lnTo>
                    <a:pt x="35437" y="14496"/>
                  </a:lnTo>
                  <a:lnTo>
                    <a:pt x="53485" y="17681"/>
                  </a:lnTo>
                  <a:lnTo>
                    <a:pt x="62841" y="19332"/>
                  </a:lnTo>
                  <a:lnTo>
                    <a:pt x="91319" y="16645"/>
                  </a:lnTo>
                  <a:lnTo>
                    <a:pt x="88783" y="33637"/>
                  </a:lnTo>
                  <a:lnTo>
                    <a:pt x="83947" y="66044"/>
                  </a:lnTo>
                  <a:lnTo>
                    <a:pt x="77693" y="107946"/>
                  </a:lnTo>
                  <a:lnTo>
                    <a:pt x="75201" y="124648"/>
                  </a:lnTo>
                  <a:lnTo>
                    <a:pt x="74785" y="12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95725" y="3059283"/>
              <a:ext cx="112869" cy="90518"/>
            </a:xfrm>
            <a:custGeom>
              <a:avLst/>
              <a:pathLst>
                <a:path w="112869" h="90518">
                  <a:moveTo>
                    <a:pt x="91234" y="16333"/>
                  </a:moveTo>
                  <a:lnTo>
                    <a:pt x="90951" y="22939"/>
                  </a:lnTo>
                  <a:lnTo>
                    <a:pt x="90658" y="29791"/>
                  </a:lnTo>
                  <a:lnTo>
                    <a:pt x="90351" y="36953"/>
                  </a:lnTo>
                  <a:lnTo>
                    <a:pt x="90061" y="43734"/>
                  </a:lnTo>
                  <a:lnTo>
                    <a:pt x="89755" y="50887"/>
                  </a:lnTo>
                  <a:lnTo>
                    <a:pt x="89608" y="54311"/>
                  </a:lnTo>
                  <a:lnTo>
                    <a:pt x="98364" y="60210"/>
                  </a:lnTo>
                  <a:lnTo>
                    <a:pt x="107267" y="66208"/>
                  </a:lnTo>
                  <a:lnTo>
                    <a:pt x="112869" y="69983"/>
                  </a:lnTo>
                  <a:lnTo>
                    <a:pt x="112736" y="75171"/>
                  </a:lnTo>
                  <a:lnTo>
                    <a:pt x="112506" y="84088"/>
                  </a:lnTo>
                  <a:lnTo>
                    <a:pt x="112341" y="90518"/>
                  </a:lnTo>
                  <a:lnTo>
                    <a:pt x="68633" y="82318"/>
                  </a:lnTo>
                  <a:lnTo>
                    <a:pt x="35378" y="76080"/>
                  </a:lnTo>
                  <a:lnTo>
                    <a:pt x="0" y="69442"/>
                  </a:lnTo>
                  <a:lnTo>
                    <a:pt x="3436" y="28371"/>
                  </a:lnTo>
                  <a:lnTo>
                    <a:pt x="30398" y="30533"/>
                  </a:lnTo>
                  <a:lnTo>
                    <a:pt x="31050" y="26345"/>
                  </a:lnTo>
                  <a:lnTo>
                    <a:pt x="35156" y="0"/>
                  </a:lnTo>
                  <a:lnTo>
                    <a:pt x="61381" y="5160"/>
                  </a:lnTo>
                  <a:lnTo>
                    <a:pt x="91459" y="1107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114554" y="2988370"/>
              <a:ext cx="110208" cy="62259"/>
            </a:xfrm>
            <a:custGeom>
              <a:avLst/>
              <a:pathLst>
                <a:path w="110208" h="62259">
                  <a:moveTo>
                    <a:pt x="27185" y="5566"/>
                  </a:moveTo>
                  <a:lnTo>
                    <a:pt x="34720" y="10089"/>
                  </a:lnTo>
                  <a:lnTo>
                    <a:pt x="40903" y="13800"/>
                  </a:lnTo>
                  <a:lnTo>
                    <a:pt x="49022" y="18673"/>
                  </a:lnTo>
                  <a:lnTo>
                    <a:pt x="54356" y="21875"/>
                  </a:lnTo>
                  <a:lnTo>
                    <a:pt x="57787" y="18234"/>
                  </a:lnTo>
                  <a:lnTo>
                    <a:pt x="61472" y="14322"/>
                  </a:lnTo>
                  <a:lnTo>
                    <a:pt x="65027" y="10550"/>
                  </a:lnTo>
                  <a:lnTo>
                    <a:pt x="69030" y="6301"/>
                  </a:lnTo>
                  <a:lnTo>
                    <a:pt x="72402" y="2722"/>
                  </a:lnTo>
                  <a:lnTo>
                    <a:pt x="93210" y="29594"/>
                  </a:lnTo>
                  <a:lnTo>
                    <a:pt x="110208" y="51546"/>
                  </a:lnTo>
                  <a:lnTo>
                    <a:pt x="104290" y="55617"/>
                  </a:lnTo>
                  <a:lnTo>
                    <a:pt x="96500" y="60976"/>
                  </a:lnTo>
                  <a:lnTo>
                    <a:pt x="79952" y="41932"/>
                  </a:lnTo>
                  <a:lnTo>
                    <a:pt x="43246" y="62259"/>
                  </a:lnTo>
                  <a:lnTo>
                    <a:pt x="41345" y="61505"/>
                  </a:lnTo>
                  <a:lnTo>
                    <a:pt x="8392" y="48434"/>
                  </a:lnTo>
                  <a:lnTo>
                    <a:pt x="4037" y="41741"/>
                  </a:lnTo>
                  <a:lnTo>
                    <a:pt x="0" y="10143"/>
                  </a:lnTo>
                  <a:lnTo>
                    <a:pt x="6504" y="6460"/>
                  </a:lnTo>
                  <a:lnTo>
                    <a:pt x="12940" y="2815"/>
                  </a:lnTo>
                  <a:lnTo>
                    <a:pt x="1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80242" y="3104371"/>
              <a:ext cx="55752" cy="89451"/>
            </a:xfrm>
            <a:custGeom>
              <a:avLst/>
              <a:pathLst>
                <a:path w="55752" h="89451">
                  <a:moveTo>
                    <a:pt x="49196" y="18526"/>
                  </a:moveTo>
                  <a:lnTo>
                    <a:pt x="53762" y="36606"/>
                  </a:lnTo>
                  <a:lnTo>
                    <a:pt x="55752" y="44485"/>
                  </a:lnTo>
                  <a:lnTo>
                    <a:pt x="51303" y="51903"/>
                  </a:lnTo>
                  <a:lnTo>
                    <a:pt x="28780" y="89451"/>
                  </a:lnTo>
                  <a:lnTo>
                    <a:pt x="24320" y="86381"/>
                  </a:lnTo>
                  <a:lnTo>
                    <a:pt x="16306" y="80866"/>
                  </a:lnTo>
                  <a:lnTo>
                    <a:pt x="10940" y="77172"/>
                  </a:lnTo>
                  <a:lnTo>
                    <a:pt x="19089" y="65116"/>
                  </a:lnTo>
                  <a:lnTo>
                    <a:pt x="26216" y="54571"/>
                  </a:lnTo>
                  <a:lnTo>
                    <a:pt x="33812" y="43332"/>
                  </a:lnTo>
                  <a:lnTo>
                    <a:pt x="34373" y="41874"/>
                  </a:lnTo>
                  <a:lnTo>
                    <a:pt x="39198" y="29326"/>
                  </a:lnTo>
                  <a:lnTo>
                    <a:pt x="35423" y="24876"/>
                  </a:lnTo>
                  <a:lnTo>
                    <a:pt x="32123" y="20987"/>
                  </a:lnTo>
                  <a:lnTo>
                    <a:pt x="15572" y="31034"/>
                  </a:lnTo>
                  <a:lnTo>
                    <a:pt x="5473" y="37164"/>
                  </a:lnTo>
                  <a:lnTo>
                    <a:pt x="2333" y="32543"/>
                  </a:lnTo>
                  <a:lnTo>
                    <a:pt x="0" y="29108"/>
                  </a:lnTo>
                  <a:lnTo>
                    <a:pt x="18278" y="15241"/>
                  </a:lnTo>
                  <a:lnTo>
                    <a:pt x="19269" y="13632"/>
                  </a:lnTo>
                  <a:lnTo>
                    <a:pt x="27670" y="0"/>
                  </a:lnTo>
                  <a:lnTo>
                    <a:pt x="34152" y="1972"/>
                  </a:lnTo>
                  <a:lnTo>
                    <a:pt x="45920" y="5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402627" y="3108699"/>
              <a:ext cx="120187" cy="56048"/>
            </a:xfrm>
            <a:custGeom>
              <a:avLst/>
              <a:pathLst>
                <a:path w="120187" h="56048">
                  <a:moveTo>
                    <a:pt x="96563" y="52595"/>
                  </a:moveTo>
                  <a:lnTo>
                    <a:pt x="61220" y="47251"/>
                  </a:lnTo>
                  <a:lnTo>
                    <a:pt x="0" y="37996"/>
                  </a:lnTo>
                  <a:lnTo>
                    <a:pt x="1838" y="30091"/>
                  </a:lnTo>
                  <a:lnTo>
                    <a:pt x="5372" y="14891"/>
                  </a:lnTo>
                  <a:lnTo>
                    <a:pt x="22357" y="15671"/>
                  </a:lnTo>
                  <a:lnTo>
                    <a:pt x="40443" y="16501"/>
                  </a:lnTo>
                  <a:lnTo>
                    <a:pt x="52786" y="17068"/>
                  </a:lnTo>
                  <a:lnTo>
                    <a:pt x="56954" y="0"/>
                  </a:lnTo>
                  <a:lnTo>
                    <a:pt x="90919" y="3016"/>
                  </a:lnTo>
                  <a:lnTo>
                    <a:pt x="120187" y="5615"/>
                  </a:lnTo>
                  <a:lnTo>
                    <a:pt x="119849" y="27469"/>
                  </a:lnTo>
                  <a:lnTo>
                    <a:pt x="119407" y="56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77911" y="3152069"/>
              <a:ext cx="142390" cy="148838"/>
            </a:xfrm>
            <a:custGeom>
              <a:avLst/>
              <a:pathLst>
                <a:path w="142390" h="148838">
                  <a:moveTo>
                    <a:pt x="139838" y="39244"/>
                  </a:moveTo>
                  <a:lnTo>
                    <a:pt x="122510" y="148838"/>
                  </a:lnTo>
                  <a:lnTo>
                    <a:pt x="105092" y="146581"/>
                  </a:lnTo>
                  <a:lnTo>
                    <a:pt x="93494" y="145077"/>
                  </a:lnTo>
                  <a:lnTo>
                    <a:pt x="96181" y="127345"/>
                  </a:lnTo>
                  <a:lnTo>
                    <a:pt x="81823" y="124624"/>
                  </a:lnTo>
                  <a:lnTo>
                    <a:pt x="66026" y="121631"/>
                  </a:lnTo>
                  <a:lnTo>
                    <a:pt x="75542" y="71373"/>
                  </a:lnTo>
                  <a:lnTo>
                    <a:pt x="59476" y="68192"/>
                  </a:lnTo>
                  <a:lnTo>
                    <a:pt x="32605" y="62873"/>
                  </a:lnTo>
                  <a:lnTo>
                    <a:pt x="0" y="56419"/>
                  </a:lnTo>
                  <a:lnTo>
                    <a:pt x="765" y="51392"/>
                  </a:lnTo>
                  <a:lnTo>
                    <a:pt x="1925" y="43781"/>
                  </a:lnTo>
                  <a:lnTo>
                    <a:pt x="2663" y="38939"/>
                  </a:lnTo>
                  <a:lnTo>
                    <a:pt x="3743" y="31850"/>
                  </a:lnTo>
                  <a:lnTo>
                    <a:pt x="4642" y="25949"/>
                  </a:lnTo>
                  <a:lnTo>
                    <a:pt x="5882" y="17815"/>
                  </a:lnTo>
                  <a:lnTo>
                    <a:pt x="6779" y="11928"/>
                  </a:lnTo>
                  <a:lnTo>
                    <a:pt x="7740" y="5621"/>
                  </a:lnTo>
                  <a:lnTo>
                    <a:pt x="8596" y="0"/>
                  </a:lnTo>
                  <a:lnTo>
                    <a:pt x="33443" y="4290"/>
                  </a:lnTo>
                  <a:lnTo>
                    <a:pt x="142390" y="23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510631" y="3238040"/>
              <a:ext cx="89219" cy="71397"/>
            </a:xfrm>
            <a:custGeom>
              <a:avLst/>
              <a:pathLst>
                <a:path w="89219" h="71397">
                  <a:moveTo>
                    <a:pt x="73391" y="66900"/>
                  </a:moveTo>
                  <a:lnTo>
                    <a:pt x="52672" y="61623"/>
                  </a:lnTo>
                  <a:lnTo>
                    <a:pt x="32239" y="56419"/>
                  </a:lnTo>
                  <a:lnTo>
                    <a:pt x="0" y="46747"/>
                  </a:lnTo>
                  <a:lnTo>
                    <a:pt x="3779" y="23257"/>
                  </a:lnTo>
                  <a:lnTo>
                    <a:pt x="7521" y="0"/>
                  </a:lnTo>
                  <a:lnTo>
                    <a:pt x="18083" y="4158"/>
                  </a:lnTo>
                  <a:lnTo>
                    <a:pt x="20008" y="4347"/>
                  </a:lnTo>
                  <a:lnTo>
                    <a:pt x="22801" y="5593"/>
                  </a:lnTo>
                  <a:lnTo>
                    <a:pt x="25427" y="6186"/>
                  </a:lnTo>
                  <a:lnTo>
                    <a:pt x="25843" y="6281"/>
                  </a:lnTo>
                  <a:lnTo>
                    <a:pt x="28636" y="7527"/>
                  </a:lnTo>
                  <a:lnTo>
                    <a:pt x="30870" y="8524"/>
                  </a:lnTo>
                  <a:lnTo>
                    <a:pt x="35029" y="9710"/>
                  </a:lnTo>
                  <a:lnTo>
                    <a:pt x="37822" y="10956"/>
                  </a:lnTo>
                  <a:lnTo>
                    <a:pt x="38939" y="11455"/>
                  </a:lnTo>
                  <a:lnTo>
                    <a:pt x="42849" y="13199"/>
                  </a:lnTo>
                  <a:lnTo>
                    <a:pt x="44835" y="14755"/>
                  </a:lnTo>
                  <a:lnTo>
                    <a:pt x="45952" y="15253"/>
                  </a:lnTo>
                  <a:lnTo>
                    <a:pt x="49114" y="18674"/>
                  </a:lnTo>
                  <a:lnTo>
                    <a:pt x="51348" y="19670"/>
                  </a:lnTo>
                  <a:lnTo>
                    <a:pt x="53892" y="21475"/>
                  </a:lnTo>
                  <a:lnTo>
                    <a:pt x="55319" y="22782"/>
                  </a:lnTo>
                  <a:lnTo>
                    <a:pt x="56745" y="24088"/>
                  </a:lnTo>
                  <a:lnTo>
                    <a:pt x="59847" y="26142"/>
                  </a:lnTo>
                  <a:lnTo>
                    <a:pt x="62391" y="27947"/>
                  </a:lnTo>
                  <a:lnTo>
                    <a:pt x="63439" y="33103"/>
                  </a:lnTo>
                  <a:lnTo>
                    <a:pt x="64118" y="36085"/>
                  </a:lnTo>
                  <a:lnTo>
                    <a:pt x="65446" y="38472"/>
                  </a:lnTo>
                  <a:lnTo>
                    <a:pt x="65605" y="38758"/>
                  </a:lnTo>
                  <a:lnTo>
                    <a:pt x="66533" y="41181"/>
                  </a:lnTo>
                  <a:lnTo>
                    <a:pt x="67151" y="42797"/>
                  </a:lnTo>
                  <a:lnTo>
                    <a:pt x="68578" y="44103"/>
                  </a:lnTo>
                  <a:lnTo>
                    <a:pt x="70314" y="46217"/>
                  </a:lnTo>
                  <a:lnTo>
                    <a:pt x="74903" y="50944"/>
                  </a:lnTo>
                  <a:lnTo>
                    <a:pt x="76948" y="53866"/>
                  </a:lnTo>
                  <a:lnTo>
                    <a:pt x="77816" y="54923"/>
                  </a:lnTo>
                  <a:lnTo>
                    <a:pt x="80729" y="58902"/>
                  </a:lnTo>
                  <a:lnTo>
                    <a:pt x="82465" y="61016"/>
                  </a:lnTo>
                  <a:lnTo>
                    <a:pt x="83393" y="63439"/>
                  </a:lnTo>
                  <a:lnTo>
                    <a:pt x="84879" y="66112"/>
                  </a:lnTo>
                  <a:lnTo>
                    <a:pt x="87174" y="68476"/>
                  </a:lnTo>
                  <a:lnTo>
                    <a:pt x="89219" y="713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503109" y="3293385"/>
              <a:ext cx="103165" cy="72538"/>
            </a:xfrm>
            <a:custGeom>
              <a:avLst/>
              <a:pathLst>
                <a:path w="103165" h="72538">
                  <a:moveTo>
                    <a:pt x="3126" y="20245"/>
                  </a:moveTo>
                  <a:lnTo>
                    <a:pt x="3369" y="18479"/>
                  </a:lnTo>
                  <a:lnTo>
                    <a:pt x="5910" y="0"/>
                  </a:lnTo>
                  <a:lnTo>
                    <a:pt x="22442" y="5191"/>
                  </a:lnTo>
                  <a:lnTo>
                    <a:pt x="38808" y="10330"/>
                  </a:lnTo>
                  <a:lnTo>
                    <a:pt x="62329" y="13969"/>
                  </a:lnTo>
                  <a:lnTo>
                    <a:pt x="91344" y="20417"/>
                  </a:lnTo>
                  <a:lnTo>
                    <a:pt x="100479" y="26327"/>
                  </a:lnTo>
                  <a:lnTo>
                    <a:pt x="103165" y="32775"/>
                  </a:lnTo>
                  <a:lnTo>
                    <a:pt x="101396" y="45868"/>
                  </a:lnTo>
                  <a:lnTo>
                    <a:pt x="97793" y="72538"/>
                  </a:lnTo>
                  <a:lnTo>
                    <a:pt x="89328" y="69980"/>
                  </a:lnTo>
                  <a:lnTo>
                    <a:pt x="69052" y="63852"/>
                  </a:lnTo>
                  <a:lnTo>
                    <a:pt x="49420" y="57920"/>
                  </a:lnTo>
                  <a:lnTo>
                    <a:pt x="27186" y="51201"/>
                  </a:lnTo>
                  <a:lnTo>
                    <a:pt x="0" y="42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733593" y="3149952"/>
              <a:ext cx="73074" cy="133067"/>
            </a:xfrm>
            <a:custGeom>
              <a:avLst/>
              <a:pathLst>
                <a:path w="73074" h="133067">
                  <a:moveTo>
                    <a:pt x="53732" y="131761"/>
                  </a:moveTo>
                  <a:lnTo>
                    <a:pt x="34692" y="128905"/>
                  </a:lnTo>
                  <a:lnTo>
                    <a:pt x="0" y="123702"/>
                  </a:lnTo>
                  <a:lnTo>
                    <a:pt x="2673" y="105230"/>
                  </a:lnTo>
                  <a:lnTo>
                    <a:pt x="4716" y="91115"/>
                  </a:lnTo>
                  <a:lnTo>
                    <a:pt x="6925" y="75851"/>
                  </a:lnTo>
                  <a:lnTo>
                    <a:pt x="9105" y="60782"/>
                  </a:lnTo>
                  <a:lnTo>
                    <a:pt x="11193" y="46355"/>
                  </a:lnTo>
                  <a:lnTo>
                    <a:pt x="13397" y="31130"/>
                  </a:lnTo>
                  <a:lnTo>
                    <a:pt x="15453" y="16923"/>
                  </a:lnTo>
                  <a:lnTo>
                    <a:pt x="17730" y="1190"/>
                  </a:lnTo>
                  <a:lnTo>
                    <a:pt x="17867" y="73"/>
                  </a:lnTo>
                  <a:lnTo>
                    <a:pt x="19537" y="0"/>
                  </a:lnTo>
                  <a:lnTo>
                    <a:pt x="22579" y="687"/>
                  </a:lnTo>
                  <a:lnTo>
                    <a:pt x="25870" y="816"/>
                  </a:lnTo>
                  <a:lnTo>
                    <a:pt x="30777" y="326"/>
                  </a:lnTo>
                  <a:lnTo>
                    <a:pt x="34069" y="455"/>
                  </a:lnTo>
                  <a:lnTo>
                    <a:pt x="36552" y="894"/>
                  </a:lnTo>
                  <a:lnTo>
                    <a:pt x="37669" y="1392"/>
                  </a:lnTo>
                  <a:lnTo>
                    <a:pt x="44597" y="3350"/>
                  </a:lnTo>
                  <a:lnTo>
                    <a:pt x="73074" y="11398"/>
                  </a:lnTo>
                  <a:lnTo>
                    <a:pt x="70366" y="29594"/>
                  </a:lnTo>
                  <a:lnTo>
                    <a:pt x="54966" y="133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71736" y="3137491"/>
              <a:ext cx="73758" cy="193975"/>
            </a:xfrm>
            <a:custGeom>
              <a:avLst/>
              <a:pathLst>
                <a:path w="73758" h="193975">
                  <a:moveTo>
                    <a:pt x="6342" y="141100"/>
                  </a:moveTo>
                  <a:lnTo>
                    <a:pt x="18254" y="41788"/>
                  </a:lnTo>
                  <a:lnTo>
                    <a:pt x="23194" y="603"/>
                  </a:lnTo>
                  <a:lnTo>
                    <a:pt x="23108" y="0"/>
                  </a:lnTo>
                  <a:lnTo>
                    <a:pt x="24068" y="428"/>
                  </a:lnTo>
                  <a:lnTo>
                    <a:pt x="26800" y="307"/>
                  </a:lnTo>
                  <a:lnTo>
                    <a:pt x="29843" y="995"/>
                  </a:lnTo>
                  <a:lnTo>
                    <a:pt x="32326" y="1433"/>
                  </a:lnTo>
                  <a:lnTo>
                    <a:pt x="35368" y="2121"/>
                  </a:lnTo>
                  <a:lnTo>
                    <a:pt x="38410" y="2809"/>
                  </a:lnTo>
                  <a:lnTo>
                    <a:pt x="40894" y="3247"/>
                  </a:lnTo>
                  <a:lnTo>
                    <a:pt x="42569" y="3994"/>
                  </a:lnTo>
                  <a:lnTo>
                    <a:pt x="45861" y="4124"/>
                  </a:lnTo>
                  <a:lnTo>
                    <a:pt x="47537" y="4871"/>
                  </a:lnTo>
                  <a:lnTo>
                    <a:pt x="49871" y="5203"/>
                  </a:lnTo>
                  <a:lnTo>
                    <a:pt x="51945" y="5499"/>
                  </a:lnTo>
                  <a:lnTo>
                    <a:pt x="54179" y="6496"/>
                  </a:lnTo>
                  <a:lnTo>
                    <a:pt x="56104" y="6685"/>
                  </a:lnTo>
                  <a:lnTo>
                    <a:pt x="59396" y="6814"/>
                  </a:lnTo>
                  <a:lnTo>
                    <a:pt x="62997" y="7751"/>
                  </a:lnTo>
                  <a:lnTo>
                    <a:pt x="64922" y="7940"/>
                  </a:lnTo>
                  <a:lnTo>
                    <a:pt x="67654" y="7819"/>
                  </a:lnTo>
                  <a:lnTo>
                    <a:pt x="70447" y="9066"/>
                  </a:lnTo>
                  <a:lnTo>
                    <a:pt x="73758" y="8664"/>
                  </a:lnTo>
                  <a:lnTo>
                    <a:pt x="73703" y="9199"/>
                  </a:lnTo>
                  <a:lnTo>
                    <a:pt x="68969" y="44711"/>
                  </a:lnTo>
                  <a:lnTo>
                    <a:pt x="63224" y="87798"/>
                  </a:lnTo>
                  <a:lnTo>
                    <a:pt x="60524" y="108056"/>
                  </a:lnTo>
                  <a:lnTo>
                    <a:pt x="53980" y="157140"/>
                  </a:lnTo>
                  <a:lnTo>
                    <a:pt x="50063" y="186519"/>
                  </a:lnTo>
                  <a:lnTo>
                    <a:pt x="50027" y="186826"/>
                  </a:lnTo>
                  <a:lnTo>
                    <a:pt x="47832" y="185847"/>
                  </a:lnTo>
                  <a:lnTo>
                    <a:pt x="44850" y="186525"/>
                  </a:lnTo>
                  <a:lnTo>
                    <a:pt x="41868" y="187204"/>
                  </a:lnTo>
                  <a:lnTo>
                    <a:pt x="39694" y="187574"/>
                  </a:lnTo>
                  <a:lnTo>
                    <a:pt x="36712" y="188253"/>
                  </a:lnTo>
                  <a:lnTo>
                    <a:pt x="34288" y="189181"/>
                  </a:lnTo>
                  <a:lnTo>
                    <a:pt x="31795" y="189483"/>
                  </a:lnTo>
                  <a:lnTo>
                    <a:pt x="30748" y="189610"/>
                  </a:lnTo>
                  <a:lnTo>
                    <a:pt x="27766" y="190289"/>
                  </a:lnTo>
                  <a:lnTo>
                    <a:pt x="24225" y="190719"/>
                  </a:lnTo>
                  <a:lnTo>
                    <a:pt x="22051" y="191088"/>
                  </a:lnTo>
                  <a:lnTo>
                    <a:pt x="19318" y="191208"/>
                  </a:lnTo>
                  <a:lnTo>
                    <a:pt x="16336" y="191887"/>
                  </a:lnTo>
                  <a:lnTo>
                    <a:pt x="14162" y="192257"/>
                  </a:lnTo>
                  <a:lnTo>
                    <a:pt x="10621" y="192686"/>
                  </a:lnTo>
                  <a:lnTo>
                    <a:pt x="8198" y="193614"/>
                  </a:lnTo>
                  <a:lnTo>
                    <a:pt x="5714" y="193176"/>
                  </a:lnTo>
                  <a:lnTo>
                    <a:pt x="2982" y="193296"/>
                  </a:lnTo>
                  <a:lnTo>
                    <a:pt x="0" y="193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614227" y="3136964"/>
              <a:ext cx="74105" cy="194673"/>
            </a:xfrm>
            <a:custGeom>
              <a:avLst/>
              <a:pathLst>
                <a:path w="74105" h="194673">
                  <a:moveTo>
                    <a:pt x="107" y="173076"/>
                  </a:moveTo>
                  <a:lnTo>
                    <a:pt x="4578" y="143732"/>
                  </a:lnTo>
                  <a:lnTo>
                    <a:pt x="7493" y="124597"/>
                  </a:lnTo>
                  <a:lnTo>
                    <a:pt x="9873" y="108979"/>
                  </a:lnTo>
                  <a:lnTo>
                    <a:pt x="12343" y="92767"/>
                  </a:lnTo>
                  <a:lnTo>
                    <a:pt x="16108" y="68058"/>
                  </a:lnTo>
                  <a:lnTo>
                    <a:pt x="17299" y="60237"/>
                  </a:lnTo>
                  <a:lnTo>
                    <a:pt x="17814" y="52618"/>
                  </a:lnTo>
                  <a:lnTo>
                    <a:pt x="19567" y="26677"/>
                  </a:lnTo>
                  <a:lnTo>
                    <a:pt x="19986" y="20474"/>
                  </a:lnTo>
                  <a:lnTo>
                    <a:pt x="22871" y="3698"/>
                  </a:lnTo>
                  <a:lnTo>
                    <a:pt x="23380" y="3788"/>
                  </a:lnTo>
                  <a:lnTo>
                    <a:pt x="26113" y="3668"/>
                  </a:lnTo>
                  <a:lnTo>
                    <a:pt x="28845" y="3548"/>
                  </a:lnTo>
                  <a:lnTo>
                    <a:pt x="31578" y="3427"/>
                  </a:lnTo>
                  <a:lnTo>
                    <a:pt x="34560" y="2749"/>
                  </a:lnTo>
                  <a:lnTo>
                    <a:pt x="36984" y="1821"/>
                  </a:lnTo>
                  <a:lnTo>
                    <a:pt x="40275" y="1949"/>
                  </a:lnTo>
                  <a:lnTo>
                    <a:pt x="42200" y="2139"/>
                  </a:lnTo>
                  <a:lnTo>
                    <a:pt x="45182" y="1460"/>
                  </a:lnTo>
                  <a:lnTo>
                    <a:pt x="49281" y="1279"/>
                  </a:lnTo>
                  <a:lnTo>
                    <a:pt x="52263" y="601"/>
                  </a:lnTo>
                  <a:lnTo>
                    <a:pt x="55804" y="171"/>
                  </a:lnTo>
                  <a:lnTo>
                    <a:pt x="57169" y="305"/>
                  </a:lnTo>
                  <a:lnTo>
                    <a:pt x="57729" y="360"/>
                  </a:lnTo>
                  <a:lnTo>
                    <a:pt x="61020" y="489"/>
                  </a:lnTo>
                  <a:lnTo>
                    <a:pt x="63194" y="120"/>
                  </a:lnTo>
                  <a:lnTo>
                    <a:pt x="65927" y="0"/>
                  </a:lnTo>
                  <a:lnTo>
                    <a:pt x="70585" y="68"/>
                  </a:lnTo>
                  <a:lnTo>
                    <a:pt x="73876" y="197"/>
                  </a:lnTo>
                  <a:lnTo>
                    <a:pt x="74105" y="110"/>
                  </a:lnTo>
                  <a:lnTo>
                    <a:pt x="65659" y="63460"/>
                  </a:lnTo>
                  <a:lnTo>
                    <a:pt x="63902" y="77752"/>
                  </a:lnTo>
                  <a:lnTo>
                    <a:pt x="49540" y="194578"/>
                  </a:lnTo>
                  <a:lnTo>
                    <a:pt x="47385" y="194673"/>
                  </a:lnTo>
                  <a:lnTo>
                    <a:pt x="43784" y="193736"/>
                  </a:lnTo>
                  <a:lnTo>
                    <a:pt x="42675" y="193924"/>
                  </a:lnTo>
                  <a:lnTo>
                    <a:pt x="41610" y="194105"/>
                  </a:lnTo>
                  <a:lnTo>
                    <a:pt x="38568" y="193418"/>
                  </a:lnTo>
                  <a:lnTo>
                    <a:pt x="35775" y="192172"/>
                  </a:lnTo>
                  <a:lnTo>
                    <a:pt x="32423" y="190676"/>
                  </a:lnTo>
                  <a:lnTo>
                    <a:pt x="28513" y="188932"/>
                  </a:lnTo>
                  <a:lnTo>
                    <a:pt x="25720" y="187685"/>
                  </a:lnTo>
                  <a:lnTo>
                    <a:pt x="22927" y="186439"/>
                  </a:lnTo>
                  <a:lnTo>
                    <a:pt x="20693" y="185442"/>
                  </a:lnTo>
                  <a:lnTo>
                    <a:pt x="17341" y="183947"/>
                  </a:lnTo>
                  <a:lnTo>
                    <a:pt x="13990" y="182452"/>
                  </a:lnTo>
                  <a:lnTo>
                    <a:pt x="11756" y="181455"/>
                  </a:lnTo>
                  <a:lnTo>
                    <a:pt x="8654" y="179400"/>
                  </a:lnTo>
                  <a:lnTo>
                    <a:pt x="5861" y="178154"/>
                  </a:lnTo>
                  <a:lnTo>
                    <a:pt x="3875" y="176599"/>
                  </a:lnTo>
                  <a:lnTo>
                    <a:pt x="1890" y="175043"/>
                  </a:lnTo>
                  <a:lnTo>
                    <a:pt x="0" y="1737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534271" y="3133798"/>
              <a:ext cx="94031" cy="56419"/>
            </a:xfrm>
            <a:custGeom>
              <a:avLst/>
              <a:pathLst>
                <a:path w="94031" h="56419">
                  <a:moveTo>
                    <a:pt x="87583" y="11282"/>
                  </a:moveTo>
                  <a:lnTo>
                    <a:pt x="91640" y="19058"/>
                  </a:lnTo>
                  <a:lnTo>
                    <a:pt x="94031" y="23641"/>
                  </a:lnTo>
                  <a:lnTo>
                    <a:pt x="92915" y="44118"/>
                  </a:lnTo>
                  <a:lnTo>
                    <a:pt x="92420" y="53194"/>
                  </a:lnTo>
                  <a:lnTo>
                    <a:pt x="81850" y="54269"/>
                  </a:lnTo>
                  <a:lnTo>
                    <a:pt x="76376" y="54826"/>
                  </a:lnTo>
                  <a:lnTo>
                    <a:pt x="69811" y="55494"/>
                  </a:lnTo>
                  <a:lnTo>
                    <a:pt x="61457" y="56343"/>
                  </a:lnTo>
                  <a:lnTo>
                    <a:pt x="60718" y="56419"/>
                  </a:lnTo>
                  <a:lnTo>
                    <a:pt x="55108" y="55297"/>
                  </a:lnTo>
                  <a:lnTo>
                    <a:pt x="43573" y="52990"/>
                  </a:lnTo>
                  <a:lnTo>
                    <a:pt x="36538" y="51583"/>
                  </a:lnTo>
                  <a:lnTo>
                    <a:pt x="22293" y="45228"/>
                  </a:lnTo>
                  <a:lnTo>
                    <a:pt x="1612" y="36001"/>
                  </a:lnTo>
                  <a:lnTo>
                    <a:pt x="1481" y="33079"/>
                  </a:lnTo>
                  <a:lnTo>
                    <a:pt x="1355" y="30268"/>
                  </a:lnTo>
                  <a:lnTo>
                    <a:pt x="1204" y="26904"/>
                  </a:lnTo>
                  <a:lnTo>
                    <a:pt x="1067" y="23845"/>
                  </a:lnTo>
                  <a:lnTo>
                    <a:pt x="919" y="20530"/>
                  </a:lnTo>
                  <a:lnTo>
                    <a:pt x="762" y="17019"/>
                  </a:lnTo>
                  <a:lnTo>
                    <a:pt x="574" y="12821"/>
                  </a:lnTo>
                  <a:lnTo>
                    <a:pt x="473" y="10579"/>
                  </a:lnTo>
                  <a:lnTo>
                    <a:pt x="325" y="7271"/>
                  </a:lnTo>
                  <a:lnTo>
                    <a:pt x="212" y="4738"/>
                  </a:lnTo>
                  <a:lnTo>
                    <a:pt x="0" y="0"/>
                  </a:lnTo>
                  <a:lnTo>
                    <a:pt x="14810" y="11065"/>
                  </a:lnTo>
                  <a:lnTo>
                    <a:pt x="14994" y="11203"/>
                  </a:lnTo>
                  <a:lnTo>
                    <a:pt x="27533" y="20570"/>
                  </a:lnTo>
                  <a:lnTo>
                    <a:pt x="33205" y="24808"/>
                  </a:lnTo>
                  <a:lnTo>
                    <a:pt x="35300" y="26373"/>
                  </a:lnTo>
                  <a:lnTo>
                    <a:pt x="46747" y="34926"/>
                  </a:lnTo>
                  <a:lnTo>
                    <a:pt x="51034" y="36069"/>
                  </a:lnTo>
                  <a:lnTo>
                    <a:pt x="54807" y="37075"/>
                  </a:lnTo>
                  <a:lnTo>
                    <a:pt x="57551" y="36825"/>
                  </a:lnTo>
                  <a:lnTo>
                    <a:pt x="61586" y="36458"/>
                  </a:lnTo>
                  <a:lnTo>
                    <a:pt x="62365" y="36387"/>
                  </a:lnTo>
                  <a:lnTo>
                    <a:pt x="66628" y="36000"/>
                  </a:lnTo>
                  <a:lnTo>
                    <a:pt x="70319" y="34419"/>
                  </a:lnTo>
                  <a:lnTo>
                    <a:pt x="71874" y="32434"/>
                  </a:lnTo>
                  <a:lnTo>
                    <a:pt x="73988" y="30698"/>
                  </a:lnTo>
                  <a:lnTo>
                    <a:pt x="75544" y="28713"/>
                  </a:lnTo>
                  <a:lnTo>
                    <a:pt x="77409" y="27536"/>
                  </a:lnTo>
                  <a:lnTo>
                    <a:pt x="78904" y="24184"/>
                  </a:lnTo>
                  <a:lnTo>
                    <a:pt x="80459" y="22199"/>
                  </a:lnTo>
                  <a:lnTo>
                    <a:pt x="82015" y="20214"/>
                  </a:lnTo>
                  <a:lnTo>
                    <a:pt x="82350" y="19462"/>
                  </a:lnTo>
                  <a:lnTo>
                    <a:pt x="82550" y="19016"/>
                  </a:lnTo>
                  <a:lnTo>
                    <a:pt x="83261" y="17421"/>
                  </a:lnTo>
                  <a:lnTo>
                    <a:pt x="84258" y="15187"/>
                  </a:lnTo>
                  <a:lnTo>
                    <a:pt x="85504" y="12394"/>
                  </a:lnTo>
                  <a:lnTo>
                    <a:pt x="86501" y="10159"/>
                  </a:lnTo>
                  <a:lnTo>
                    <a:pt x="86554" y="9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209732" y="3753042"/>
              <a:ext cx="33783" cy="52086"/>
            </a:xfrm>
            <a:custGeom>
              <a:avLst/>
              <a:pathLst>
                <a:path w="33783" h="52086">
                  <a:moveTo>
                    <a:pt x="2878" y="34741"/>
                  </a:moveTo>
                  <a:lnTo>
                    <a:pt x="9388" y="12532"/>
                  </a:lnTo>
                  <a:lnTo>
                    <a:pt x="13062" y="0"/>
                  </a:lnTo>
                  <a:lnTo>
                    <a:pt x="23565" y="4654"/>
                  </a:lnTo>
                  <a:lnTo>
                    <a:pt x="33783" y="9182"/>
                  </a:lnTo>
                  <a:lnTo>
                    <a:pt x="30203" y="24030"/>
                  </a:lnTo>
                  <a:lnTo>
                    <a:pt x="23438" y="52086"/>
                  </a:lnTo>
                  <a:lnTo>
                    <a:pt x="10171" y="47825"/>
                  </a:lnTo>
                  <a:lnTo>
                    <a:pt x="0" y="445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325340" y="3772012"/>
              <a:ext cx="67546" cy="64137"/>
            </a:xfrm>
            <a:custGeom>
              <a:avLst/>
              <a:pathLst>
                <a:path w="67546" h="64137">
                  <a:moveTo>
                    <a:pt x="61950" y="37682"/>
                  </a:moveTo>
                  <a:lnTo>
                    <a:pt x="57731" y="45418"/>
                  </a:lnTo>
                  <a:lnTo>
                    <a:pt x="50980" y="57795"/>
                  </a:lnTo>
                  <a:lnTo>
                    <a:pt x="47522" y="64137"/>
                  </a:lnTo>
                  <a:lnTo>
                    <a:pt x="39142" y="59108"/>
                  </a:lnTo>
                  <a:lnTo>
                    <a:pt x="16121" y="45294"/>
                  </a:lnTo>
                  <a:lnTo>
                    <a:pt x="0" y="35621"/>
                  </a:lnTo>
                  <a:lnTo>
                    <a:pt x="3395" y="29395"/>
                  </a:lnTo>
                  <a:lnTo>
                    <a:pt x="7865" y="21200"/>
                  </a:lnTo>
                  <a:lnTo>
                    <a:pt x="13262" y="11303"/>
                  </a:lnTo>
                  <a:lnTo>
                    <a:pt x="19428" y="0"/>
                  </a:lnTo>
                  <a:lnTo>
                    <a:pt x="31984" y="7156"/>
                  </a:lnTo>
                  <a:lnTo>
                    <a:pt x="48374" y="16496"/>
                  </a:lnTo>
                  <a:lnTo>
                    <a:pt x="67546" y="274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423560" y="3839256"/>
              <a:ext cx="195283" cy="102560"/>
            </a:xfrm>
            <a:custGeom>
              <a:avLst/>
              <a:pathLst>
                <a:path w="195283" h="102560">
                  <a:moveTo>
                    <a:pt x="136486" y="76401"/>
                  </a:moveTo>
                  <a:lnTo>
                    <a:pt x="117877" y="80913"/>
                  </a:lnTo>
                  <a:lnTo>
                    <a:pt x="113448" y="81479"/>
                  </a:lnTo>
                  <a:lnTo>
                    <a:pt x="107304" y="82264"/>
                  </a:lnTo>
                  <a:lnTo>
                    <a:pt x="102932" y="81705"/>
                  </a:lnTo>
                  <a:lnTo>
                    <a:pt x="100255" y="81363"/>
                  </a:lnTo>
                  <a:lnTo>
                    <a:pt x="95189" y="78211"/>
                  </a:lnTo>
                  <a:lnTo>
                    <a:pt x="90234" y="75940"/>
                  </a:lnTo>
                  <a:lnTo>
                    <a:pt x="88801" y="75284"/>
                  </a:lnTo>
                  <a:lnTo>
                    <a:pt x="81091" y="74383"/>
                  </a:lnTo>
                  <a:lnTo>
                    <a:pt x="78072" y="74777"/>
                  </a:lnTo>
                  <a:lnTo>
                    <a:pt x="70738" y="75734"/>
                  </a:lnTo>
                  <a:lnTo>
                    <a:pt x="62588" y="77761"/>
                  </a:lnTo>
                  <a:lnTo>
                    <a:pt x="59598" y="79199"/>
                  </a:lnTo>
                  <a:lnTo>
                    <a:pt x="55098" y="81363"/>
                  </a:lnTo>
                  <a:lnTo>
                    <a:pt x="41054" y="88748"/>
                  </a:lnTo>
                  <a:lnTo>
                    <a:pt x="34164" y="92371"/>
                  </a:lnTo>
                  <a:lnTo>
                    <a:pt x="23315" y="96068"/>
                  </a:lnTo>
                  <a:lnTo>
                    <a:pt x="18141" y="97831"/>
                  </a:lnTo>
                  <a:lnTo>
                    <a:pt x="11794" y="99994"/>
                  </a:lnTo>
                  <a:lnTo>
                    <a:pt x="4263" y="102560"/>
                  </a:lnTo>
                  <a:lnTo>
                    <a:pt x="3336" y="97029"/>
                  </a:lnTo>
                  <a:lnTo>
                    <a:pt x="1170" y="84111"/>
                  </a:lnTo>
                  <a:lnTo>
                    <a:pt x="0" y="77132"/>
                  </a:lnTo>
                  <a:lnTo>
                    <a:pt x="12938" y="73606"/>
                  </a:lnTo>
                  <a:lnTo>
                    <a:pt x="17429" y="63355"/>
                  </a:lnTo>
                  <a:lnTo>
                    <a:pt x="22103" y="52685"/>
                  </a:lnTo>
                  <a:lnTo>
                    <a:pt x="26574" y="42477"/>
                  </a:lnTo>
                  <a:lnTo>
                    <a:pt x="32441" y="29084"/>
                  </a:lnTo>
                  <a:lnTo>
                    <a:pt x="36473" y="19881"/>
                  </a:lnTo>
                  <a:lnTo>
                    <a:pt x="41979" y="7310"/>
                  </a:lnTo>
                  <a:lnTo>
                    <a:pt x="45182" y="0"/>
                  </a:lnTo>
                  <a:lnTo>
                    <a:pt x="60856" y="3648"/>
                  </a:lnTo>
                  <a:lnTo>
                    <a:pt x="83732" y="8974"/>
                  </a:lnTo>
                  <a:lnTo>
                    <a:pt x="108588" y="14760"/>
                  </a:lnTo>
                  <a:lnTo>
                    <a:pt x="109797" y="15041"/>
                  </a:lnTo>
                  <a:lnTo>
                    <a:pt x="127943" y="21929"/>
                  </a:lnTo>
                  <a:lnTo>
                    <a:pt x="135973" y="24977"/>
                  </a:lnTo>
                  <a:lnTo>
                    <a:pt x="147572" y="30034"/>
                  </a:lnTo>
                  <a:lnTo>
                    <a:pt x="159489" y="35228"/>
                  </a:lnTo>
                  <a:lnTo>
                    <a:pt x="172366" y="38575"/>
                  </a:lnTo>
                  <a:lnTo>
                    <a:pt x="195283" y="44531"/>
                  </a:lnTo>
                  <a:lnTo>
                    <a:pt x="190128" y="49614"/>
                  </a:lnTo>
                  <a:lnTo>
                    <a:pt x="185943" y="55243"/>
                  </a:lnTo>
                  <a:lnTo>
                    <a:pt x="179775" y="61098"/>
                  </a:lnTo>
                  <a:lnTo>
                    <a:pt x="173415" y="64973"/>
                  </a:lnTo>
                  <a:lnTo>
                    <a:pt x="168321" y="68078"/>
                  </a:lnTo>
                  <a:lnTo>
                    <a:pt x="157406" y="71135"/>
                  </a:lnTo>
                  <a:lnTo>
                    <a:pt x="152240" y="72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836646" y="1740851"/>
              <a:ext cx="37487" cy="83200"/>
            </a:xfrm>
            <a:custGeom>
              <a:avLst/>
              <a:pathLst>
                <a:path w="37487" h="83200">
                  <a:moveTo>
                    <a:pt x="5106" y="3600"/>
                  </a:moveTo>
                  <a:lnTo>
                    <a:pt x="10503" y="7406"/>
                  </a:lnTo>
                  <a:lnTo>
                    <a:pt x="15900" y="11211"/>
                  </a:lnTo>
                  <a:lnTo>
                    <a:pt x="21297" y="15017"/>
                  </a:lnTo>
                  <a:lnTo>
                    <a:pt x="26694" y="18822"/>
                  </a:lnTo>
                  <a:lnTo>
                    <a:pt x="32090" y="22628"/>
                  </a:lnTo>
                  <a:lnTo>
                    <a:pt x="37487" y="26433"/>
                  </a:lnTo>
                  <a:lnTo>
                    <a:pt x="22776" y="48710"/>
                  </a:lnTo>
                  <a:lnTo>
                    <a:pt x="20004" y="52908"/>
                  </a:lnTo>
                  <a:lnTo>
                    <a:pt x="17231" y="57106"/>
                  </a:lnTo>
                  <a:lnTo>
                    <a:pt x="14459" y="61304"/>
                  </a:lnTo>
                  <a:lnTo>
                    <a:pt x="11687" y="65501"/>
                  </a:lnTo>
                  <a:lnTo>
                    <a:pt x="8915" y="69699"/>
                  </a:lnTo>
                  <a:lnTo>
                    <a:pt x="6143" y="73897"/>
                  </a:lnTo>
                  <a:lnTo>
                    <a:pt x="3371" y="78095"/>
                  </a:lnTo>
                  <a:lnTo>
                    <a:pt x="599" y="82293"/>
                  </a:lnTo>
                  <a:lnTo>
                    <a:pt x="0" y="8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836646" y="1768365"/>
              <a:ext cx="96703" cy="166812"/>
            </a:xfrm>
            <a:custGeom>
              <a:avLst/>
              <a:pathLst>
                <a:path w="96703" h="166812">
                  <a:moveTo>
                    <a:pt x="58176" y="3905"/>
                  </a:moveTo>
                  <a:lnTo>
                    <a:pt x="69402" y="11583"/>
                  </a:lnTo>
                  <a:lnTo>
                    <a:pt x="82991" y="20877"/>
                  </a:lnTo>
                  <a:lnTo>
                    <a:pt x="89230" y="25144"/>
                  </a:lnTo>
                  <a:lnTo>
                    <a:pt x="96703" y="30255"/>
                  </a:lnTo>
                  <a:lnTo>
                    <a:pt x="87412" y="44168"/>
                  </a:lnTo>
                  <a:lnTo>
                    <a:pt x="84180" y="49009"/>
                  </a:lnTo>
                  <a:lnTo>
                    <a:pt x="80947" y="53850"/>
                  </a:lnTo>
                  <a:lnTo>
                    <a:pt x="77715" y="58691"/>
                  </a:lnTo>
                  <a:lnTo>
                    <a:pt x="74482" y="63532"/>
                  </a:lnTo>
                  <a:lnTo>
                    <a:pt x="71249" y="68373"/>
                  </a:lnTo>
                  <a:lnTo>
                    <a:pt x="68017" y="73214"/>
                  </a:lnTo>
                  <a:lnTo>
                    <a:pt x="64784" y="78055"/>
                  </a:lnTo>
                  <a:lnTo>
                    <a:pt x="61551" y="82897"/>
                  </a:lnTo>
                  <a:lnTo>
                    <a:pt x="58319" y="87738"/>
                  </a:lnTo>
                  <a:lnTo>
                    <a:pt x="55086" y="92579"/>
                  </a:lnTo>
                  <a:lnTo>
                    <a:pt x="51854" y="97420"/>
                  </a:lnTo>
                  <a:lnTo>
                    <a:pt x="48621" y="102261"/>
                  </a:lnTo>
                  <a:lnTo>
                    <a:pt x="45389" y="107102"/>
                  </a:lnTo>
                  <a:lnTo>
                    <a:pt x="42156" y="111943"/>
                  </a:lnTo>
                  <a:lnTo>
                    <a:pt x="38923" y="116785"/>
                  </a:lnTo>
                  <a:lnTo>
                    <a:pt x="35691" y="121626"/>
                  </a:lnTo>
                  <a:lnTo>
                    <a:pt x="32458" y="126467"/>
                  </a:lnTo>
                  <a:lnTo>
                    <a:pt x="29226" y="131308"/>
                  </a:lnTo>
                  <a:lnTo>
                    <a:pt x="25993" y="136149"/>
                  </a:lnTo>
                  <a:lnTo>
                    <a:pt x="22760" y="140990"/>
                  </a:lnTo>
                  <a:lnTo>
                    <a:pt x="5518" y="166812"/>
                  </a:lnTo>
                  <a:lnTo>
                    <a:pt x="0" y="163246"/>
                  </a:lnTo>
                  <a:lnTo>
                    <a:pt x="0" y="76344"/>
                  </a:lnTo>
                  <a:lnTo>
                    <a:pt x="3261" y="71599"/>
                  </a:lnTo>
                  <a:lnTo>
                    <a:pt x="6640" y="66682"/>
                  </a:lnTo>
                  <a:lnTo>
                    <a:pt x="10018" y="61766"/>
                  </a:lnTo>
                  <a:lnTo>
                    <a:pt x="13397" y="56849"/>
                  </a:lnTo>
                  <a:lnTo>
                    <a:pt x="16776" y="51933"/>
                  </a:lnTo>
                  <a:lnTo>
                    <a:pt x="20155" y="47016"/>
                  </a:lnTo>
                  <a:lnTo>
                    <a:pt x="23534" y="42099"/>
                  </a:lnTo>
                  <a:lnTo>
                    <a:pt x="26913" y="37183"/>
                  </a:lnTo>
                  <a:lnTo>
                    <a:pt x="30292" y="32266"/>
                  </a:lnTo>
                  <a:lnTo>
                    <a:pt x="33671" y="27349"/>
                  </a:lnTo>
                  <a:lnTo>
                    <a:pt x="37050" y="22432"/>
                  </a:lnTo>
                  <a:lnTo>
                    <a:pt x="40429" y="17515"/>
                  </a:lnTo>
                  <a:lnTo>
                    <a:pt x="43807" y="12599"/>
                  </a:lnTo>
                  <a:lnTo>
                    <a:pt x="524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855363" y="1815974"/>
              <a:ext cx="110892" cy="148394"/>
            </a:xfrm>
            <a:custGeom>
              <a:avLst/>
              <a:pathLst>
                <a:path w="110892" h="148394">
                  <a:moveTo>
                    <a:pt x="99175" y="7315"/>
                  </a:moveTo>
                  <a:lnTo>
                    <a:pt x="110892" y="14726"/>
                  </a:lnTo>
                  <a:lnTo>
                    <a:pt x="88035" y="49948"/>
                  </a:lnTo>
                  <a:lnTo>
                    <a:pt x="79274" y="63446"/>
                  </a:lnTo>
                  <a:lnTo>
                    <a:pt x="69947" y="77818"/>
                  </a:lnTo>
                  <a:lnTo>
                    <a:pt x="62564" y="89196"/>
                  </a:lnTo>
                  <a:lnTo>
                    <a:pt x="49176" y="109825"/>
                  </a:lnTo>
                  <a:lnTo>
                    <a:pt x="31342" y="137305"/>
                  </a:lnTo>
                  <a:lnTo>
                    <a:pt x="24146" y="148394"/>
                  </a:lnTo>
                  <a:lnTo>
                    <a:pt x="18715" y="144536"/>
                  </a:lnTo>
                  <a:lnTo>
                    <a:pt x="13360" y="140732"/>
                  </a:lnTo>
                  <a:lnTo>
                    <a:pt x="7388" y="136490"/>
                  </a:lnTo>
                  <a:lnTo>
                    <a:pt x="1516" y="132319"/>
                  </a:lnTo>
                  <a:lnTo>
                    <a:pt x="0" y="131242"/>
                  </a:lnTo>
                  <a:lnTo>
                    <a:pt x="3244" y="126381"/>
                  </a:lnTo>
                  <a:lnTo>
                    <a:pt x="6489" y="121520"/>
                  </a:lnTo>
                  <a:lnTo>
                    <a:pt x="9734" y="116660"/>
                  </a:lnTo>
                  <a:lnTo>
                    <a:pt x="12978" y="111799"/>
                  </a:lnTo>
                  <a:lnTo>
                    <a:pt x="16223" y="106938"/>
                  </a:lnTo>
                  <a:lnTo>
                    <a:pt x="19468" y="102077"/>
                  </a:lnTo>
                  <a:lnTo>
                    <a:pt x="22713" y="97216"/>
                  </a:lnTo>
                  <a:lnTo>
                    <a:pt x="25957" y="92356"/>
                  </a:lnTo>
                  <a:lnTo>
                    <a:pt x="29202" y="87495"/>
                  </a:lnTo>
                  <a:lnTo>
                    <a:pt x="32447" y="82634"/>
                  </a:lnTo>
                  <a:lnTo>
                    <a:pt x="35692" y="77773"/>
                  </a:lnTo>
                  <a:lnTo>
                    <a:pt x="38936" y="72912"/>
                  </a:lnTo>
                  <a:lnTo>
                    <a:pt x="42181" y="68051"/>
                  </a:lnTo>
                  <a:lnTo>
                    <a:pt x="45426" y="63191"/>
                  </a:lnTo>
                  <a:lnTo>
                    <a:pt x="48670" y="58330"/>
                  </a:lnTo>
                  <a:lnTo>
                    <a:pt x="51915" y="53469"/>
                  </a:lnTo>
                  <a:lnTo>
                    <a:pt x="55160" y="48608"/>
                  </a:lnTo>
                  <a:lnTo>
                    <a:pt x="58404" y="43747"/>
                  </a:lnTo>
                  <a:lnTo>
                    <a:pt x="61649" y="38886"/>
                  </a:lnTo>
                  <a:lnTo>
                    <a:pt x="64894" y="34025"/>
                  </a:lnTo>
                  <a:lnTo>
                    <a:pt x="68139" y="29165"/>
                  </a:lnTo>
                  <a:lnTo>
                    <a:pt x="71383" y="24304"/>
                  </a:lnTo>
                  <a:lnTo>
                    <a:pt x="74628" y="19443"/>
                  </a:lnTo>
                  <a:lnTo>
                    <a:pt x="77872" y="14582"/>
                  </a:lnTo>
                  <a:lnTo>
                    <a:pt x="81117" y="9721"/>
                  </a:lnTo>
                  <a:lnTo>
                    <a:pt x="84362" y="4860"/>
                  </a:lnTo>
                  <a:lnTo>
                    <a:pt x="876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111844" y="1974959"/>
              <a:ext cx="53627" cy="80377"/>
            </a:xfrm>
            <a:custGeom>
              <a:avLst/>
              <a:pathLst>
                <a:path w="53627" h="80377">
                  <a:moveTo>
                    <a:pt x="46931" y="37648"/>
                  </a:moveTo>
                  <a:lnTo>
                    <a:pt x="41098" y="51811"/>
                  </a:lnTo>
                  <a:lnTo>
                    <a:pt x="39882" y="54761"/>
                  </a:lnTo>
                  <a:lnTo>
                    <a:pt x="25112" y="80377"/>
                  </a:lnTo>
                  <a:lnTo>
                    <a:pt x="17577" y="75647"/>
                  </a:lnTo>
                  <a:lnTo>
                    <a:pt x="8008" y="69642"/>
                  </a:lnTo>
                  <a:lnTo>
                    <a:pt x="0" y="64615"/>
                  </a:lnTo>
                  <a:lnTo>
                    <a:pt x="3267" y="58631"/>
                  </a:lnTo>
                  <a:lnTo>
                    <a:pt x="7608" y="50685"/>
                  </a:lnTo>
                  <a:lnTo>
                    <a:pt x="10394" y="45584"/>
                  </a:lnTo>
                  <a:lnTo>
                    <a:pt x="13449" y="39990"/>
                  </a:lnTo>
                  <a:lnTo>
                    <a:pt x="17325" y="33464"/>
                  </a:lnTo>
                  <a:lnTo>
                    <a:pt x="22086" y="25448"/>
                  </a:lnTo>
                  <a:lnTo>
                    <a:pt x="25352" y="19949"/>
                  </a:lnTo>
                  <a:lnTo>
                    <a:pt x="28428" y="14771"/>
                  </a:lnTo>
                  <a:lnTo>
                    <a:pt x="28603" y="14160"/>
                  </a:lnTo>
                  <a:lnTo>
                    <a:pt x="30814" y="6437"/>
                  </a:lnTo>
                  <a:lnTo>
                    <a:pt x="32657" y="0"/>
                  </a:lnTo>
                  <a:lnTo>
                    <a:pt x="40715" y="4637"/>
                  </a:lnTo>
                  <a:lnTo>
                    <a:pt x="53627" y="120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144502" y="1992252"/>
              <a:ext cx="54452" cy="77098"/>
            </a:xfrm>
            <a:custGeom>
              <a:avLst/>
              <a:pathLst>
                <a:path w="54452" h="77098">
                  <a:moveTo>
                    <a:pt x="1548" y="64259"/>
                  </a:moveTo>
                  <a:lnTo>
                    <a:pt x="4560" y="57852"/>
                  </a:lnTo>
                  <a:lnTo>
                    <a:pt x="9202" y="47981"/>
                  </a:lnTo>
                  <a:lnTo>
                    <a:pt x="12006" y="42018"/>
                  </a:lnTo>
                  <a:lnTo>
                    <a:pt x="14795" y="36088"/>
                  </a:lnTo>
                  <a:lnTo>
                    <a:pt x="17655" y="30005"/>
                  </a:lnTo>
                  <a:lnTo>
                    <a:pt x="19513" y="26054"/>
                  </a:lnTo>
                  <a:lnTo>
                    <a:pt x="24142" y="16212"/>
                  </a:lnTo>
                  <a:lnTo>
                    <a:pt x="24205" y="11718"/>
                  </a:lnTo>
                  <a:lnTo>
                    <a:pt x="24318" y="3602"/>
                  </a:lnTo>
                  <a:lnTo>
                    <a:pt x="31015" y="0"/>
                  </a:lnTo>
                  <a:lnTo>
                    <a:pt x="47279" y="9125"/>
                  </a:lnTo>
                  <a:lnTo>
                    <a:pt x="54452" y="13150"/>
                  </a:lnTo>
                  <a:lnTo>
                    <a:pt x="44231" y="36387"/>
                  </a:lnTo>
                  <a:lnTo>
                    <a:pt x="40479" y="41676"/>
                  </a:lnTo>
                  <a:lnTo>
                    <a:pt x="32600" y="52780"/>
                  </a:lnTo>
                  <a:lnTo>
                    <a:pt x="23613" y="77098"/>
                  </a:lnTo>
                  <a:lnTo>
                    <a:pt x="14274" y="76918"/>
                  </a:lnTo>
                  <a:lnTo>
                    <a:pt x="11328" y="74985"/>
                  </a:lnTo>
                  <a:lnTo>
                    <a:pt x="0" y="67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140815" y="2067333"/>
              <a:ext cx="123047" cy="49934"/>
            </a:xfrm>
            <a:custGeom>
              <a:avLst/>
              <a:pathLst>
                <a:path w="123047" h="49934">
                  <a:moveTo>
                    <a:pt x="86480" y="48201"/>
                  </a:moveTo>
                  <a:lnTo>
                    <a:pt x="48849" y="46321"/>
                  </a:lnTo>
                  <a:lnTo>
                    <a:pt x="0" y="43881"/>
                  </a:lnTo>
                  <a:lnTo>
                    <a:pt x="37" y="36662"/>
                  </a:lnTo>
                  <a:lnTo>
                    <a:pt x="67" y="30798"/>
                  </a:lnTo>
                  <a:lnTo>
                    <a:pt x="138" y="17125"/>
                  </a:lnTo>
                  <a:lnTo>
                    <a:pt x="163" y="12245"/>
                  </a:lnTo>
                  <a:lnTo>
                    <a:pt x="211" y="3026"/>
                  </a:lnTo>
                  <a:lnTo>
                    <a:pt x="4652" y="0"/>
                  </a:lnTo>
                  <a:lnTo>
                    <a:pt x="17551" y="8430"/>
                  </a:lnTo>
                  <a:lnTo>
                    <a:pt x="28120" y="9262"/>
                  </a:lnTo>
                  <a:lnTo>
                    <a:pt x="40582" y="10244"/>
                  </a:lnTo>
                  <a:lnTo>
                    <a:pt x="63810" y="12072"/>
                  </a:lnTo>
                  <a:lnTo>
                    <a:pt x="68857" y="12470"/>
                  </a:lnTo>
                  <a:lnTo>
                    <a:pt x="80516" y="13388"/>
                  </a:lnTo>
                  <a:lnTo>
                    <a:pt x="93954" y="14446"/>
                  </a:lnTo>
                  <a:lnTo>
                    <a:pt x="103103" y="15166"/>
                  </a:lnTo>
                  <a:lnTo>
                    <a:pt x="123047" y="16736"/>
                  </a:lnTo>
                  <a:lnTo>
                    <a:pt x="122188" y="31929"/>
                  </a:lnTo>
                  <a:lnTo>
                    <a:pt x="121169" y="499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1943464" y="1854654"/>
              <a:ext cx="66118" cy="54164"/>
            </a:xfrm>
            <a:custGeom>
              <a:avLst/>
              <a:pathLst>
                <a:path w="66118" h="54164">
                  <a:moveTo>
                    <a:pt x="61142" y="36884"/>
                  </a:moveTo>
                  <a:lnTo>
                    <a:pt x="54816" y="45534"/>
                  </a:lnTo>
                  <a:lnTo>
                    <a:pt x="48506" y="54164"/>
                  </a:lnTo>
                  <a:lnTo>
                    <a:pt x="30743" y="43244"/>
                  </a:lnTo>
                  <a:lnTo>
                    <a:pt x="21214" y="37386"/>
                  </a:lnTo>
                  <a:lnTo>
                    <a:pt x="11306" y="31295"/>
                  </a:lnTo>
                  <a:lnTo>
                    <a:pt x="0" y="24344"/>
                  </a:lnTo>
                  <a:lnTo>
                    <a:pt x="11613" y="7946"/>
                  </a:lnTo>
                  <a:lnTo>
                    <a:pt x="17240" y="0"/>
                  </a:lnTo>
                  <a:lnTo>
                    <a:pt x="51064" y="20814"/>
                  </a:lnTo>
                  <a:lnTo>
                    <a:pt x="66118" y="30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1890220" y="1886979"/>
              <a:ext cx="94283" cy="106287"/>
            </a:xfrm>
            <a:custGeom>
              <a:avLst/>
              <a:pathLst>
                <a:path w="94283" h="106287">
                  <a:moveTo>
                    <a:pt x="88816" y="36369"/>
                  </a:moveTo>
                  <a:lnTo>
                    <a:pt x="81636" y="47278"/>
                  </a:lnTo>
                  <a:lnTo>
                    <a:pt x="75831" y="56098"/>
                  </a:lnTo>
                  <a:lnTo>
                    <a:pt x="69521" y="65684"/>
                  </a:lnTo>
                  <a:lnTo>
                    <a:pt x="64637" y="73105"/>
                  </a:lnTo>
                  <a:lnTo>
                    <a:pt x="60197" y="79852"/>
                  </a:lnTo>
                  <a:lnTo>
                    <a:pt x="53095" y="90643"/>
                  </a:lnTo>
                  <a:lnTo>
                    <a:pt x="47800" y="98687"/>
                  </a:lnTo>
                  <a:lnTo>
                    <a:pt x="42798" y="106287"/>
                  </a:lnTo>
                  <a:lnTo>
                    <a:pt x="35878" y="102072"/>
                  </a:lnTo>
                  <a:lnTo>
                    <a:pt x="24903" y="95387"/>
                  </a:lnTo>
                  <a:lnTo>
                    <a:pt x="15748" y="89811"/>
                  </a:lnTo>
                  <a:lnTo>
                    <a:pt x="5018" y="83275"/>
                  </a:lnTo>
                  <a:lnTo>
                    <a:pt x="0" y="80219"/>
                  </a:lnTo>
                  <a:lnTo>
                    <a:pt x="499" y="73591"/>
                  </a:lnTo>
                  <a:lnTo>
                    <a:pt x="4443" y="67586"/>
                  </a:lnTo>
                  <a:lnTo>
                    <a:pt x="14143" y="52818"/>
                  </a:lnTo>
                  <a:lnTo>
                    <a:pt x="18783" y="45754"/>
                  </a:lnTo>
                  <a:lnTo>
                    <a:pt x="23335" y="38825"/>
                  </a:lnTo>
                  <a:lnTo>
                    <a:pt x="27644" y="32264"/>
                  </a:lnTo>
                  <a:lnTo>
                    <a:pt x="31723" y="26054"/>
                  </a:lnTo>
                  <a:lnTo>
                    <a:pt x="36578" y="18663"/>
                  </a:lnTo>
                  <a:lnTo>
                    <a:pt x="39699" y="13911"/>
                  </a:lnTo>
                  <a:lnTo>
                    <a:pt x="43307" y="8417"/>
                  </a:lnTo>
                  <a:lnTo>
                    <a:pt x="46430" y="3662"/>
                  </a:lnTo>
                  <a:lnTo>
                    <a:pt x="48836" y="0"/>
                  </a:lnTo>
                  <a:lnTo>
                    <a:pt x="75586" y="16517"/>
                  </a:lnTo>
                  <a:lnTo>
                    <a:pt x="94283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000724" y="1891549"/>
              <a:ext cx="126690" cy="105979"/>
            </a:xfrm>
            <a:custGeom>
              <a:avLst/>
              <a:pathLst>
                <a:path w="126690" h="105979">
                  <a:moveTo>
                    <a:pt x="8611" y="9255"/>
                  </a:moveTo>
                  <a:lnTo>
                    <a:pt x="14556" y="0"/>
                  </a:lnTo>
                  <a:lnTo>
                    <a:pt x="39211" y="15850"/>
                  </a:lnTo>
                  <a:lnTo>
                    <a:pt x="56802" y="27158"/>
                  </a:lnTo>
                  <a:lnTo>
                    <a:pt x="66029" y="33090"/>
                  </a:lnTo>
                  <a:lnTo>
                    <a:pt x="78768" y="41279"/>
                  </a:lnTo>
                  <a:lnTo>
                    <a:pt x="85459" y="45580"/>
                  </a:lnTo>
                  <a:lnTo>
                    <a:pt x="126071" y="71688"/>
                  </a:lnTo>
                  <a:lnTo>
                    <a:pt x="126678" y="95443"/>
                  </a:lnTo>
                  <a:lnTo>
                    <a:pt x="126690" y="95882"/>
                  </a:lnTo>
                  <a:lnTo>
                    <a:pt x="122012" y="105979"/>
                  </a:lnTo>
                  <a:lnTo>
                    <a:pt x="116720" y="102574"/>
                  </a:lnTo>
                  <a:lnTo>
                    <a:pt x="112627" y="99939"/>
                  </a:lnTo>
                  <a:lnTo>
                    <a:pt x="111545" y="99197"/>
                  </a:lnTo>
                  <a:lnTo>
                    <a:pt x="106505" y="95739"/>
                  </a:lnTo>
                  <a:lnTo>
                    <a:pt x="100443" y="91580"/>
                  </a:lnTo>
                  <a:lnTo>
                    <a:pt x="93605" y="86888"/>
                  </a:lnTo>
                  <a:lnTo>
                    <a:pt x="88878" y="83645"/>
                  </a:lnTo>
                  <a:lnTo>
                    <a:pt x="81193" y="78372"/>
                  </a:lnTo>
                  <a:lnTo>
                    <a:pt x="67809" y="69188"/>
                  </a:lnTo>
                  <a:lnTo>
                    <a:pt x="59337" y="63376"/>
                  </a:lnTo>
                  <a:lnTo>
                    <a:pt x="48852" y="56182"/>
                  </a:lnTo>
                  <a:lnTo>
                    <a:pt x="35924" y="47312"/>
                  </a:lnTo>
                  <a:lnTo>
                    <a:pt x="24396" y="39402"/>
                  </a:lnTo>
                  <a:lnTo>
                    <a:pt x="15628" y="33386"/>
                  </a:lnTo>
                  <a:lnTo>
                    <a:pt x="5287" y="26291"/>
                  </a:lnTo>
                  <a:lnTo>
                    <a:pt x="0" y="22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1977822" y="1927002"/>
              <a:ext cx="139447" cy="103550"/>
            </a:xfrm>
            <a:custGeom>
              <a:avLst/>
              <a:pathLst>
                <a:path w="139447" h="103550">
                  <a:moveTo>
                    <a:pt x="133426" y="91454"/>
                  </a:moveTo>
                  <a:lnTo>
                    <a:pt x="126055" y="103550"/>
                  </a:lnTo>
                  <a:lnTo>
                    <a:pt x="119420" y="99383"/>
                  </a:lnTo>
                  <a:lnTo>
                    <a:pt x="112786" y="95215"/>
                  </a:lnTo>
                  <a:lnTo>
                    <a:pt x="106151" y="91048"/>
                  </a:lnTo>
                  <a:lnTo>
                    <a:pt x="99517" y="86881"/>
                  </a:lnTo>
                  <a:lnTo>
                    <a:pt x="92882" y="82714"/>
                  </a:lnTo>
                  <a:lnTo>
                    <a:pt x="86248" y="78546"/>
                  </a:lnTo>
                  <a:lnTo>
                    <a:pt x="79613" y="74379"/>
                  </a:lnTo>
                  <a:lnTo>
                    <a:pt x="72979" y="70212"/>
                  </a:lnTo>
                  <a:lnTo>
                    <a:pt x="66344" y="66044"/>
                  </a:lnTo>
                  <a:lnTo>
                    <a:pt x="59710" y="61877"/>
                  </a:lnTo>
                  <a:lnTo>
                    <a:pt x="53076" y="57710"/>
                  </a:lnTo>
                  <a:lnTo>
                    <a:pt x="46441" y="53543"/>
                  </a:lnTo>
                  <a:lnTo>
                    <a:pt x="39806" y="49376"/>
                  </a:lnTo>
                  <a:lnTo>
                    <a:pt x="33172" y="45208"/>
                  </a:lnTo>
                  <a:lnTo>
                    <a:pt x="26537" y="41041"/>
                  </a:lnTo>
                  <a:lnTo>
                    <a:pt x="19903" y="36874"/>
                  </a:lnTo>
                  <a:lnTo>
                    <a:pt x="13268" y="32706"/>
                  </a:lnTo>
                  <a:lnTo>
                    <a:pt x="6634" y="28539"/>
                  </a:lnTo>
                  <a:lnTo>
                    <a:pt x="0" y="24372"/>
                  </a:lnTo>
                  <a:lnTo>
                    <a:pt x="8961" y="10626"/>
                  </a:lnTo>
                  <a:lnTo>
                    <a:pt x="15888" y="0"/>
                  </a:lnTo>
                  <a:lnTo>
                    <a:pt x="111486" y="63114"/>
                  </a:lnTo>
                  <a:lnTo>
                    <a:pt x="119240" y="68233"/>
                  </a:lnTo>
                  <a:lnTo>
                    <a:pt x="126987" y="73348"/>
                  </a:lnTo>
                  <a:lnTo>
                    <a:pt x="131084" y="76052"/>
                  </a:lnTo>
                  <a:lnTo>
                    <a:pt x="133741" y="77807"/>
                  </a:lnTo>
                  <a:lnTo>
                    <a:pt x="136732" y="79781"/>
                  </a:lnTo>
                  <a:lnTo>
                    <a:pt x="139447" y="8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1942475" y="1961672"/>
              <a:ext cx="92800" cy="83484"/>
            </a:xfrm>
            <a:custGeom>
              <a:avLst/>
              <a:pathLst>
                <a:path w="92800" h="83484">
                  <a:moveTo>
                    <a:pt x="80669" y="57890"/>
                  </a:moveTo>
                  <a:lnTo>
                    <a:pt x="64383" y="83484"/>
                  </a:lnTo>
                  <a:lnTo>
                    <a:pt x="58841" y="79960"/>
                  </a:lnTo>
                  <a:lnTo>
                    <a:pt x="53115" y="76319"/>
                  </a:lnTo>
                  <a:lnTo>
                    <a:pt x="46243" y="71949"/>
                  </a:lnTo>
                  <a:lnTo>
                    <a:pt x="37489" y="66383"/>
                  </a:lnTo>
                  <a:lnTo>
                    <a:pt x="15988" y="52712"/>
                  </a:lnTo>
                  <a:lnTo>
                    <a:pt x="4544" y="45436"/>
                  </a:lnTo>
                  <a:lnTo>
                    <a:pt x="0" y="42546"/>
                  </a:lnTo>
                  <a:lnTo>
                    <a:pt x="6430" y="33604"/>
                  </a:lnTo>
                  <a:lnTo>
                    <a:pt x="11860" y="26051"/>
                  </a:lnTo>
                  <a:lnTo>
                    <a:pt x="21230" y="13021"/>
                  </a:lnTo>
                  <a:lnTo>
                    <a:pt x="27226" y="4682"/>
                  </a:lnTo>
                  <a:lnTo>
                    <a:pt x="30593" y="0"/>
                  </a:lnTo>
                  <a:lnTo>
                    <a:pt x="43849" y="8273"/>
                  </a:lnTo>
                  <a:lnTo>
                    <a:pt x="53469" y="14277"/>
                  </a:lnTo>
                  <a:lnTo>
                    <a:pt x="60194" y="18474"/>
                  </a:lnTo>
                  <a:lnTo>
                    <a:pt x="64855" y="21383"/>
                  </a:lnTo>
                  <a:lnTo>
                    <a:pt x="71647" y="25623"/>
                  </a:lnTo>
                  <a:lnTo>
                    <a:pt x="76412" y="28596"/>
                  </a:lnTo>
                  <a:lnTo>
                    <a:pt x="80568" y="31190"/>
                  </a:lnTo>
                  <a:lnTo>
                    <a:pt x="86445" y="34858"/>
                  </a:lnTo>
                  <a:lnTo>
                    <a:pt x="90159" y="37176"/>
                  </a:lnTo>
                  <a:lnTo>
                    <a:pt x="92800" y="3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011592" y="2003337"/>
              <a:ext cx="86575" cy="78858"/>
            </a:xfrm>
            <a:custGeom>
              <a:avLst/>
              <a:pathLst>
                <a:path w="86575" h="78858">
                  <a:moveTo>
                    <a:pt x="71402" y="54270"/>
                  </a:moveTo>
                  <a:lnTo>
                    <a:pt x="53109" y="78858"/>
                  </a:lnTo>
                  <a:lnTo>
                    <a:pt x="47177" y="74991"/>
                  </a:lnTo>
                  <a:lnTo>
                    <a:pt x="39354" y="69889"/>
                  </a:lnTo>
                  <a:lnTo>
                    <a:pt x="29730" y="63613"/>
                  </a:lnTo>
                  <a:lnTo>
                    <a:pt x="19414" y="56886"/>
                  </a:lnTo>
                  <a:lnTo>
                    <a:pt x="6227" y="48287"/>
                  </a:lnTo>
                  <a:lnTo>
                    <a:pt x="0" y="44226"/>
                  </a:lnTo>
                  <a:lnTo>
                    <a:pt x="11887" y="25907"/>
                  </a:lnTo>
                  <a:lnTo>
                    <a:pt x="19876" y="13595"/>
                  </a:lnTo>
                  <a:lnTo>
                    <a:pt x="28698" y="0"/>
                  </a:lnTo>
                  <a:lnTo>
                    <a:pt x="33750" y="2957"/>
                  </a:lnTo>
                  <a:lnTo>
                    <a:pt x="37710" y="5275"/>
                  </a:lnTo>
                  <a:lnTo>
                    <a:pt x="45920" y="10080"/>
                  </a:lnTo>
                  <a:lnTo>
                    <a:pt x="49446" y="12144"/>
                  </a:lnTo>
                  <a:lnTo>
                    <a:pt x="61337" y="19104"/>
                  </a:lnTo>
                  <a:lnTo>
                    <a:pt x="65890" y="21769"/>
                  </a:lnTo>
                  <a:lnTo>
                    <a:pt x="70535" y="24488"/>
                  </a:lnTo>
                  <a:lnTo>
                    <a:pt x="76037" y="27708"/>
                  </a:lnTo>
                  <a:lnTo>
                    <a:pt x="86575" y="33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073586" y="2043546"/>
              <a:ext cx="48433" cy="67878"/>
            </a:xfrm>
            <a:custGeom>
              <a:avLst/>
              <a:pathLst>
                <a:path w="48433" h="67878">
                  <a:moveTo>
                    <a:pt x="45202" y="53416"/>
                  </a:moveTo>
                  <a:lnTo>
                    <a:pt x="43062" y="59267"/>
                  </a:lnTo>
                  <a:lnTo>
                    <a:pt x="37951" y="67878"/>
                  </a:lnTo>
                  <a:lnTo>
                    <a:pt x="34598" y="65765"/>
                  </a:lnTo>
                  <a:lnTo>
                    <a:pt x="26838" y="60875"/>
                  </a:lnTo>
                  <a:lnTo>
                    <a:pt x="10639" y="50666"/>
                  </a:lnTo>
                  <a:lnTo>
                    <a:pt x="0" y="43962"/>
                  </a:lnTo>
                  <a:lnTo>
                    <a:pt x="5080" y="36359"/>
                  </a:lnTo>
                  <a:lnTo>
                    <a:pt x="11799" y="26302"/>
                  </a:lnTo>
                  <a:lnTo>
                    <a:pt x="18891" y="15689"/>
                  </a:lnTo>
                  <a:lnTo>
                    <a:pt x="24924" y="6659"/>
                  </a:lnTo>
                  <a:lnTo>
                    <a:pt x="29374" y="0"/>
                  </a:lnTo>
                  <a:lnTo>
                    <a:pt x="38672" y="6399"/>
                  </a:lnTo>
                  <a:lnTo>
                    <a:pt x="42141" y="8787"/>
                  </a:lnTo>
                  <a:lnTo>
                    <a:pt x="43751" y="10312"/>
                  </a:lnTo>
                  <a:lnTo>
                    <a:pt x="45883" y="19599"/>
                  </a:lnTo>
                  <a:lnTo>
                    <a:pt x="46950" y="30053"/>
                  </a:lnTo>
                  <a:lnTo>
                    <a:pt x="47841" y="38778"/>
                  </a:lnTo>
                  <a:lnTo>
                    <a:pt x="48433" y="44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836646" y="1964806"/>
              <a:ext cx="53677" cy="111487"/>
            </a:xfrm>
            <a:custGeom>
              <a:avLst/>
              <a:pathLst>
                <a:path w="53677" h="111487">
                  <a:moveTo>
                    <a:pt x="50185" y="34847"/>
                  </a:moveTo>
                  <a:lnTo>
                    <a:pt x="46693" y="40179"/>
                  </a:lnTo>
                  <a:lnTo>
                    <a:pt x="43202" y="45511"/>
                  </a:lnTo>
                  <a:lnTo>
                    <a:pt x="39710" y="50843"/>
                  </a:lnTo>
                  <a:lnTo>
                    <a:pt x="36219" y="56175"/>
                  </a:lnTo>
                  <a:lnTo>
                    <a:pt x="32727" y="61507"/>
                  </a:lnTo>
                  <a:lnTo>
                    <a:pt x="29236" y="66839"/>
                  </a:lnTo>
                  <a:lnTo>
                    <a:pt x="25744" y="72171"/>
                  </a:lnTo>
                  <a:lnTo>
                    <a:pt x="22253" y="77504"/>
                  </a:lnTo>
                  <a:lnTo>
                    <a:pt x="18761" y="82836"/>
                  </a:lnTo>
                  <a:lnTo>
                    <a:pt x="15269" y="88168"/>
                  </a:lnTo>
                  <a:lnTo>
                    <a:pt x="11778" y="93500"/>
                  </a:lnTo>
                  <a:lnTo>
                    <a:pt x="8286" y="98832"/>
                  </a:lnTo>
                  <a:lnTo>
                    <a:pt x="4795" y="104164"/>
                  </a:lnTo>
                  <a:lnTo>
                    <a:pt x="1303" y="109496"/>
                  </a:lnTo>
                  <a:lnTo>
                    <a:pt x="0" y="111487"/>
                  </a:lnTo>
                  <a:lnTo>
                    <a:pt x="0" y="11176"/>
                  </a:lnTo>
                  <a:lnTo>
                    <a:pt x="2007" y="8199"/>
                  </a:lnTo>
                  <a:lnTo>
                    <a:pt x="4832" y="4009"/>
                  </a:lnTo>
                  <a:lnTo>
                    <a:pt x="7536" y="0"/>
                  </a:lnTo>
                  <a:lnTo>
                    <a:pt x="35281" y="17748"/>
                  </a:lnTo>
                  <a:lnTo>
                    <a:pt x="53677" y="29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871795" y="2007109"/>
              <a:ext cx="141690" cy="120248"/>
            </a:xfrm>
            <a:custGeom>
              <a:avLst/>
              <a:pathLst>
                <a:path w="141690" h="120248">
                  <a:moveTo>
                    <a:pt x="54675" y="2647"/>
                  </a:moveTo>
                  <a:lnTo>
                    <a:pt x="67149" y="10750"/>
                  </a:lnTo>
                  <a:lnTo>
                    <a:pt x="74756" y="15691"/>
                  </a:lnTo>
                  <a:lnTo>
                    <a:pt x="79161" y="18553"/>
                  </a:lnTo>
                  <a:lnTo>
                    <a:pt x="90679" y="26034"/>
                  </a:lnTo>
                  <a:lnTo>
                    <a:pt x="95246" y="29001"/>
                  </a:lnTo>
                  <a:lnTo>
                    <a:pt x="105355" y="35567"/>
                  </a:lnTo>
                  <a:lnTo>
                    <a:pt x="108311" y="37488"/>
                  </a:lnTo>
                  <a:lnTo>
                    <a:pt x="118875" y="44349"/>
                  </a:lnTo>
                  <a:lnTo>
                    <a:pt x="141690" y="59169"/>
                  </a:lnTo>
                  <a:lnTo>
                    <a:pt x="128556" y="79638"/>
                  </a:lnTo>
                  <a:lnTo>
                    <a:pt x="121934" y="89959"/>
                  </a:lnTo>
                  <a:lnTo>
                    <a:pt x="118523" y="95275"/>
                  </a:lnTo>
                  <a:lnTo>
                    <a:pt x="99809" y="120248"/>
                  </a:lnTo>
                  <a:lnTo>
                    <a:pt x="87864" y="111727"/>
                  </a:lnTo>
                  <a:lnTo>
                    <a:pt x="82541" y="107929"/>
                  </a:lnTo>
                  <a:lnTo>
                    <a:pt x="77217" y="104131"/>
                  </a:lnTo>
                  <a:lnTo>
                    <a:pt x="71894" y="100334"/>
                  </a:lnTo>
                  <a:lnTo>
                    <a:pt x="66571" y="96536"/>
                  </a:lnTo>
                  <a:lnTo>
                    <a:pt x="61248" y="92738"/>
                  </a:lnTo>
                  <a:lnTo>
                    <a:pt x="55924" y="88941"/>
                  </a:lnTo>
                  <a:lnTo>
                    <a:pt x="50601" y="85143"/>
                  </a:lnTo>
                  <a:lnTo>
                    <a:pt x="45278" y="81346"/>
                  </a:lnTo>
                  <a:lnTo>
                    <a:pt x="39955" y="77548"/>
                  </a:lnTo>
                  <a:lnTo>
                    <a:pt x="34631" y="73750"/>
                  </a:lnTo>
                  <a:lnTo>
                    <a:pt x="29308" y="69952"/>
                  </a:lnTo>
                  <a:lnTo>
                    <a:pt x="23985" y="66155"/>
                  </a:lnTo>
                  <a:lnTo>
                    <a:pt x="0" y="49044"/>
                  </a:lnTo>
                  <a:lnTo>
                    <a:pt x="3669" y="43533"/>
                  </a:lnTo>
                  <a:lnTo>
                    <a:pt x="7900" y="37179"/>
                  </a:lnTo>
                  <a:lnTo>
                    <a:pt x="12642" y="30056"/>
                  </a:lnTo>
                  <a:lnTo>
                    <a:pt x="17775" y="22347"/>
                  </a:lnTo>
                  <a:lnTo>
                    <a:pt x="22056" y="15918"/>
                  </a:lnTo>
                  <a:lnTo>
                    <a:pt x="25650" y="10520"/>
                  </a:lnTo>
                  <a:lnTo>
                    <a:pt x="29945" y="4070"/>
                  </a:lnTo>
                  <a:lnTo>
                    <a:pt x="32655" y="0"/>
                  </a:lnTo>
                  <a:lnTo>
                    <a:pt x="50937" y="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836646" y="2063287"/>
              <a:ext cx="129200" cy="115864"/>
            </a:xfrm>
            <a:custGeom>
              <a:avLst/>
              <a:pathLst>
                <a:path w="129200" h="115864">
                  <a:moveTo>
                    <a:pt x="1634" y="34829"/>
                  </a:moveTo>
                  <a:lnTo>
                    <a:pt x="4978" y="29878"/>
                  </a:lnTo>
                  <a:lnTo>
                    <a:pt x="8615" y="24493"/>
                  </a:lnTo>
                  <a:lnTo>
                    <a:pt x="12016" y="19457"/>
                  </a:lnTo>
                  <a:lnTo>
                    <a:pt x="15081" y="14920"/>
                  </a:lnTo>
                  <a:lnTo>
                    <a:pt x="18020" y="10568"/>
                  </a:lnTo>
                  <a:lnTo>
                    <a:pt x="20878" y="6338"/>
                  </a:lnTo>
                  <a:lnTo>
                    <a:pt x="23931" y="1817"/>
                  </a:lnTo>
                  <a:lnTo>
                    <a:pt x="25159" y="0"/>
                  </a:lnTo>
                  <a:lnTo>
                    <a:pt x="52847" y="18739"/>
                  </a:lnTo>
                  <a:lnTo>
                    <a:pt x="63580" y="26004"/>
                  </a:lnTo>
                  <a:lnTo>
                    <a:pt x="66708" y="28120"/>
                  </a:lnTo>
                  <a:lnTo>
                    <a:pt x="69751" y="30180"/>
                  </a:lnTo>
                  <a:lnTo>
                    <a:pt x="71470" y="31343"/>
                  </a:lnTo>
                  <a:lnTo>
                    <a:pt x="72791" y="32283"/>
                  </a:lnTo>
                  <a:lnTo>
                    <a:pt x="80719" y="37923"/>
                  </a:lnTo>
                  <a:lnTo>
                    <a:pt x="84562" y="40658"/>
                  </a:lnTo>
                  <a:lnTo>
                    <a:pt x="89996" y="44524"/>
                  </a:lnTo>
                  <a:lnTo>
                    <a:pt x="92895" y="46586"/>
                  </a:lnTo>
                  <a:lnTo>
                    <a:pt x="96843" y="49395"/>
                  </a:lnTo>
                  <a:lnTo>
                    <a:pt x="102077" y="53119"/>
                  </a:lnTo>
                  <a:lnTo>
                    <a:pt x="109076" y="58098"/>
                  </a:lnTo>
                  <a:lnTo>
                    <a:pt x="118149" y="64552"/>
                  </a:lnTo>
                  <a:lnTo>
                    <a:pt x="122452" y="67614"/>
                  </a:lnTo>
                  <a:lnTo>
                    <a:pt x="125806" y="70000"/>
                  </a:lnTo>
                  <a:lnTo>
                    <a:pt x="129200" y="72414"/>
                  </a:lnTo>
                  <a:lnTo>
                    <a:pt x="116044" y="92003"/>
                  </a:lnTo>
                  <a:lnTo>
                    <a:pt x="100018" y="115864"/>
                  </a:lnTo>
                  <a:lnTo>
                    <a:pt x="96465" y="113484"/>
                  </a:lnTo>
                  <a:lnTo>
                    <a:pt x="92622" y="110911"/>
                  </a:lnTo>
                  <a:lnTo>
                    <a:pt x="87570" y="107528"/>
                  </a:lnTo>
                  <a:lnTo>
                    <a:pt x="80447" y="102757"/>
                  </a:lnTo>
                  <a:lnTo>
                    <a:pt x="77080" y="100503"/>
                  </a:lnTo>
                  <a:lnTo>
                    <a:pt x="74072" y="98488"/>
                  </a:lnTo>
                  <a:lnTo>
                    <a:pt x="69777" y="95612"/>
                  </a:lnTo>
                  <a:lnTo>
                    <a:pt x="64803" y="92281"/>
                  </a:lnTo>
                  <a:lnTo>
                    <a:pt x="61001" y="89735"/>
                  </a:lnTo>
                  <a:lnTo>
                    <a:pt x="56105" y="86456"/>
                  </a:lnTo>
                  <a:lnTo>
                    <a:pt x="51655" y="83476"/>
                  </a:lnTo>
                  <a:lnTo>
                    <a:pt x="48063" y="81071"/>
                  </a:lnTo>
                  <a:lnTo>
                    <a:pt x="42048" y="77042"/>
                  </a:lnTo>
                  <a:lnTo>
                    <a:pt x="36524" y="73343"/>
                  </a:lnTo>
                  <a:lnTo>
                    <a:pt x="31401" y="69912"/>
                  </a:lnTo>
                  <a:lnTo>
                    <a:pt x="25178" y="65745"/>
                  </a:lnTo>
                  <a:lnTo>
                    <a:pt x="14348" y="58492"/>
                  </a:lnTo>
                  <a:lnTo>
                    <a:pt x="0" y="48883"/>
                  </a:lnTo>
                  <a:lnTo>
                    <a:pt x="0" y="37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836646" y="2126945"/>
              <a:ext cx="94996" cy="108394"/>
            </a:xfrm>
            <a:custGeom>
              <a:avLst/>
              <a:pathLst>
                <a:path w="94996" h="108394">
                  <a:moveTo>
                    <a:pt x="18968" y="12849"/>
                  </a:moveTo>
                  <a:lnTo>
                    <a:pt x="23720" y="16068"/>
                  </a:lnTo>
                  <a:lnTo>
                    <a:pt x="28471" y="19286"/>
                  </a:lnTo>
                  <a:lnTo>
                    <a:pt x="33223" y="22505"/>
                  </a:lnTo>
                  <a:lnTo>
                    <a:pt x="37975" y="25724"/>
                  </a:lnTo>
                  <a:lnTo>
                    <a:pt x="42726" y="28943"/>
                  </a:lnTo>
                  <a:lnTo>
                    <a:pt x="47478" y="32162"/>
                  </a:lnTo>
                  <a:lnTo>
                    <a:pt x="52230" y="35381"/>
                  </a:lnTo>
                  <a:lnTo>
                    <a:pt x="56982" y="38600"/>
                  </a:lnTo>
                  <a:lnTo>
                    <a:pt x="61733" y="41819"/>
                  </a:lnTo>
                  <a:lnTo>
                    <a:pt x="66485" y="45038"/>
                  </a:lnTo>
                  <a:lnTo>
                    <a:pt x="71237" y="48257"/>
                  </a:lnTo>
                  <a:lnTo>
                    <a:pt x="75989" y="51475"/>
                  </a:lnTo>
                  <a:lnTo>
                    <a:pt x="80741" y="54694"/>
                  </a:lnTo>
                  <a:lnTo>
                    <a:pt x="85493" y="57913"/>
                  </a:lnTo>
                  <a:lnTo>
                    <a:pt x="90244" y="61132"/>
                  </a:lnTo>
                  <a:lnTo>
                    <a:pt x="94996" y="64351"/>
                  </a:lnTo>
                  <a:lnTo>
                    <a:pt x="80909" y="85727"/>
                  </a:lnTo>
                  <a:lnTo>
                    <a:pt x="65971" y="108394"/>
                  </a:lnTo>
                  <a:lnTo>
                    <a:pt x="59920" y="104254"/>
                  </a:lnTo>
                  <a:lnTo>
                    <a:pt x="53869" y="100115"/>
                  </a:lnTo>
                  <a:lnTo>
                    <a:pt x="47819" y="95975"/>
                  </a:lnTo>
                  <a:lnTo>
                    <a:pt x="41768" y="91836"/>
                  </a:lnTo>
                  <a:lnTo>
                    <a:pt x="35717" y="87697"/>
                  </a:lnTo>
                  <a:lnTo>
                    <a:pt x="29666" y="83557"/>
                  </a:lnTo>
                  <a:lnTo>
                    <a:pt x="23616" y="79418"/>
                  </a:lnTo>
                  <a:lnTo>
                    <a:pt x="17565" y="75278"/>
                  </a:lnTo>
                  <a:lnTo>
                    <a:pt x="11514" y="71139"/>
                  </a:lnTo>
                  <a:lnTo>
                    <a:pt x="5464" y="67000"/>
                  </a:lnTo>
                  <a:lnTo>
                    <a:pt x="0" y="63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836646" y="2209614"/>
              <a:ext cx="56222" cy="82990"/>
            </a:xfrm>
            <a:custGeom>
              <a:avLst/>
              <a:pathLst>
                <a:path w="56222" h="82990">
                  <a:moveTo>
                    <a:pt x="796" y="556"/>
                  </a:moveTo>
                  <a:lnTo>
                    <a:pt x="4702" y="3282"/>
                  </a:lnTo>
                  <a:lnTo>
                    <a:pt x="8608" y="6008"/>
                  </a:lnTo>
                  <a:lnTo>
                    <a:pt x="12514" y="8735"/>
                  </a:lnTo>
                  <a:lnTo>
                    <a:pt x="16420" y="11461"/>
                  </a:lnTo>
                  <a:lnTo>
                    <a:pt x="20326" y="14187"/>
                  </a:lnTo>
                  <a:lnTo>
                    <a:pt x="24231" y="16914"/>
                  </a:lnTo>
                  <a:lnTo>
                    <a:pt x="28137" y="19640"/>
                  </a:lnTo>
                  <a:lnTo>
                    <a:pt x="32043" y="22366"/>
                  </a:lnTo>
                  <a:lnTo>
                    <a:pt x="35949" y="25092"/>
                  </a:lnTo>
                  <a:lnTo>
                    <a:pt x="39855" y="27819"/>
                  </a:lnTo>
                  <a:lnTo>
                    <a:pt x="43761" y="30545"/>
                  </a:lnTo>
                  <a:lnTo>
                    <a:pt x="56222" y="39243"/>
                  </a:lnTo>
                  <a:lnTo>
                    <a:pt x="51311" y="46897"/>
                  </a:lnTo>
                  <a:lnTo>
                    <a:pt x="40285" y="64081"/>
                  </a:lnTo>
                  <a:lnTo>
                    <a:pt x="28151" y="82990"/>
                  </a:lnTo>
                  <a:lnTo>
                    <a:pt x="18369" y="76640"/>
                  </a:lnTo>
                  <a:lnTo>
                    <a:pt x="14143" y="73896"/>
                  </a:lnTo>
                  <a:lnTo>
                    <a:pt x="9917" y="71152"/>
                  </a:lnTo>
                  <a:lnTo>
                    <a:pt x="5690" y="68408"/>
                  </a:lnTo>
                  <a:lnTo>
                    <a:pt x="1464" y="65664"/>
                  </a:lnTo>
                  <a:lnTo>
                    <a:pt x="0" y="647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836646" y="2290063"/>
              <a:ext cx="19660" cy="42739"/>
            </a:xfrm>
            <a:custGeom>
              <a:avLst/>
              <a:pathLst>
                <a:path w="19660" h="42739">
                  <a:moveTo>
                    <a:pt x="19660" y="13166"/>
                  </a:moveTo>
                  <a:lnTo>
                    <a:pt x="16287" y="18241"/>
                  </a:lnTo>
                  <a:lnTo>
                    <a:pt x="12913" y="23316"/>
                  </a:lnTo>
                  <a:lnTo>
                    <a:pt x="9539" y="28391"/>
                  </a:lnTo>
                  <a:lnTo>
                    <a:pt x="6165" y="33466"/>
                  </a:lnTo>
                  <a:lnTo>
                    <a:pt x="2791" y="38540"/>
                  </a:lnTo>
                  <a:lnTo>
                    <a:pt x="0" y="42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838318" y="2260676"/>
              <a:ext cx="136377" cy="155232"/>
            </a:xfrm>
            <a:custGeom>
              <a:avLst/>
              <a:pathLst>
                <a:path w="136377" h="155232">
                  <a:moveTo>
                    <a:pt x="68359" y="155232"/>
                  </a:moveTo>
                  <a:lnTo>
                    <a:pt x="58005" y="148441"/>
                  </a:lnTo>
                  <a:lnTo>
                    <a:pt x="20453" y="123809"/>
                  </a:lnTo>
                  <a:lnTo>
                    <a:pt x="0" y="110393"/>
                  </a:lnTo>
                  <a:lnTo>
                    <a:pt x="20398" y="77773"/>
                  </a:lnTo>
                  <a:lnTo>
                    <a:pt x="25926" y="68933"/>
                  </a:lnTo>
                  <a:lnTo>
                    <a:pt x="27551" y="66334"/>
                  </a:lnTo>
                  <a:lnTo>
                    <a:pt x="29147" y="63781"/>
                  </a:lnTo>
                  <a:lnTo>
                    <a:pt x="68314" y="1149"/>
                  </a:lnTo>
                  <a:lnTo>
                    <a:pt x="71163" y="0"/>
                  </a:lnTo>
                  <a:lnTo>
                    <a:pt x="101460" y="21181"/>
                  </a:lnTo>
                  <a:lnTo>
                    <a:pt x="103914" y="22898"/>
                  </a:lnTo>
                  <a:lnTo>
                    <a:pt x="107307" y="25270"/>
                  </a:lnTo>
                  <a:lnTo>
                    <a:pt x="135425" y="44926"/>
                  </a:lnTo>
                  <a:lnTo>
                    <a:pt x="136377" y="47692"/>
                  </a:lnTo>
                  <a:lnTo>
                    <a:pt x="105362" y="96730"/>
                  </a:lnTo>
                  <a:lnTo>
                    <a:pt x="93215" y="115934"/>
                  </a:lnTo>
                  <a:lnTo>
                    <a:pt x="90689" y="119928"/>
                  </a:lnTo>
                  <a:lnTo>
                    <a:pt x="89297" y="122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1909385" y="2194877"/>
              <a:ext cx="110456" cy="101417"/>
            </a:xfrm>
            <a:custGeom>
              <a:avLst/>
              <a:pathLst>
                <a:path w="110456" h="101417">
                  <a:moveTo>
                    <a:pt x="14919" y="22179"/>
                  </a:moveTo>
                  <a:lnTo>
                    <a:pt x="22803" y="10099"/>
                  </a:lnTo>
                  <a:lnTo>
                    <a:pt x="29394" y="0"/>
                  </a:lnTo>
                  <a:lnTo>
                    <a:pt x="35716" y="4439"/>
                  </a:lnTo>
                  <a:lnTo>
                    <a:pt x="41518" y="8513"/>
                  </a:lnTo>
                  <a:lnTo>
                    <a:pt x="50651" y="14927"/>
                  </a:lnTo>
                  <a:lnTo>
                    <a:pt x="58698" y="20578"/>
                  </a:lnTo>
                  <a:lnTo>
                    <a:pt x="67902" y="27041"/>
                  </a:lnTo>
                  <a:lnTo>
                    <a:pt x="74311" y="31542"/>
                  </a:lnTo>
                  <a:lnTo>
                    <a:pt x="80517" y="35899"/>
                  </a:lnTo>
                  <a:lnTo>
                    <a:pt x="85420" y="39342"/>
                  </a:lnTo>
                  <a:lnTo>
                    <a:pt x="91847" y="43856"/>
                  </a:lnTo>
                  <a:lnTo>
                    <a:pt x="101285" y="50483"/>
                  </a:lnTo>
                  <a:lnTo>
                    <a:pt x="110456" y="56923"/>
                  </a:lnTo>
                  <a:lnTo>
                    <a:pt x="105779" y="63376"/>
                  </a:lnTo>
                  <a:lnTo>
                    <a:pt x="99741" y="71705"/>
                  </a:lnTo>
                  <a:lnTo>
                    <a:pt x="94222" y="79320"/>
                  </a:lnTo>
                  <a:lnTo>
                    <a:pt x="86749" y="89631"/>
                  </a:lnTo>
                  <a:lnTo>
                    <a:pt x="82131" y="96002"/>
                  </a:lnTo>
                  <a:lnTo>
                    <a:pt x="78207" y="101417"/>
                  </a:lnTo>
                  <a:lnTo>
                    <a:pt x="73478" y="98008"/>
                  </a:lnTo>
                  <a:lnTo>
                    <a:pt x="65494" y="92252"/>
                  </a:lnTo>
                  <a:lnTo>
                    <a:pt x="61142" y="89115"/>
                  </a:lnTo>
                  <a:lnTo>
                    <a:pt x="53204" y="83394"/>
                  </a:lnTo>
                  <a:lnTo>
                    <a:pt x="45314" y="77706"/>
                  </a:lnTo>
                  <a:lnTo>
                    <a:pt x="42360" y="75576"/>
                  </a:lnTo>
                  <a:lnTo>
                    <a:pt x="34082" y="69609"/>
                  </a:lnTo>
                  <a:lnTo>
                    <a:pt x="22669" y="61382"/>
                  </a:lnTo>
                  <a:lnTo>
                    <a:pt x="11770" y="53526"/>
                  </a:lnTo>
                  <a:lnTo>
                    <a:pt x="7704" y="50595"/>
                  </a:lnTo>
                  <a:lnTo>
                    <a:pt x="0" y="45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1997898" y="2131469"/>
              <a:ext cx="91991" cy="114206"/>
            </a:xfrm>
            <a:custGeom>
              <a:avLst/>
              <a:pathLst>
                <a:path w="91991" h="114206">
                  <a:moveTo>
                    <a:pt x="12305" y="71154"/>
                  </a:moveTo>
                  <a:lnTo>
                    <a:pt x="16844" y="64041"/>
                  </a:lnTo>
                  <a:lnTo>
                    <a:pt x="20218" y="58755"/>
                  </a:lnTo>
                  <a:lnTo>
                    <a:pt x="24781" y="51605"/>
                  </a:lnTo>
                  <a:lnTo>
                    <a:pt x="29901" y="43583"/>
                  </a:lnTo>
                  <a:lnTo>
                    <a:pt x="33261" y="38318"/>
                  </a:lnTo>
                  <a:lnTo>
                    <a:pt x="39571" y="28431"/>
                  </a:lnTo>
                  <a:lnTo>
                    <a:pt x="44641" y="20486"/>
                  </a:lnTo>
                  <a:lnTo>
                    <a:pt x="48772" y="14013"/>
                  </a:lnTo>
                  <a:lnTo>
                    <a:pt x="53282" y="6947"/>
                  </a:lnTo>
                  <a:lnTo>
                    <a:pt x="57716" y="0"/>
                  </a:lnTo>
                  <a:lnTo>
                    <a:pt x="72306" y="12843"/>
                  </a:lnTo>
                  <a:lnTo>
                    <a:pt x="79736" y="19384"/>
                  </a:lnTo>
                  <a:lnTo>
                    <a:pt x="91991" y="30172"/>
                  </a:lnTo>
                  <a:lnTo>
                    <a:pt x="86130" y="38893"/>
                  </a:lnTo>
                  <a:lnTo>
                    <a:pt x="80510" y="47254"/>
                  </a:lnTo>
                  <a:lnTo>
                    <a:pt x="73888" y="57106"/>
                  </a:lnTo>
                  <a:lnTo>
                    <a:pt x="66893" y="67514"/>
                  </a:lnTo>
                  <a:lnTo>
                    <a:pt x="59754" y="78137"/>
                  </a:lnTo>
                  <a:lnTo>
                    <a:pt x="54975" y="85248"/>
                  </a:lnTo>
                  <a:lnTo>
                    <a:pt x="49534" y="93343"/>
                  </a:lnTo>
                  <a:lnTo>
                    <a:pt x="35512" y="114206"/>
                  </a:lnTo>
                  <a:lnTo>
                    <a:pt x="31089" y="111246"/>
                  </a:lnTo>
                  <a:lnTo>
                    <a:pt x="24663" y="106944"/>
                  </a:lnTo>
                  <a:lnTo>
                    <a:pt x="19630" y="103576"/>
                  </a:lnTo>
                  <a:lnTo>
                    <a:pt x="15973" y="101128"/>
                  </a:lnTo>
                  <a:lnTo>
                    <a:pt x="11144" y="97895"/>
                  </a:lnTo>
                  <a:lnTo>
                    <a:pt x="7203" y="95257"/>
                  </a:lnTo>
                  <a:lnTo>
                    <a:pt x="3273" y="92627"/>
                  </a:lnTo>
                  <a:lnTo>
                    <a:pt x="0" y="90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049169" y="2097934"/>
              <a:ext cx="172589" cy="134074"/>
            </a:xfrm>
            <a:custGeom>
              <a:avLst/>
              <a:pathLst>
                <a:path w="172589" h="134074">
                  <a:moveTo>
                    <a:pt x="126663" y="127127"/>
                  </a:moveTo>
                  <a:lnTo>
                    <a:pt x="122039" y="123718"/>
                  </a:lnTo>
                  <a:lnTo>
                    <a:pt x="115208" y="118682"/>
                  </a:lnTo>
                  <a:lnTo>
                    <a:pt x="99231" y="106905"/>
                  </a:lnTo>
                  <a:lnTo>
                    <a:pt x="95541" y="104185"/>
                  </a:lnTo>
                  <a:lnTo>
                    <a:pt x="83565" y="92770"/>
                  </a:lnTo>
                  <a:lnTo>
                    <a:pt x="79821" y="89202"/>
                  </a:lnTo>
                  <a:lnTo>
                    <a:pt x="69731" y="79030"/>
                  </a:lnTo>
                  <a:lnTo>
                    <a:pt x="60908" y="70136"/>
                  </a:lnTo>
                  <a:lnTo>
                    <a:pt x="55787" y="64974"/>
                  </a:lnTo>
                  <a:lnTo>
                    <a:pt x="48517" y="57646"/>
                  </a:lnTo>
                  <a:lnTo>
                    <a:pt x="41492" y="50564"/>
                  </a:lnTo>
                  <a:lnTo>
                    <a:pt x="0" y="8736"/>
                  </a:lnTo>
                  <a:lnTo>
                    <a:pt x="6732" y="0"/>
                  </a:lnTo>
                  <a:lnTo>
                    <a:pt x="22963" y="7778"/>
                  </a:lnTo>
                  <a:lnTo>
                    <a:pt x="30964" y="11613"/>
                  </a:lnTo>
                  <a:lnTo>
                    <a:pt x="36063" y="14056"/>
                  </a:lnTo>
                  <a:lnTo>
                    <a:pt x="163023" y="74902"/>
                  </a:lnTo>
                  <a:lnTo>
                    <a:pt x="172589" y="79487"/>
                  </a:lnTo>
                  <a:lnTo>
                    <a:pt x="165728" y="89748"/>
                  </a:lnTo>
                  <a:lnTo>
                    <a:pt x="157730" y="101709"/>
                  </a:lnTo>
                  <a:lnTo>
                    <a:pt x="152735" y="109177"/>
                  </a:lnTo>
                  <a:lnTo>
                    <a:pt x="143543" y="122923"/>
                  </a:lnTo>
                  <a:lnTo>
                    <a:pt x="136087" y="1340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087108" y="2170417"/>
              <a:ext cx="96640" cy="87897"/>
            </a:xfrm>
            <a:custGeom>
              <a:avLst/>
              <a:pathLst>
                <a:path w="96640" h="87897">
                  <a:moveTo>
                    <a:pt x="0" y="7025"/>
                  </a:moveTo>
                  <a:lnTo>
                    <a:pt x="3503" y="5132"/>
                  </a:lnTo>
                  <a:lnTo>
                    <a:pt x="13005" y="0"/>
                  </a:lnTo>
                  <a:lnTo>
                    <a:pt x="45408" y="29251"/>
                  </a:lnTo>
                  <a:lnTo>
                    <a:pt x="52704" y="34936"/>
                  </a:lnTo>
                  <a:lnTo>
                    <a:pt x="96640" y="69172"/>
                  </a:lnTo>
                  <a:lnTo>
                    <a:pt x="92335" y="74877"/>
                  </a:lnTo>
                  <a:lnTo>
                    <a:pt x="82511" y="87897"/>
                  </a:lnTo>
                  <a:lnTo>
                    <a:pt x="77436" y="83867"/>
                  </a:lnTo>
                  <a:lnTo>
                    <a:pt x="71583" y="79218"/>
                  </a:lnTo>
                  <a:lnTo>
                    <a:pt x="60156" y="70144"/>
                  </a:lnTo>
                  <a:lnTo>
                    <a:pt x="55873" y="66743"/>
                  </a:lnTo>
                  <a:lnTo>
                    <a:pt x="47750" y="60292"/>
                  </a:lnTo>
                  <a:lnTo>
                    <a:pt x="41418" y="55264"/>
                  </a:lnTo>
                  <a:lnTo>
                    <a:pt x="34370" y="48982"/>
                  </a:lnTo>
                  <a:lnTo>
                    <a:pt x="28008" y="43313"/>
                  </a:lnTo>
                  <a:lnTo>
                    <a:pt x="22335" y="38258"/>
                  </a:lnTo>
                  <a:lnTo>
                    <a:pt x="15365" y="32046"/>
                  </a:lnTo>
                  <a:lnTo>
                    <a:pt x="7036" y="24624"/>
                  </a:lnTo>
                  <a:lnTo>
                    <a:pt x="3041" y="21064"/>
                  </a:lnTo>
                  <a:lnTo>
                    <a:pt x="182" y="18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066850" y="2193402"/>
              <a:ext cx="100784" cy="94824"/>
            </a:xfrm>
            <a:custGeom>
              <a:avLst/>
              <a:pathLst>
                <a:path w="100784" h="94824">
                  <a:moveTo>
                    <a:pt x="5211" y="18384"/>
                  </a:moveTo>
                  <a:lnTo>
                    <a:pt x="8257" y="14222"/>
                  </a:lnTo>
                  <a:lnTo>
                    <a:pt x="11745" y="9456"/>
                  </a:lnTo>
                  <a:lnTo>
                    <a:pt x="18665" y="0"/>
                  </a:lnTo>
                  <a:lnTo>
                    <a:pt x="51581" y="31059"/>
                  </a:lnTo>
                  <a:lnTo>
                    <a:pt x="62650" y="41503"/>
                  </a:lnTo>
                  <a:lnTo>
                    <a:pt x="100784" y="72199"/>
                  </a:lnTo>
                  <a:lnTo>
                    <a:pt x="96084" y="79249"/>
                  </a:lnTo>
                  <a:lnTo>
                    <a:pt x="85699" y="94824"/>
                  </a:lnTo>
                  <a:lnTo>
                    <a:pt x="80970" y="91654"/>
                  </a:lnTo>
                  <a:lnTo>
                    <a:pt x="64557" y="80654"/>
                  </a:lnTo>
                  <a:lnTo>
                    <a:pt x="64412" y="80557"/>
                  </a:lnTo>
                  <a:lnTo>
                    <a:pt x="59681" y="76514"/>
                  </a:lnTo>
                  <a:lnTo>
                    <a:pt x="54964" y="72482"/>
                  </a:lnTo>
                  <a:lnTo>
                    <a:pt x="48284" y="66773"/>
                  </a:lnTo>
                  <a:lnTo>
                    <a:pt x="44055" y="63158"/>
                  </a:lnTo>
                  <a:lnTo>
                    <a:pt x="40458" y="60084"/>
                  </a:lnTo>
                  <a:lnTo>
                    <a:pt x="33323" y="53986"/>
                  </a:lnTo>
                  <a:lnTo>
                    <a:pt x="25112" y="46969"/>
                  </a:lnTo>
                  <a:lnTo>
                    <a:pt x="20965" y="43425"/>
                  </a:lnTo>
                  <a:lnTo>
                    <a:pt x="15693" y="38918"/>
                  </a:lnTo>
                  <a:lnTo>
                    <a:pt x="8993" y="33192"/>
                  </a:lnTo>
                  <a:lnTo>
                    <a:pt x="0" y="25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1970762" y="2228263"/>
              <a:ext cx="276965" cy="150882"/>
            </a:xfrm>
            <a:custGeom>
              <a:avLst/>
              <a:pathLst>
                <a:path w="276965" h="150882">
                  <a:moveTo>
                    <a:pt x="91017" y="73001"/>
                  </a:moveTo>
                  <a:lnTo>
                    <a:pt x="87185" y="78914"/>
                  </a:lnTo>
                  <a:lnTo>
                    <a:pt x="81632" y="87484"/>
                  </a:lnTo>
                  <a:lnTo>
                    <a:pt x="75358" y="97165"/>
                  </a:lnTo>
                  <a:lnTo>
                    <a:pt x="72392" y="101741"/>
                  </a:lnTo>
                  <a:lnTo>
                    <a:pt x="67426" y="109405"/>
                  </a:lnTo>
                  <a:lnTo>
                    <a:pt x="61318" y="118830"/>
                  </a:lnTo>
                  <a:lnTo>
                    <a:pt x="58482" y="123206"/>
                  </a:lnTo>
                  <a:lnTo>
                    <a:pt x="53528" y="130849"/>
                  </a:lnTo>
                  <a:lnTo>
                    <a:pt x="40546" y="150882"/>
                  </a:lnTo>
                  <a:lnTo>
                    <a:pt x="35706" y="147207"/>
                  </a:lnTo>
                  <a:lnTo>
                    <a:pt x="29062" y="142160"/>
                  </a:lnTo>
                  <a:lnTo>
                    <a:pt x="21239" y="136220"/>
                  </a:lnTo>
                  <a:lnTo>
                    <a:pt x="14167" y="130848"/>
                  </a:lnTo>
                  <a:lnTo>
                    <a:pt x="8587" y="126611"/>
                  </a:lnTo>
                  <a:lnTo>
                    <a:pt x="2829" y="122237"/>
                  </a:lnTo>
                  <a:lnTo>
                    <a:pt x="0" y="120089"/>
                  </a:lnTo>
                  <a:lnTo>
                    <a:pt x="16352" y="94447"/>
                  </a:lnTo>
                  <a:lnTo>
                    <a:pt x="19575" y="89393"/>
                  </a:lnTo>
                  <a:lnTo>
                    <a:pt x="22797" y="84340"/>
                  </a:lnTo>
                  <a:lnTo>
                    <a:pt x="26020" y="79287"/>
                  </a:lnTo>
                  <a:lnTo>
                    <a:pt x="29242" y="74234"/>
                  </a:lnTo>
                  <a:lnTo>
                    <a:pt x="32465" y="69181"/>
                  </a:lnTo>
                  <a:lnTo>
                    <a:pt x="35687" y="64127"/>
                  </a:lnTo>
                  <a:lnTo>
                    <a:pt x="37577" y="61165"/>
                  </a:lnTo>
                  <a:lnTo>
                    <a:pt x="39175" y="59278"/>
                  </a:lnTo>
                  <a:lnTo>
                    <a:pt x="43038" y="54718"/>
                  </a:lnTo>
                  <a:lnTo>
                    <a:pt x="46901" y="50159"/>
                  </a:lnTo>
                  <a:lnTo>
                    <a:pt x="50764" y="45599"/>
                  </a:lnTo>
                  <a:lnTo>
                    <a:pt x="54627" y="41039"/>
                  </a:lnTo>
                  <a:lnTo>
                    <a:pt x="58490" y="36479"/>
                  </a:lnTo>
                  <a:lnTo>
                    <a:pt x="62353" y="31919"/>
                  </a:lnTo>
                  <a:lnTo>
                    <a:pt x="66216" y="27359"/>
                  </a:lnTo>
                  <a:lnTo>
                    <a:pt x="70079" y="22799"/>
                  </a:lnTo>
                  <a:lnTo>
                    <a:pt x="73942" y="18239"/>
                  </a:lnTo>
                  <a:lnTo>
                    <a:pt x="77805" y="13679"/>
                  </a:lnTo>
                  <a:lnTo>
                    <a:pt x="81668" y="9119"/>
                  </a:lnTo>
                  <a:lnTo>
                    <a:pt x="85531" y="4559"/>
                  </a:lnTo>
                  <a:lnTo>
                    <a:pt x="89394" y="0"/>
                  </a:lnTo>
                  <a:lnTo>
                    <a:pt x="114624" y="19421"/>
                  </a:lnTo>
                  <a:lnTo>
                    <a:pt x="121506" y="24719"/>
                  </a:lnTo>
                  <a:lnTo>
                    <a:pt x="128388" y="30017"/>
                  </a:lnTo>
                  <a:lnTo>
                    <a:pt x="135271" y="35315"/>
                  </a:lnTo>
                  <a:lnTo>
                    <a:pt x="142153" y="40613"/>
                  </a:lnTo>
                  <a:lnTo>
                    <a:pt x="149035" y="45911"/>
                  </a:lnTo>
                  <a:lnTo>
                    <a:pt x="155918" y="51209"/>
                  </a:lnTo>
                  <a:lnTo>
                    <a:pt x="162800" y="56507"/>
                  </a:lnTo>
                  <a:lnTo>
                    <a:pt x="169682" y="61805"/>
                  </a:lnTo>
                  <a:lnTo>
                    <a:pt x="176565" y="67103"/>
                  </a:lnTo>
                  <a:lnTo>
                    <a:pt x="183447" y="72401"/>
                  </a:lnTo>
                  <a:lnTo>
                    <a:pt x="190329" y="77699"/>
                  </a:lnTo>
                  <a:lnTo>
                    <a:pt x="197211" y="82997"/>
                  </a:lnTo>
                  <a:lnTo>
                    <a:pt x="204094" y="88295"/>
                  </a:lnTo>
                  <a:lnTo>
                    <a:pt x="210976" y="93593"/>
                  </a:lnTo>
                  <a:lnTo>
                    <a:pt x="216969" y="98206"/>
                  </a:lnTo>
                  <a:lnTo>
                    <a:pt x="225083" y="103693"/>
                  </a:lnTo>
                  <a:lnTo>
                    <a:pt x="232269" y="108552"/>
                  </a:lnTo>
                  <a:lnTo>
                    <a:pt x="239454" y="113411"/>
                  </a:lnTo>
                  <a:lnTo>
                    <a:pt x="246640" y="118270"/>
                  </a:lnTo>
                  <a:lnTo>
                    <a:pt x="253825" y="123129"/>
                  </a:lnTo>
                  <a:lnTo>
                    <a:pt x="261011" y="127988"/>
                  </a:lnTo>
                  <a:lnTo>
                    <a:pt x="276965" y="138777"/>
                  </a:lnTo>
                  <a:lnTo>
                    <a:pt x="274639" y="146127"/>
                  </a:lnTo>
                  <a:lnTo>
                    <a:pt x="235342" y="130846"/>
                  </a:lnTo>
                  <a:lnTo>
                    <a:pt x="220715" y="125159"/>
                  </a:lnTo>
                  <a:lnTo>
                    <a:pt x="209084" y="131860"/>
                  </a:lnTo>
                  <a:lnTo>
                    <a:pt x="203817" y="130596"/>
                  </a:lnTo>
                  <a:lnTo>
                    <a:pt x="195437" y="128585"/>
                  </a:lnTo>
                  <a:lnTo>
                    <a:pt x="186889" y="126534"/>
                  </a:lnTo>
                  <a:lnTo>
                    <a:pt x="176963" y="124153"/>
                  </a:lnTo>
                  <a:lnTo>
                    <a:pt x="170172" y="122523"/>
                  </a:lnTo>
                  <a:lnTo>
                    <a:pt x="165118" y="119079"/>
                  </a:lnTo>
                  <a:lnTo>
                    <a:pt x="159625" y="115336"/>
                  </a:lnTo>
                  <a:lnTo>
                    <a:pt x="153691" y="111293"/>
                  </a:lnTo>
                  <a:lnTo>
                    <a:pt x="152216" y="110288"/>
                  </a:lnTo>
                  <a:lnTo>
                    <a:pt x="147124" y="105896"/>
                  </a:lnTo>
                  <a:lnTo>
                    <a:pt x="141013" y="100625"/>
                  </a:lnTo>
                  <a:lnTo>
                    <a:pt x="136257" y="96523"/>
                  </a:lnTo>
                  <a:lnTo>
                    <a:pt x="129684" y="91044"/>
                  </a:lnTo>
                  <a:lnTo>
                    <a:pt x="122768" y="85278"/>
                  </a:lnTo>
                  <a:lnTo>
                    <a:pt x="113954" y="77931"/>
                  </a:lnTo>
                  <a:lnTo>
                    <a:pt x="108692" y="73545"/>
                  </a:lnTo>
                  <a:lnTo>
                    <a:pt x="103062" y="68852"/>
                  </a:lnTo>
                  <a:lnTo>
                    <a:pt x="93172" y="69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032942" y="2307628"/>
              <a:ext cx="193321" cy="154016"/>
            </a:xfrm>
            <a:custGeom>
              <a:avLst/>
              <a:pathLst>
                <a:path w="193321" h="154016">
                  <a:moveTo>
                    <a:pt x="6046" y="44486"/>
                  </a:moveTo>
                  <a:lnTo>
                    <a:pt x="11845" y="35185"/>
                  </a:lnTo>
                  <a:lnTo>
                    <a:pt x="16285" y="28064"/>
                  </a:lnTo>
                  <a:lnTo>
                    <a:pt x="20450" y="21384"/>
                  </a:lnTo>
                  <a:lnTo>
                    <a:pt x="25550" y="13204"/>
                  </a:lnTo>
                  <a:lnTo>
                    <a:pt x="29490" y="7586"/>
                  </a:lnTo>
                  <a:lnTo>
                    <a:pt x="34811" y="0"/>
                  </a:lnTo>
                  <a:lnTo>
                    <a:pt x="42299" y="0"/>
                  </a:lnTo>
                  <a:lnTo>
                    <a:pt x="51674" y="7205"/>
                  </a:lnTo>
                  <a:lnTo>
                    <a:pt x="54755" y="10140"/>
                  </a:lnTo>
                  <a:lnTo>
                    <a:pt x="64192" y="19131"/>
                  </a:lnTo>
                  <a:lnTo>
                    <a:pt x="71904" y="26480"/>
                  </a:lnTo>
                  <a:lnTo>
                    <a:pt x="79436" y="31555"/>
                  </a:lnTo>
                  <a:lnTo>
                    <a:pt x="84782" y="35157"/>
                  </a:lnTo>
                  <a:lnTo>
                    <a:pt x="91075" y="39398"/>
                  </a:lnTo>
                  <a:lnTo>
                    <a:pt x="98802" y="44605"/>
                  </a:lnTo>
                  <a:lnTo>
                    <a:pt x="107813" y="50677"/>
                  </a:lnTo>
                  <a:lnTo>
                    <a:pt x="112527" y="51982"/>
                  </a:lnTo>
                  <a:lnTo>
                    <a:pt x="119098" y="53802"/>
                  </a:lnTo>
                  <a:lnTo>
                    <a:pt x="125164" y="55481"/>
                  </a:lnTo>
                  <a:lnTo>
                    <a:pt x="132586" y="57536"/>
                  </a:lnTo>
                  <a:lnTo>
                    <a:pt x="140518" y="59732"/>
                  </a:lnTo>
                  <a:lnTo>
                    <a:pt x="144684" y="60886"/>
                  </a:lnTo>
                  <a:lnTo>
                    <a:pt x="146292" y="66822"/>
                  </a:lnTo>
                  <a:lnTo>
                    <a:pt x="147856" y="72595"/>
                  </a:lnTo>
                  <a:lnTo>
                    <a:pt x="152315" y="74662"/>
                  </a:lnTo>
                  <a:lnTo>
                    <a:pt x="161429" y="78886"/>
                  </a:lnTo>
                  <a:lnTo>
                    <a:pt x="168875" y="82338"/>
                  </a:lnTo>
                  <a:lnTo>
                    <a:pt x="179932" y="87464"/>
                  </a:lnTo>
                  <a:lnTo>
                    <a:pt x="193321" y="93671"/>
                  </a:lnTo>
                  <a:lnTo>
                    <a:pt x="187217" y="103769"/>
                  </a:lnTo>
                  <a:lnTo>
                    <a:pt x="179504" y="116528"/>
                  </a:lnTo>
                  <a:lnTo>
                    <a:pt x="172851" y="127534"/>
                  </a:lnTo>
                  <a:lnTo>
                    <a:pt x="166213" y="138515"/>
                  </a:lnTo>
                  <a:lnTo>
                    <a:pt x="161174" y="146852"/>
                  </a:lnTo>
                  <a:lnTo>
                    <a:pt x="156843" y="154016"/>
                  </a:lnTo>
                  <a:lnTo>
                    <a:pt x="134119" y="141601"/>
                  </a:lnTo>
                  <a:lnTo>
                    <a:pt x="124473" y="136331"/>
                  </a:lnTo>
                  <a:lnTo>
                    <a:pt x="115960" y="131680"/>
                  </a:lnTo>
                  <a:lnTo>
                    <a:pt x="106013" y="125542"/>
                  </a:lnTo>
                  <a:lnTo>
                    <a:pt x="97621" y="120365"/>
                  </a:lnTo>
                  <a:lnTo>
                    <a:pt x="89807" y="115544"/>
                  </a:lnTo>
                  <a:lnTo>
                    <a:pt x="81229" y="110252"/>
                  </a:lnTo>
                  <a:lnTo>
                    <a:pt x="72563" y="104905"/>
                  </a:lnTo>
                  <a:lnTo>
                    <a:pt x="64847" y="100144"/>
                  </a:lnTo>
                  <a:lnTo>
                    <a:pt x="56736" y="95141"/>
                  </a:lnTo>
                  <a:lnTo>
                    <a:pt x="50827" y="91494"/>
                  </a:lnTo>
                  <a:lnTo>
                    <a:pt x="45117" y="87304"/>
                  </a:lnTo>
                  <a:lnTo>
                    <a:pt x="37836" y="81959"/>
                  </a:lnTo>
                  <a:lnTo>
                    <a:pt x="32506" y="78046"/>
                  </a:lnTo>
                  <a:lnTo>
                    <a:pt x="27578" y="74428"/>
                  </a:lnTo>
                  <a:lnTo>
                    <a:pt x="19683" y="68633"/>
                  </a:lnTo>
                  <a:lnTo>
                    <a:pt x="13371" y="64000"/>
                  </a:lnTo>
                  <a:lnTo>
                    <a:pt x="4707" y="57639"/>
                  </a:lnTo>
                  <a:lnTo>
                    <a:pt x="0" y="54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1915412" y="2354705"/>
              <a:ext cx="88228" cy="106003"/>
            </a:xfrm>
            <a:custGeom>
              <a:avLst/>
              <a:pathLst>
                <a:path w="88228" h="106003">
                  <a:moveTo>
                    <a:pt x="2022" y="69777"/>
                  </a:moveTo>
                  <a:lnTo>
                    <a:pt x="4741" y="65474"/>
                  </a:lnTo>
                  <a:lnTo>
                    <a:pt x="8259" y="59908"/>
                  </a:lnTo>
                  <a:lnTo>
                    <a:pt x="12430" y="53309"/>
                  </a:lnTo>
                  <a:lnTo>
                    <a:pt x="17734" y="44916"/>
                  </a:lnTo>
                  <a:lnTo>
                    <a:pt x="21643" y="38732"/>
                  </a:lnTo>
                  <a:lnTo>
                    <a:pt x="24883" y="33606"/>
                  </a:lnTo>
                  <a:lnTo>
                    <a:pt x="28378" y="28076"/>
                  </a:lnTo>
                  <a:lnTo>
                    <a:pt x="31879" y="22537"/>
                  </a:lnTo>
                  <a:lnTo>
                    <a:pt x="36735" y="14854"/>
                  </a:lnTo>
                  <a:lnTo>
                    <a:pt x="39745" y="10092"/>
                  </a:lnTo>
                  <a:lnTo>
                    <a:pt x="43272" y="4511"/>
                  </a:lnTo>
                  <a:lnTo>
                    <a:pt x="46123" y="0"/>
                  </a:lnTo>
                  <a:lnTo>
                    <a:pt x="57926" y="9289"/>
                  </a:lnTo>
                  <a:lnTo>
                    <a:pt x="74550" y="22374"/>
                  </a:lnTo>
                  <a:lnTo>
                    <a:pt x="79904" y="26589"/>
                  </a:lnTo>
                  <a:lnTo>
                    <a:pt x="88228" y="33141"/>
                  </a:lnTo>
                  <a:lnTo>
                    <a:pt x="75560" y="55795"/>
                  </a:lnTo>
                  <a:lnTo>
                    <a:pt x="71477" y="63097"/>
                  </a:lnTo>
                  <a:lnTo>
                    <a:pt x="68931" y="67649"/>
                  </a:lnTo>
                  <a:lnTo>
                    <a:pt x="61903" y="80217"/>
                  </a:lnTo>
                  <a:lnTo>
                    <a:pt x="57611" y="87893"/>
                  </a:lnTo>
                  <a:lnTo>
                    <a:pt x="53526" y="95198"/>
                  </a:lnTo>
                  <a:lnTo>
                    <a:pt x="51171" y="99410"/>
                  </a:lnTo>
                  <a:lnTo>
                    <a:pt x="50748" y="100167"/>
                  </a:lnTo>
                  <a:lnTo>
                    <a:pt x="44335" y="103444"/>
                  </a:lnTo>
                  <a:lnTo>
                    <a:pt x="39329" y="106003"/>
                  </a:lnTo>
                  <a:lnTo>
                    <a:pt x="26100" y="94894"/>
                  </a:lnTo>
                  <a:lnTo>
                    <a:pt x="16973" y="87230"/>
                  </a:lnTo>
                  <a:lnTo>
                    <a:pt x="0" y="72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1962565" y="2378764"/>
              <a:ext cx="112995" cy="131013"/>
            </a:xfrm>
            <a:custGeom>
              <a:avLst/>
              <a:pathLst>
                <a:path w="112995" h="131013">
                  <a:moveTo>
                    <a:pt x="37298" y="126632"/>
                  </a:moveTo>
                  <a:lnTo>
                    <a:pt x="31745" y="122876"/>
                  </a:lnTo>
                  <a:lnTo>
                    <a:pt x="26546" y="119359"/>
                  </a:lnTo>
                  <a:lnTo>
                    <a:pt x="18121" y="113659"/>
                  </a:lnTo>
                  <a:lnTo>
                    <a:pt x="11821" y="109397"/>
                  </a:lnTo>
                  <a:lnTo>
                    <a:pt x="5423" y="105068"/>
                  </a:lnTo>
                  <a:lnTo>
                    <a:pt x="0" y="101399"/>
                  </a:lnTo>
                  <a:lnTo>
                    <a:pt x="12633" y="81785"/>
                  </a:lnTo>
                  <a:lnTo>
                    <a:pt x="15912" y="76695"/>
                  </a:lnTo>
                  <a:lnTo>
                    <a:pt x="19190" y="71606"/>
                  </a:lnTo>
                  <a:lnTo>
                    <a:pt x="22469" y="66516"/>
                  </a:lnTo>
                  <a:lnTo>
                    <a:pt x="25747" y="61426"/>
                  </a:lnTo>
                  <a:lnTo>
                    <a:pt x="29025" y="56337"/>
                  </a:lnTo>
                  <a:lnTo>
                    <a:pt x="32304" y="51247"/>
                  </a:lnTo>
                  <a:lnTo>
                    <a:pt x="35582" y="46157"/>
                  </a:lnTo>
                  <a:lnTo>
                    <a:pt x="38861" y="41068"/>
                  </a:lnTo>
                  <a:lnTo>
                    <a:pt x="42139" y="35978"/>
                  </a:lnTo>
                  <a:lnTo>
                    <a:pt x="45417" y="30889"/>
                  </a:lnTo>
                  <a:lnTo>
                    <a:pt x="48696" y="25799"/>
                  </a:lnTo>
                  <a:lnTo>
                    <a:pt x="51974" y="20709"/>
                  </a:lnTo>
                  <a:lnTo>
                    <a:pt x="55253" y="15620"/>
                  </a:lnTo>
                  <a:lnTo>
                    <a:pt x="58531" y="10530"/>
                  </a:lnTo>
                  <a:lnTo>
                    <a:pt x="61810" y="5440"/>
                  </a:lnTo>
                  <a:lnTo>
                    <a:pt x="65088" y="351"/>
                  </a:lnTo>
                  <a:lnTo>
                    <a:pt x="72967" y="0"/>
                  </a:lnTo>
                  <a:lnTo>
                    <a:pt x="98100" y="17126"/>
                  </a:lnTo>
                  <a:lnTo>
                    <a:pt x="112995" y="27277"/>
                  </a:lnTo>
                  <a:lnTo>
                    <a:pt x="109556" y="32431"/>
                  </a:lnTo>
                  <a:lnTo>
                    <a:pt x="106117" y="37585"/>
                  </a:lnTo>
                  <a:lnTo>
                    <a:pt x="102678" y="42739"/>
                  </a:lnTo>
                  <a:lnTo>
                    <a:pt x="99238" y="47893"/>
                  </a:lnTo>
                  <a:lnTo>
                    <a:pt x="95799" y="53047"/>
                  </a:lnTo>
                  <a:lnTo>
                    <a:pt x="92360" y="58201"/>
                  </a:lnTo>
                  <a:lnTo>
                    <a:pt x="88921" y="63355"/>
                  </a:lnTo>
                  <a:lnTo>
                    <a:pt x="85482" y="68509"/>
                  </a:lnTo>
                  <a:lnTo>
                    <a:pt x="82042" y="73663"/>
                  </a:lnTo>
                  <a:lnTo>
                    <a:pt x="78603" y="78817"/>
                  </a:lnTo>
                  <a:lnTo>
                    <a:pt x="75164" y="83971"/>
                  </a:lnTo>
                  <a:lnTo>
                    <a:pt x="71724" y="89125"/>
                  </a:lnTo>
                  <a:lnTo>
                    <a:pt x="68285" y="94279"/>
                  </a:lnTo>
                  <a:lnTo>
                    <a:pt x="64846" y="99433"/>
                  </a:lnTo>
                  <a:lnTo>
                    <a:pt x="61407" y="104587"/>
                  </a:lnTo>
                  <a:lnTo>
                    <a:pt x="43773" y="1310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016153" y="2411315"/>
              <a:ext cx="111225" cy="134395"/>
            </a:xfrm>
            <a:custGeom>
              <a:avLst/>
              <a:pathLst>
                <a:path w="111225" h="134395">
                  <a:moveTo>
                    <a:pt x="13975" y="82020"/>
                  </a:moveTo>
                  <a:lnTo>
                    <a:pt x="17373" y="76730"/>
                  </a:lnTo>
                  <a:lnTo>
                    <a:pt x="20772" y="71441"/>
                  </a:lnTo>
                  <a:lnTo>
                    <a:pt x="24170" y="66151"/>
                  </a:lnTo>
                  <a:lnTo>
                    <a:pt x="27569" y="60862"/>
                  </a:lnTo>
                  <a:lnTo>
                    <a:pt x="30967" y="55572"/>
                  </a:lnTo>
                  <a:lnTo>
                    <a:pt x="34366" y="50283"/>
                  </a:lnTo>
                  <a:lnTo>
                    <a:pt x="37764" y="44994"/>
                  </a:lnTo>
                  <a:lnTo>
                    <a:pt x="41163" y="39704"/>
                  </a:lnTo>
                  <a:lnTo>
                    <a:pt x="44561" y="34415"/>
                  </a:lnTo>
                  <a:lnTo>
                    <a:pt x="47959" y="29125"/>
                  </a:lnTo>
                  <a:lnTo>
                    <a:pt x="51358" y="23836"/>
                  </a:lnTo>
                  <a:lnTo>
                    <a:pt x="54756" y="18546"/>
                  </a:lnTo>
                  <a:lnTo>
                    <a:pt x="66673" y="0"/>
                  </a:lnTo>
                  <a:lnTo>
                    <a:pt x="72221" y="3674"/>
                  </a:lnTo>
                  <a:lnTo>
                    <a:pt x="80240" y="8985"/>
                  </a:lnTo>
                  <a:lnTo>
                    <a:pt x="87548" y="13825"/>
                  </a:lnTo>
                  <a:lnTo>
                    <a:pt x="95977" y="19407"/>
                  </a:lnTo>
                  <a:lnTo>
                    <a:pt x="103651" y="24490"/>
                  </a:lnTo>
                  <a:lnTo>
                    <a:pt x="111225" y="29505"/>
                  </a:lnTo>
                  <a:lnTo>
                    <a:pt x="103183" y="42757"/>
                  </a:lnTo>
                  <a:lnTo>
                    <a:pt x="100551" y="47096"/>
                  </a:lnTo>
                  <a:lnTo>
                    <a:pt x="97919" y="51434"/>
                  </a:lnTo>
                  <a:lnTo>
                    <a:pt x="95286" y="55772"/>
                  </a:lnTo>
                  <a:lnTo>
                    <a:pt x="92653" y="60111"/>
                  </a:lnTo>
                  <a:lnTo>
                    <a:pt x="90021" y="64449"/>
                  </a:lnTo>
                  <a:lnTo>
                    <a:pt x="87389" y="68788"/>
                  </a:lnTo>
                  <a:lnTo>
                    <a:pt x="84756" y="73126"/>
                  </a:lnTo>
                  <a:lnTo>
                    <a:pt x="82124" y="77465"/>
                  </a:lnTo>
                  <a:lnTo>
                    <a:pt x="79491" y="81803"/>
                  </a:lnTo>
                  <a:lnTo>
                    <a:pt x="76859" y="86142"/>
                  </a:lnTo>
                  <a:lnTo>
                    <a:pt x="74101" y="90686"/>
                  </a:lnTo>
                  <a:lnTo>
                    <a:pt x="71594" y="94819"/>
                  </a:lnTo>
                  <a:lnTo>
                    <a:pt x="68961" y="99157"/>
                  </a:lnTo>
                  <a:lnTo>
                    <a:pt x="66329" y="103496"/>
                  </a:lnTo>
                  <a:lnTo>
                    <a:pt x="63696" y="107834"/>
                  </a:lnTo>
                  <a:lnTo>
                    <a:pt x="61064" y="112172"/>
                  </a:lnTo>
                  <a:lnTo>
                    <a:pt x="58432" y="116511"/>
                  </a:lnTo>
                  <a:lnTo>
                    <a:pt x="47580" y="134395"/>
                  </a:lnTo>
                  <a:lnTo>
                    <a:pt x="41679" y="130597"/>
                  </a:lnTo>
                  <a:lnTo>
                    <a:pt x="36527" y="127281"/>
                  </a:lnTo>
                  <a:lnTo>
                    <a:pt x="24020" y="119231"/>
                  </a:lnTo>
                  <a:lnTo>
                    <a:pt x="9624" y="109966"/>
                  </a:lnTo>
                  <a:lnTo>
                    <a:pt x="0" y="10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126726" y="2444496"/>
              <a:ext cx="116243" cy="100084"/>
            </a:xfrm>
            <a:custGeom>
              <a:avLst/>
              <a:pathLst>
                <a:path w="116243" h="100084">
                  <a:moveTo>
                    <a:pt x="100644" y="96029"/>
                  </a:moveTo>
                  <a:lnTo>
                    <a:pt x="94167" y="91556"/>
                  </a:lnTo>
                  <a:lnTo>
                    <a:pt x="84933" y="85179"/>
                  </a:lnTo>
                  <a:lnTo>
                    <a:pt x="79281" y="81276"/>
                  </a:lnTo>
                  <a:lnTo>
                    <a:pt x="71675" y="76024"/>
                  </a:lnTo>
                  <a:lnTo>
                    <a:pt x="64807" y="71280"/>
                  </a:lnTo>
                  <a:lnTo>
                    <a:pt x="57601" y="66305"/>
                  </a:lnTo>
                  <a:lnTo>
                    <a:pt x="50935" y="61701"/>
                  </a:lnTo>
                  <a:lnTo>
                    <a:pt x="43079" y="56275"/>
                  </a:lnTo>
                  <a:lnTo>
                    <a:pt x="37899" y="52698"/>
                  </a:lnTo>
                  <a:lnTo>
                    <a:pt x="31799" y="48486"/>
                  </a:lnTo>
                  <a:lnTo>
                    <a:pt x="27513" y="45526"/>
                  </a:lnTo>
                  <a:lnTo>
                    <a:pt x="20846" y="40922"/>
                  </a:lnTo>
                  <a:lnTo>
                    <a:pt x="14141" y="36291"/>
                  </a:lnTo>
                  <a:lnTo>
                    <a:pt x="6931" y="31312"/>
                  </a:lnTo>
                  <a:lnTo>
                    <a:pt x="0" y="26526"/>
                  </a:lnTo>
                  <a:lnTo>
                    <a:pt x="3653" y="21359"/>
                  </a:lnTo>
                  <a:lnTo>
                    <a:pt x="6413" y="17456"/>
                  </a:lnTo>
                  <a:lnTo>
                    <a:pt x="12091" y="9427"/>
                  </a:lnTo>
                  <a:lnTo>
                    <a:pt x="18757" y="0"/>
                  </a:lnTo>
                  <a:lnTo>
                    <a:pt x="32502" y="7565"/>
                  </a:lnTo>
                  <a:lnTo>
                    <a:pt x="73847" y="32966"/>
                  </a:lnTo>
                  <a:lnTo>
                    <a:pt x="116243" y="59012"/>
                  </a:lnTo>
                  <a:lnTo>
                    <a:pt x="115816" y="68030"/>
                  </a:lnTo>
                  <a:lnTo>
                    <a:pt x="115308" y="78770"/>
                  </a:lnTo>
                  <a:lnTo>
                    <a:pt x="114974" y="85817"/>
                  </a:lnTo>
                  <a:lnTo>
                    <a:pt x="106516" y="100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068930" y="2482801"/>
              <a:ext cx="89980" cy="98473"/>
            </a:xfrm>
            <a:custGeom>
              <a:avLst/>
              <a:pathLst>
                <a:path w="89980" h="98473">
                  <a:moveTo>
                    <a:pt x="8990" y="55719"/>
                  </a:moveTo>
                  <a:lnTo>
                    <a:pt x="12999" y="49755"/>
                  </a:lnTo>
                  <a:lnTo>
                    <a:pt x="17007" y="43790"/>
                  </a:lnTo>
                  <a:lnTo>
                    <a:pt x="21016" y="37826"/>
                  </a:lnTo>
                  <a:lnTo>
                    <a:pt x="25025" y="31862"/>
                  </a:lnTo>
                  <a:lnTo>
                    <a:pt x="29033" y="25897"/>
                  </a:lnTo>
                  <a:lnTo>
                    <a:pt x="33042" y="19933"/>
                  </a:lnTo>
                  <a:lnTo>
                    <a:pt x="37051" y="13968"/>
                  </a:lnTo>
                  <a:lnTo>
                    <a:pt x="46440" y="0"/>
                  </a:lnTo>
                  <a:lnTo>
                    <a:pt x="52687" y="4421"/>
                  </a:lnTo>
                  <a:lnTo>
                    <a:pt x="66872" y="14460"/>
                  </a:lnTo>
                  <a:lnTo>
                    <a:pt x="78314" y="22557"/>
                  </a:lnTo>
                  <a:lnTo>
                    <a:pt x="89980" y="30813"/>
                  </a:lnTo>
                  <a:lnTo>
                    <a:pt x="86128" y="36797"/>
                  </a:lnTo>
                  <a:lnTo>
                    <a:pt x="82872" y="41854"/>
                  </a:lnTo>
                  <a:lnTo>
                    <a:pt x="80254" y="45921"/>
                  </a:lnTo>
                  <a:lnTo>
                    <a:pt x="78056" y="49334"/>
                  </a:lnTo>
                  <a:lnTo>
                    <a:pt x="74783" y="54418"/>
                  </a:lnTo>
                  <a:lnTo>
                    <a:pt x="68110" y="64782"/>
                  </a:lnTo>
                  <a:lnTo>
                    <a:pt x="64993" y="69623"/>
                  </a:lnTo>
                  <a:lnTo>
                    <a:pt x="59372" y="78354"/>
                  </a:lnTo>
                  <a:lnTo>
                    <a:pt x="46419" y="98473"/>
                  </a:lnTo>
                  <a:lnTo>
                    <a:pt x="39977" y="94396"/>
                  </a:lnTo>
                  <a:lnTo>
                    <a:pt x="32346" y="89567"/>
                  </a:lnTo>
                  <a:lnTo>
                    <a:pt x="24195" y="84408"/>
                  </a:lnTo>
                  <a:lnTo>
                    <a:pt x="18029" y="80506"/>
                  </a:lnTo>
                  <a:lnTo>
                    <a:pt x="11763" y="76540"/>
                  </a:lnTo>
                  <a:lnTo>
                    <a:pt x="4440" y="71906"/>
                  </a:lnTo>
                  <a:lnTo>
                    <a:pt x="0" y="69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124100" y="2517069"/>
              <a:ext cx="92752" cy="101602"/>
            </a:xfrm>
            <a:custGeom>
              <a:avLst/>
              <a:pathLst>
                <a:path w="92752" h="101602">
                  <a:moveTo>
                    <a:pt x="3572" y="65269"/>
                  </a:moveTo>
                  <a:lnTo>
                    <a:pt x="7145" y="59829"/>
                  </a:lnTo>
                  <a:lnTo>
                    <a:pt x="10717" y="54390"/>
                  </a:lnTo>
                  <a:lnTo>
                    <a:pt x="14290" y="48951"/>
                  </a:lnTo>
                  <a:lnTo>
                    <a:pt x="17863" y="43512"/>
                  </a:lnTo>
                  <a:lnTo>
                    <a:pt x="21435" y="38073"/>
                  </a:lnTo>
                  <a:lnTo>
                    <a:pt x="25008" y="32634"/>
                  </a:lnTo>
                  <a:lnTo>
                    <a:pt x="28581" y="27195"/>
                  </a:lnTo>
                  <a:lnTo>
                    <a:pt x="32154" y="21756"/>
                  </a:lnTo>
                  <a:lnTo>
                    <a:pt x="35726" y="16317"/>
                  </a:lnTo>
                  <a:lnTo>
                    <a:pt x="39299" y="10878"/>
                  </a:lnTo>
                  <a:lnTo>
                    <a:pt x="42871" y="5439"/>
                  </a:lnTo>
                  <a:lnTo>
                    <a:pt x="46444" y="0"/>
                  </a:lnTo>
                  <a:lnTo>
                    <a:pt x="64267" y="12148"/>
                  </a:lnTo>
                  <a:lnTo>
                    <a:pt x="79113" y="22267"/>
                  </a:lnTo>
                  <a:lnTo>
                    <a:pt x="92752" y="31564"/>
                  </a:lnTo>
                  <a:lnTo>
                    <a:pt x="84230" y="44222"/>
                  </a:lnTo>
                  <a:lnTo>
                    <a:pt x="80944" y="49102"/>
                  </a:lnTo>
                  <a:lnTo>
                    <a:pt x="77659" y="53981"/>
                  </a:lnTo>
                  <a:lnTo>
                    <a:pt x="74373" y="58860"/>
                  </a:lnTo>
                  <a:lnTo>
                    <a:pt x="71088" y="63740"/>
                  </a:lnTo>
                  <a:lnTo>
                    <a:pt x="67802" y="68620"/>
                  </a:lnTo>
                  <a:lnTo>
                    <a:pt x="64517" y="73499"/>
                  </a:lnTo>
                  <a:lnTo>
                    <a:pt x="61232" y="78379"/>
                  </a:lnTo>
                  <a:lnTo>
                    <a:pt x="57946" y="83258"/>
                  </a:lnTo>
                  <a:lnTo>
                    <a:pt x="45595" y="101602"/>
                  </a:lnTo>
                  <a:lnTo>
                    <a:pt x="39395" y="97400"/>
                  </a:lnTo>
                  <a:lnTo>
                    <a:pt x="29198" y="90492"/>
                  </a:lnTo>
                  <a:lnTo>
                    <a:pt x="22462" y="85928"/>
                  </a:lnTo>
                  <a:lnTo>
                    <a:pt x="16711" y="82031"/>
                  </a:lnTo>
                  <a:lnTo>
                    <a:pt x="0" y="707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158543" y="2258396"/>
              <a:ext cx="90225" cy="96002"/>
            </a:xfrm>
            <a:custGeom>
              <a:avLst/>
              <a:pathLst>
                <a:path w="90225" h="96002">
                  <a:moveTo>
                    <a:pt x="90225" y="83752"/>
                  </a:moveTo>
                  <a:lnTo>
                    <a:pt x="87757" y="96002"/>
                  </a:lnTo>
                  <a:lnTo>
                    <a:pt x="72900" y="86421"/>
                  </a:lnTo>
                  <a:lnTo>
                    <a:pt x="57696" y="76616"/>
                  </a:lnTo>
                  <a:lnTo>
                    <a:pt x="41897" y="66427"/>
                  </a:lnTo>
                  <a:lnTo>
                    <a:pt x="35243" y="62137"/>
                  </a:lnTo>
                  <a:lnTo>
                    <a:pt x="29039" y="57570"/>
                  </a:lnTo>
                  <a:lnTo>
                    <a:pt x="21617" y="52107"/>
                  </a:lnTo>
                  <a:lnTo>
                    <a:pt x="13785" y="46343"/>
                  </a:lnTo>
                  <a:lnTo>
                    <a:pt x="5151" y="39989"/>
                  </a:lnTo>
                  <a:lnTo>
                    <a:pt x="0" y="36197"/>
                  </a:lnTo>
                  <a:lnTo>
                    <a:pt x="7360" y="24566"/>
                  </a:lnTo>
                  <a:lnTo>
                    <a:pt x="22907" y="0"/>
                  </a:lnTo>
                  <a:lnTo>
                    <a:pt x="29682" y="8832"/>
                  </a:lnTo>
                  <a:lnTo>
                    <a:pt x="44281" y="27863"/>
                  </a:lnTo>
                  <a:lnTo>
                    <a:pt x="46976" y="31376"/>
                  </a:lnTo>
                  <a:lnTo>
                    <a:pt x="61182" y="53248"/>
                  </a:lnTo>
                  <a:lnTo>
                    <a:pt x="82299" y="65378"/>
                  </a:lnTo>
                  <a:lnTo>
                    <a:pt x="89872" y="74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177984" y="2008464"/>
              <a:ext cx="119125" cy="63948"/>
            </a:xfrm>
            <a:custGeom>
              <a:avLst/>
              <a:pathLst>
                <a:path w="119125" h="63948">
                  <a:moveTo>
                    <a:pt x="95861" y="63788"/>
                  </a:moveTo>
                  <a:lnTo>
                    <a:pt x="88827" y="63569"/>
                  </a:lnTo>
                  <a:lnTo>
                    <a:pt x="81675" y="63345"/>
                  </a:lnTo>
                  <a:lnTo>
                    <a:pt x="72756" y="63066"/>
                  </a:lnTo>
                  <a:lnTo>
                    <a:pt x="62538" y="62747"/>
                  </a:lnTo>
                  <a:lnTo>
                    <a:pt x="58110" y="62609"/>
                  </a:lnTo>
                  <a:lnTo>
                    <a:pt x="54326" y="62491"/>
                  </a:lnTo>
                  <a:lnTo>
                    <a:pt x="45954" y="62229"/>
                  </a:lnTo>
                  <a:lnTo>
                    <a:pt x="33942" y="61854"/>
                  </a:lnTo>
                  <a:lnTo>
                    <a:pt x="24382" y="61555"/>
                  </a:lnTo>
                  <a:lnTo>
                    <a:pt x="20265" y="61426"/>
                  </a:lnTo>
                  <a:lnTo>
                    <a:pt x="18793" y="61243"/>
                  </a:lnTo>
                  <a:lnTo>
                    <a:pt x="0" y="58904"/>
                  </a:lnTo>
                  <a:lnTo>
                    <a:pt x="3283" y="43799"/>
                  </a:lnTo>
                  <a:lnTo>
                    <a:pt x="4934" y="36207"/>
                  </a:lnTo>
                  <a:lnTo>
                    <a:pt x="9515" y="36027"/>
                  </a:lnTo>
                  <a:lnTo>
                    <a:pt x="12325" y="29645"/>
                  </a:lnTo>
                  <a:lnTo>
                    <a:pt x="15860" y="21616"/>
                  </a:lnTo>
                  <a:lnTo>
                    <a:pt x="19038" y="15965"/>
                  </a:lnTo>
                  <a:lnTo>
                    <a:pt x="23755" y="7579"/>
                  </a:lnTo>
                  <a:lnTo>
                    <a:pt x="28019" y="0"/>
                  </a:lnTo>
                  <a:lnTo>
                    <a:pt x="58227" y="11297"/>
                  </a:lnTo>
                  <a:lnTo>
                    <a:pt x="63121" y="13127"/>
                  </a:lnTo>
                  <a:lnTo>
                    <a:pt x="64144" y="13510"/>
                  </a:lnTo>
                  <a:lnTo>
                    <a:pt x="69926" y="15134"/>
                  </a:lnTo>
                  <a:lnTo>
                    <a:pt x="76061" y="16856"/>
                  </a:lnTo>
                  <a:lnTo>
                    <a:pt x="80180" y="18013"/>
                  </a:lnTo>
                  <a:lnTo>
                    <a:pt x="83030" y="18430"/>
                  </a:lnTo>
                  <a:lnTo>
                    <a:pt x="90049" y="19456"/>
                  </a:lnTo>
                  <a:lnTo>
                    <a:pt x="95255" y="19681"/>
                  </a:lnTo>
                  <a:lnTo>
                    <a:pt x="98486" y="19821"/>
                  </a:lnTo>
                  <a:lnTo>
                    <a:pt x="105790" y="20138"/>
                  </a:lnTo>
                  <a:lnTo>
                    <a:pt x="110744" y="20352"/>
                  </a:lnTo>
                  <a:lnTo>
                    <a:pt x="119125" y="20715"/>
                  </a:lnTo>
                  <a:lnTo>
                    <a:pt x="115744" y="48191"/>
                  </a:lnTo>
                  <a:lnTo>
                    <a:pt x="115601" y="49357"/>
                  </a:lnTo>
                  <a:lnTo>
                    <a:pt x="106966" y="56022"/>
                  </a:lnTo>
                  <a:lnTo>
                    <a:pt x="100974" y="63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165699" y="2070647"/>
              <a:ext cx="167982" cy="105704"/>
            </a:xfrm>
            <a:custGeom>
              <a:avLst/>
              <a:pathLst>
                <a:path w="167982" h="105704">
                  <a:moveTo>
                    <a:pt x="131459" y="19526"/>
                  </a:moveTo>
                  <a:lnTo>
                    <a:pt x="128121" y="12176"/>
                  </a:lnTo>
                  <a:lnTo>
                    <a:pt x="129142" y="11003"/>
                  </a:lnTo>
                  <a:lnTo>
                    <a:pt x="134797" y="4506"/>
                  </a:lnTo>
                  <a:lnTo>
                    <a:pt x="138719" y="0"/>
                  </a:lnTo>
                  <a:lnTo>
                    <a:pt x="148384" y="7539"/>
                  </a:lnTo>
                  <a:lnTo>
                    <a:pt x="167982" y="22827"/>
                  </a:lnTo>
                  <a:lnTo>
                    <a:pt x="163064" y="27782"/>
                  </a:lnTo>
                  <a:lnTo>
                    <a:pt x="156568" y="34328"/>
                  </a:lnTo>
                  <a:lnTo>
                    <a:pt x="149979" y="40967"/>
                  </a:lnTo>
                  <a:lnTo>
                    <a:pt x="142772" y="48229"/>
                  </a:lnTo>
                  <a:lnTo>
                    <a:pt x="137730" y="53311"/>
                  </a:lnTo>
                  <a:lnTo>
                    <a:pt x="133627" y="57444"/>
                  </a:lnTo>
                  <a:lnTo>
                    <a:pt x="128448" y="62663"/>
                  </a:lnTo>
                  <a:lnTo>
                    <a:pt x="123705" y="67443"/>
                  </a:lnTo>
                  <a:lnTo>
                    <a:pt x="120977" y="70800"/>
                  </a:lnTo>
                  <a:lnTo>
                    <a:pt x="114912" y="78265"/>
                  </a:lnTo>
                  <a:lnTo>
                    <a:pt x="109437" y="85004"/>
                  </a:lnTo>
                  <a:lnTo>
                    <a:pt x="98143" y="98905"/>
                  </a:lnTo>
                  <a:lnTo>
                    <a:pt x="92619" y="105704"/>
                  </a:lnTo>
                  <a:lnTo>
                    <a:pt x="74365" y="97524"/>
                  </a:lnTo>
                  <a:lnTo>
                    <a:pt x="61745" y="91869"/>
                  </a:lnTo>
                  <a:lnTo>
                    <a:pt x="55493" y="89053"/>
                  </a:lnTo>
                  <a:lnTo>
                    <a:pt x="40711" y="82394"/>
                  </a:lnTo>
                  <a:lnTo>
                    <a:pt x="36792" y="80629"/>
                  </a:lnTo>
                  <a:lnTo>
                    <a:pt x="32502" y="78045"/>
                  </a:lnTo>
                  <a:lnTo>
                    <a:pt x="0" y="58470"/>
                  </a:lnTo>
                  <a:lnTo>
                    <a:pt x="1689" y="47772"/>
                  </a:lnTo>
                  <a:lnTo>
                    <a:pt x="42308" y="51846"/>
                  </a:lnTo>
                  <a:lnTo>
                    <a:pt x="53652" y="52984"/>
                  </a:lnTo>
                  <a:lnTo>
                    <a:pt x="69561" y="54580"/>
                  </a:lnTo>
                  <a:lnTo>
                    <a:pt x="94646" y="57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263102" y="2095182"/>
              <a:ext cx="106378" cy="118639"/>
            </a:xfrm>
            <a:custGeom>
              <a:avLst/>
              <a:pathLst>
                <a:path w="106378" h="118639">
                  <a:moveTo>
                    <a:pt x="12262" y="69936"/>
                  </a:moveTo>
                  <a:lnTo>
                    <a:pt x="21744" y="58671"/>
                  </a:lnTo>
                  <a:lnTo>
                    <a:pt x="29322" y="49669"/>
                  </a:lnTo>
                  <a:lnTo>
                    <a:pt x="34967" y="42964"/>
                  </a:lnTo>
                  <a:lnTo>
                    <a:pt x="41719" y="34943"/>
                  </a:lnTo>
                  <a:lnTo>
                    <a:pt x="50269" y="24786"/>
                  </a:lnTo>
                  <a:lnTo>
                    <a:pt x="64407" y="11564"/>
                  </a:lnTo>
                  <a:lnTo>
                    <a:pt x="72598" y="3904"/>
                  </a:lnTo>
                  <a:lnTo>
                    <a:pt x="76772" y="0"/>
                  </a:lnTo>
                  <a:lnTo>
                    <a:pt x="93105" y="16695"/>
                  </a:lnTo>
                  <a:lnTo>
                    <a:pt x="103558" y="27380"/>
                  </a:lnTo>
                  <a:lnTo>
                    <a:pt x="106262" y="43689"/>
                  </a:lnTo>
                  <a:lnTo>
                    <a:pt x="106378" y="44385"/>
                  </a:lnTo>
                  <a:lnTo>
                    <a:pt x="101777" y="48813"/>
                  </a:lnTo>
                  <a:lnTo>
                    <a:pt x="95643" y="54718"/>
                  </a:lnTo>
                  <a:lnTo>
                    <a:pt x="89848" y="60296"/>
                  </a:lnTo>
                  <a:lnTo>
                    <a:pt x="79963" y="69811"/>
                  </a:lnTo>
                  <a:lnTo>
                    <a:pt x="74630" y="74945"/>
                  </a:lnTo>
                  <a:lnTo>
                    <a:pt x="72543" y="76954"/>
                  </a:lnTo>
                  <a:lnTo>
                    <a:pt x="65945" y="84345"/>
                  </a:lnTo>
                  <a:lnTo>
                    <a:pt x="60321" y="90645"/>
                  </a:lnTo>
                  <a:lnTo>
                    <a:pt x="51372" y="100669"/>
                  </a:lnTo>
                  <a:lnTo>
                    <a:pt x="44313" y="108577"/>
                  </a:lnTo>
                  <a:lnTo>
                    <a:pt x="35331" y="118639"/>
                  </a:lnTo>
                  <a:lnTo>
                    <a:pt x="15835" y="99802"/>
                  </a:lnTo>
                  <a:lnTo>
                    <a:pt x="8459" y="92675"/>
                  </a:lnTo>
                  <a:lnTo>
                    <a:pt x="0" y="84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305368" y="2141874"/>
              <a:ext cx="111479" cy="110278"/>
            </a:xfrm>
            <a:custGeom>
              <a:avLst/>
              <a:pathLst>
                <a:path w="111479" h="110278">
                  <a:moveTo>
                    <a:pt x="31120" y="103929"/>
                  </a:moveTo>
                  <a:lnTo>
                    <a:pt x="23048" y="95427"/>
                  </a:lnTo>
                  <a:lnTo>
                    <a:pt x="16654" y="88691"/>
                  </a:lnTo>
                  <a:lnTo>
                    <a:pt x="9673" y="81337"/>
                  </a:lnTo>
                  <a:lnTo>
                    <a:pt x="4000" y="75362"/>
                  </a:lnTo>
                  <a:lnTo>
                    <a:pt x="0" y="71148"/>
                  </a:lnTo>
                  <a:lnTo>
                    <a:pt x="17596" y="53342"/>
                  </a:lnTo>
                  <a:lnTo>
                    <a:pt x="25173" y="45675"/>
                  </a:lnTo>
                  <a:lnTo>
                    <a:pt x="32239" y="38526"/>
                  </a:lnTo>
                  <a:lnTo>
                    <a:pt x="39487" y="31192"/>
                  </a:lnTo>
                  <a:lnTo>
                    <a:pt x="45474" y="25134"/>
                  </a:lnTo>
                  <a:lnTo>
                    <a:pt x="51295" y="19244"/>
                  </a:lnTo>
                  <a:lnTo>
                    <a:pt x="57904" y="12557"/>
                  </a:lnTo>
                  <a:lnTo>
                    <a:pt x="62786" y="7617"/>
                  </a:lnTo>
                  <a:lnTo>
                    <a:pt x="67133" y="3218"/>
                  </a:lnTo>
                  <a:lnTo>
                    <a:pt x="70314" y="0"/>
                  </a:lnTo>
                  <a:lnTo>
                    <a:pt x="89861" y="15738"/>
                  </a:lnTo>
                  <a:lnTo>
                    <a:pt x="111479" y="33145"/>
                  </a:lnTo>
                  <a:lnTo>
                    <a:pt x="107321" y="37047"/>
                  </a:lnTo>
                  <a:lnTo>
                    <a:pt x="99218" y="44650"/>
                  </a:lnTo>
                  <a:lnTo>
                    <a:pt x="92623" y="50838"/>
                  </a:lnTo>
                  <a:lnTo>
                    <a:pt x="85418" y="57598"/>
                  </a:lnTo>
                  <a:lnTo>
                    <a:pt x="79223" y="63411"/>
                  </a:lnTo>
                  <a:lnTo>
                    <a:pt x="73697" y="68596"/>
                  </a:lnTo>
                  <a:lnTo>
                    <a:pt x="68607" y="74401"/>
                  </a:lnTo>
                  <a:lnTo>
                    <a:pt x="60269" y="83910"/>
                  </a:lnTo>
                  <a:lnTo>
                    <a:pt x="54477" y="90515"/>
                  </a:lnTo>
                  <a:lnTo>
                    <a:pt x="47911" y="98003"/>
                  </a:lnTo>
                  <a:lnTo>
                    <a:pt x="37148" y="110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345384" y="2191426"/>
              <a:ext cx="76498" cy="103115"/>
            </a:xfrm>
            <a:custGeom>
              <a:avLst/>
              <a:pathLst>
                <a:path w="76498" h="103115">
                  <a:moveTo>
                    <a:pt x="19729" y="88157"/>
                  </a:moveTo>
                  <a:lnTo>
                    <a:pt x="18360" y="86493"/>
                  </a:lnTo>
                  <a:lnTo>
                    <a:pt x="10772" y="77270"/>
                  </a:lnTo>
                  <a:lnTo>
                    <a:pt x="0" y="62722"/>
                  </a:lnTo>
                  <a:lnTo>
                    <a:pt x="6396" y="56362"/>
                  </a:lnTo>
                  <a:lnTo>
                    <a:pt x="18671" y="44159"/>
                  </a:lnTo>
                  <a:lnTo>
                    <a:pt x="24382" y="38482"/>
                  </a:lnTo>
                  <a:lnTo>
                    <a:pt x="33361" y="29554"/>
                  </a:lnTo>
                  <a:lnTo>
                    <a:pt x="36635" y="26299"/>
                  </a:lnTo>
                  <a:lnTo>
                    <a:pt x="44677" y="20176"/>
                  </a:lnTo>
                  <a:lnTo>
                    <a:pt x="51234" y="15183"/>
                  </a:lnTo>
                  <a:lnTo>
                    <a:pt x="60570" y="8074"/>
                  </a:lnTo>
                  <a:lnTo>
                    <a:pt x="71175" y="0"/>
                  </a:lnTo>
                  <a:lnTo>
                    <a:pt x="71175" y="26823"/>
                  </a:lnTo>
                  <a:lnTo>
                    <a:pt x="71175" y="31343"/>
                  </a:lnTo>
                  <a:lnTo>
                    <a:pt x="76498" y="53285"/>
                  </a:lnTo>
                  <a:lnTo>
                    <a:pt x="68773" y="61943"/>
                  </a:lnTo>
                  <a:lnTo>
                    <a:pt x="60193" y="71558"/>
                  </a:lnTo>
                  <a:lnTo>
                    <a:pt x="52043" y="80692"/>
                  </a:lnTo>
                  <a:lnTo>
                    <a:pt x="46315" y="87110"/>
                  </a:lnTo>
                  <a:lnTo>
                    <a:pt x="39615" y="94619"/>
                  </a:lnTo>
                  <a:lnTo>
                    <a:pt x="32034" y="103115"/>
                  </a:lnTo>
                  <a:lnTo>
                    <a:pt x="25948" y="957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376097" y="2255818"/>
              <a:ext cx="78334" cy="80819"/>
            </a:xfrm>
            <a:custGeom>
              <a:avLst/>
              <a:pathLst>
                <a:path w="78334" h="80819">
                  <a:moveTo>
                    <a:pt x="9868" y="63467"/>
                  </a:moveTo>
                  <a:lnTo>
                    <a:pt x="9385" y="62762"/>
                  </a:lnTo>
                  <a:lnTo>
                    <a:pt x="0" y="49056"/>
                  </a:lnTo>
                  <a:lnTo>
                    <a:pt x="4474" y="44162"/>
                  </a:lnTo>
                  <a:lnTo>
                    <a:pt x="9253" y="38935"/>
                  </a:lnTo>
                  <a:lnTo>
                    <a:pt x="15397" y="32215"/>
                  </a:lnTo>
                  <a:lnTo>
                    <a:pt x="20200" y="26962"/>
                  </a:lnTo>
                  <a:lnTo>
                    <a:pt x="26841" y="19699"/>
                  </a:lnTo>
                  <a:lnTo>
                    <a:pt x="35716" y="9991"/>
                  </a:lnTo>
                  <a:lnTo>
                    <a:pt x="42182" y="2919"/>
                  </a:lnTo>
                  <a:lnTo>
                    <a:pt x="44851" y="0"/>
                  </a:lnTo>
                  <a:lnTo>
                    <a:pt x="64182" y="22255"/>
                  </a:lnTo>
                  <a:lnTo>
                    <a:pt x="78334" y="38549"/>
                  </a:lnTo>
                  <a:lnTo>
                    <a:pt x="73911" y="42517"/>
                  </a:lnTo>
                  <a:lnTo>
                    <a:pt x="66675" y="49009"/>
                  </a:lnTo>
                  <a:lnTo>
                    <a:pt x="58839" y="56039"/>
                  </a:lnTo>
                  <a:lnTo>
                    <a:pt x="49952" y="64012"/>
                  </a:lnTo>
                  <a:lnTo>
                    <a:pt x="42742" y="70480"/>
                  </a:lnTo>
                  <a:lnTo>
                    <a:pt x="33969" y="78351"/>
                  </a:lnTo>
                  <a:lnTo>
                    <a:pt x="31218" y="80819"/>
                  </a:lnTo>
                  <a:lnTo>
                    <a:pt x="20089" y="7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06533" y="2300426"/>
              <a:ext cx="86524" cy="90408"/>
            </a:xfrm>
            <a:custGeom>
              <a:avLst/>
              <a:pathLst>
                <a:path w="86524" h="90408">
                  <a:moveTo>
                    <a:pt x="66399" y="13698"/>
                  </a:moveTo>
                  <a:lnTo>
                    <a:pt x="86524" y="35487"/>
                  </a:lnTo>
                  <a:lnTo>
                    <a:pt x="76672" y="43590"/>
                  </a:lnTo>
                  <a:lnTo>
                    <a:pt x="68999" y="49902"/>
                  </a:lnTo>
                  <a:lnTo>
                    <a:pt x="59240" y="57929"/>
                  </a:lnTo>
                  <a:lnTo>
                    <a:pt x="52406" y="63549"/>
                  </a:lnTo>
                  <a:lnTo>
                    <a:pt x="44868" y="69750"/>
                  </a:lnTo>
                  <a:lnTo>
                    <a:pt x="35650" y="77332"/>
                  </a:lnTo>
                  <a:lnTo>
                    <a:pt x="25721" y="85499"/>
                  </a:lnTo>
                  <a:lnTo>
                    <a:pt x="19753" y="90408"/>
                  </a:lnTo>
                  <a:lnTo>
                    <a:pt x="15698" y="86978"/>
                  </a:lnTo>
                  <a:lnTo>
                    <a:pt x="13348" y="71719"/>
                  </a:lnTo>
                  <a:lnTo>
                    <a:pt x="12511" y="66290"/>
                  </a:lnTo>
                  <a:lnTo>
                    <a:pt x="0" y="50258"/>
                  </a:lnTo>
                  <a:lnTo>
                    <a:pt x="4143" y="46320"/>
                  </a:lnTo>
                  <a:lnTo>
                    <a:pt x="8999" y="41704"/>
                  </a:lnTo>
                  <a:lnTo>
                    <a:pt x="13270" y="37645"/>
                  </a:lnTo>
                  <a:lnTo>
                    <a:pt x="19664" y="31567"/>
                  </a:lnTo>
                  <a:lnTo>
                    <a:pt x="24501" y="26970"/>
                  </a:lnTo>
                  <a:lnTo>
                    <a:pt x="30133" y="21616"/>
                  </a:lnTo>
                  <a:lnTo>
                    <a:pt x="35273" y="16911"/>
                  </a:lnTo>
                  <a:lnTo>
                    <a:pt x="39588" y="12961"/>
                  </a:lnTo>
                  <a:lnTo>
                    <a:pt x="44987" y="8018"/>
                  </a:lnTo>
                  <a:lnTo>
                    <a:pt x="50552" y="2924"/>
                  </a:lnTo>
                  <a:lnTo>
                    <a:pt x="537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436543" y="2339768"/>
              <a:ext cx="96375" cy="88139"/>
            </a:xfrm>
            <a:custGeom>
              <a:avLst/>
              <a:pathLst>
                <a:path w="96375" h="88139">
                  <a:moveTo>
                    <a:pt x="5029" y="51127"/>
                  </a:moveTo>
                  <a:lnTo>
                    <a:pt x="13519" y="42774"/>
                  </a:lnTo>
                  <a:lnTo>
                    <a:pt x="21015" y="35400"/>
                  </a:lnTo>
                  <a:lnTo>
                    <a:pt x="28162" y="28368"/>
                  </a:lnTo>
                  <a:lnTo>
                    <a:pt x="30997" y="25579"/>
                  </a:lnTo>
                  <a:lnTo>
                    <a:pt x="34837" y="22339"/>
                  </a:lnTo>
                  <a:lnTo>
                    <a:pt x="42621" y="15769"/>
                  </a:lnTo>
                  <a:lnTo>
                    <a:pt x="50633" y="9007"/>
                  </a:lnTo>
                  <a:lnTo>
                    <a:pt x="61307" y="0"/>
                  </a:lnTo>
                  <a:lnTo>
                    <a:pt x="77420" y="16056"/>
                  </a:lnTo>
                  <a:lnTo>
                    <a:pt x="96375" y="34946"/>
                  </a:lnTo>
                  <a:lnTo>
                    <a:pt x="92490" y="38307"/>
                  </a:lnTo>
                  <a:lnTo>
                    <a:pt x="85650" y="44225"/>
                  </a:lnTo>
                  <a:lnTo>
                    <a:pt x="76609" y="52046"/>
                  </a:lnTo>
                  <a:lnTo>
                    <a:pt x="68958" y="58666"/>
                  </a:lnTo>
                  <a:lnTo>
                    <a:pt x="61988" y="64696"/>
                  </a:lnTo>
                  <a:lnTo>
                    <a:pt x="54989" y="70751"/>
                  </a:lnTo>
                  <a:lnTo>
                    <a:pt x="50665" y="74493"/>
                  </a:lnTo>
                  <a:lnTo>
                    <a:pt x="44229" y="80060"/>
                  </a:lnTo>
                  <a:lnTo>
                    <a:pt x="39839" y="83858"/>
                  </a:lnTo>
                  <a:lnTo>
                    <a:pt x="34891" y="88139"/>
                  </a:lnTo>
                  <a:lnTo>
                    <a:pt x="34474" y="87393"/>
                  </a:lnTo>
                  <a:lnTo>
                    <a:pt x="28954" y="82379"/>
                  </a:lnTo>
                  <a:lnTo>
                    <a:pt x="22333" y="76364"/>
                  </a:lnTo>
                  <a:lnTo>
                    <a:pt x="15976" y="70589"/>
                  </a:lnTo>
                  <a:lnTo>
                    <a:pt x="11419" y="66448"/>
                  </a:lnTo>
                  <a:lnTo>
                    <a:pt x="5861" y="61399"/>
                  </a:lnTo>
                  <a:lnTo>
                    <a:pt x="0" y="560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495561" y="2378672"/>
              <a:ext cx="82998" cy="47794"/>
            </a:xfrm>
            <a:custGeom>
              <a:avLst/>
              <a:pathLst>
                <a:path w="82998" h="47794">
                  <a:moveTo>
                    <a:pt x="63787" y="25666"/>
                  </a:moveTo>
                  <a:lnTo>
                    <a:pt x="82998" y="46480"/>
                  </a:lnTo>
                  <a:lnTo>
                    <a:pt x="67914" y="44558"/>
                  </a:lnTo>
                  <a:lnTo>
                    <a:pt x="62913" y="43921"/>
                  </a:lnTo>
                  <a:lnTo>
                    <a:pt x="48443" y="43839"/>
                  </a:lnTo>
                  <a:lnTo>
                    <a:pt x="29157" y="45192"/>
                  </a:lnTo>
                  <a:lnTo>
                    <a:pt x="10763" y="47794"/>
                  </a:lnTo>
                  <a:lnTo>
                    <a:pt x="6573" y="44602"/>
                  </a:lnTo>
                  <a:lnTo>
                    <a:pt x="0" y="39593"/>
                  </a:lnTo>
                  <a:lnTo>
                    <a:pt x="9722" y="29992"/>
                  </a:lnTo>
                  <a:lnTo>
                    <a:pt x="14331" y="25441"/>
                  </a:lnTo>
                  <a:lnTo>
                    <a:pt x="22414" y="17460"/>
                  </a:lnTo>
                  <a:lnTo>
                    <a:pt x="36543" y="3508"/>
                  </a:lnTo>
                  <a:lnTo>
                    <a:pt x="400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426307" y="2208309"/>
              <a:ext cx="89253" cy="79049"/>
            </a:xfrm>
            <a:custGeom>
              <a:avLst/>
              <a:pathLst>
                <a:path w="89253" h="79049">
                  <a:moveTo>
                    <a:pt x="8998" y="36975"/>
                  </a:moveTo>
                  <a:lnTo>
                    <a:pt x="18478" y="29964"/>
                  </a:lnTo>
                  <a:lnTo>
                    <a:pt x="25650" y="24658"/>
                  </a:lnTo>
                  <a:lnTo>
                    <a:pt x="32553" y="19552"/>
                  </a:lnTo>
                  <a:lnTo>
                    <a:pt x="39407" y="14483"/>
                  </a:lnTo>
                  <a:lnTo>
                    <a:pt x="49879" y="6736"/>
                  </a:lnTo>
                  <a:lnTo>
                    <a:pt x="56403" y="1911"/>
                  </a:lnTo>
                  <a:lnTo>
                    <a:pt x="58987" y="0"/>
                  </a:lnTo>
                  <a:lnTo>
                    <a:pt x="69905" y="10445"/>
                  </a:lnTo>
                  <a:lnTo>
                    <a:pt x="80125" y="20224"/>
                  </a:lnTo>
                  <a:lnTo>
                    <a:pt x="89253" y="30816"/>
                  </a:lnTo>
                  <a:lnTo>
                    <a:pt x="83903" y="35392"/>
                  </a:lnTo>
                  <a:lnTo>
                    <a:pt x="74840" y="43143"/>
                  </a:lnTo>
                  <a:lnTo>
                    <a:pt x="65212" y="51378"/>
                  </a:lnTo>
                  <a:lnTo>
                    <a:pt x="60146" y="55711"/>
                  </a:lnTo>
                  <a:lnTo>
                    <a:pt x="53669" y="61251"/>
                  </a:lnTo>
                  <a:lnTo>
                    <a:pt x="43988" y="69530"/>
                  </a:lnTo>
                  <a:lnTo>
                    <a:pt x="32859" y="79049"/>
                  </a:lnTo>
                  <a:lnTo>
                    <a:pt x="27594" y="73436"/>
                  </a:lnTo>
                  <a:lnTo>
                    <a:pt x="21545" y="66988"/>
                  </a:lnTo>
                  <a:lnTo>
                    <a:pt x="15952" y="61025"/>
                  </a:lnTo>
                  <a:lnTo>
                    <a:pt x="10633" y="55226"/>
                  </a:lnTo>
                  <a:lnTo>
                    <a:pt x="5420" y="49542"/>
                  </a:lnTo>
                  <a:lnTo>
                    <a:pt x="0" y="43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467911" y="2247325"/>
              <a:ext cx="83475" cy="82769"/>
            </a:xfrm>
            <a:custGeom>
              <a:avLst/>
              <a:pathLst>
                <a:path w="83475" h="82769">
                  <a:moveTo>
                    <a:pt x="5216" y="42962"/>
                  </a:moveTo>
                  <a:lnTo>
                    <a:pt x="13101" y="35614"/>
                  </a:lnTo>
                  <a:lnTo>
                    <a:pt x="19493" y="29657"/>
                  </a:lnTo>
                  <a:lnTo>
                    <a:pt x="25507" y="24052"/>
                  </a:lnTo>
                  <a:lnTo>
                    <a:pt x="35098" y="15114"/>
                  </a:lnTo>
                  <a:lnTo>
                    <a:pt x="41640" y="9017"/>
                  </a:lnTo>
                  <a:lnTo>
                    <a:pt x="47878" y="3203"/>
                  </a:lnTo>
                  <a:lnTo>
                    <a:pt x="51221" y="1875"/>
                  </a:lnTo>
                  <a:lnTo>
                    <a:pt x="55944" y="0"/>
                  </a:lnTo>
                  <a:lnTo>
                    <a:pt x="63778" y="7964"/>
                  </a:lnTo>
                  <a:lnTo>
                    <a:pt x="67967" y="13311"/>
                  </a:lnTo>
                  <a:lnTo>
                    <a:pt x="83475" y="33106"/>
                  </a:lnTo>
                  <a:lnTo>
                    <a:pt x="81028" y="36200"/>
                  </a:lnTo>
                  <a:lnTo>
                    <a:pt x="74839" y="44025"/>
                  </a:lnTo>
                  <a:lnTo>
                    <a:pt x="70082" y="50039"/>
                  </a:lnTo>
                  <a:lnTo>
                    <a:pt x="67449" y="52349"/>
                  </a:lnTo>
                  <a:lnTo>
                    <a:pt x="60698" y="58272"/>
                  </a:lnTo>
                  <a:lnTo>
                    <a:pt x="53396" y="64678"/>
                  </a:lnTo>
                  <a:lnTo>
                    <a:pt x="46170" y="71018"/>
                  </a:lnTo>
                  <a:lnTo>
                    <a:pt x="37196" y="78891"/>
                  </a:lnTo>
                  <a:lnTo>
                    <a:pt x="32776" y="82769"/>
                  </a:lnTo>
                  <a:lnTo>
                    <a:pt x="16936" y="65881"/>
                  </a:lnTo>
                  <a:lnTo>
                    <a:pt x="0" y="47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04829" y="2286773"/>
              <a:ext cx="88181" cy="83042"/>
            </a:xfrm>
            <a:custGeom>
              <a:avLst/>
              <a:pathLst>
                <a:path w="88181" h="83042">
                  <a:moveTo>
                    <a:pt x="13980" y="37125"/>
                  </a:moveTo>
                  <a:lnTo>
                    <a:pt x="21150" y="30587"/>
                  </a:lnTo>
                  <a:lnTo>
                    <a:pt x="29336" y="23122"/>
                  </a:lnTo>
                  <a:lnTo>
                    <a:pt x="38500" y="14766"/>
                  </a:lnTo>
                  <a:lnTo>
                    <a:pt x="44613" y="9191"/>
                  </a:lnTo>
                  <a:lnTo>
                    <a:pt x="51343" y="3054"/>
                  </a:lnTo>
                  <a:lnTo>
                    <a:pt x="54692" y="0"/>
                  </a:lnTo>
                  <a:lnTo>
                    <a:pt x="69853" y="14988"/>
                  </a:lnTo>
                  <a:lnTo>
                    <a:pt x="88181" y="33108"/>
                  </a:lnTo>
                  <a:lnTo>
                    <a:pt x="82917" y="37935"/>
                  </a:lnTo>
                  <a:lnTo>
                    <a:pt x="74658" y="45508"/>
                  </a:lnTo>
                  <a:lnTo>
                    <a:pt x="66452" y="53034"/>
                  </a:lnTo>
                  <a:lnTo>
                    <a:pt x="61033" y="58003"/>
                  </a:lnTo>
                  <a:lnTo>
                    <a:pt x="53598" y="64821"/>
                  </a:lnTo>
                  <a:lnTo>
                    <a:pt x="46950" y="70917"/>
                  </a:lnTo>
                  <a:lnTo>
                    <a:pt x="40105" y="77194"/>
                  </a:lnTo>
                  <a:lnTo>
                    <a:pt x="33728" y="83042"/>
                  </a:lnTo>
                  <a:lnTo>
                    <a:pt x="14352" y="63988"/>
                  </a:lnTo>
                  <a:lnTo>
                    <a:pt x="6210" y="55980"/>
                  </a:lnTo>
                  <a:lnTo>
                    <a:pt x="0" y="49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542189" y="2324936"/>
              <a:ext cx="86947" cy="84597"/>
            </a:xfrm>
            <a:custGeom>
              <a:avLst/>
              <a:pathLst>
                <a:path w="86947" h="84597">
                  <a:moveTo>
                    <a:pt x="2280" y="47477"/>
                  </a:moveTo>
                  <a:lnTo>
                    <a:pt x="6664" y="43399"/>
                  </a:lnTo>
                  <a:lnTo>
                    <a:pt x="11663" y="38748"/>
                  </a:lnTo>
                  <a:lnTo>
                    <a:pt x="16307" y="34428"/>
                  </a:lnTo>
                  <a:lnTo>
                    <a:pt x="20679" y="30360"/>
                  </a:lnTo>
                  <a:lnTo>
                    <a:pt x="25806" y="25591"/>
                  </a:lnTo>
                  <a:lnTo>
                    <a:pt x="30532" y="21193"/>
                  </a:lnTo>
                  <a:lnTo>
                    <a:pt x="36583" y="15564"/>
                  </a:lnTo>
                  <a:lnTo>
                    <a:pt x="43351" y="9268"/>
                  </a:lnTo>
                  <a:lnTo>
                    <a:pt x="49037" y="3977"/>
                  </a:lnTo>
                  <a:lnTo>
                    <a:pt x="53313" y="0"/>
                  </a:lnTo>
                  <a:lnTo>
                    <a:pt x="65962" y="11878"/>
                  </a:lnTo>
                  <a:lnTo>
                    <a:pt x="86947" y="31585"/>
                  </a:lnTo>
                  <a:lnTo>
                    <a:pt x="83509" y="35010"/>
                  </a:lnTo>
                  <a:lnTo>
                    <a:pt x="76416" y="42078"/>
                  </a:lnTo>
                  <a:lnTo>
                    <a:pt x="70238" y="48234"/>
                  </a:lnTo>
                  <a:lnTo>
                    <a:pt x="63878" y="54571"/>
                  </a:lnTo>
                  <a:lnTo>
                    <a:pt x="57789" y="60639"/>
                  </a:lnTo>
                  <a:lnTo>
                    <a:pt x="49913" y="68487"/>
                  </a:lnTo>
                  <a:lnTo>
                    <a:pt x="43920" y="74459"/>
                  </a:lnTo>
                  <a:lnTo>
                    <a:pt x="38449" y="79910"/>
                  </a:lnTo>
                  <a:lnTo>
                    <a:pt x="33745" y="84597"/>
                  </a:lnTo>
                  <a:lnTo>
                    <a:pt x="18978" y="69282"/>
                  </a:lnTo>
                  <a:lnTo>
                    <a:pt x="0" y="495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581009" y="2361355"/>
              <a:ext cx="86190" cy="78299"/>
            </a:xfrm>
            <a:custGeom>
              <a:avLst/>
              <a:pathLst>
                <a:path w="86190" h="78299">
                  <a:moveTo>
                    <a:pt x="27232" y="65772"/>
                  </a:moveTo>
                  <a:lnTo>
                    <a:pt x="21337" y="60431"/>
                  </a:lnTo>
                  <a:lnTo>
                    <a:pt x="15594" y="66580"/>
                  </a:lnTo>
                  <a:lnTo>
                    <a:pt x="9855" y="61014"/>
                  </a:lnTo>
                  <a:lnTo>
                    <a:pt x="0" y="51457"/>
                  </a:lnTo>
                  <a:lnTo>
                    <a:pt x="10179" y="41594"/>
                  </a:lnTo>
                  <a:lnTo>
                    <a:pt x="17820" y="34190"/>
                  </a:lnTo>
                  <a:lnTo>
                    <a:pt x="27399" y="24909"/>
                  </a:lnTo>
                  <a:lnTo>
                    <a:pt x="33551" y="18948"/>
                  </a:lnTo>
                  <a:lnTo>
                    <a:pt x="41546" y="11203"/>
                  </a:lnTo>
                  <a:lnTo>
                    <a:pt x="48363" y="4597"/>
                  </a:lnTo>
                  <a:lnTo>
                    <a:pt x="53108" y="0"/>
                  </a:lnTo>
                  <a:lnTo>
                    <a:pt x="68742" y="13596"/>
                  </a:lnTo>
                  <a:lnTo>
                    <a:pt x="71429" y="15933"/>
                  </a:lnTo>
                  <a:lnTo>
                    <a:pt x="86190" y="31733"/>
                  </a:lnTo>
                  <a:lnTo>
                    <a:pt x="82312" y="35735"/>
                  </a:lnTo>
                  <a:lnTo>
                    <a:pt x="73529" y="44797"/>
                  </a:lnTo>
                  <a:lnTo>
                    <a:pt x="67555" y="50961"/>
                  </a:lnTo>
                  <a:lnTo>
                    <a:pt x="61242" y="57474"/>
                  </a:lnTo>
                  <a:lnTo>
                    <a:pt x="54238" y="64701"/>
                  </a:lnTo>
                  <a:lnTo>
                    <a:pt x="46211" y="72984"/>
                  </a:lnTo>
                  <a:lnTo>
                    <a:pt x="41060" y="782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194528" y="2402449"/>
              <a:ext cx="94289" cy="100336"/>
            </a:xfrm>
            <a:custGeom>
              <a:avLst/>
              <a:pathLst>
                <a:path w="94289" h="100336">
                  <a:moveTo>
                    <a:pt x="47148" y="6155"/>
                  </a:moveTo>
                  <a:lnTo>
                    <a:pt x="61388" y="13360"/>
                  </a:lnTo>
                  <a:lnTo>
                    <a:pt x="77603" y="21563"/>
                  </a:lnTo>
                  <a:lnTo>
                    <a:pt x="87240" y="26439"/>
                  </a:lnTo>
                  <a:lnTo>
                    <a:pt x="94289" y="30005"/>
                  </a:lnTo>
                  <a:lnTo>
                    <a:pt x="92589" y="41226"/>
                  </a:lnTo>
                  <a:lnTo>
                    <a:pt x="90615" y="54261"/>
                  </a:lnTo>
                  <a:lnTo>
                    <a:pt x="88835" y="66013"/>
                  </a:lnTo>
                  <a:lnTo>
                    <a:pt x="86553" y="81078"/>
                  </a:lnTo>
                  <a:lnTo>
                    <a:pt x="85028" y="91149"/>
                  </a:lnTo>
                  <a:lnTo>
                    <a:pt x="73696" y="89664"/>
                  </a:lnTo>
                  <a:lnTo>
                    <a:pt x="64410" y="88447"/>
                  </a:lnTo>
                  <a:lnTo>
                    <a:pt x="62093" y="93044"/>
                  </a:lnTo>
                  <a:lnTo>
                    <a:pt x="58418" y="100336"/>
                  </a:lnTo>
                  <a:lnTo>
                    <a:pt x="51106" y="95522"/>
                  </a:lnTo>
                  <a:lnTo>
                    <a:pt x="47818" y="93357"/>
                  </a:lnTo>
                  <a:lnTo>
                    <a:pt x="44531" y="91192"/>
                  </a:lnTo>
                  <a:lnTo>
                    <a:pt x="41243" y="89027"/>
                  </a:lnTo>
                  <a:lnTo>
                    <a:pt x="37955" y="86863"/>
                  </a:lnTo>
                  <a:lnTo>
                    <a:pt x="34667" y="84698"/>
                  </a:lnTo>
                  <a:lnTo>
                    <a:pt x="31379" y="82533"/>
                  </a:lnTo>
                  <a:lnTo>
                    <a:pt x="28091" y="80368"/>
                  </a:lnTo>
                  <a:lnTo>
                    <a:pt x="24804" y="78204"/>
                  </a:lnTo>
                  <a:lnTo>
                    <a:pt x="21516" y="76039"/>
                  </a:lnTo>
                  <a:lnTo>
                    <a:pt x="18228" y="73874"/>
                  </a:lnTo>
                  <a:lnTo>
                    <a:pt x="14940" y="71710"/>
                  </a:lnTo>
                  <a:lnTo>
                    <a:pt x="11652" y="69545"/>
                  </a:lnTo>
                  <a:lnTo>
                    <a:pt x="8364" y="67380"/>
                  </a:lnTo>
                  <a:lnTo>
                    <a:pt x="0" y="61873"/>
                  </a:lnTo>
                  <a:lnTo>
                    <a:pt x="3036" y="56501"/>
                  </a:lnTo>
                  <a:lnTo>
                    <a:pt x="6600" y="50198"/>
                  </a:lnTo>
                  <a:lnTo>
                    <a:pt x="11413" y="41686"/>
                  </a:lnTo>
                  <a:lnTo>
                    <a:pt x="17244" y="31372"/>
                  </a:lnTo>
                  <a:lnTo>
                    <a:pt x="21575" y="23710"/>
                  </a:lnTo>
                  <a:lnTo>
                    <a:pt x="25917" y="16031"/>
                  </a:lnTo>
                  <a:lnTo>
                    <a:pt x="29955" y="8888"/>
                  </a:lnTo>
                  <a:lnTo>
                    <a:pt x="32769" y="3911"/>
                  </a:lnTo>
                  <a:lnTo>
                    <a:pt x="349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1946827" y="2079766"/>
              <a:ext cx="103424" cy="136432"/>
            </a:xfrm>
            <a:custGeom>
              <a:avLst/>
              <a:pathLst>
                <a:path w="103424" h="136432">
                  <a:moveTo>
                    <a:pt x="74420" y="91935"/>
                  </a:moveTo>
                  <a:lnTo>
                    <a:pt x="69037" y="100131"/>
                  </a:lnTo>
                  <a:lnTo>
                    <a:pt x="64712" y="106716"/>
                  </a:lnTo>
                  <a:lnTo>
                    <a:pt x="57546" y="117627"/>
                  </a:lnTo>
                  <a:lnTo>
                    <a:pt x="51837" y="126319"/>
                  </a:lnTo>
                  <a:lnTo>
                    <a:pt x="45195" y="136432"/>
                  </a:lnTo>
                  <a:lnTo>
                    <a:pt x="39375" y="132251"/>
                  </a:lnTo>
                  <a:lnTo>
                    <a:pt x="30778" y="126074"/>
                  </a:lnTo>
                  <a:lnTo>
                    <a:pt x="21898" y="119695"/>
                  </a:lnTo>
                  <a:lnTo>
                    <a:pt x="15877" y="115370"/>
                  </a:lnTo>
                  <a:lnTo>
                    <a:pt x="4627" y="107288"/>
                  </a:lnTo>
                  <a:lnTo>
                    <a:pt x="0" y="103963"/>
                  </a:lnTo>
                  <a:lnTo>
                    <a:pt x="9118" y="88927"/>
                  </a:lnTo>
                  <a:lnTo>
                    <a:pt x="12373" y="83560"/>
                  </a:lnTo>
                  <a:lnTo>
                    <a:pt x="16548" y="76675"/>
                  </a:lnTo>
                  <a:lnTo>
                    <a:pt x="19137" y="72405"/>
                  </a:lnTo>
                  <a:lnTo>
                    <a:pt x="23142" y="65801"/>
                  </a:lnTo>
                  <a:lnTo>
                    <a:pt x="27163" y="60425"/>
                  </a:lnTo>
                  <a:lnTo>
                    <a:pt x="32029" y="53917"/>
                  </a:lnTo>
                  <a:lnTo>
                    <a:pt x="34735" y="50299"/>
                  </a:lnTo>
                  <a:lnTo>
                    <a:pt x="38932" y="44687"/>
                  </a:lnTo>
                  <a:lnTo>
                    <a:pt x="43646" y="37028"/>
                  </a:lnTo>
                  <a:lnTo>
                    <a:pt x="47679" y="30477"/>
                  </a:lnTo>
                  <a:lnTo>
                    <a:pt x="51858" y="23689"/>
                  </a:lnTo>
                  <a:lnTo>
                    <a:pt x="57241" y="14945"/>
                  </a:lnTo>
                  <a:lnTo>
                    <a:pt x="62524" y="9201"/>
                  </a:lnTo>
                  <a:lnTo>
                    <a:pt x="67998" y="3249"/>
                  </a:lnTo>
                  <a:lnTo>
                    <a:pt x="70987" y="0"/>
                  </a:lnTo>
                  <a:lnTo>
                    <a:pt x="87425" y="17889"/>
                  </a:lnTo>
                  <a:lnTo>
                    <a:pt x="90736" y="21492"/>
                  </a:lnTo>
                  <a:lnTo>
                    <a:pt x="93274" y="33597"/>
                  </a:lnTo>
                  <a:lnTo>
                    <a:pt x="97150" y="37394"/>
                  </a:lnTo>
                  <a:lnTo>
                    <a:pt x="103424" y="43540"/>
                  </a:lnTo>
                  <a:lnTo>
                    <a:pt x="97407" y="54023"/>
                  </a:lnTo>
                  <a:lnTo>
                    <a:pt x="84127" y="77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425350" y="2158086"/>
              <a:ext cx="54173" cy="82572"/>
            </a:xfrm>
            <a:custGeom>
              <a:avLst/>
              <a:pathLst>
                <a:path w="54173" h="82572">
                  <a:moveTo>
                    <a:pt x="32209" y="12877"/>
                  </a:moveTo>
                  <a:lnTo>
                    <a:pt x="54173" y="45394"/>
                  </a:lnTo>
                  <a:lnTo>
                    <a:pt x="48010" y="49963"/>
                  </a:lnTo>
                  <a:lnTo>
                    <a:pt x="38634" y="56914"/>
                  </a:lnTo>
                  <a:lnTo>
                    <a:pt x="28268" y="64597"/>
                  </a:lnTo>
                  <a:lnTo>
                    <a:pt x="18488" y="71848"/>
                  </a:lnTo>
                  <a:lnTo>
                    <a:pt x="11403" y="77100"/>
                  </a:lnTo>
                  <a:lnTo>
                    <a:pt x="4022" y="82572"/>
                  </a:lnTo>
                  <a:lnTo>
                    <a:pt x="0" y="65994"/>
                  </a:lnTo>
                  <a:lnTo>
                    <a:pt x="1936" y="45145"/>
                  </a:lnTo>
                  <a:lnTo>
                    <a:pt x="3373" y="29661"/>
                  </a:lnTo>
                  <a:lnTo>
                    <a:pt x="3988" y="23042"/>
                  </a:lnTo>
                  <a:lnTo>
                    <a:pt x="18818" y="5538"/>
                  </a:lnTo>
                  <a:lnTo>
                    <a:pt x="235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191205" y="2233771"/>
              <a:ext cx="61172" cy="79705"/>
            </a:xfrm>
            <a:custGeom>
              <a:avLst/>
              <a:pathLst>
                <a:path w="61172" h="79705">
                  <a:moveTo>
                    <a:pt x="21670" y="49467"/>
                  </a:moveTo>
                  <a:lnTo>
                    <a:pt x="0" y="15484"/>
                  </a:lnTo>
                  <a:lnTo>
                    <a:pt x="12515" y="4887"/>
                  </a:lnTo>
                  <a:lnTo>
                    <a:pt x="18288" y="0"/>
                  </a:lnTo>
                  <a:lnTo>
                    <a:pt x="39367" y="34254"/>
                  </a:lnTo>
                  <a:lnTo>
                    <a:pt x="61172" y="69689"/>
                  </a:lnTo>
                  <a:lnTo>
                    <a:pt x="55073" y="72710"/>
                  </a:lnTo>
                  <a:lnTo>
                    <a:pt x="40952" y="79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223548" y="2376091"/>
              <a:ext cx="76377" cy="42121"/>
            </a:xfrm>
            <a:custGeom>
              <a:avLst/>
              <a:pathLst>
                <a:path w="76377" h="42121">
                  <a:moveTo>
                    <a:pt x="74584" y="24172"/>
                  </a:moveTo>
                  <a:lnTo>
                    <a:pt x="76377" y="42121"/>
                  </a:lnTo>
                  <a:lnTo>
                    <a:pt x="65343" y="38909"/>
                  </a:lnTo>
                  <a:lnTo>
                    <a:pt x="49906" y="33073"/>
                  </a:lnTo>
                  <a:lnTo>
                    <a:pt x="25376" y="21400"/>
                  </a:lnTo>
                  <a:lnTo>
                    <a:pt x="0" y="4539"/>
                  </a:lnTo>
                  <a:lnTo>
                    <a:pt x="2537" y="0"/>
                  </a:lnTo>
                  <a:lnTo>
                    <a:pt x="18860" y="5390"/>
                  </a:lnTo>
                  <a:lnTo>
                    <a:pt x="34463" y="10543"/>
                  </a:lnTo>
                  <a:lnTo>
                    <a:pt x="43773" y="13618"/>
                  </a:lnTo>
                  <a:lnTo>
                    <a:pt x="52443" y="15131"/>
                  </a:lnTo>
                  <a:lnTo>
                    <a:pt x="58364" y="14915"/>
                  </a:lnTo>
                  <a:lnTo>
                    <a:pt x="64497" y="14266"/>
                  </a:lnTo>
                  <a:lnTo>
                    <a:pt x="73378" y="12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331166" y="2316667"/>
              <a:ext cx="65039" cy="60031"/>
            </a:xfrm>
            <a:custGeom>
              <a:avLst/>
              <a:pathLst>
                <a:path w="65039" h="60031">
                  <a:moveTo>
                    <a:pt x="3883" y="17247"/>
                  </a:moveTo>
                  <a:lnTo>
                    <a:pt x="10387" y="13881"/>
                  </a:lnTo>
                  <a:lnTo>
                    <a:pt x="16894" y="10514"/>
                  </a:lnTo>
                  <a:lnTo>
                    <a:pt x="23730" y="6976"/>
                  </a:lnTo>
                  <a:lnTo>
                    <a:pt x="31708" y="2848"/>
                  </a:lnTo>
                  <a:lnTo>
                    <a:pt x="37211" y="0"/>
                  </a:lnTo>
                  <a:lnTo>
                    <a:pt x="37422" y="208"/>
                  </a:lnTo>
                  <a:lnTo>
                    <a:pt x="38646" y="1717"/>
                  </a:lnTo>
                  <a:lnTo>
                    <a:pt x="39545" y="3360"/>
                  </a:lnTo>
                  <a:lnTo>
                    <a:pt x="41095" y="4739"/>
                  </a:lnTo>
                  <a:lnTo>
                    <a:pt x="42140" y="5922"/>
                  </a:lnTo>
                  <a:lnTo>
                    <a:pt x="43691" y="7301"/>
                  </a:lnTo>
                  <a:lnTo>
                    <a:pt x="44918" y="8815"/>
                  </a:lnTo>
                  <a:lnTo>
                    <a:pt x="45641" y="10134"/>
                  </a:lnTo>
                  <a:lnTo>
                    <a:pt x="46870" y="11650"/>
                  </a:lnTo>
                  <a:lnTo>
                    <a:pt x="47919" y="12837"/>
                  </a:lnTo>
                  <a:lnTo>
                    <a:pt x="49149" y="14355"/>
                  </a:lnTo>
                  <a:lnTo>
                    <a:pt x="49876" y="15679"/>
                  </a:lnTo>
                  <a:lnTo>
                    <a:pt x="50562" y="16205"/>
                  </a:lnTo>
                  <a:lnTo>
                    <a:pt x="52159" y="18389"/>
                  </a:lnTo>
                  <a:lnTo>
                    <a:pt x="53714" y="19773"/>
                  </a:lnTo>
                  <a:lnTo>
                    <a:pt x="54445" y="21102"/>
                  </a:lnTo>
                  <a:lnTo>
                    <a:pt x="55497" y="22293"/>
                  </a:lnTo>
                  <a:lnTo>
                    <a:pt x="56871" y="23346"/>
                  </a:lnTo>
                  <a:lnTo>
                    <a:pt x="57970" y="25343"/>
                  </a:lnTo>
                  <a:lnTo>
                    <a:pt x="58800" y="26253"/>
                  </a:lnTo>
                  <a:lnTo>
                    <a:pt x="59293" y="27320"/>
                  </a:lnTo>
                  <a:lnTo>
                    <a:pt x="60278" y="28593"/>
                  </a:lnTo>
                  <a:lnTo>
                    <a:pt x="62082" y="30780"/>
                  </a:lnTo>
                  <a:lnTo>
                    <a:pt x="62901" y="32553"/>
                  </a:lnTo>
                  <a:lnTo>
                    <a:pt x="64045" y="33316"/>
                  </a:lnTo>
                  <a:lnTo>
                    <a:pt x="64700" y="34733"/>
                  </a:lnTo>
                  <a:lnTo>
                    <a:pt x="65039" y="35111"/>
                  </a:lnTo>
                  <a:lnTo>
                    <a:pt x="42351" y="47448"/>
                  </a:lnTo>
                  <a:lnTo>
                    <a:pt x="19209" y="60031"/>
                  </a:lnTo>
                  <a:lnTo>
                    <a:pt x="12001" y="44731"/>
                  </a:lnTo>
                  <a:lnTo>
                    <a:pt x="0" y="19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321880" y="2299643"/>
              <a:ext cx="44475" cy="33494"/>
            </a:xfrm>
            <a:custGeom>
              <a:avLst/>
              <a:pathLst>
                <a:path w="44475" h="33494">
                  <a:moveTo>
                    <a:pt x="38945" y="17464"/>
                  </a:moveTo>
                  <a:lnTo>
                    <a:pt x="30507" y="21831"/>
                  </a:lnTo>
                  <a:lnTo>
                    <a:pt x="22260" y="26100"/>
                  </a:lnTo>
                  <a:lnTo>
                    <a:pt x="14362" y="30187"/>
                  </a:lnTo>
                  <a:lnTo>
                    <a:pt x="7973" y="33494"/>
                  </a:lnTo>
                  <a:lnTo>
                    <a:pt x="4194" y="25472"/>
                  </a:lnTo>
                  <a:lnTo>
                    <a:pt x="0" y="16570"/>
                  </a:lnTo>
                  <a:lnTo>
                    <a:pt x="14930" y="9535"/>
                  </a:lnTo>
                  <a:lnTo>
                    <a:pt x="35168" y="0"/>
                  </a:lnTo>
                  <a:lnTo>
                    <a:pt x="36161" y="1569"/>
                  </a:lnTo>
                  <a:lnTo>
                    <a:pt x="40317" y="8004"/>
                  </a:lnTo>
                  <a:lnTo>
                    <a:pt x="43907" y="13563"/>
                  </a:lnTo>
                  <a:lnTo>
                    <a:pt x="44475" y="14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386447" y="2396498"/>
              <a:ext cx="52678" cy="45667"/>
            </a:xfrm>
            <a:custGeom>
              <a:avLst/>
              <a:pathLst>
                <a:path w="52678" h="45667">
                  <a:moveTo>
                    <a:pt x="39313" y="32349"/>
                  </a:moveTo>
                  <a:lnTo>
                    <a:pt x="26201" y="40049"/>
                  </a:lnTo>
                  <a:lnTo>
                    <a:pt x="16635" y="45667"/>
                  </a:lnTo>
                  <a:lnTo>
                    <a:pt x="9022" y="33664"/>
                  </a:lnTo>
                  <a:lnTo>
                    <a:pt x="0" y="19439"/>
                  </a:lnTo>
                  <a:lnTo>
                    <a:pt x="8751" y="14469"/>
                  </a:lnTo>
                  <a:lnTo>
                    <a:pt x="15307" y="10746"/>
                  </a:lnTo>
                  <a:lnTo>
                    <a:pt x="22080" y="6899"/>
                  </a:lnTo>
                  <a:lnTo>
                    <a:pt x="34230" y="0"/>
                  </a:lnTo>
                  <a:lnTo>
                    <a:pt x="34516" y="571"/>
                  </a:lnTo>
                  <a:lnTo>
                    <a:pt x="35376" y="2284"/>
                  </a:lnTo>
                  <a:lnTo>
                    <a:pt x="36409" y="4342"/>
                  </a:lnTo>
                  <a:lnTo>
                    <a:pt x="37269" y="6056"/>
                  </a:lnTo>
                  <a:lnTo>
                    <a:pt x="37957" y="7428"/>
                  </a:lnTo>
                  <a:lnTo>
                    <a:pt x="39312" y="9324"/>
                  </a:lnTo>
                  <a:lnTo>
                    <a:pt x="40322" y="10533"/>
                  </a:lnTo>
                  <a:lnTo>
                    <a:pt x="41355" y="12591"/>
                  </a:lnTo>
                  <a:lnTo>
                    <a:pt x="42686" y="13636"/>
                  </a:lnTo>
                  <a:lnTo>
                    <a:pt x="43868" y="15187"/>
                  </a:lnTo>
                  <a:lnTo>
                    <a:pt x="45222" y="17081"/>
                  </a:lnTo>
                  <a:lnTo>
                    <a:pt x="47044" y="18303"/>
                  </a:lnTo>
                  <a:lnTo>
                    <a:pt x="47732" y="19675"/>
                  </a:lnTo>
                  <a:lnTo>
                    <a:pt x="48888" y="20374"/>
                  </a:lnTo>
                  <a:lnTo>
                    <a:pt x="50412" y="22609"/>
                  </a:lnTo>
                  <a:lnTo>
                    <a:pt x="52402" y="24171"/>
                  </a:lnTo>
                  <a:lnTo>
                    <a:pt x="52678" y="24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352242" y="2355393"/>
              <a:ext cx="67029" cy="58690"/>
            </a:xfrm>
            <a:custGeom>
              <a:avLst/>
              <a:pathLst>
                <a:path w="67029" h="58690">
                  <a:moveTo>
                    <a:pt x="49328" y="48551"/>
                  </a:moveTo>
                  <a:lnTo>
                    <a:pt x="30925" y="58690"/>
                  </a:lnTo>
                  <a:lnTo>
                    <a:pt x="15095" y="49743"/>
                  </a:lnTo>
                  <a:lnTo>
                    <a:pt x="10238" y="46998"/>
                  </a:lnTo>
                  <a:lnTo>
                    <a:pt x="5477" y="36891"/>
                  </a:lnTo>
                  <a:lnTo>
                    <a:pt x="0" y="25265"/>
                  </a:lnTo>
                  <a:lnTo>
                    <a:pt x="9331" y="20250"/>
                  </a:lnTo>
                  <a:lnTo>
                    <a:pt x="22410" y="13221"/>
                  </a:lnTo>
                  <a:lnTo>
                    <a:pt x="31906" y="8117"/>
                  </a:lnTo>
                  <a:lnTo>
                    <a:pt x="47047" y="0"/>
                  </a:lnTo>
                  <a:lnTo>
                    <a:pt x="47535" y="1058"/>
                  </a:lnTo>
                  <a:lnTo>
                    <a:pt x="48998" y="3375"/>
                  </a:lnTo>
                  <a:lnTo>
                    <a:pt x="50296" y="5336"/>
                  </a:lnTo>
                  <a:lnTo>
                    <a:pt x="51268" y="6591"/>
                  </a:lnTo>
                  <a:lnTo>
                    <a:pt x="52886" y="8395"/>
                  </a:lnTo>
                  <a:lnTo>
                    <a:pt x="53856" y="10501"/>
                  </a:lnTo>
                  <a:lnTo>
                    <a:pt x="54664" y="12254"/>
                  </a:lnTo>
                  <a:lnTo>
                    <a:pt x="55471" y="14006"/>
                  </a:lnTo>
                  <a:lnTo>
                    <a:pt x="56278" y="15756"/>
                  </a:lnTo>
                  <a:lnTo>
                    <a:pt x="57084" y="17506"/>
                  </a:lnTo>
                  <a:lnTo>
                    <a:pt x="58392" y="20287"/>
                  </a:lnTo>
                  <a:lnTo>
                    <a:pt x="58754" y="21813"/>
                  </a:lnTo>
                  <a:lnTo>
                    <a:pt x="59804" y="24708"/>
                  </a:lnTo>
                  <a:lnTo>
                    <a:pt x="60511" y="26921"/>
                  </a:lnTo>
                  <a:lnTo>
                    <a:pt x="61370" y="28633"/>
                  </a:lnTo>
                  <a:lnTo>
                    <a:pt x="62057" y="30003"/>
                  </a:lnTo>
                  <a:lnTo>
                    <a:pt x="63089" y="32058"/>
                  </a:lnTo>
                  <a:lnTo>
                    <a:pt x="63776" y="33429"/>
                  </a:lnTo>
                  <a:lnTo>
                    <a:pt x="64959" y="34982"/>
                  </a:lnTo>
                  <a:lnTo>
                    <a:pt x="65991" y="37038"/>
                  </a:lnTo>
                  <a:lnTo>
                    <a:pt x="66507" y="38066"/>
                  </a:lnTo>
                  <a:lnTo>
                    <a:pt x="67029" y="38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10316" y="2068498"/>
              <a:ext cx="78141" cy="87524"/>
            </a:xfrm>
            <a:custGeom>
              <a:avLst/>
              <a:pathLst>
                <a:path w="78141" h="87524">
                  <a:moveTo>
                    <a:pt x="63200" y="84795"/>
                  </a:moveTo>
                  <a:lnTo>
                    <a:pt x="57973" y="78709"/>
                  </a:lnTo>
                  <a:lnTo>
                    <a:pt x="49251" y="68555"/>
                  </a:lnTo>
                  <a:lnTo>
                    <a:pt x="37839" y="55269"/>
                  </a:lnTo>
                  <a:lnTo>
                    <a:pt x="27621" y="43373"/>
                  </a:lnTo>
                  <a:lnTo>
                    <a:pt x="11262" y="24328"/>
                  </a:lnTo>
                  <a:lnTo>
                    <a:pt x="0" y="11216"/>
                  </a:lnTo>
                  <a:lnTo>
                    <a:pt x="12375" y="5702"/>
                  </a:lnTo>
                  <a:lnTo>
                    <a:pt x="25173" y="0"/>
                  </a:lnTo>
                  <a:lnTo>
                    <a:pt x="40028" y="22053"/>
                  </a:lnTo>
                  <a:lnTo>
                    <a:pt x="49362" y="35908"/>
                  </a:lnTo>
                  <a:lnTo>
                    <a:pt x="78141" y="78632"/>
                  </a:lnTo>
                  <a:lnTo>
                    <a:pt x="71559" y="82764"/>
                  </a:lnTo>
                  <a:lnTo>
                    <a:pt x="63976" y="87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485660" y="2052638"/>
              <a:ext cx="102991" cy="114559"/>
            </a:xfrm>
            <a:custGeom>
              <a:avLst/>
              <a:pathLst>
                <a:path w="102991" h="114559">
                  <a:moveTo>
                    <a:pt x="96507" y="44403"/>
                  </a:moveTo>
                  <a:lnTo>
                    <a:pt x="86972" y="53458"/>
                  </a:lnTo>
                  <a:lnTo>
                    <a:pt x="77104" y="62831"/>
                  </a:lnTo>
                  <a:lnTo>
                    <a:pt x="66659" y="72750"/>
                  </a:lnTo>
                  <a:lnTo>
                    <a:pt x="57544" y="81407"/>
                  </a:lnTo>
                  <a:lnTo>
                    <a:pt x="45869" y="92496"/>
                  </a:lnTo>
                  <a:lnTo>
                    <a:pt x="32662" y="105040"/>
                  </a:lnTo>
                  <a:lnTo>
                    <a:pt x="22639" y="114559"/>
                  </a:lnTo>
                  <a:lnTo>
                    <a:pt x="11081" y="93921"/>
                  </a:lnTo>
                  <a:lnTo>
                    <a:pt x="0" y="74136"/>
                  </a:lnTo>
                  <a:lnTo>
                    <a:pt x="7284" y="67142"/>
                  </a:lnTo>
                  <a:lnTo>
                    <a:pt x="16617" y="58181"/>
                  </a:lnTo>
                  <a:lnTo>
                    <a:pt x="23985" y="51107"/>
                  </a:lnTo>
                  <a:lnTo>
                    <a:pt x="31644" y="43753"/>
                  </a:lnTo>
                  <a:lnTo>
                    <a:pt x="41563" y="34229"/>
                  </a:lnTo>
                  <a:lnTo>
                    <a:pt x="51462" y="24725"/>
                  </a:lnTo>
                  <a:lnTo>
                    <a:pt x="60077" y="16453"/>
                  </a:lnTo>
                  <a:lnTo>
                    <a:pt x="69671" y="7242"/>
                  </a:lnTo>
                  <a:lnTo>
                    <a:pt x="77214" y="0"/>
                  </a:lnTo>
                  <a:lnTo>
                    <a:pt x="77616" y="55"/>
                  </a:lnTo>
                  <a:lnTo>
                    <a:pt x="91256" y="20583"/>
                  </a:lnTo>
                  <a:lnTo>
                    <a:pt x="102991" y="38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486073" y="2094883"/>
              <a:ext cx="152001" cy="137123"/>
            </a:xfrm>
            <a:custGeom>
              <a:avLst/>
              <a:pathLst>
                <a:path w="152001" h="137123">
                  <a:moveTo>
                    <a:pt x="119269" y="54203"/>
                  </a:moveTo>
                  <a:lnTo>
                    <a:pt x="106079" y="67107"/>
                  </a:lnTo>
                  <a:lnTo>
                    <a:pt x="96370" y="76605"/>
                  </a:lnTo>
                  <a:lnTo>
                    <a:pt x="87255" y="85522"/>
                  </a:lnTo>
                  <a:lnTo>
                    <a:pt x="76601" y="95944"/>
                  </a:lnTo>
                  <a:lnTo>
                    <a:pt x="65769" y="106540"/>
                  </a:lnTo>
                  <a:lnTo>
                    <a:pt x="34506" y="137123"/>
                  </a:lnTo>
                  <a:lnTo>
                    <a:pt x="17519" y="121052"/>
                  </a:lnTo>
                  <a:lnTo>
                    <a:pt x="723" y="105162"/>
                  </a:lnTo>
                  <a:lnTo>
                    <a:pt x="0" y="102616"/>
                  </a:lnTo>
                  <a:lnTo>
                    <a:pt x="11087" y="92285"/>
                  </a:lnTo>
                  <a:lnTo>
                    <a:pt x="23984" y="80267"/>
                  </a:lnTo>
                  <a:lnTo>
                    <a:pt x="36223" y="68863"/>
                  </a:lnTo>
                  <a:lnTo>
                    <a:pt x="46891" y="58924"/>
                  </a:lnTo>
                  <a:lnTo>
                    <a:pt x="57746" y="48809"/>
                  </a:lnTo>
                  <a:lnTo>
                    <a:pt x="66384" y="40760"/>
                  </a:lnTo>
                  <a:lnTo>
                    <a:pt x="77018" y="30852"/>
                  </a:lnTo>
                  <a:lnTo>
                    <a:pt x="87301" y="21270"/>
                  </a:lnTo>
                  <a:lnTo>
                    <a:pt x="110129" y="0"/>
                  </a:lnTo>
                  <a:lnTo>
                    <a:pt x="131184" y="11154"/>
                  </a:lnTo>
                  <a:lnTo>
                    <a:pt x="152001" y="22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526055" y="2120769"/>
              <a:ext cx="151242" cy="149504"/>
            </a:xfrm>
            <a:custGeom>
              <a:avLst/>
              <a:pathLst>
                <a:path w="151242" h="149504">
                  <a:moveTo>
                    <a:pt x="143404" y="37046"/>
                  </a:moveTo>
                  <a:lnTo>
                    <a:pt x="134101" y="46694"/>
                  </a:lnTo>
                  <a:lnTo>
                    <a:pt x="126233" y="54855"/>
                  </a:lnTo>
                  <a:lnTo>
                    <a:pt x="115956" y="65513"/>
                  </a:lnTo>
                  <a:lnTo>
                    <a:pt x="106006" y="75832"/>
                  </a:lnTo>
                  <a:lnTo>
                    <a:pt x="34972" y="149504"/>
                  </a:lnTo>
                  <a:lnTo>
                    <a:pt x="18276" y="133708"/>
                  </a:lnTo>
                  <a:lnTo>
                    <a:pt x="0" y="116418"/>
                  </a:lnTo>
                  <a:lnTo>
                    <a:pt x="16391" y="100383"/>
                  </a:lnTo>
                  <a:lnTo>
                    <a:pt x="31449" y="85652"/>
                  </a:lnTo>
                  <a:lnTo>
                    <a:pt x="41031" y="76279"/>
                  </a:lnTo>
                  <a:lnTo>
                    <a:pt x="50922" y="66602"/>
                  </a:lnTo>
                  <a:lnTo>
                    <a:pt x="60368" y="57363"/>
                  </a:lnTo>
                  <a:lnTo>
                    <a:pt x="69293" y="48632"/>
                  </a:lnTo>
                  <a:lnTo>
                    <a:pt x="119006" y="0"/>
                  </a:lnTo>
                  <a:lnTo>
                    <a:pt x="120397" y="737"/>
                  </a:lnTo>
                  <a:lnTo>
                    <a:pt x="134101" y="13256"/>
                  </a:lnTo>
                  <a:lnTo>
                    <a:pt x="151242" y="28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565833" y="2154149"/>
              <a:ext cx="193401" cy="181367"/>
            </a:xfrm>
            <a:custGeom>
              <a:avLst/>
              <a:pathLst>
                <a:path w="193401" h="181367">
                  <a:moveTo>
                    <a:pt x="121504" y="132246"/>
                  </a:moveTo>
                  <a:lnTo>
                    <a:pt x="112944" y="141635"/>
                  </a:lnTo>
                  <a:lnTo>
                    <a:pt x="105184" y="150147"/>
                  </a:lnTo>
                  <a:lnTo>
                    <a:pt x="95681" y="160571"/>
                  </a:lnTo>
                  <a:lnTo>
                    <a:pt x="76721" y="181367"/>
                  </a:lnTo>
                  <a:lnTo>
                    <a:pt x="66412" y="176229"/>
                  </a:lnTo>
                  <a:lnTo>
                    <a:pt x="50171" y="168136"/>
                  </a:lnTo>
                  <a:lnTo>
                    <a:pt x="43458" y="161785"/>
                  </a:lnTo>
                  <a:lnTo>
                    <a:pt x="32045" y="150987"/>
                  </a:lnTo>
                  <a:lnTo>
                    <a:pt x="12594" y="132586"/>
                  </a:lnTo>
                  <a:lnTo>
                    <a:pt x="0" y="120670"/>
                  </a:lnTo>
                  <a:lnTo>
                    <a:pt x="8668" y="111680"/>
                  </a:lnTo>
                  <a:lnTo>
                    <a:pt x="18397" y="101590"/>
                  </a:lnTo>
                  <a:lnTo>
                    <a:pt x="27260" y="92398"/>
                  </a:lnTo>
                  <a:lnTo>
                    <a:pt x="38824" y="80404"/>
                  </a:lnTo>
                  <a:lnTo>
                    <a:pt x="49741" y="69081"/>
                  </a:lnTo>
                  <a:lnTo>
                    <a:pt x="59283" y="59185"/>
                  </a:lnTo>
                  <a:lnTo>
                    <a:pt x="67638" y="50519"/>
                  </a:lnTo>
                  <a:lnTo>
                    <a:pt x="76303" y="41533"/>
                  </a:lnTo>
                  <a:lnTo>
                    <a:pt x="85769" y="31716"/>
                  </a:lnTo>
                  <a:lnTo>
                    <a:pt x="96444" y="20644"/>
                  </a:lnTo>
                  <a:lnTo>
                    <a:pt x="110010" y="6574"/>
                  </a:lnTo>
                  <a:lnTo>
                    <a:pt x="116349" y="0"/>
                  </a:lnTo>
                  <a:lnTo>
                    <a:pt x="124945" y="7853"/>
                  </a:lnTo>
                  <a:lnTo>
                    <a:pt x="134395" y="16486"/>
                  </a:lnTo>
                  <a:lnTo>
                    <a:pt x="141675" y="23138"/>
                  </a:lnTo>
                  <a:lnTo>
                    <a:pt x="150504" y="31204"/>
                  </a:lnTo>
                  <a:lnTo>
                    <a:pt x="158735" y="38724"/>
                  </a:lnTo>
                  <a:lnTo>
                    <a:pt x="169579" y="48631"/>
                  </a:lnTo>
                  <a:lnTo>
                    <a:pt x="182450" y="60390"/>
                  </a:lnTo>
                  <a:lnTo>
                    <a:pt x="193401" y="70395"/>
                  </a:lnTo>
                  <a:lnTo>
                    <a:pt x="181513" y="81545"/>
                  </a:lnTo>
                  <a:lnTo>
                    <a:pt x="171581" y="90860"/>
                  </a:lnTo>
                  <a:lnTo>
                    <a:pt x="165732" y="96346"/>
                  </a:lnTo>
                  <a:lnTo>
                    <a:pt x="159214" y="102459"/>
                  </a:lnTo>
                  <a:lnTo>
                    <a:pt x="144341" y="112957"/>
                  </a:lnTo>
                  <a:lnTo>
                    <a:pt x="135609" y="119120"/>
                  </a:lnTo>
                  <a:lnTo>
                    <a:pt x="129609" y="1233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31056" y="1508760"/>
              <a:ext cx="149999" cy="132770"/>
            </a:xfrm>
            <a:custGeom>
              <a:avLst/>
              <a:pathLst>
                <a:path w="149999" h="132770">
                  <a:moveTo>
                    <a:pt x="97378" y="119262"/>
                  </a:moveTo>
                  <a:lnTo>
                    <a:pt x="76973" y="120089"/>
                  </a:lnTo>
                  <a:lnTo>
                    <a:pt x="53007" y="132770"/>
                  </a:lnTo>
                  <a:lnTo>
                    <a:pt x="49220" y="125335"/>
                  </a:lnTo>
                  <a:lnTo>
                    <a:pt x="44322" y="115715"/>
                  </a:lnTo>
                  <a:lnTo>
                    <a:pt x="38158" y="103612"/>
                  </a:lnTo>
                  <a:lnTo>
                    <a:pt x="32536" y="92571"/>
                  </a:lnTo>
                  <a:lnTo>
                    <a:pt x="27832" y="83333"/>
                  </a:lnTo>
                  <a:lnTo>
                    <a:pt x="22600" y="73059"/>
                  </a:lnTo>
                  <a:lnTo>
                    <a:pt x="20864" y="69650"/>
                  </a:lnTo>
                  <a:lnTo>
                    <a:pt x="18154" y="60890"/>
                  </a:lnTo>
                  <a:lnTo>
                    <a:pt x="15382" y="51929"/>
                  </a:lnTo>
                  <a:lnTo>
                    <a:pt x="12474" y="42530"/>
                  </a:lnTo>
                  <a:lnTo>
                    <a:pt x="9517" y="32973"/>
                  </a:lnTo>
                  <a:lnTo>
                    <a:pt x="6406" y="22914"/>
                  </a:lnTo>
                  <a:lnTo>
                    <a:pt x="2881" y="11522"/>
                  </a:lnTo>
                  <a:lnTo>
                    <a:pt x="0" y="2207"/>
                  </a:lnTo>
                  <a:lnTo>
                    <a:pt x="7206" y="193"/>
                  </a:lnTo>
                  <a:lnTo>
                    <a:pt x="7898" y="0"/>
                  </a:lnTo>
                  <a:lnTo>
                    <a:pt x="121894" y="0"/>
                  </a:lnTo>
                  <a:lnTo>
                    <a:pt x="124858" y="11898"/>
                  </a:lnTo>
                  <a:lnTo>
                    <a:pt x="127882" y="24032"/>
                  </a:lnTo>
                  <a:lnTo>
                    <a:pt x="130394" y="34118"/>
                  </a:lnTo>
                  <a:lnTo>
                    <a:pt x="133646" y="47169"/>
                  </a:lnTo>
                  <a:lnTo>
                    <a:pt x="136634" y="58806"/>
                  </a:lnTo>
                  <a:lnTo>
                    <a:pt x="139660" y="70593"/>
                  </a:lnTo>
                  <a:lnTo>
                    <a:pt x="142047" y="79892"/>
                  </a:lnTo>
                  <a:lnTo>
                    <a:pt x="144823" y="90705"/>
                  </a:lnTo>
                  <a:lnTo>
                    <a:pt x="147395" y="100722"/>
                  </a:lnTo>
                  <a:lnTo>
                    <a:pt x="149999" y="110866"/>
                  </a:lnTo>
                  <a:lnTo>
                    <a:pt x="149840" y="113762"/>
                  </a:lnTo>
                  <a:lnTo>
                    <a:pt x="148871" y="131329"/>
                  </a:lnTo>
                  <a:lnTo>
                    <a:pt x="124341" y="130465"/>
                  </a:lnTo>
                  <a:lnTo>
                    <a:pt x="105450" y="118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59789" y="1508760"/>
              <a:ext cx="84142" cy="130753"/>
            </a:xfrm>
            <a:custGeom>
              <a:avLst/>
              <a:pathLst>
                <a:path w="84142" h="130753">
                  <a:moveTo>
                    <a:pt x="58989" y="6368"/>
                  </a:moveTo>
                  <a:lnTo>
                    <a:pt x="61969" y="16822"/>
                  </a:lnTo>
                  <a:lnTo>
                    <a:pt x="64724" y="26488"/>
                  </a:lnTo>
                  <a:lnTo>
                    <a:pt x="68335" y="39955"/>
                  </a:lnTo>
                  <a:lnTo>
                    <a:pt x="70392" y="47629"/>
                  </a:lnTo>
                  <a:lnTo>
                    <a:pt x="72691" y="56202"/>
                  </a:lnTo>
                  <a:lnTo>
                    <a:pt x="76138" y="69059"/>
                  </a:lnTo>
                  <a:lnTo>
                    <a:pt x="78833" y="79110"/>
                  </a:lnTo>
                  <a:lnTo>
                    <a:pt x="79114" y="81386"/>
                  </a:lnTo>
                  <a:lnTo>
                    <a:pt x="80442" y="92136"/>
                  </a:lnTo>
                  <a:lnTo>
                    <a:pt x="81598" y="101503"/>
                  </a:lnTo>
                  <a:lnTo>
                    <a:pt x="84142" y="122106"/>
                  </a:lnTo>
                  <a:lnTo>
                    <a:pt x="68160" y="123228"/>
                  </a:lnTo>
                  <a:lnTo>
                    <a:pt x="64340" y="123992"/>
                  </a:lnTo>
                  <a:lnTo>
                    <a:pt x="52385" y="126386"/>
                  </a:lnTo>
                  <a:lnTo>
                    <a:pt x="30571" y="130753"/>
                  </a:lnTo>
                  <a:lnTo>
                    <a:pt x="28676" y="121917"/>
                  </a:lnTo>
                  <a:lnTo>
                    <a:pt x="26228" y="110501"/>
                  </a:lnTo>
                  <a:lnTo>
                    <a:pt x="24452" y="102216"/>
                  </a:lnTo>
                  <a:lnTo>
                    <a:pt x="22696" y="94031"/>
                  </a:lnTo>
                  <a:lnTo>
                    <a:pt x="20237" y="82562"/>
                  </a:lnTo>
                  <a:lnTo>
                    <a:pt x="17763" y="71025"/>
                  </a:lnTo>
                  <a:lnTo>
                    <a:pt x="16510" y="65181"/>
                  </a:lnTo>
                  <a:lnTo>
                    <a:pt x="15501" y="61198"/>
                  </a:lnTo>
                  <a:lnTo>
                    <a:pt x="11668" y="46066"/>
                  </a:lnTo>
                  <a:lnTo>
                    <a:pt x="8933" y="35266"/>
                  </a:lnTo>
                  <a:lnTo>
                    <a:pt x="6721" y="26537"/>
                  </a:lnTo>
                  <a:lnTo>
                    <a:pt x="4461" y="17612"/>
                  </a:lnTo>
                  <a:lnTo>
                    <a:pt x="2024" y="7992"/>
                  </a:lnTo>
                  <a:lnTo>
                    <a:pt x="0" y="0"/>
                  </a:lnTo>
                  <a:lnTo>
                    <a:pt x="571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4990" y="1508760"/>
              <a:ext cx="12500" cy="19643"/>
            </a:xfrm>
            <a:custGeom>
              <a:avLst/>
              <a:pathLst>
                <a:path w="12500" h="19643">
                  <a:moveTo>
                    <a:pt x="11532" y="3429"/>
                  </a:moveTo>
                  <a:lnTo>
                    <a:pt x="9391" y="19643"/>
                  </a:lnTo>
                  <a:lnTo>
                    <a:pt x="4174" y="18951"/>
                  </a:lnTo>
                  <a:lnTo>
                    <a:pt x="0" y="0"/>
                  </a:lnTo>
                  <a:lnTo>
                    <a:pt x="125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38254" y="1508760"/>
              <a:ext cx="64398" cy="59678"/>
            </a:xfrm>
            <a:custGeom>
              <a:avLst/>
              <a:pathLst>
                <a:path w="64398" h="59678">
                  <a:moveTo>
                    <a:pt x="1053" y="3973"/>
                  </a:moveTo>
                  <a:lnTo>
                    <a:pt x="2250" y="0"/>
                  </a:lnTo>
                  <a:lnTo>
                    <a:pt x="64398" y="0"/>
                  </a:lnTo>
                  <a:lnTo>
                    <a:pt x="62742" y="5512"/>
                  </a:lnTo>
                  <a:lnTo>
                    <a:pt x="58858" y="18441"/>
                  </a:lnTo>
                  <a:lnTo>
                    <a:pt x="55326" y="30199"/>
                  </a:lnTo>
                  <a:lnTo>
                    <a:pt x="53223" y="37197"/>
                  </a:lnTo>
                  <a:lnTo>
                    <a:pt x="51786" y="40052"/>
                  </a:lnTo>
                  <a:lnTo>
                    <a:pt x="47093" y="49372"/>
                  </a:lnTo>
                  <a:lnTo>
                    <a:pt x="43355" y="56796"/>
                  </a:lnTo>
                  <a:lnTo>
                    <a:pt x="25461" y="55111"/>
                  </a:lnTo>
                  <a:lnTo>
                    <a:pt x="21926" y="54779"/>
                  </a:lnTo>
                  <a:lnTo>
                    <a:pt x="1907" y="59678"/>
                  </a:lnTo>
                  <a:lnTo>
                    <a:pt x="1486" y="48155"/>
                  </a:lnTo>
                  <a:lnTo>
                    <a:pt x="1039" y="35929"/>
                  </a:lnTo>
                  <a:lnTo>
                    <a:pt x="696" y="26524"/>
                  </a:lnTo>
                  <a:lnTo>
                    <a:pt x="277" y="15059"/>
                  </a:lnTo>
                  <a:lnTo>
                    <a:pt x="0" y="74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5557" y="1508760"/>
              <a:ext cx="78251" cy="83024"/>
            </a:xfrm>
            <a:custGeom>
              <a:avLst/>
              <a:pathLst>
                <a:path w="78251" h="83024">
                  <a:moveTo>
                    <a:pt x="77490" y="3220"/>
                  </a:moveTo>
                  <a:lnTo>
                    <a:pt x="75548" y="11444"/>
                  </a:lnTo>
                  <a:lnTo>
                    <a:pt x="73124" y="21710"/>
                  </a:lnTo>
                  <a:lnTo>
                    <a:pt x="70943" y="30946"/>
                  </a:lnTo>
                  <a:lnTo>
                    <a:pt x="68582" y="40947"/>
                  </a:lnTo>
                  <a:lnTo>
                    <a:pt x="65665" y="53300"/>
                  </a:lnTo>
                  <a:lnTo>
                    <a:pt x="60579" y="74836"/>
                  </a:lnTo>
                  <a:lnTo>
                    <a:pt x="58646" y="83024"/>
                  </a:lnTo>
                  <a:lnTo>
                    <a:pt x="29026" y="77450"/>
                  </a:lnTo>
                  <a:lnTo>
                    <a:pt x="25751" y="76833"/>
                  </a:lnTo>
                  <a:lnTo>
                    <a:pt x="0" y="68613"/>
                  </a:lnTo>
                  <a:lnTo>
                    <a:pt x="5138" y="58107"/>
                  </a:lnTo>
                  <a:lnTo>
                    <a:pt x="9473" y="49245"/>
                  </a:lnTo>
                  <a:lnTo>
                    <a:pt x="10996" y="46132"/>
                  </a:lnTo>
                  <a:lnTo>
                    <a:pt x="12797" y="38154"/>
                  </a:lnTo>
                  <a:lnTo>
                    <a:pt x="15796" y="24873"/>
                  </a:lnTo>
                  <a:lnTo>
                    <a:pt x="18527" y="12776"/>
                  </a:lnTo>
                  <a:lnTo>
                    <a:pt x="21031" y="1686"/>
                  </a:lnTo>
                  <a:lnTo>
                    <a:pt x="21412" y="0"/>
                  </a:lnTo>
                  <a:lnTo>
                    <a:pt x="782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34098" y="1508760"/>
              <a:ext cx="82410" cy="49014"/>
            </a:xfrm>
            <a:custGeom>
              <a:avLst/>
              <a:pathLst>
                <a:path w="82410" h="49014">
                  <a:moveTo>
                    <a:pt x="61857" y="3036"/>
                  </a:moveTo>
                  <a:lnTo>
                    <a:pt x="68861" y="15701"/>
                  </a:lnTo>
                  <a:lnTo>
                    <a:pt x="75455" y="27623"/>
                  </a:lnTo>
                  <a:lnTo>
                    <a:pt x="82410" y="40199"/>
                  </a:lnTo>
                  <a:lnTo>
                    <a:pt x="66308" y="49014"/>
                  </a:lnTo>
                  <a:lnTo>
                    <a:pt x="54832" y="48937"/>
                  </a:lnTo>
                  <a:lnTo>
                    <a:pt x="23169" y="48726"/>
                  </a:lnTo>
                  <a:lnTo>
                    <a:pt x="17872" y="37587"/>
                  </a:lnTo>
                  <a:lnTo>
                    <a:pt x="11334" y="23838"/>
                  </a:lnTo>
                  <a:lnTo>
                    <a:pt x="0" y="0"/>
                  </a:lnTo>
                  <a:lnTo>
                    <a:pt x="601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900361" y="1508760"/>
              <a:ext cx="118710" cy="128714"/>
            </a:xfrm>
            <a:custGeom>
              <a:avLst/>
              <a:pathLst>
                <a:path w="118710" h="128714">
                  <a:moveTo>
                    <a:pt x="62415" y="1287"/>
                  </a:moveTo>
                  <a:lnTo>
                    <a:pt x="66050" y="7951"/>
                  </a:lnTo>
                  <a:lnTo>
                    <a:pt x="71017" y="17057"/>
                  </a:lnTo>
                  <a:lnTo>
                    <a:pt x="75902" y="26015"/>
                  </a:lnTo>
                  <a:lnTo>
                    <a:pt x="79651" y="32889"/>
                  </a:lnTo>
                  <a:lnTo>
                    <a:pt x="83795" y="40486"/>
                  </a:lnTo>
                  <a:lnTo>
                    <a:pt x="87604" y="47470"/>
                  </a:lnTo>
                  <a:lnTo>
                    <a:pt x="91654" y="54896"/>
                  </a:lnTo>
                  <a:lnTo>
                    <a:pt x="97280" y="65212"/>
                  </a:lnTo>
                  <a:lnTo>
                    <a:pt x="101489" y="72929"/>
                  </a:lnTo>
                  <a:lnTo>
                    <a:pt x="105664" y="80584"/>
                  </a:lnTo>
                  <a:lnTo>
                    <a:pt x="111716" y="91680"/>
                  </a:lnTo>
                  <a:lnTo>
                    <a:pt x="118710" y="104504"/>
                  </a:lnTo>
                  <a:lnTo>
                    <a:pt x="107814" y="114798"/>
                  </a:lnTo>
                  <a:lnTo>
                    <a:pt x="93730" y="119614"/>
                  </a:lnTo>
                  <a:lnTo>
                    <a:pt x="67112" y="128714"/>
                  </a:lnTo>
                  <a:lnTo>
                    <a:pt x="46618" y="89321"/>
                  </a:lnTo>
                  <a:lnTo>
                    <a:pt x="40261" y="77102"/>
                  </a:lnTo>
                  <a:lnTo>
                    <a:pt x="34124" y="65306"/>
                  </a:lnTo>
                  <a:lnTo>
                    <a:pt x="29009" y="55517"/>
                  </a:lnTo>
                  <a:lnTo>
                    <a:pt x="24575" y="47032"/>
                  </a:lnTo>
                  <a:lnTo>
                    <a:pt x="18841" y="36058"/>
                  </a:lnTo>
                  <a:lnTo>
                    <a:pt x="10675" y="20431"/>
                  </a:lnTo>
                  <a:lnTo>
                    <a:pt x="3848" y="7365"/>
                  </a:lnTo>
                  <a:lnTo>
                    <a:pt x="0" y="0"/>
                  </a:lnTo>
                  <a:lnTo>
                    <a:pt x="617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73486" y="1508760"/>
              <a:ext cx="70170" cy="105049"/>
            </a:xfrm>
            <a:custGeom>
              <a:avLst/>
              <a:pathLst>
                <a:path w="70170" h="105049">
                  <a:moveTo>
                    <a:pt x="53243" y="33817"/>
                  </a:moveTo>
                  <a:lnTo>
                    <a:pt x="65888" y="89194"/>
                  </a:lnTo>
                  <a:lnTo>
                    <a:pt x="70170" y="104689"/>
                  </a:lnTo>
                  <a:lnTo>
                    <a:pt x="60302" y="105049"/>
                  </a:lnTo>
                  <a:lnTo>
                    <a:pt x="53253" y="100005"/>
                  </a:lnTo>
                  <a:lnTo>
                    <a:pt x="48024" y="93986"/>
                  </a:lnTo>
                  <a:lnTo>
                    <a:pt x="34039" y="70360"/>
                  </a:lnTo>
                  <a:lnTo>
                    <a:pt x="22203" y="44676"/>
                  </a:lnTo>
                  <a:lnTo>
                    <a:pt x="12130" y="22817"/>
                  </a:lnTo>
                  <a:lnTo>
                    <a:pt x="0" y="0"/>
                  </a:lnTo>
                  <a:lnTo>
                    <a:pt x="455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33554" y="1533331"/>
              <a:ext cx="68270" cy="78996"/>
            </a:xfrm>
            <a:custGeom>
              <a:avLst/>
              <a:pathLst>
                <a:path w="68270" h="78996">
                  <a:moveTo>
                    <a:pt x="27478" y="7550"/>
                  </a:moveTo>
                  <a:lnTo>
                    <a:pt x="52271" y="0"/>
                  </a:lnTo>
                  <a:lnTo>
                    <a:pt x="53380" y="5280"/>
                  </a:lnTo>
                  <a:lnTo>
                    <a:pt x="55692" y="16290"/>
                  </a:lnTo>
                  <a:lnTo>
                    <a:pt x="58058" y="27558"/>
                  </a:lnTo>
                  <a:lnTo>
                    <a:pt x="59913" y="36390"/>
                  </a:lnTo>
                  <a:lnTo>
                    <a:pt x="61922" y="45960"/>
                  </a:lnTo>
                  <a:lnTo>
                    <a:pt x="63762" y="54719"/>
                  </a:lnTo>
                  <a:lnTo>
                    <a:pt x="66381" y="67192"/>
                  </a:lnTo>
                  <a:lnTo>
                    <a:pt x="68270" y="76186"/>
                  </a:lnTo>
                  <a:lnTo>
                    <a:pt x="41305" y="77574"/>
                  </a:lnTo>
                  <a:lnTo>
                    <a:pt x="13712" y="78996"/>
                  </a:lnTo>
                  <a:lnTo>
                    <a:pt x="12100" y="71582"/>
                  </a:lnTo>
                  <a:lnTo>
                    <a:pt x="10844" y="65802"/>
                  </a:lnTo>
                  <a:lnTo>
                    <a:pt x="9119" y="57868"/>
                  </a:lnTo>
                  <a:lnTo>
                    <a:pt x="7589" y="50830"/>
                  </a:lnTo>
                  <a:lnTo>
                    <a:pt x="5603" y="41694"/>
                  </a:lnTo>
                  <a:lnTo>
                    <a:pt x="4176" y="35132"/>
                  </a:lnTo>
                  <a:lnTo>
                    <a:pt x="1647" y="23498"/>
                  </a:lnTo>
                  <a:lnTo>
                    <a:pt x="0" y="15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87291" y="1508760"/>
              <a:ext cx="63586" cy="102666"/>
            </a:xfrm>
            <a:custGeom>
              <a:avLst/>
              <a:pathLst>
                <a:path w="63586" h="102666">
                  <a:moveTo>
                    <a:pt x="29903" y="5907"/>
                  </a:moveTo>
                  <a:lnTo>
                    <a:pt x="32896" y="15629"/>
                  </a:lnTo>
                  <a:lnTo>
                    <a:pt x="36014" y="25759"/>
                  </a:lnTo>
                  <a:lnTo>
                    <a:pt x="38981" y="35398"/>
                  </a:lnTo>
                  <a:lnTo>
                    <a:pt x="42158" y="45719"/>
                  </a:lnTo>
                  <a:lnTo>
                    <a:pt x="44495" y="53313"/>
                  </a:lnTo>
                  <a:lnTo>
                    <a:pt x="46478" y="59755"/>
                  </a:lnTo>
                  <a:lnTo>
                    <a:pt x="49925" y="70955"/>
                  </a:lnTo>
                  <a:lnTo>
                    <a:pt x="54670" y="80956"/>
                  </a:lnTo>
                  <a:lnTo>
                    <a:pt x="63586" y="99748"/>
                  </a:lnTo>
                  <a:lnTo>
                    <a:pt x="59991" y="102666"/>
                  </a:lnTo>
                  <a:lnTo>
                    <a:pt x="50189" y="97300"/>
                  </a:lnTo>
                  <a:lnTo>
                    <a:pt x="44213" y="96814"/>
                  </a:lnTo>
                  <a:lnTo>
                    <a:pt x="29575" y="95624"/>
                  </a:lnTo>
                  <a:lnTo>
                    <a:pt x="7477" y="24177"/>
                  </a:lnTo>
                  <a:lnTo>
                    <a:pt x="0" y="0"/>
                  </a:lnTo>
                  <a:lnTo>
                    <a:pt x="280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50970" y="1508760"/>
              <a:ext cx="74719" cy="95417"/>
            </a:xfrm>
            <a:custGeom>
              <a:avLst/>
              <a:pathLst>
                <a:path w="74719" h="95417">
                  <a:moveTo>
                    <a:pt x="74657" y="1859"/>
                  </a:moveTo>
                  <a:lnTo>
                    <a:pt x="74342" y="11244"/>
                  </a:lnTo>
                  <a:lnTo>
                    <a:pt x="74007" y="21240"/>
                  </a:lnTo>
                  <a:lnTo>
                    <a:pt x="73692" y="30648"/>
                  </a:lnTo>
                  <a:lnTo>
                    <a:pt x="73472" y="37213"/>
                  </a:lnTo>
                  <a:lnTo>
                    <a:pt x="70985" y="43074"/>
                  </a:lnTo>
                  <a:lnTo>
                    <a:pt x="66026" y="54762"/>
                  </a:lnTo>
                  <a:lnTo>
                    <a:pt x="61480" y="65478"/>
                  </a:lnTo>
                  <a:lnTo>
                    <a:pt x="55137" y="80427"/>
                  </a:lnTo>
                  <a:lnTo>
                    <a:pt x="51283" y="89513"/>
                  </a:lnTo>
                  <a:lnTo>
                    <a:pt x="48778" y="95417"/>
                  </a:lnTo>
                  <a:lnTo>
                    <a:pt x="24732" y="95269"/>
                  </a:lnTo>
                  <a:lnTo>
                    <a:pt x="1973" y="95129"/>
                  </a:lnTo>
                  <a:lnTo>
                    <a:pt x="0" y="80430"/>
                  </a:lnTo>
                  <a:lnTo>
                    <a:pt x="1358" y="74288"/>
                  </a:lnTo>
                  <a:lnTo>
                    <a:pt x="5122" y="57281"/>
                  </a:lnTo>
                  <a:lnTo>
                    <a:pt x="7603" y="46065"/>
                  </a:lnTo>
                  <a:lnTo>
                    <a:pt x="10263" y="34047"/>
                  </a:lnTo>
                  <a:lnTo>
                    <a:pt x="12964" y="21837"/>
                  </a:lnTo>
                  <a:lnTo>
                    <a:pt x="15027" y="12513"/>
                  </a:lnTo>
                  <a:lnTo>
                    <a:pt x="17709" y="393"/>
                  </a:lnTo>
                  <a:lnTo>
                    <a:pt x="17796" y="0"/>
                  </a:lnTo>
                  <a:lnTo>
                    <a:pt x="7471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133165" y="1508760"/>
              <a:ext cx="42064" cy="23893"/>
            </a:xfrm>
            <a:custGeom>
              <a:avLst/>
              <a:pathLst>
                <a:path w="42064" h="23893">
                  <a:moveTo>
                    <a:pt x="3099" y="17707"/>
                  </a:moveTo>
                  <a:lnTo>
                    <a:pt x="1412" y="8072"/>
                  </a:lnTo>
                  <a:lnTo>
                    <a:pt x="175" y="1003"/>
                  </a:lnTo>
                  <a:lnTo>
                    <a:pt x="0" y="0"/>
                  </a:lnTo>
                  <a:lnTo>
                    <a:pt x="42064" y="0"/>
                  </a:lnTo>
                  <a:lnTo>
                    <a:pt x="21663" y="16399"/>
                  </a:lnTo>
                  <a:lnTo>
                    <a:pt x="4182" y="238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39716" y="1590674"/>
              <a:ext cx="62469" cy="147577"/>
            </a:xfrm>
            <a:custGeom>
              <a:avLst/>
              <a:pathLst>
                <a:path w="62469" h="147577">
                  <a:moveTo>
                    <a:pt x="17453" y="1322"/>
                  </a:moveTo>
                  <a:lnTo>
                    <a:pt x="24702" y="0"/>
                  </a:lnTo>
                  <a:lnTo>
                    <a:pt x="35773" y="1658"/>
                  </a:lnTo>
                  <a:lnTo>
                    <a:pt x="42634" y="4277"/>
                  </a:lnTo>
                  <a:lnTo>
                    <a:pt x="43644" y="9627"/>
                  </a:lnTo>
                  <a:lnTo>
                    <a:pt x="45412" y="18987"/>
                  </a:lnTo>
                  <a:lnTo>
                    <a:pt x="47399" y="29507"/>
                  </a:lnTo>
                  <a:lnTo>
                    <a:pt x="49248" y="39296"/>
                  </a:lnTo>
                  <a:lnTo>
                    <a:pt x="50770" y="47354"/>
                  </a:lnTo>
                  <a:lnTo>
                    <a:pt x="52252" y="55201"/>
                  </a:lnTo>
                  <a:lnTo>
                    <a:pt x="53569" y="62175"/>
                  </a:lnTo>
                  <a:lnTo>
                    <a:pt x="54879" y="69108"/>
                  </a:lnTo>
                  <a:lnTo>
                    <a:pt x="56775" y="79148"/>
                  </a:lnTo>
                  <a:lnTo>
                    <a:pt x="58761" y="89666"/>
                  </a:lnTo>
                  <a:lnTo>
                    <a:pt x="59493" y="92782"/>
                  </a:lnTo>
                  <a:lnTo>
                    <a:pt x="60331" y="99547"/>
                  </a:lnTo>
                  <a:lnTo>
                    <a:pt x="61505" y="109025"/>
                  </a:lnTo>
                  <a:lnTo>
                    <a:pt x="61843" y="111754"/>
                  </a:lnTo>
                  <a:lnTo>
                    <a:pt x="62469" y="116802"/>
                  </a:lnTo>
                  <a:lnTo>
                    <a:pt x="44960" y="138835"/>
                  </a:lnTo>
                  <a:lnTo>
                    <a:pt x="39678" y="145481"/>
                  </a:lnTo>
                  <a:lnTo>
                    <a:pt x="33515" y="147577"/>
                  </a:lnTo>
                  <a:lnTo>
                    <a:pt x="23083" y="146367"/>
                  </a:lnTo>
                  <a:lnTo>
                    <a:pt x="13347" y="143147"/>
                  </a:lnTo>
                  <a:lnTo>
                    <a:pt x="12412" y="136016"/>
                  </a:lnTo>
                  <a:lnTo>
                    <a:pt x="11126" y="126214"/>
                  </a:lnTo>
                  <a:lnTo>
                    <a:pt x="10691" y="122901"/>
                  </a:lnTo>
                  <a:lnTo>
                    <a:pt x="10523" y="116618"/>
                  </a:lnTo>
                  <a:lnTo>
                    <a:pt x="10447" y="113777"/>
                  </a:lnTo>
                  <a:lnTo>
                    <a:pt x="9796" y="109607"/>
                  </a:lnTo>
                  <a:lnTo>
                    <a:pt x="8097" y="98708"/>
                  </a:lnTo>
                  <a:lnTo>
                    <a:pt x="6502" y="88484"/>
                  </a:lnTo>
                  <a:lnTo>
                    <a:pt x="5107" y="79536"/>
                  </a:lnTo>
                  <a:lnTo>
                    <a:pt x="3895" y="71769"/>
                  </a:lnTo>
                  <a:lnTo>
                    <a:pt x="2329" y="61725"/>
                  </a:lnTo>
                  <a:lnTo>
                    <a:pt x="906" y="52597"/>
                  </a:lnTo>
                  <a:lnTo>
                    <a:pt x="0" y="46788"/>
                  </a:lnTo>
                  <a:lnTo>
                    <a:pt x="10107" y="44821"/>
                  </a:lnTo>
                  <a:lnTo>
                    <a:pt x="12202" y="42045"/>
                  </a:lnTo>
                  <a:lnTo>
                    <a:pt x="13100" y="36493"/>
                  </a:lnTo>
                  <a:lnTo>
                    <a:pt x="11808" y="25356"/>
                  </a:lnTo>
                  <a:lnTo>
                    <a:pt x="10748" y="16225"/>
                  </a:lnTo>
                  <a:lnTo>
                    <a:pt x="11541" y="9080"/>
                  </a:lnTo>
                  <a:lnTo>
                    <a:pt x="12202" y="5432"/>
                  </a:lnTo>
                  <a:lnTo>
                    <a:pt x="14884" y="1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90752" y="1598159"/>
              <a:ext cx="63536" cy="80851"/>
            </a:xfrm>
            <a:custGeom>
              <a:avLst/>
              <a:pathLst>
                <a:path w="63536" h="80851">
                  <a:moveTo>
                    <a:pt x="29075" y="11099"/>
                  </a:moveTo>
                  <a:lnTo>
                    <a:pt x="55021" y="21005"/>
                  </a:lnTo>
                  <a:lnTo>
                    <a:pt x="56100" y="27215"/>
                  </a:lnTo>
                  <a:lnTo>
                    <a:pt x="57269" y="33950"/>
                  </a:lnTo>
                  <a:lnTo>
                    <a:pt x="58633" y="41808"/>
                  </a:lnTo>
                  <a:lnTo>
                    <a:pt x="59960" y="49451"/>
                  </a:lnTo>
                  <a:lnTo>
                    <a:pt x="61207" y="56634"/>
                  </a:lnTo>
                  <a:lnTo>
                    <a:pt x="62528" y="64248"/>
                  </a:lnTo>
                  <a:lnTo>
                    <a:pt x="63536" y="70054"/>
                  </a:lnTo>
                  <a:lnTo>
                    <a:pt x="37057" y="75808"/>
                  </a:lnTo>
                  <a:lnTo>
                    <a:pt x="13846" y="80851"/>
                  </a:lnTo>
                  <a:lnTo>
                    <a:pt x="11091" y="64765"/>
                  </a:lnTo>
                  <a:lnTo>
                    <a:pt x="9570" y="55884"/>
                  </a:lnTo>
                  <a:lnTo>
                    <a:pt x="8419" y="49159"/>
                  </a:lnTo>
                  <a:lnTo>
                    <a:pt x="6349" y="37073"/>
                  </a:lnTo>
                  <a:lnTo>
                    <a:pt x="4812" y="28100"/>
                  </a:lnTo>
                  <a:lnTo>
                    <a:pt x="2686" y="156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50494" y="1618144"/>
              <a:ext cx="58141" cy="48997"/>
            </a:xfrm>
            <a:custGeom>
              <a:avLst/>
              <a:pathLst>
                <a:path w="58141" h="48997">
                  <a:moveTo>
                    <a:pt x="25367" y="1377"/>
                  </a:moveTo>
                  <a:lnTo>
                    <a:pt x="49559" y="0"/>
                  </a:lnTo>
                  <a:lnTo>
                    <a:pt x="51166" y="7162"/>
                  </a:lnTo>
                  <a:lnTo>
                    <a:pt x="53239" y="16404"/>
                  </a:lnTo>
                  <a:lnTo>
                    <a:pt x="55197" y="25132"/>
                  </a:lnTo>
                  <a:lnTo>
                    <a:pt x="56724" y="31941"/>
                  </a:lnTo>
                  <a:lnTo>
                    <a:pt x="58141" y="38260"/>
                  </a:lnTo>
                  <a:lnTo>
                    <a:pt x="32445" y="43844"/>
                  </a:lnTo>
                  <a:lnTo>
                    <a:pt x="8729" y="48997"/>
                  </a:lnTo>
                  <a:lnTo>
                    <a:pt x="7252" y="41183"/>
                  </a:lnTo>
                  <a:lnTo>
                    <a:pt x="5844" y="33738"/>
                  </a:lnTo>
                  <a:lnTo>
                    <a:pt x="3670" y="22236"/>
                  </a:lnTo>
                  <a:lnTo>
                    <a:pt x="1800" y="12346"/>
                  </a:lnTo>
                  <a:lnTo>
                    <a:pt x="0" y="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83412" y="1641921"/>
              <a:ext cx="47174" cy="85093"/>
            </a:xfrm>
            <a:custGeom>
              <a:avLst/>
              <a:pathLst>
                <a:path w="47174" h="85093">
                  <a:moveTo>
                    <a:pt x="1925" y="6970"/>
                  </a:moveTo>
                  <a:lnTo>
                    <a:pt x="14214" y="3804"/>
                  </a:lnTo>
                  <a:lnTo>
                    <a:pt x="28982" y="0"/>
                  </a:lnTo>
                  <a:lnTo>
                    <a:pt x="29298" y="17046"/>
                  </a:lnTo>
                  <a:lnTo>
                    <a:pt x="31358" y="25693"/>
                  </a:lnTo>
                  <a:lnTo>
                    <a:pt x="33953" y="36586"/>
                  </a:lnTo>
                  <a:lnTo>
                    <a:pt x="36747" y="48320"/>
                  </a:lnTo>
                  <a:lnTo>
                    <a:pt x="40447" y="63853"/>
                  </a:lnTo>
                  <a:lnTo>
                    <a:pt x="41634" y="68836"/>
                  </a:lnTo>
                  <a:lnTo>
                    <a:pt x="47174" y="82992"/>
                  </a:lnTo>
                  <a:lnTo>
                    <a:pt x="33687" y="84462"/>
                  </a:lnTo>
                  <a:lnTo>
                    <a:pt x="30966" y="84758"/>
                  </a:lnTo>
                  <a:lnTo>
                    <a:pt x="27889" y="85093"/>
                  </a:lnTo>
                  <a:lnTo>
                    <a:pt x="15201" y="83697"/>
                  </a:lnTo>
                  <a:lnTo>
                    <a:pt x="13402" y="75601"/>
                  </a:lnTo>
                  <a:lnTo>
                    <a:pt x="12597" y="71978"/>
                  </a:lnTo>
                  <a:lnTo>
                    <a:pt x="8282" y="52555"/>
                  </a:lnTo>
                  <a:lnTo>
                    <a:pt x="2973" y="28659"/>
                  </a:lnTo>
                  <a:lnTo>
                    <a:pt x="690" y="18381"/>
                  </a:lnTo>
                  <a:lnTo>
                    <a:pt x="0" y="152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19750" y="1641659"/>
              <a:ext cx="67671" cy="82930"/>
            </a:xfrm>
            <a:custGeom>
              <a:avLst/>
              <a:pathLst>
                <a:path w="67671" h="82930">
                  <a:moveTo>
                    <a:pt x="4864" y="38244"/>
                  </a:moveTo>
                  <a:lnTo>
                    <a:pt x="3701" y="29128"/>
                  </a:lnTo>
                  <a:lnTo>
                    <a:pt x="1072" y="8527"/>
                  </a:lnTo>
                  <a:lnTo>
                    <a:pt x="0" y="121"/>
                  </a:lnTo>
                  <a:lnTo>
                    <a:pt x="6404" y="0"/>
                  </a:lnTo>
                  <a:lnTo>
                    <a:pt x="11464" y="1096"/>
                  </a:lnTo>
                  <a:lnTo>
                    <a:pt x="26475" y="3164"/>
                  </a:lnTo>
                  <a:lnTo>
                    <a:pt x="30593" y="3630"/>
                  </a:lnTo>
                  <a:lnTo>
                    <a:pt x="40241" y="4722"/>
                  </a:lnTo>
                  <a:lnTo>
                    <a:pt x="50207" y="5850"/>
                  </a:lnTo>
                  <a:lnTo>
                    <a:pt x="56564" y="4999"/>
                  </a:lnTo>
                  <a:lnTo>
                    <a:pt x="57963" y="17156"/>
                  </a:lnTo>
                  <a:lnTo>
                    <a:pt x="58603" y="22712"/>
                  </a:lnTo>
                  <a:lnTo>
                    <a:pt x="59897" y="35375"/>
                  </a:lnTo>
                  <a:lnTo>
                    <a:pt x="61002" y="46183"/>
                  </a:lnTo>
                  <a:lnTo>
                    <a:pt x="61687" y="52885"/>
                  </a:lnTo>
                  <a:lnTo>
                    <a:pt x="62715" y="57299"/>
                  </a:lnTo>
                  <a:lnTo>
                    <a:pt x="64575" y="65285"/>
                  </a:lnTo>
                  <a:lnTo>
                    <a:pt x="67036" y="75850"/>
                  </a:lnTo>
                  <a:lnTo>
                    <a:pt x="67671" y="81129"/>
                  </a:lnTo>
                  <a:lnTo>
                    <a:pt x="50546" y="81735"/>
                  </a:lnTo>
                  <a:lnTo>
                    <a:pt x="38547" y="82160"/>
                  </a:lnTo>
                  <a:lnTo>
                    <a:pt x="16787" y="82930"/>
                  </a:lnTo>
                  <a:lnTo>
                    <a:pt x="16294" y="80341"/>
                  </a:lnTo>
                  <a:lnTo>
                    <a:pt x="14211" y="74236"/>
                  </a:lnTo>
                  <a:lnTo>
                    <a:pt x="10866" y="64433"/>
                  </a:lnTo>
                  <a:lnTo>
                    <a:pt x="6617" y="51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86323" y="1638587"/>
              <a:ext cx="59080" cy="89228"/>
            </a:xfrm>
            <a:custGeom>
              <a:avLst/>
              <a:pathLst>
                <a:path w="59080" h="89228">
                  <a:moveTo>
                    <a:pt x="27993" y="2984"/>
                  </a:moveTo>
                  <a:lnTo>
                    <a:pt x="41707" y="1148"/>
                  </a:lnTo>
                  <a:lnTo>
                    <a:pt x="47609" y="0"/>
                  </a:lnTo>
                  <a:lnTo>
                    <a:pt x="48464" y="5431"/>
                  </a:lnTo>
                  <a:lnTo>
                    <a:pt x="51067" y="21976"/>
                  </a:lnTo>
                  <a:lnTo>
                    <a:pt x="52505" y="31117"/>
                  </a:lnTo>
                  <a:lnTo>
                    <a:pt x="54179" y="41758"/>
                  </a:lnTo>
                  <a:lnTo>
                    <a:pt x="55718" y="51542"/>
                  </a:lnTo>
                  <a:lnTo>
                    <a:pt x="57160" y="60710"/>
                  </a:lnTo>
                  <a:lnTo>
                    <a:pt x="58113" y="66765"/>
                  </a:lnTo>
                  <a:lnTo>
                    <a:pt x="58289" y="70721"/>
                  </a:lnTo>
                  <a:lnTo>
                    <a:pt x="58659" y="79045"/>
                  </a:lnTo>
                  <a:lnTo>
                    <a:pt x="59080" y="88518"/>
                  </a:lnTo>
                  <a:lnTo>
                    <a:pt x="47604" y="89228"/>
                  </a:lnTo>
                  <a:lnTo>
                    <a:pt x="40491" y="88588"/>
                  </a:lnTo>
                  <a:lnTo>
                    <a:pt x="36783" y="88254"/>
                  </a:lnTo>
                  <a:lnTo>
                    <a:pt x="19601" y="80823"/>
                  </a:lnTo>
                  <a:lnTo>
                    <a:pt x="9485" y="75702"/>
                  </a:lnTo>
                  <a:lnTo>
                    <a:pt x="8913" y="71543"/>
                  </a:lnTo>
                  <a:lnTo>
                    <a:pt x="7825" y="63632"/>
                  </a:lnTo>
                  <a:lnTo>
                    <a:pt x="6485" y="53889"/>
                  </a:lnTo>
                  <a:lnTo>
                    <a:pt x="4316" y="38119"/>
                  </a:lnTo>
                  <a:lnTo>
                    <a:pt x="2946" y="28155"/>
                  </a:lnTo>
                  <a:lnTo>
                    <a:pt x="946" y="13616"/>
                  </a:lnTo>
                  <a:lnTo>
                    <a:pt x="0" y="6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4024752" y="1508760"/>
              <a:ext cx="60043" cy="35764"/>
            </a:xfrm>
            <a:custGeom>
              <a:avLst/>
              <a:pathLst>
                <a:path w="60043" h="35764">
                  <a:moveTo>
                    <a:pt x="56738" y="6131"/>
                  </a:moveTo>
                  <a:lnTo>
                    <a:pt x="58139" y="10601"/>
                  </a:lnTo>
                  <a:lnTo>
                    <a:pt x="60043" y="19668"/>
                  </a:lnTo>
                  <a:lnTo>
                    <a:pt x="35562" y="27207"/>
                  </a:lnTo>
                  <a:lnTo>
                    <a:pt x="7774" y="35764"/>
                  </a:lnTo>
                  <a:lnTo>
                    <a:pt x="4864" y="22377"/>
                  </a:lnTo>
                  <a:lnTo>
                    <a:pt x="2372" y="10914"/>
                  </a:lnTo>
                  <a:lnTo>
                    <a:pt x="0" y="0"/>
                  </a:lnTo>
                  <a:lnTo>
                    <a:pt x="548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126195" y="1508760"/>
              <a:ext cx="91714" cy="136420"/>
            </a:xfrm>
            <a:custGeom>
              <a:avLst/>
              <a:pathLst>
                <a:path w="91714" h="136420">
                  <a:moveTo>
                    <a:pt x="34399" y="21667"/>
                  </a:moveTo>
                  <a:lnTo>
                    <a:pt x="40151" y="37594"/>
                  </a:lnTo>
                  <a:lnTo>
                    <a:pt x="51782" y="69154"/>
                  </a:lnTo>
                  <a:lnTo>
                    <a:pt x="63413" y="87960"/>
                  </a:lnTo>
                  <a:lnTo>
                    <a:pt x="91714" y="125338"/>
                  </a:lnTo>
                  <a:lnTo>
                    <a:pt x="77630" y="131326"/>
                  </a:lnTo>
                  <a:lnTo>
                    <a:pt x="70930" y="134175"/>
                  </a:lnTo>
                  <a:lnTo>
                    <a:pt x="63246" y="136420"/>
                  </a:lnTo>
                  <a:lnTo>
                    <a:pt x="59354" y="131523"/>
                  </a:lnTo>
                  <a:lnTo>
                    <a:pt x="53694" y="124403"/>
                  </a:lnTo>
                  <a:lnTo>
                    <a:pt x="40337" y="107598"/>
                  </a:lnTo>
                  <a:lnTo>
                    <a:pt x="36647" y="100956"/>
                  </a:lnTo>
                  <a:lnTo>
                    <a:pt x="30814" y="90456"/>
                  </a:lnTo>
                  <a:lnTo>
                    <a:pt x="24125" y="78416"/>
                  </a:lnTo>
                  <a:lnTo>
                    <a:pt x="20312" y="65990"/>
                  </a:lnTo>
                  <a:lnTo>
                    <a:pt x="17172" y="55758"/>
                  </a:lnTo>
                  <a:lnTo>
                    <a:pt x="14378" y="46651"/>
                  </a:lnTo>
                  <a:lnTo>
                    <a:pt x="9206" y="29795"/>
                  </a:lnTo>
                  <a:lnTo>
                    <a:pt x="4373" y="14044"/>
                  </a:lnTo>
                  <a:lnTo>
                    <a:pt x="2678" y="8518"/>
                  </a:lnTo>
                  <a:lnTo>
                    <a:pt x="0" y="0"/>
                  </a:lnTo>
                  <a:lnTo>
                    <a:pt x="265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19426" y="1645907"/>
              <a:ext cx="98280" cy="132665"/>
            </a:xfrm>
            <a:custGeom>
              <a:avLst/>
              <a:pathLst>
                <a:path w="98280" h="132665">
                  <a:moveTo>
                    <a:pt x="74627" y="74048"/>
                  </a:moveTo>
                  <a:lnTo>
                    <a:pt x="83775" y="93543"/>
                  </a:lnTo>
                  <a:lnTo>
                    <a:pt x="92012" y="111096"/>
                  </a:lnTo>
                  <a:lnTo>
                    <a:pt x="98280" y="124452"/>
                  </a:lnTo>
                  <a:lnTo>
                    <a:pt x="79607" y="129193"/>
                  </a:lnTo>
                  <a:lnTo>
                    <a:pt x="65933" y="132665"/>
                  </a:lnTo>
                  <a:lnTo>
                    <a:pt x="53286" y="106285"/>
                  </a:lnTo>
                  <a:lnTo>
                    <a:pt x="46372" y="91864"/>
                  </a:lnTo>
                  <a:lnTo>
                    <a:pt x="48797" y="87398"/>
                  </a:lnTo>
                  <a:lnTo>
                    <a:pt x="49544" y="86088"/>
                  </a:lnTo>
                  <a:lnTo>
                    <a:pt x="49742" y="84602"/>
                  </a:lnTo>
                  <a:lnTo>
                    <a:pt x="49346" y="83386"/>
                  </a:lnTo>
                  <a:lnTo>
                    <a:pt x="48591" y="82348"/>
                  </a:lnTo>
                  <a:lnTo>
                    <a:pt x="43729" y="74942"/>
                  </a:lnTo>
                  <a:lnTo>
                    <a:pt x="21932" y="46543"/>
                  </a:lnTo>
                  <a:lnTo>
                    <a:pt x="0" y="17967"/>
                  </a:lnTo>
                  <a:lnTo>
                    <a:pt x="20198" y="8866"/>
                  </a:lnTo>
                  <a:lnTo>
                    <a:pt x="39879" y="0"/>
                  </a:lnTo>
                  <a:lnTo>
                    <a:pt x="45488" y="1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2964787" y="1629553"/>
              <a:ext cx="119148" cy="167616"/>
            </a:xfrm>
            <a:custGeom>
              <a:avLst/>
              <a:pathLst>
                <a:path w="119148" h="167616">
                  <a:moveTo>
                    <a:pt x="21091" y="7311"/>
                  </a:moveTo>
                  <a:lnTo>
                    <a:pt x="46127" y="0"/>
                  </a:lnTo>
                  <a:lnTo>
                    <a:pt x="47632" y="1776"/>
                  </a:lnTo>
                  <a:lnTo>
                    <a:pt x="52416" y="11449"/>
                  </a:lnTo>
                  <a:lnTo>
                    <a:pt x="58098" y="22936"/>
                  </a:lnTo>
                  <a:lnTo>
                    <a:pt x="63947" y="34762"/>
                  </a:lnTo>
                  <a:lnTo>
                    <a:pt x="69972" y="46942"/>
                  </a:lnTo>
                  <a:lnTo>
                    <a:pt x="75051" y="57209"/>
                  </a:lnTo>
                  <a:lnTo>
                    <a:pt x="80471" y="68167"/>
                  </a:lnTo>
                  <a:lnTo>
                    <a:pt x="85539" y="78414"/>
                  </a:lnTo>
                  <a:lnTo>
                    <a:pt x="86669" y="80697"/>
                  </a:lnTo>
                  <a:lnTo>
                    <a:pt x="91895" y="91263"/>
                  </a:lnTo>
                  <a:lnTo>
                    <a:pt x="98296" y="104204"/>
                  </a:lnTo>
                  <a:lnTo>
                    <a:pt x="104030" y="115796"/>
                  </a:lnTo>
                  <a:lnTo>
                    <a:pt x="109856" y="127573"/>
                  </a:lnTo>
                  <a:lnTo>
                    <a:pt x="116033" y="140061"/>
                  </a:lnTo>
                  <a:lnTo>
                    <a:pt x="119148" y="146359"/>
                  </a:lnTo>
                  <a:lnTo>
                    <a:pt x="95755" y="156678"/>
                  </a:lnTo>
                  <a:lnTo>
                    <a:pt x="70960" y="167616"/>
                  </a:lnTo>
                  <a:lnTo>
                    <a:pt x="68702" y="162720"/>
                  </a:lnTo>
                  <a:lnTo>
                    <a:pt x="63289" y="150982"/>
                  </a:lnTo>
                  <a:lnTo>
                    <a:pt x="57888" y="139271"/>
                  </a:lnTo>
                  <a:lnTo>
                    <a:pt x="52568" y="127735"/>
                  </a:lnTo>
                  <a:lnTo>
                    <a:pt x="46584" y="114761"/>
                  </a:lnTo>
                  <a:lnTo>
                    <a:pt x="40919" y="102478"/>
                  </a:lnTo>
                  <a:lnTo>
                    <a:pt x="38552" y="97345"/>
                  </a:lnTo>
                  <a:lnTo>
                    <a:pt x="35580" y="90900"/>
                  </a:lnTo>
                  <a:lnTo>
                    <a:pt x="29906" y="78597"/>
                  </a:lnTo>
                  <a:lnTo>
                    <a:pt x="24661" y="67225"/>
                  </a:lnTo>
                  <a:lnTo>
                    <a:pt x="19832" y="56753"/>
                  </a:lnTo>
                  <a:lnTo>
                    <a:pt x="14832" y="45912"/>
                  </a:lnTo>
                  <a:lnTo>
                    <a:pt x="10841" y="37259"/>
                  </a:lnTo>
                  <a:lnTo>
                    <a:pt x="9540" y="34403"/>
                  </a:lnTo>
                  <a:lnTo>
                    <a:pt x="4431" y="23195"/>
                  </a:lnTo>
                  <a:lnTo>
                    <a:pt x="0" y="13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19416" y="1612437"/>
              <a:ext cx="118771" cy="160134"/>
            </a:xfrm>
            <a:custGeom>
              <a:avLst/>
              <a:pathLst>
                <a:path w="118771" h="160134">
                  <a:moveTo>
                    <a:pt x="17755" y="51362"/>
                  </a:moveTo>
                  <a:lnTo>
                    <a:pt x="12982" y="41720"/>
                  </a:lnTo>
                  <a:lnTo>
                    <a:pt x="7958" y="31571"/>
                  </a:lnTo>
                  <a:lnTo>
                    <a:pt x="2622" y="20790"/>
                  </a:lnTo>
                  <a:lnTo>
                    <a:pt x="0" y="15491"/>
                  </a:lnTo>
                  <a:lnTo>
                    <a:pt x="26225" y="7596"/>
                  </a:lnTo>
                  <a:lnTo>
                    <a:pt x="51456" y="0"/>
                  </a:lnTo>
                  <a:lnTo>
                    <a:pt x="53462" y="4544"/>
                  </a:lnTo>
                  <a:lnTo>
                    <a:pt x="58043" y="14922"/>
                  </a:lnTo>
                  <a:lnTo>
                    <a:pt x="62422" y="24842"/>
                  </a:lnTo>
                  <a:lnTo>
                    <a:pt x="66801" y="34762"/>
                  </a:lnTo>
                  <a:lnTo>
                    <a:pt x="71712" y="45889"/>
                  </a:lnTo>
                  <a:lnTo>
                    <a:pt x="76322" y="56334"/>
                  </a:lnTo>
                  <a:lnTo>
                    <a:pt x="81167" y="67310"/>
                  </a:lnTo>
                  <a:lnTo>
                    <a:pt x="85898" y="78026"/>
                  </a:lnTo>
                  <a:lnTo>
                    <a:pt x="104990" y="121279"/>
                  </a:lnTo>
                  <a:lnTo>
                    <a:pt x="114913" y="143760"/>
                  </a:lnTo>
                  <a:lnTo>
                    <a:pt x="118771" y="152500"/>
                  </a:lnTo>
                  <a:lnTo>
                    <a:pt x="96523" y="156109"/>
                  </a:lnTo>
                  <a:lnTo>
                    <a:pt x="71710" y="160134"/>
                  </a:lnTo>
                  <a:lnTo>
                    <a:pt x="68585" y="153757"/>
                  </a:lnTo>
                  <a:lnTo>
                    <a:pt x="64040" y="144483"/>
                  </a:lnTo>
                  <a:lnTo>
                    <a:pt x="58613" y="133410"/>
                  </a:lnTo>
                  <a:lnTo>
                    <a:pt x="52877" y="121704"/>
                  </a:lnTo>
                  <a:lnTo>
                    <a:pt x="39064" y="93518"/>
                  </a:lnTo>
                  <a:lnTo>
                    <a:pt x="32978" y="81549"/>
                  </a:lnTo>
                  <a:lnTo>
                    <a:pt x="27705" y="71178"/>
                  </a:lnTo>
                  <a:lnTo>
                    <a:pt x="22380" y="60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078008" y="1600008"/>
              <a:ext cx="100981" cy="139939"/>
            </a:xfrm>
            <a:custGeom>
              <a:avLst/>
              <a:pathLst>
                <a:path w="100981" h="139939">
                  <a:moveTo>
                    <a:pt x="25715" y="6614"/>
                  </a:moveTo>
                  <a:lnTo>
                    <a:pt x="49255" y="0"/>
                  </a:lnTo>
                  <a:lnTo>
                    <a:pt x="52006" y="6435"/>
                  </a:lnTo>
                  <a:lnTo>
                    <a:pt x="55631" y="14918"/>
                  </a:lnTo>
                  <a:lnTo>
                    <a:pt x="59474" y="23909"/>
                  </a:lnTo>
                  <a:lnTo>
                    <a:pt x="63458" y="33231"/>
                  </a:lnTo>
                  <a:lnTo>
                    <a:pt x="67371" y="42388"/>
                  </a:lnTo>
                  <a:lnTo>
                    <a:pt x="69228" y="46734"/>
                  </a:lnTo>
                  <a:lnTo>
                    <a:pt x="71120" y="51305"/>
                  </a:lnTo>
                  <a:lnTo>
                    <a:pt x="75219" y="61215"/>
                  </a:lnTo>
                  <a:lnTo>
                    <a:pt x="79458" y="71463"/>
                  </a:lnTo>
                  <a:lnTo>
                    <a:pt x="83759" y="81858"/>
                  </a:lnTo>
                  <a:lnTo>
                    <a:pt x="87554" y="91033"/>
                  </a:lnTo>
                  <a:lnTo>
                    <a:pt x="91645" y="100921"/>
                  </a:lnTo>
                  <a:lnTo>
                    <a:pt x="95990" y="111426"/>
                  </a:lnTo>
                  <a:lnTo>
                    <a:pt x="100981" y="123489"/>
                  </a:lnTo>
                  <a:lnTo>
                    <a:pt x="80684" y="131224"/>
                  </a:lnTo>
                  <a:lnTo>
                    <a:pt x="57821" y="139939"/>
                  </a:lnTo>
                  <a:lnTo>
                    <a:pt x="55278" y="134405"/>
                  </a:lnTo>
                  <a:lnTo>
                    <a:pt x="49271" y="121333"/>
                  </a:lnTo>
                  <a:lnTo>
                    <a:pt x="42561" y="106732"/>
                  </a:lnTo>
                  <a:lnTo>
                    <a:pt x="35483" y="91328"/>
                  </a:lnTo>
                  <a:lnTo>
                    <a:pt x="28001" y="75047"/>
                  </a:lnTo>
                  <a:lnTo>
                    <a:pt x="24789" y="68057"/>
                  </a:lnTo>
                  <a:lnTo>
                    <a:pt x="22016" y="61993"/>
                  </a:lnTo>
                  <a:lnTo>
                    <a:pt x="15576" y="47908"/>
                  </a:lnTo>
                  <a:lnTo>
                    <a:pt x="9804" y="35283"/>
                  </a:lnTo>
                  <a:lnTo>
                    <a:pt x="2993" y="20387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30393" y="1578392"/>
              <a:ext cx="91399" cy="125564"/>
            </a:xfrm>
            <a:custGeom>
              <a:avLst/>
              <a:pathLst>
                <a:path w="91399" h="125564">
                  <a:moveTo>
                    <a:pt x="10176" y="11345"/>
                  </a:moveTo>
                  <a:lnTo>
                    <a:pt x="24537" y="6484"/>
                  </a:lnTo>
                  <a:lnTo>
                    <a:pt x="37160" y="3448"/>
                  </a:lnTo>
                  <a:lnTo>
                    <a:pt x="51499" y="0"/>
                  </a:lnTo>
                  <a:lnTo>
                    <a:pt x="54310" y="8117"/>
                  </a:lnTo>
                  <a:lnTo>
                    <a:pt x="58301" y="19643"/>
                  </a:lnTo>
                  <a:lnTo>
                    <a:pt x="61795" y="29735"/>
                  </a:lnTo>
                  <a:lnTo>
                    <a:pt x="65676" y="40944"/>
                  </a:lnTo>
                  <a:lnTo>
                    <a:pt x="68856" y="50128"/>
                  </a:lnTo>
                  <a:lnTo>
                    <a:pt x="72232" y="59878"/>
                  </a:lnTo>
                  <a:lnTo>
                    <a:pt x="75539" y="69427"/>
                  </a:lnTo>
                  <a:lnTo>
                    <a:pt x="79107" y="79734"/>
                  </a:lnTo>
                  <a:lnTo>
                    <a:pt x="81154" y="85645"/>
                  </a:lnTo>
                  <a:lnTo>
                    <a:pt x="82416" y="89290"/>
                  </a:lnTo>
                  <a:lnTo>
                    <a:pt x="86020" y="99699"/>
                  </a:lnTo>
                  <a:lnTo>
                    <a:pt x="89614" y="110077"/>
                  </a:lnTo>
                  <a:lnTo>
                    <a:pt x="91399" y="115233"/>
                  </a:lnTo>
                  <a:lnTo>
                    <a:pt x="72183" y="120053"/>
                  </a:lnTo>
                  <a:lnTo>
                    <a:pt x="50212" y="125564"/>
                  </a:lnTo>
                  <a:lnTo>
                    <a:pt x="47809" y="120283"/>
                  </a:lnTo>
                  <a:lnTo>
                    <a:pt x="42046" y="107617"/>
                  </a:lnTo>
                  <a:lnTo>
                    <a:pt x="37445" y="97504"/>
                  </a:lnTo>
                  <a:lnTo>
                    <a:pt x="36520" y="95472"/>
                  </a:lnTo>
                  <a:lnTo>
                    <a:pt x="33261" y="88273"/>
                  </a:lnTo>
                  <a:lnTo>
                    <a:pt x="29114" y="79110"/>
                  </a:lnTo>
                  <a:lnTo>
                    <a:pt x="24427" y="68756"/>
                  </a:lnTo>
                  <a:lnTo>
                    <a:pt x="19972" y="58914"/>
                  </a:lnTo>
                  <a:lnTo>
                    <a:pt x="15327" y="48653"/>
                  </a:lnTo>
                  <a:lnTo>
                    <a:pt x="10695" y="38419"/>
                  </a:lnTo>
                  <a:lnTo>
                    <a:pt x="6392" y="28913"/>
                  </a:lnTo>
                  <a:lnTo>
                    <a:pt x="1923" y="19039"/>
                  </a:lnTo>
                  <a:lnTo>
                    <a:pt x="0" y="14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193392" y="1577872"/>
              <a:ext cx="72381" cy="106080"/>
            </a:xfrm>
            <a:custGeom>
              <a:avLst/>
              <a:pathLst>
                <a:path w="72381" h="106080">
                  <a:moveTo>
                    <a:pt x="71441" y="11903"/>
                  </a:moveTo>
                  <a:lnTo>
                    <a:pt x="69461" y="24115"/>
                  </a:lnTo>
                  <a:lnTo>
                    <a:pt x="67698" y="34983"/>
                  </a:lnTo>
                  <a:lnTo>
                    <a:pt x="65590" y="47984"/>
                  </a:lnTo>
                  <a:lnTo>
                    <a:pt x="63297" y="62124"/>
                  </a:lnTo>
                  <a:lnTo>
                    <a:pt x="61117" y="75564"/>
                  </a:lnTo>
                  <a:lnTo>
                    <a:pt x="58625" y="90932"/>
                  </a:lnTo>
                  <a:lnTo>
                    <a:pt x="56169" y="106080"/>
                  </a:lnTo>
                  <a:lnTo>
                    <a:pt x="45546" y="105545"/>
                  </a:lnTo>
                  <a:lnTo>
                    <a:pt x="34670" y="104999"/>
                  </a:lnTo>
                  <a:lnTo>
                    <a:pt x="32337" y="98026"/>
                  </a:lnTo>
                  <a:lnTo>
                    <a:pt x="29450" y="89394"/>
                  </a:lnTo>
                  <a:lnTo>
                    <a:pt x="26351" y="80129"/>
                  </a:lnTo>
                  <a:lnTo>
                    <a:pt x="23287" y="70970"/>
                  </a:lnTo>
                  <a:lnTo>
                    <a:pt x="19893" y="60823"/>
                  </a:lnTo>
                  <a:lnTo>
                    <a:pt x="16307" y="50103"/>
                  </a:lnTo>
                  <a:lnTo>
                    <a:pt x="12575" y="38945"/>
                  </a:lnTo>
                  <a:lnTo>
                    <a:pt x="9318" y="29210"/>
                  </a:lnTo>
                  <a:lnTo>
                    <a:pt x="6651" y="21235"/>
                  </a:lnTo>
                  <a:lnTo>
                    <a:pt x="5513" y="18065"/>
                  </a:lnTo>
                  <a:lnTo>
                    <a:pt x="1323" y="6389"/>
                  </a:lnTo>
                  <a:lnTo>
                    <a:pt x="0" y="2701"/>
                  </a:lnTo>
                  <a:lnTo>
                    <a:pt x="24231" y="1350"/>
                  </a:lnTo>
                  <a:lnTo>
                    <a:pt x="35557" y="627"/>
                  </a:lnTo>
                  <a:lnTo>
                    <a:pt x="45377" y="0"/>
                  </a:lnTo>
                  <a:lnTo>
                    <a:pt x="72381" y="6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871178" y="1664929"/>
              <a:ext cx="85038" cy="91672"/>
            </a:xfrm>
            <a:custGeom>
              <a:avLst/>
              <a:pathLst>
                <a:path w="85038" h="91672">
                  <a:moveTo>
                    <a:pt x="63255" y="77304"/>
                  </a:moveTo>
                  <a:lnTo>
                    <a:pt x="33034" y="91672"/>
                  </a:lnTo>
                  <a:lnTo>
                    <a:pt x="23170" y="71183"/>
                  </a:lnTo>
                  <a:lnTo>
                    <a:pt x="19591" y="63751"/>
                  </a:lnTo>
                  <a:lnTo>
                    <a:pt x="16357" y="57033"/>
                  </a:lnTo>
                  <a:lnTo>
                    <a:pt x="13275" y="50632"/>
                  </a:lnTo>
                  <a:lnTo>
                    <a:pt x="9518" y="42828"/>
                  </a:lnTo>
                  <a:lnTo>
                    <a:pt x="6020" y="35562"/>
                  </a:lnTo>
                  <a:lnTo>
                    <a:pt x="2499" y="28249"/>
                  </a:lnTo>
                  <a:lnTo>
                    <a:pt x="0" y="23057"/>
                  </a:lnTo>
                  <a:lnTo>
                    <a:pt x="18747" y="12106"/>
                  </a:lnTo>
                  <a:lnTo>
                    <a:pt x="39473" y="0"/>
                  </a:lnTo>
                  <a:lnTo>
                    <a:pt x="41402" y="2457"/>
                  </a:lnTo>
                  <a:lnTo>
                    <a:pt x="45279" y="7398"/>
                  </a:lnTo>
                  <a:lnTo>
                    <a:pt x="49254" y="12465"/>
                  </a:lnTo>
                  <a:lnTo>
                    <a:pt x="53615" y="18023"/>
                  </a:lnTo>
                  <a:lnTo>
                    <a:pt x="58481" y="24225"/>
                  </a:lnTo>
                  <a:lnTo>
                    <a:pt x="63173" y="30204"/>
                  </a:lnTo>
                  <a:lnTo>
                    <a:pt x="68058" y="36430"/>
                  </a:lnTo>
                  <a:lnTo>
                    <a:pt x="72639" y="42269"/>
                  </a:lnTo>
                  <a:lnTo>
                    <a:pt x="77272" y="48174"/>
                  </a:lnTo>
                  <a:lnTo>
                    <a:pt x="82283" y="54559"/>
                  </a:lnTo>
                  <a:lnTo>
                    <a:pt x="85038" y="58070"/>
                  </a:lnTo>
                  <a:lnTo>
                    <a:pt x="70921" y="73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18128" y="1694489"/>
              <a:ext cx="85133" cy="119690"/>
            </a:xfrm>
            <a:custGeom>
              <a:avLst/>
              <a:pathLst>
                <a:path w="85133" h="119690">
                  <a:moveTo>
                    <a:pt x="22069" y="7454"/>
                  </a:moveTo>
                  <a:lnTo>
                    <a:pt x="47632" y="0"/>
                  </a:lnTo>
                  <a:lnTo>
                    <a:pt x="50010" y="4422"/>
                  </a:lnTo>
                  <a:lnTo>
                    <a:pt x="53078" y="10128"/>
                  </a:lnTo>
                  <a:lnTo>
                    <a:pt x="56351" y="16214"/>
                  </a:lnTo>
                  <a:lnTo>
                    <a:pt x="59921" y="22853"/>
                  </a:lnTo>
                  <a:lnTo>
                    <a:pt x="63376" y="29278"/>
                  </a:lnTo>
                  <a:lnTo>
                    <a:pt x="66617" y="35306"/>
                  </a:lnTo>
                  <a:lnTo>
                    <a:pt x="69500" y="40667"/>
                  </a:lnTo>
                  <a:lnTo>
                    <a:pt x="71818" y="44978"/>
                  </a:lnTo>
                  <a:lnTo>
                    <a:pt x="72437" y="46860"/>
                  </a:lnTo>
                  <a:lnTo>
                    <a:pt x="74579" y="53365"/>
                  </a:lnTo>
                  <a:lnTo>
                    <a:pt x="76609" y="59533"/>
                  </a:lnTo>
                  <a:lnTo>
                    <a:pt x="78636" y="65690"/>
                  </a:lnTo>
                  <a:lnTo>
                    <a:pt x="80742" y="72085"/>
                  </a:lnTo>
                  <a:lnTo>
                    <a:pt x="82782" y="78281"/>
                  </a:lnTo>
                  <a:lnTo>
                    <a:pt x="85133" y="85424"/>
                  </a:lnTo>
                  <a:lnTo>
                    <a:pt x="74258" y="95827"/>
                  </a:lnTo>
                  <a:lnTo>
                    <a:pt x="61448" y="108082"/>
                  </a:lnTo>
                  <a:lnTo>
                    <a:pt x="45588" y="113589"/>
                  </a:lnTo>
                  <a:lnTo>
                    <a:pt x="28016" y="119690"/>
                  </a:lnTo>
                  <a:lnTo>
                    <a:pt x="26711" y="114761"/>
                  </a:lnTo>
                  <a:lnTo>
                    <a:pt x="24546" y="106586"/>
                  </a:lnTo>
                  <a:lnTo>
                    <a:pt x="22463" y="98719"/>
                  </a:lnTo>
                  <a:lnTo>
                    <a:pt x="20440" y="91079"/>
                  </a:lnTo>
                  <a:lnTo>
                    <a:pt x="18275" y="82904"/>
                  </a:lnTo>
                  <a:lnTo>
                    <a:pt x="16146" y="74865"/>
                  </a:lnTo>
                  <a:lnTo>
                    <a:pt x="13756" y="65837"/>
                  </a:lnTo>
                  <a:lnTo>
                    <a:pt x="11422" y="57023"/>
                  </a:lnTo>
                  <a:lnTo>
                    <a:pt x="9262" y="48866"/>
                  </a:lnTo>
                  <a:lnTo>
                    <a:pt x="7173" y="40981"/>
                  </a:lnTo>
                  <a:lnTo>
                    <a:pt x="4908" y="32425"/>
                  </a:lnTo>
                  <a:lnTo>
                    <a:pt x="2694" y="24064"/>
                  </a:lnTo>
                  <a:lnTo>
                    <a:pt x="831" y="17030"/>
                  </a:lnTo>
                  <a:lnTo>
                    <a:pt x="0" y="1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836646" y="1508760"/>
              <a:ext cx="101829" cy="18388"/>
            </a:xfrm>
            <a:custGeom>
              <a:avLst/>
              <a:pathLst>
                <a:path w="101829" h="18388">
                  <a:moveTo>
                    <a:pt x="101829" y="658"/>
                  </a:moveTo>
                  <a:lnTo>
                    <a:pt x="93590" y="2311"/>
                  </a:lnTo>
                  <a:lnTo>
                    <a:pt x="86127" y="3807"/>
                  </a:lnTo>
                  <a:lnTo>
                    <a:pt x="78601" y="5317"/>
                  </a:lnTo>
                  <a:lnTo>
                    <a:pt x="70968" y="6847"/>
                  </a:lnTo>
                  <a:lnTo>
                    <a:pt x="63302" y="8385"/>
                  </a:lnTo>
                  <a:lnTo>
                    <a:pt x="56421" y="9765"/>
                  </a:lnTo>
                  <a:lnTo>
                    <a:pt x="47624" y="11529"/>
                  </a:lnTo>
                  <a:lnTo>
                    <a:pt x="39465" y="12704"/>
                  </a:lnTo>
                  <a:lnTo>
                    <a:pt x="29767" y="14101"/>
                  </a:lnTo>
                  <a:lnTo>
                    <a:pt x="20809" y="15391"/>
                  </a:lnTo>
                  <a:lnTo>
                    <a:pt x="12468" y="16592"/>
                  </a:lnTo>
                  <a:lnTo>
                    <a:pt x="4868" y="17687"/>
                  </a:lnTo>
                  <a:lnTo>
                    <a:pt x="0" y="183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194918" y="1508760"/>
              <a:ext cx="19536" cy="2685"/>
            </a:xfrm>
            <a:custGeom>
              <a:avLst/>
              <a:pathLst>
                <a:path w="19536" h="2685">
                  <a:moveTo>
                    <a:pt x="19248" y="1551"/>
                  </a:moveTo>
                  <a:lnTo>
                    <a:pt x="12982" y="2685"/>
                  </a:lnTo>
                  <a:lnTo>
                    <a:pt x="0" y="0"/>
                  </a:lnTo>
                  <a:lnTo>
                    <a:pt x="195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220551" y="1508760"/>
              <a:ext cx="56670" cy="14617"/>
            </a:xfrm>
            <a:custGeom>
              <a:avLst/>
              <a:pathLst>
                <a:path w="56670" h="14617">
                  <a:moveTo>
                    <a:pt x="46151" y="13015"/>
                  </a:moveTo>
                  <a:lnTo>
                    <a:pt x="34172" y="10827"/>
                  </a:lnTo>
                  <a:lnTo>
                    <a:pt x="20968" y="8414"/>
                  </a:lnTo>
                  <a:lnTo>
                    <a:pt x="8014" y="6048"/>
                  </a:lnTo>
                  <a:lnTo>
                    <a:pt x="0" y="4584"/>
                  </a:lnTo>
                  <a:lnTo>
                    <a:pt x="940" y="0"/>
                  </a:lnTo>
                  <a:lnTo>
                    <a:pt x="56670" y="0"/>
                  </a:lnTo>
                  <a:lnTo>
                    <a:pt x="56083" y="4911"/>
                  </a:lnTo>
                  <a:lnTo>
                    <a:pt x="54921" y="146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290571" y="1508760"/>
              <a:ext cx="179369" cy="40829"/>
            </a:xfrm>
            <a:custGeom>
              <a:avLst/>
              <a:pathLst>
                <a:path w="179369" h="40829">
                  <a:moveTo>
                    <a:pt x="109453" y="1926"/>
                  </a:moveTo>
                  <a:lnTo>
                    <a:pt x="179369" y="14349"/>
                  </a:lnTo>
                  <a:lnTo>
                    <a:pt x="178515" y="21108"/>
                  </a:lnTo>
                  <a:lnTo>
                    <a:pt x="176710" y="35380"/>
                  </a:lnTo>
                  <a:lnTo>
                    <a:pt x="176021" y="40829"/>
                  </a:lnTo>
                  <a:lnTo>
                    <a:pt x="170684" y="39594"/>
                  </a:lnTo>
                  <a:lnTo>
                    <a:pt x="160520" y="37241"/>
                  </a:lnTo>
                  <a:lnTo>
                    <a:pt x="149861" y="35837"/>
                  </a:lnTo>
                  <a:lnTo>
                    <a:pt x="139522" y="34475"/>
                  </a:lnTo>
                  <a:lnTo>
                    <a:pt x="128703" y="33050"/>
                  </a:lnTo>
                  <a:lnTo>
                    <a:pt x="117626" y="31591"/>
                  </a:lnTo>
                  <a:lnTo>
                    <a:pt x="105224" y="29958"/>
                  </a:lnTo>
                  <a:lnTo>
                    <a:pt x="92005" y="28217"/>
                  </a:lnTo>
                  <a:lnTo>
                    <a:pt x="79860" y="26617"/>
                  </a:lnTo>
                  <a:lnTo>
                    <a:pt x="69023" y="25190"/>
                  </a:lnTo>
                  <a:lnTo>
                    <a:pt x="57909" y="23726"/>
                  </a:lnTo>
                  <a:lnTo>
                    <a:pt x="46297" y="22762"/>
                  </a:lnTo>
                  <a:lnTo>
                    <a:pt x="34468" y="21780"/>
                  </a:lnTo>
                  <a:lnTo>
                    <a:pt x="21792" y="20727"/>
                  </a:lnTo>
                  <a:lnTo>
                    <a:pt x="9788" y="19730"/>
                  </a:lnTo>
                  <a:lnTo>
                    <a:pt x="0" y="18918"/>
                  </a:lnTo>
                  <a:lnTo>
                    <a:pt x="544" y="13076"/>
                  </a:lnTo>
                  <a:lnTo>
                    <a:pt x="1763" y="0"/>
                  </a:lnTo>
                  <a:lnTo>
                    <a:pt x="986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278592" y="1542349"/>
              <a:ext cx="51568" cy="40753"/>
            </a:xfrm>
            <a:custGeom>
              <a:avLst/>
              <a:pathLst>
                <a:path w="51568" h="40753">
                  <a:moveTo>
                    <a:pt x="50821" y="11934"/>
                  </a:moveTo>
                  <a:lnTo>
                    <a:pt x="49614" y="22338"/>
                  </a:lnTo>
                  <a:lnTo>
                    <a:pt x="48972" y="27871"/>
                  </a:lnTo>
                  <a:lnTo>
                    <a:pt x="45533" y="33629"/>
                  </a:lnTo>
                  <a:lnTo>
                    <a:pt x="41279" y="40753"/>
                  </a:lnTo>
                  <a:lnTo>
                    <a:pt x="20874" y="29335"/>
                  </a:lnTo>
                  <a:lnTo>
                    <a:pt x="0" y="17655"/>
                  </a:lnTo>
                  <a:lnTo>
                    <a:pt x="5263" y="8629"/>
                  </a:lnTo>
                  <a:lnTo>
                    <a:pt x="10297" y="0"/>
                  </a:lnTo>
                  <a:lnTo>
                    <a:pt x="29398" y="2541"/>
                  </a:lnTo>
                  <a:lnTo>
                    <a:pt x="51568" y="5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1945683" y="1511954"/>
              <a:ext cx="121401" cy="113511"/>
            </a:xfrm>
            <a:custGeom>
              <a:avLst/>
              <a:pathLst>
                <a:path w="121401" h="113511">
                  <a:moveTo>
                    <a:pt x="79050" y="17960"/>
                  </a:moveTo>
                  <a:lnTo>
                    <a:pt x="59463" y="44715"/>
                  </a:lnTo>
                  <a:lnTo>
                    <a:pt x="67155" y="49769"/>
                  </a:lnTo>
                  <a:lnTo>
                    <a:pt x="79977" y="58193"/>
                  </a:lnTo>
                  <a:lnTo>
                    <a:pt x="91226" y="65584"/>
                  </a:lnTo>
                  <a:lnTo>
                    <a:pt x="101790" y="72525"/>
                  </a:lnTo>
                  <a:lnTo>
                    <a:pt x="112687" y="79685"/>
                  </a:lnTo>
                  <a:lnTo>
                    <a:pt x="121401" y="85410"/>
                  </a:lnTo>
                  <a:lnTo>
                    <a:pt x="118831" y="89404"/>
                  </a:lnTo>
                  <a:lnTo>
                    <a:pt x="112521" y="99214"/>
                  </a:lnTo>
                  <a:lnTo>
                    <a:pt x="106237" y="108984"/>
                  </a:lnTo>
                  <a:lnTo>
                    <a:pt x="103325" y="113511"/>
                  </a:lnTo>
                  <a:lnTo>
                    <a:pt x="97648" y="109489"/>
                  </a:lnTo>
                  <a:lnTo>
                    <a:pt x="89761" y="103901"/>
                  </a:lnTo>
                  <a:lnTo>
                    <a:pt x="82250" y="98579"/>
                  </a:lnTo>
                  <a:lnTo>
                    <a:pt x="74382" y="93004"/>
                  </a:lnTo>
                  <a:lnTo>
                    <a:pt x="67347" y="88020"/>
                  </a:lnTo>
                  <a:lnTo>
                    <a:pt x="59323" y="82335"/>
                  </a:lnTo>
                  <a:lnTo>
                    <a:pt x="51445" y="76753"/>
                  </a:lnTo>
                  <a:lnTo>
                    <a:pt x="43915" y="71418"/>
                  </a:lnTo>
                  <a:lnTo>
                    <a:pt x="35396" y="65382"/>
                  </a:lnTo>
                  <a:lnTo>
                    <a:pt x="27355" y="59684"/>
                  </a:lnTo>
                  <a:lnTo>
                    <a:pt x="18688" y="53544"/>
                  </a:lnTo>
                  <a:lnTo>
                    <a:pt x="9062" y="46723"/>
                  </a:lnTo>
                  <a:lnTo>
                    <a:pt x="4440" y="43449"/>
                  </a:lnTo>
                  <a:lnTo>
                    <a:pt x="1988" y="28646"/>
                  </a:lnTo>
                  <a:lnTo>
                    <a:pt x="0" y="16644"/>
                  </a:lnTo>
                  <a:lnTo>
                    <a:pt x="5921" y="10592"/>
                  </a:lnTo>
                  <a:lnTo>
                    <a:pt x="7255" y="10413"/>
                  </a:lnTo>
                  <a:lnTo>
                    <a:pt x="49483" y="4755"/>
                  </a:lnTo>
                  <a:lnTo>
                    <a:pt x="921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066531" y="1516823"/>
              <a:ext cx="137452" cy="149878"/>
            </a:xfrm>
            <a:custGeom>
              <a:avLst/>
              <a:pathLst>
                <a:path w="137452" h="149878">
                  <a:moveTo>
                    <a:pt x="136146" y="15930"/>
                  </a:moveTo>
                  <a:lnTo>
                    <a:pt x="132279" y="21496"/>
                  </a:lnTo>
                  <a:lnTo>
                    <a:pt x="128292" y="27232"/>
                  </a:lnTo>
                  <a:lnTo>
                    <a:pt x="124198" y="33124"/>
                  </a:lnTo>
                  <a:lnTo>
                    <a:pt x="119806" y="39445"/>
                  </a:lnTo>
                  <a:lnTo>
                    <a:pt x="115603" y="45494"/>
                  </a:lnTo>
                  <a:lnTo>
                    <a:pt x="111027" y="52078"/>
                  </a:lnTo>
                  <a:lnTo>
                    <a:pt x="106235" y="58975"/>
                  </a:lnTo>
                  <a:lnTo>
                    <a:pt x="101535" y="65738"/>
                  </a:lnTo>
                  <a:lnTo>
                    <a:pt x="96813" y="72533"/>
                  </a:lnTo>
                  <a:lnTo>
                    <a:pt x="92110" y="79301"/>
                  </a:lnTo>
                  <a:lnTo>
                    <a:pt x="87380" y="86109"/>
                  </a:lnTo>
                  <a:lnTo>
                    <a:pt x="82620" y="92958"/>
                  </a:lnTo>
                  <a:lnTo>
                    <a:pt x="78264" y="99227"/>
                  </a:lnTo>
                  <a:lnTo>
                    <a:pt x="73559" y="105998"/>
                  </a:lnTo>
                  <a:lnTo>
                    <a:pt x="68955" y="112624"/>
                  </a:lnTo>
                  <a:lnTo>
                    <a:pt x="64798" y="118606"/>
                  </a:lnTo>
                  <a:lnTo>
                    <a:pt x="59807" y="125789"/>
                  </a:lnTo>
                  <a:lnTo>
                    <a:pt x="55119" y="132535"/>
                  </a:lnTo>
                  <a:lnTo>
                    <a:pt x="50469" y="139227"/>
                  </a:lnTo>
                  <a:lnTo>
                    <a:pt x="45861" y="145858"/>
                  </a:lnTo>
                  <a:lnTo>
                    <a:pt x="43068" y="149878"/>
                  </a:lnTo>
                  <a:lnTo>
                    <a:pt x="38068" y="146557"/>
                  </a:lnTo>
                  <a:lnTo>
                    <a:pt x="31487" y="142185"/>
                  </a:lnTo>
                  <a:lnTo>
                    <a:pt x="24719" y="137689"/>
                  </a:lnTo>
                  <a:lnTo>
                    <a:pt x="18347" y="133456"/>
                  </a:lnTo>
                  <a:lnTo>
                    <a:pt x="11479" y="128893"/>
                  </a:lnTo>
                  <a:lnTo>
                    <a:pt x="5025" y="124606"/>
                  </a:lnTo>
                  <a:lnTo>
                    <a:pt x="0" y="121268"/>
                  </a:lnTo>
                  <a:lnTo>
                    <a:pt x="1288" y="119271"/>
                  </a:lnTo>
                  <a:lnTo>
                    <a:pt x="3511" y="115825"/>
                  </a:lnTo>
                  <a:lnTo>
                    <a:pt x="6563" y="111095"/>
                  </a:lnTo>
                  <a:lnTo>
                    <a:pt x="9768" y="106128"/>
                  </a:lnTo>
                  <a:lnTo>
                    <a:pt x="12876" y="101311"/>
                  </a:lnTo>
                  <a:lnTo>
                    <a:pt x="16232" y="96109"/>
                  </a:lnTo>
                  <a:lnTo>
                    <a:pt x="19585" y="90912"/>
                  </a:lnTo>
                  <a:lnTo>
                    <a:pt x="22956" y="85688"/>
                  </a:lnTo>
                  <a:lnTo>
                    <a:pt x="26097" y="80819"/>
                  </a:lnTo>
                  <a:lnTo>
                    <a:pt x="29680" y="75265"/>
                  </a:lnTo>
                  <a:lnTo>
                    <a:pt x="33010" y="70105"/>
                  </a:lnTo>
                  <a:lnTo>
                    <a:pt x="36450" y="64774"/>
                  </a:lnTo>
                  <a:lnTo>
                    <a:pt x="39952" y="59345"/>
                  </a:lnTo>
                  <a:lnTo>
                    <a:pt x="43609" y="53677"/>
                  </a:lnTo>
                  <a:lnTo>
                    <a:pt x="46698" y="48889"/>
                  </a:lnTo>
                  <a:lnTo>
                    <a:pt x="49799" y="44083"/>
                  </a:lnTo>
                  <a:lnTo>
                    <a:pt x="52999" y="39124"/>
                  </a:lnTo>
                  <a:lnTo>
                    <a:pt x="56558" y="33608"/>
                  </a:lnTo>
                  <a:lnTo>
                    <a:pt x="60074" y="28159"/>
                  </a:lnTo>
                  <a:lnTo>
                    <a:pt x="63209" y="23300"/>
                  </a:lnTo>
                  <a:lnTo>
                    <a:pt x="66466" y="18250"/>
                  </a:lnTo>
                  <a:lnTo>
                    <a:pt x="69253" y="13932"/>
                  </a:lnTo>
                  <a:lnTo>
                    <a:pt x="71896" y="9835"/>
                  </a:lnTo>
                  <a:lnTo>
                    <a:pt x="74199" y="6266"/>
                  </a:lnTo>
                  <a:lnTo>
                    <a:pt x="76512" y="2681"/>
                  </a:lnTo>
                  <a:lnTo>
                    <a:pt x="78242" y="0"/>
                  </a:lnTo>
                  <a:lnTo>
                    <a:pt x="107001" y="3674"/>
                  </a:lnTo>
                  <a:lnTo>
                    <a:pt x="132028" y="8672"/>
                  </a:lnTo>
                  <a:lnTo>
                    <a:pt x="137452" y="1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119820" y="1534548"/>
              <a:ext cx="152889" cy="168903"/>
            </a:xfrm>
            <a:custGeom>
              <a:avLst/>
              <a:pathLst>
                <a:path w="152889" h="168903">
                  <a:moveTo>
                    <a:pt x="2070" y="135387"/>
                  </a:moveTo>
                  <a:lnTo>
                    <a:pt x="5945" y="129852"/>
                  </a:lnTo>
                  <a:lnTo>
                    <a:pt x="10058" y="123977"/>
                  </a:lnTo>
                  <a:lnTo>
                    <a:pt x="14445" y="117711"/>
                  </a:lnTo>
                  <a:lnTo>
                    <a:pt x="19583" y="110370"/>
                  </a:lnTo>
                  <a:lnTo>
                    <a:pt x="24268" y="103678"/>
                  </a:lnTo>
                  <a:lnTo>
                    <a:pt x="29263" y="96544"/>
                  </a:lnTo>
                  <a:lnTo>
                    <a:pt x="33722" y="90174"/>
                  </a:lnTo>
                  <a:lnTo>
                    <a:pt x="38002" y="84061"/>
                  </a:lnTo>
                  <a:lnTo>
                    <a:pt x="42378" y="77811"/>
                  </a:lnTo>
                  <a:lnTo>
                    <a:pt x="47039" y="71152"/>
                  </a:lnTo>
                  <a:lnTo>
                    <a:pt x="51557" y="64699"/>
                  </a:lnTo>
                  <a:lnTo>
                    <a:pt x="56278" y="57955"/>
                  </a:lnTo>
                  <a:lnTo>
                    <a:pt x="60713" y="51620"/>
                  </a:lnTo>
                  <a:lnTo>
                    <a:pt x="64957" y="45558"/>
                  </a:lnTo>
                  <a:lnTo>
                    <a:pt x="68951" y="39853"/>
                  </a:lnTo>
                  <a:lnTo>
                    <a:pt x="73242" y="33722"/>
                  </a:lnTo>
                  <a:lnTo>
                    <a:pt x="77474" y="27677"/>
                  </a:lnTo>
                  <a:lnTo>
                    <a:pt x="81468" y="21972"/>
                  </a:lnTo>
                  <a:lnTo>
                    <a:pt x="85450" y="16285"/>
                  </a:lnTo>
                  <a:lnTo>
                    <a:pt x="90028" y="9746"/>
                  </a:lnTo>
                  <a:lnTo>
                    <a:pt x="94248" y="3717"/>
                  </a:lnTo>
                  <a:lnTo>
                    <a:pt x="96851" y="0"/>
                  </a:lnTo>
                  <a:lnTo>
                    <a:pt x="110409" y="2196"/>
                  </a:lnTo>
                  <a:lnTo>
                    <a:pt x="135714" y="6296"/>
                  </a:lnTo>
                  <a:lnTo>
                    <a:pt x="152889" y="9078"/>
                  </a:lnTo>
                  <a:lnTo>
                    <a:pt x="149534" y="14223"/>
                  </a:lnTo>
                  <a:lnTo>
                    <a:pt x="145251" y="20791"/>
                  </a:lnTo>
                  <a:lnTo>
                    <a:pt x="141893" y="25939"/>
                  </a:lnTo>
                  <a:lnTo>
                    <a:pt x="140876" y="27435"/>
                  </a:lnTo>
                  <a:lnTo>
                    <a:pt x="136174" y="34346"/>
                  </a:lnTo>
                  <a:lnTo>
                    <a:pt x="131340" y="41452"/>
                  </a:lnTo>
                  <a:lnTo>
                    <a:pt x="125778" y="49629"/>
                  </a:lnTo>
                  <a:lnTo>
                    <a:pt x="120401" y="57534"/>
                  </a:lnTo>
                  <a:lnTo>
                    <a:pt x="115309" y="65019"/>
                  </a:lnTo>
                  <a:lnTo>
                    <a:pt x="110504" y="72082"/>
                  </a:lnTo>
                  <a:lnTo>
                    <a:pt x="105430" y="79541"/>
                  </a:lnTo>
                  <a:lnTo>
                    <a:pt x="100170" y="87274"/>
                  </a:lnTo>
                  <a:lnTo>
                    <a:pt x="94965" y="94925"/>
                  </a:lnTo>
                  <a:lnTo>
                    <a:pt x="89275" y="103289"/>
                  </a:lnTo>
                  <a:lnTo>
                    <a:pt x="83347" y="112004"/>
                  </a:lnTo>
                  <a:lnTo>
                    <a:pt x="77294" y="120902"/>
                  </a:lnTo>
                  <a:lnTo>
                    <a:pt x="71964" y="128737"/>
                  </a:lnTo>
                  <a:lnTo>
                    <a:pt x="66330" y="137019"/>
                  </a:lnTo>
                  <a:lnTo>
                    <a:pt x="60615" y="145420"/>
                  </a:lnTo>
                  <a:lnTo>
                    <a:pt x="55575" y="152830"/>
                  </a:lnTo>
                  <a:lnTo>
                    <a:pt x="51178" y="159293"/>
                  </a:lnTo>
                  <a:lnTo>
                    <a:pt x="46948" y="165511"/>
                  </a:lnTo>
                  <a:lnTo>
                    <a:pt x="44641" y="168903"/>
                  </a:lnTo>
                  <a:lnTo>
                    <a:pt x="29066" y="158242"/>
                  </a:lnTo>
                  <a:lnTo>
                    <a:pt x="17901" y="150598"/>
                  </a:lnTo>
                  <a:lnTo>
                    <a:pt x="8355" y="144064"/>
                  </a:lnTo>
                  <a:lnTo>
                    <a:pt x="0" y="1383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176228" y="1563177"/>
              <a:ext cx="141921" cy="176405"/>
            </a:xfrm>
            <a:custGeom>
              <a:avLst/>
              <a:pathLst>
                <a:path w="141921" h="176405">
                  <a:moveTo>
                    <a:pt x="140151" y="29661"/>
                  </a:moveTo>
                  <a:lnTo>
                    <a:pt x="136656" y="35107"/>
                  </a:lnTo>
                  <a:lnTo>
                    <a:pt x="132651" y="41348"/>
                  </a:lnTo>
                  <a:lnTo>
                    <a:pt x="128548" y="47743"/>
                  </a:lnTo>
                  <a:lnTo>
                    <a:pt x="124154" y="54590"/>
                  </a:lnTo>
                  <a:lnTo>
                    <a:pt x="119699" y="61532"/>
                  </a:lnTo>
                  <a:lnTo>
                    <a:pt x="115565" y="67975"/>
                  </a:lnTo>
                  <a:lnTo>
                    <a:pt x="111283" y="74649"/>
                  </a:lnTo>
                  <a:lnTo>
                    <a:pt x="107101" y="81165"/>
                  </a:lnTo>
                  <a:lnTo>
                    <a:pt x="103217" y="87218"/>
                  </a:lnTo>
                  <a:lnTo>
                    <a:pt x="99008" y="93778"/>
                  </a:lnTo>
                  <a:lnTo>
                    <a:pt x="94960" y="100086"/>
                  </a:lnTo>
                  <a:lnTo>
                    <a:pt x="90965" y="106312"/>
                  </a:lnTo>
                  <a:lnTo>
                    <a:pt x="86995" y="112498"/>
                  </a:lnTo>
                  <a:lnTo>
                    <a:pt x="82601" y="119345"/>
                  </a:lnTo>
                  <a:lnTo>
                    <a:pt x="78690" y="125441"/>
                  </a:lnTo>
                  <a:lnTo>
                    <a:pt x="74240" y="132375"/>
                  </a:lnTo>
                  <a:lnTo>
                    <a:pt x="70162" y="138730"/>
                  </a:lnTo>
                  <a:lnTo>
                    <a:pt x="66197" y="144909"/>
                  </a:lnTo>
                  <a:lnTo>
                    <a:pt x="61879" y="151638"/>
                  </a:lnTo>
                  <a:lnTo>
                    <a:pt x="57561" y="158368"/>
                  </a:lnTo>
                  <a:lnTo>
                    <a:pt x="53031" y="165427"/>
                  </a:lnTo>
                  <a:lnTo>
                    <a:pt x="48793" y="172031"/>
                  </a:lnTo>
                  <a:lnTo>
                    <a:pt x="46642" y="175383"/>
                  </a:lnTo>
                  <a:lnTo>
                    <a:pt x="37979" y="176405"/>
                  </a:lnTo>
                  <a:lnTo>
                    <a:pt x="34592" y="173896"/>
                  </a:lnTo>
                  <a:lnTo>
                    <a:pt x="27293" y="168491"/>
                  </a:lnTo>
                  <a:lnTo>
                    <a:pt x="19967" y="163065"/>
                  </a:lnTo>
                  <a:lnTo>
                    <a:pt x="12860" y="157802"/>
                  </a:lnTo>
                  <a:lnTo>
                    <a:pt x="5791" y="152566"/>
                  </a:lnTo>
                  <a:lnTo>
                    <a:pt x="2036" y="149785"/>
                  </a:lnTo>
                  <a:lnTo>
                    <a:pt x="0" y="145074"/>
                  </a:lnTo>
                  <a:lnTo>
                    <a:pt x="861" y="143781"/>
                  </a:lnTo>
                  <a:lnTo>
                    <a:pt x="5122" y="137382"/>
                  </a:lnTo>
                  <a:lnTo>
                    <a:pt x="8776" y="131895"/>
                  </a:lnTo>
                  <a:lnTo>
                    <a:pt x="12217" y="126728"/>
                  </a:lnTo>
                  <a:lnTo>
                    <a:pt x="15960" y="121108"/>
                  </a:lnTo>
                  <a:lnTo>
                    <a:pt x="20168" y="114789"/>
                  </a:lnTo>
                  <a:lnTo>
                    <a:pt x="24216" y="108711"/>
                  </a:lnTo>
                  <a:lnTo>
                    <a:pt x="29025" y="101490"/>
                  </a:lnTo>
                  <a:lnTo>
                    <a:pt x="33181" y="95250"/>
                  </a:lnTo>
                  <a:lnTo>
                    <a:pt x="37468" y="88813"/>
                  </a:lnTo>
                  <a:lnTo>
                    <a:pt x="41814" y="82286"/>
                  </a:lnTo>
                  <a:lnTo>
                    <a:pt x="46111" y="75834"/>
                  </a:lnTo>
                  <a:lnTo>
                    <a:pt x="50894" y="68653"/>
                  </a:lnTo>
                  <a:lnTo>
                    <a:pt x="55348" y="61964"/>
                  </a:lnTo>
                  <a:lnTo>
                    <a:pt x="59855" y="55197"/>
                  </a:lnTo>
                  <a:lnTo>
                    <a:pt x="63840" y="49213"/>
                  </a:lnTo>
                  <a:lnTo>
                    <a:pt x="68115" y="42794"/>
                  </a:lnTo>
                  <a:lnTo>
                    <a:pt x="72320" y="36480"/>
                  </a:lnTo>
                  <a:lnTo>
                    <a:pt x="76917" y="29576"/>
                  </a:lnTo>
                  <a:lnTo>
                    <a:pt x="81298" y="22998"/>
                  </a:lnTo>
                  <a:lnTo>
                    <a:pt x="85306" y="16979"/>
                  </a:lnTo>
                  <a:lnTo>
                    <a:pt x="89208" y="11120"/>
                  </a:lnTo>
                  <a:lnTo>
                    <a:pt x="93698" y="4379"/>
                  </a:lnTo>
                  <a:lnTo>
                    <a:pt x="96614" y="0"/>
                  </a:lnTo>
                  <a:lnTo>
                    <a:pt x="131106" y="20481"/>
                  </a:lnTo>
                  <a:lnTo>
                    <a:pt x="141921" y="26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836646" y="1556163"/>
              <a:ext cx="13419" cy="29543"/>
            </a:xfrm>
            <a:custGeom>
              <a:avLst/>
              <a:pathLst>
                <a:path w="13419" h="29543">
                  <a:moveTo>
                    <a:pt x="8357" y="5398"/>
                  </a:moveTo>
                  <a:lnTo>
                    <a:pt x="13419" y="8668"/>
                  </a:lnTo>
                  <a:lnTo>
                    <a:pt x="10868" y="12636"/>
                  </a:lnTo>
                  <a:lnTo>
                    <a:pt x="7513" y="17855"/>
                  </a:lnTo>
                  <a:lnTo>
                    <a:pt x="4347" y="22780"/>
                  </a:lnTo>
                  <a:lnTo>
                    <a:pt x="855" y="28211"/>
                  </a:lnTo>
                  <a:lnTo>
                    <a:pt x="0" y="295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836646" y="1528495"/>
              <a:ext cx="95984" cy="179342"/>
            </a:xfrm>
            <a:custGeom>
              <a:avLst/>
              <a:pathLst>
                <a:path w="95984" h="179342">
                  <a:moveTo>
                    <a:pt x="92816" y="31053"/>
                  </a:moveTo>
                  <a:lnTo>
                    <a:pt x="89164" y="36888"/>
                  </a:lnTo>
                  <a:lnTo>
                    <a:pt x="85658" y="42489"/>
                  </a:lnTo>
                  <a:lnTo>
                    <a:pt x="81788" y="48673"/>
                  </a:lnTo>
                  <a:lnTo>
                    <a:pt x="78209" y="54390"/>
                  </a:lnTo>
                  <a:lnTo>
                    <a:pt x="74679" y="60030"/>
                  </a:lnTo>
                  <a:lnTo>
                    <a:pt x="70695" y="66396"/>
                  </a:lnTo>
                  <a:lnTo>
                    <a:pt x="67086" y="72161"/>
                  </a:lnTo>
                  <a:lnTo>
                    <a:pt x="63205" y="78362"/>
                  </a:lnTo>
                  <a:lnTo>
                    <a:pt x="59267" y="84653"/>
                  </a:lnTo>
                  <a:lnTo>
                    <a:pt x="55529" y="90625"/>
                  </a:lnTo>
                  <a:lnTo>
                    <a:pt x="51340" y="97318"/>
                  </a:lnTo>
                  <a:lnTo>
                    <a:pt x="46965" y="104307"/>
                  </a:lnTo>
                  <a:lnTo>
                    <a:pt x="42614" y="111259"/>
                  </a:lnTo>
                  <a:lnTo>
                    <a:pt x="38130" y="118423"/>
                  </a:lnTo>
                  <a:lnTo>
                    <a:pt x="33357" y="126048"/>
                  </a:lnTo>
                  <a:lnTo>
                    <a:pt x="28527" y="133765"/>
                  </a:lnTo>
                  <a:lnTo>
                    <a:pt x="24221" y="140646"/>
                  </a:lnTo>
                  <a:lnTo>
                    <a:pt x="20161" y="147132"/>
                  </a:lnTo>
                  <a:lnTo>
                    <a:pt x="16451" y="153058"/>
                  </a:lnTo>
                  <a:lnTo>
                    <a:pt x="12472" y="159415"/>
                  </a:lnTo>
                  <a:lnTo>
                    <a:pt x="8526" y="165719"/>
                  </a:lnTo>
                  <a:lnTo>
                    <a:pt x="4567" y="172046"/>
                  </a:lnTo>
                  <a:lnTo>
                    <a:pt x="0" y="179342"/>
                  </a:lnTo>
                  <a:lnTo>
                    <a:pt x="0" y="79558"/>
                  </a:lnTo>
                  <a:lnTo>
                    <a:pt x="2282" y="76076"/>
                  </a:lnTo>
                  <a:lnTo>
                    <a:pt x="5378" y="71352"/>
                  </a:lnTo>
                  <a:lnTo>
                    <a:pt x="8441" y="66679"/>
                  </a:lnTo>
                  <a:lnTo>
                    <a:pt x="11598" y="61863"/>
                  </a:lnTo>
                  <a:lnTo>
                    <a:pt x="14980" y="56702"/>
                  </a:lnTo>
                  <a:lnTo>
                    <a:pt x="18133" y="51891"/>
                  </a:lnTo>
                  <a:lnTo>
                    <a:pt x="21942" y="46081"/>
                  </a:lnTo>
                  <a:lnTo>
                    <a:pt x="25757" y="40260"/>
                  </a:lnTo>
                  <a:lnTo>
                    <a:pt x="29205" y="34998"/>
                  </a:lnTo>
                  <a:lnTo>
                    <a:pt x="32938" y="29303"/>
                  </a:lnTo>
                  <a:lnTo>
                    <a:pt x="36985" y="23129"/>
                  </a:lnTo>
                  <a:lnTo>
                    <a:pt x="40773" y="17530"/>
                  </a:lnTo>
                  <a:lnTo>
                    <a:pt x="43948" y="12837"/>
                  </a:lnTo>
                  <a:lnTo>
                    <a:pt x="47244" y="7965"/>
                  </a:lnTo>
                  <a:lnTo>
                    <a:pt x="50653" y="2927"/>
                  </a:lnTo>
                  <a:lnTo>
                    <a:pt x="52633" y="0"/>
                  </a:lnTo>
                  <a:lnTo>
                    <a:pt x="64687" y="216"/>
                  </a:lnTo>
                  <a:lnTo>
                    <a:pt x="69033" y="3038"/>
                  </a:lnTo>
                  <a:lnTo>
                    <a:pt x="79759" y="10001"/>
                  </a:lnTo>
                  <a:lnTo>
                    <a:pt x="88637" y="15765"/>
                  </a:lnTo>
                  <a:lnTo>
                    <a:pt x="95984" y="20535"/>
                  </a:lnTo>
                  <a:lnTo>
                    <a:pt x="95023" y="24136"/>
                  </a:lnTo>
                  <a:lnTo>
                    <a:pt x="93446" y="300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842483" y="1569134"/>
              <a:ext cx="140688" cy="178369"/>
            </a:xfrm>
            <a:custGeom>
              <a:avLst/>
              <a:pathLst>
                <a:path w="140688" h="178369">
                  <a:moveTo>
                    <a:pt x="137662" y="34487"/>
                  </a:moveTo>
                  <a:lnTo>
                    <a:pt x="132692" y="42136"/>
                  </a:lnTo>
                  <a:lnTo>
                    <a:pt x="128366" y="48793"/>
                  </a:lnTo>
                  <a:lnTo>
                    <a:pt x="124342" y="54986"/>
                  </a:lnTo>
                  <a:lnTo>
                    <a:pt x="120388" y="61072"/>
                  </a:lnTo>
                  <a:lnTo>
                    <a:pt x="116434" y="67157"/>
                  </a:lnTo>
                  <a:lnTo>
                    <a:pt x="112546" y="73141"/>
                  </a:lnTo>
                  <a:lnTo>
                    <a:pt x="108760" y="78968"/>
                  </a:lnTo>
                  <a:lnTo>
                    <a:pt x="104604" y="85365"/>
                  </a:lnTo>
                  <a:lnTo>
                    <a:pt x="101054" y="90828"/>
                  </a:lnTo>
                  <a:lnTo>
                    <a:pt x="97065" y="96967"/>
                  </a:lnTo>
                  <a:lnTo>
                    <a:pt x="93348" y="102689"/>
                  </a:lnTo>
                  <a:lnTo>
                    <a:pt x="89426" y="108724"/>
                  </a:lnTo>
                  <a:lnTo>
                    <a:pt x="85877" y="114186"/>
                  </a:lnTo>
                  <a:lnTo>
                    <a:pt x="81854" y="120377"/>
                  </a:lnTo>
                  <a:lnTo>
                    <a:pt x="78244" y="125934"/>
                  </a:lnTo>
                  <a:lnTo>
                    <a:pt x="74648" y="131469"/>
                  </a:lnTo>
                  <a:lnTo>
                    <a:pt x="70767" y="137441"/>
                  </a:lnTo>
                  <a:lnTo>
                    <a:pt x="66948" y="143319"/>
                  </a:lnTo>
                  <a:lnTo>
                    <a:pt x="62851" y="149624"/>
                  </a:lnTo>
                  <a:lnTo>
                    <a:pt x="58530" y="156274"/>
                  </a:lnTo>
                  <a:lnTo>
                    <a:pt x="54326" y="162745"/>
                  </a:lnTo>
                  <a:lnTo>
                    <a:pt x="50149" y="169173"/>
                  </a:lnTo>
                  <a:lnTo>
                    <a:pt x="46005" y="175551"/>
                  </a:lnTo>
                  <a:lnTo>
                    <a:pt x="44174" y="178369"/>
                  </a:lnTo>
                  <a:lnTo>
                    <a:pt x="41290" y="176401"/>
                  </a:lnTo>
                  <a:lnTo>
                    <a:pt x="36057" y="172829"/>
                  </a:lnTo>
                  <a:lnTo>
                    <a:pt x="30620" y="169118"/>
                  </a:lnTo>
                  <a:lnTo>
                    <a:pt x="25183" y="165408"/>
                  </a:lnTo>
                  <a:lnTo>
                    <a:pt x="19746" y="161697"/>
                  </a:lnTo>
                  <a:lnTo>
                    <a:pt x="13598" y="157501"/>
                  </a:lnTo>
                  <a:lnTo>
                    <a:pt x="7781" y="153531"/>
                  </a:lnTo>
                  <a:lnTo>
                    <a:pt x="2675" y="150046"/>
                  </a:lnTo>
                  <a:lnTo>
                    <a:pt x="0" y="148220"/>
                  </a:lnTo>
                  <a:lnTo>
                    <a:pt x="1752" y="145580"/>
                  </a:lnTo>
                  <a:lnTo>
                    <a:pt x="5333" y="140185"/>
                  </a:lnTo>
                  <a:lnTo>
                    <a:pt x="9102" y="134508"/>
                  </a:lnTo>
                  <a:lnTo>
                    <a:pt x="12991" y="128650"/>
                  </a:lnTo>
                  <a:lnTo>
                    <a:pt x="16895" y="122768"/>
                  </a:lnTo>
                  <a:lnTo>
                    <a:pt x="20686" y="117058"/>
                  </a:lnTo>
                  <a:lnTo>
                    <a:pt x="24140" y="111855"/>
                  </a:lnTo>
                  <a:lnTo>
                    <a:pt x="27938" y="106135"/>
                  </a:lnTo>
                  <a:lnTo>
                    <a:pt x="31886" y="100187"/>
                  </a:lnTo>
                  <a:lnTo>
                    <a:pt x="35691" y="94455"/>
                  </a:lnTo>
                  <a:lnTo>
                    <a:pt x="39418" y="88841"/>
                  </a:lnTo>
                  <a:lnTo>
                    <a:pt x="42775" y="83783"/>
                  </a:lnTo>
                  <a:lnTo>
                    <a:pt x="45985" y="78948"/>
                  </a:lnTo>
                  <a:lnTo>
                    <a:pt x="49233" y="74055"/>
                  </a:lnTo>
                  <a:lnTo>
                    <a:pt x="53041" y="68319"/>
                  </a:lnTo>
                  <a:lnTo>
                    <a:pt x="56752" y="62729"/>
                  </a:lnTo>
                  <a:lnTo>
                    <a:pt x="60383" y="57259"/>
                  </a:lnTo>
                  <a:lnTo>
                    <a:pt x="64317" y="51334"/>
                  </a:lnTo>
                  <a:lnTo>
                    <a:pt x="68294" y="45342"/>
                  </a:lnTo>
                  <a:lnTo>
                    <a:pt x="72234" y="39408"/>
                  </a:lnTo>
                  <a:lnTo>
                    <a:pt x="76148" y="33511"/>
                  </a:lnTo>
                  <a:lnTo>
                    <a:pt x="79722" y="28127"/>
                  </a:lnTo>
                  <a:lnTo>
                    <a:pt x="83558" y="22349"/>
                  </a:lnTo>
                  <a:lnTo>
                    <a:pt x="87301" y="16710"/>
                  </a:lnTo>
                  <a:lnTo>
                    <a:pt x="91441" y="10474"/>
                  </a:lnTo>
                  <a:lnTo>
                    <a:pt x="98394" y="0"/>
                  </a:lnTo>
                  <a:lnTo>
                    <a:pt x="103241" y="3418"/>
                  </a:lnTo>
                  <a:lnTo>
                    <a:pt x="110431" y="8489"/>
                  </a:lnTo>
                  <a:lnTo>
                    <a:pt x="117047" y="13156"/>
                  </a:lnTo>
                  <a:lnTo>
                    <a:pt x="123130" y="17446"/>
                  </a:lnTo>
                  <a:lnTo>
                    <a:pt x="129311" y="21806"/>
                  </a:lnTo>
                  <a:lnTo>
                    <a:pt x="135732" y="26335"/>
                  </a:lnTo>
                  <a:lnTo>
                    <a:pt x="140688" y="29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1897279" y="1605745"/>
              <a:ext cx="140026" cy="179636"/>
            </a:xfrm>
            <a:custGeom>
              <a:avLst/>
              <a:pathLst>
                <a:path w="140026" h="179636">
                  <a:moveTo>
                    <a:pt x="136419" y="35131"/>
                  </a:moveTo>
                  <a:lnTo>
                    <a:pt x="132449" y="41290"/>
                  </a:lnTo>
                  <a:lnTo>
                    <a:pt x="128785" y="46974"/>
                  </a:lnTo>
                  <a:lnTo>
                    <a:pt x="125092" y="52704"/>
                  </a:lnTo>
                  <a:lnTo>
                    <a:pt x="121090" y="58912"/>
                  </a:lnTo>
                  <a:lnTo>
                    <a:pt x="117491" y="64496"/>
                  </a:lnTo>
                  <a:lnTo>
                    <a:pt x="113526" y="70648"/>
                  </a:lnTo>
                  <a:lnTo>
                    <a:pt x="109763" y="76485"/>
                  </a:lnTo>
                  <a:lnTo>
                    <a:pt x="105762" y="82693"/>
                  </a:lnTo>
                  <a:lnTo>
                    <a:pt x="101594" y="89159"/>
                  </a:lnTo>
                  <a:lnTo>
                    <a:pt x="97427" y="95624"/>
                  </a:lnTo>
                  <a:lnTo>
                    <a:pt x="93157" y="102250"/>
                  </a:lnTo>
                  <a:lnTo>
                    <a:pt x="89157" y="108455"/>
                  </a:lnTo>
                  <a:lnTo>
                    <a:pt x="85123" y="114713"/>
                  </a:lnTo>
                  <a:lnTo>
                    <a:pt x="80954" y="121182"/>
                  </a:lnTo>
                  <a:lnTo>
                    <a:pt x="76653" y="127855"/>
                  </a:lnTo>
                  <a:lnTo>
                    <a:pt x="72953" y="133596"/>
                  </a:lnTo>
                  <a:lnTo>
                    <a:pt x="69089" y="139590"/>
                  </a:lnTo>
                  <a:lnTo>
                    <a:pt x="65124" y="145741"/>
                  </a:lnTo>
                  <a:lnTo>
                    <a:pt x="61493" y="151375"/>
                  </a:lnTo>
                  <a:lnTo>
                    <a:pt x="58400" y="156173"/>
                  </a:lnTo>
                  <a:lnTo>
                    <a:pt x="55294" y="160992"/>
                  </a:lnTo>
                  <a:lnTo>
                    <a:pt x="51946" y="166185"/>
                  </a:lnTo>
                  <a:lnTo>
                    <a:pt x="48618" y="171349"/>
                  </a:lnTo>
                  <a:lnTo>
                    <a:pt x="45574" y="176072"/>
                  </a:lnTo>
                  <a:lnTo>
                    <a:pt x="43277" y="179636"/>
                  </a:lnTo>
                  <a:lnTo>
                    <a:pt x="38998" y="176727"/>
                  </a:lnTo>
                  <a:lnTo>
                    <a:pt x="32254" y="172140"/>
                  </a:lnTo>
                  <a:lnTo>
                    <a:pt x="24868" y="167118"/>
                  </a:lnTo>
                  <a:lnTo>
                    <a:pt x="17817" y="162323"/>
                  </a:lnTo>
                  <a:lnTo>
                    <a:pt x="10432" y="157301"/>
                  </a:lnTo>
                  <a:lnTo>
                    <a:pt x="3504" y="152589"/>
                  </a:lnTo>
                  <a:lnTo>
                    <a:pt x="0" y="150206"/>
                  </a:lnTo>
                  <a:lnTo>
                    <a:pt x="1605" y="147716"/>
                  </a:lnTo>
                  <a:lnTo>
                    <a:pt x="4966" y="142501"/>
                  </a:lnTo>
                  <a:lnTo>
                    <a:pt x="9161" y="135993"/>
                  </a:lnTo>
                  <a:lnTo>
                    <a:pt x="13487" y="129282"/>
                  </a:lnTo>
                  <a:lnTo>
                    <a:pt x="18331" y="121767"/>
                  </a:lnTo>
                  <a:lnTo>
                    <a:pt x="22660" y="115050"/>
                  </a:lnTo>
                  <a:lnTo>
                    <a:pt x="26717" y="108756"/>
                  </a:lnTo>
                  <a:lnTo>
                    <a:pt x="30622" y="102699"/>
                  </a:lnTo>
                  <a:lnTo>
                    <a:pt x="34817" y="96191"/>
                  </a:lnTo>
                  <a:lnTo>
                    <a:pt x="38984" y="89726"/>
                  </a:lnTo>
                  <a:lnTo>
                    <a:pt x="42830" y="83760"/>
                  </a:lnTo>
                  <a:lnTo>
                    <a:pt x="46837" y="77543"/>
                  </a:lnTo>
                  <a:lnTo>
                    <a:pt x="50953" y="71158"/>
                  </a:lnTo>
                  <a:lnTo>
                    <a:pt x="55010" y="64864"/>
                  </a:lnTo>
                  <a:lnTo>
                    <a:pt x="58936" y="58773"/>
                  </a:lnTo>
                  <a:lnTo>
                    <a:pt x="63105" y="52304"/>
                  </a:lnTo>
                  <a:lnTo>
                    <a:pt x="67192" y="45965"/>
                  </a:lnTo>
                  <a:lnTo>
                    <a:pt x="71306" y="39582"/>
                  </a:lnTo>
                  <a:lnTo>
                    <a:pt x="75530" y="33029"/>
                  </a:lnTo>
                  <a:lnTo>
                    <a:pt x="79644" y="26646"/>
                  </a:lnTo>
                  <a:lnTo>
                    <a:pt x="84029" y="19844"/>
                  </a:lnTo>
                  <a:lnTo>
                    <a:pt x="88463" y="12965"/>
                  </a:lnTo>
                  <a:lnTo>
                    <a:pt x="96820" y="0"/>
                  </a:lnTo>
                  <a:lnTo>
                    <a:pt x="100306" y="2382"/>
                  </a:lnTo>
                  <a:lnTo>
                    <a:pt x="106197" y="6409"/>
                  </a:lnTo>
                  <a:lnTo>
                    <a:pt x="111733" y="10193"/>
                  </a:lnTo>
                  <a:lnTo>
                    <a:pt x="116811" y="13665"/>
                  </a:lnTo>
                  <a:lnTo>
                    <a:pt x="121611" y="16946"/>
                  </a:lnTo>
                  <a:lnTo>
                    <a:pt x="126537" y="20313"/>
                  </a:lnTo>
                  <a:lnTo>
                    <a:pt x="131488" y="23697"/>
                  </a:lnTo>
                  <a:lnTo>
                    <a:pt x="136287" y="26978"/>
                  </a:lnTo>
                  <a:lnTo>
                    <a:pt x="140026" y="295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1954862" y="1648936"/>
              <a:ext cx="144362" cy="177832"/>
            </a:xfrm>
            <a:custGeom>
              <a:avLst/>
              <a:pathLst>
                <a:path w="144362" h="177832">
                  <a:moveTo>
                    <a:pt x="142052" y="35741"/>
                  </a:moveTo>
                  <a:lnTo>
                    <a:pt x="139779" y="39180"/>
                  </a:lnTo>
                  <a:lnTo>
                    <a:pt x="137181" y="43111"/>
                  </a:lnTo>
                  <a:lnTo>
                    <a:pt x="134006" y="47914"/>
                  </a:lnTo>
                  <a:lnTo>
                    <a:pt x="130944" y="52547"/>
                  </a:lnTo>
                  <a:lnTo>
                    <a:pt x="127521" y="57725"/>
                  </a:lnTo>
                  <a:lnTo>
                    <a:pt x="124543" y="62231"/>
                  </a:lnTo>
                  <a:lnTo>
                    <a:pt x="121308" y="67124"/>
                  </a:lnTo>
                  <a:lnTo>
                    <a:pt x="118273" y="71717"/>
                  </a:lnTo>
                  <a:lnTo>
                    <a:pt x="115756" y="75524"/>
                  </a:lnTo>
                  <a:lnTo>
                    <a:pt x="113156" y="79458"/>
                  </a:lnTo>
                  <a:lnTo>
                    <a:pt x="110394" y="83636"/>
                  </a:lnTo>
                  <a:lnTo>
                    <a:pt x="107659" y="87774"/>
                  </a:lnTo>
                  <a:lnTo>
                    <a:pt x="104840" y="92040"/>
                  </a:lnTo>
                  <a:lnTo>
                    <a:pt x="102100" y="96185"/>
                  </a:lnTo>
                  <a:lnTo>
                    <a:pt x="99557" y="100032"/>
                  </a:lnTo>
                  <a:lnTo>
                    <a:pt x="96822" y="104170"/>
                  </a:lnTo>
                  <a:lnTo>
                    <a:pt x="93976" y="108475"/>
                  </a:lnTo>
                  <a:lnTo>
                    <a:pt x="91157" y="112740"/>
                  </a:lnTo>
                  <a:lnTo>
                    <a:pt x="88062" y="117423"/>
                  </a:lnTo>
                  <a:lnTo>
                    <a:pt x="85141" y="121842"/>
                  </a:lnTo>
                  <a:lnTo>
                    <a:pt x="81387" y="127521"/>
                  </a:lnTo>
                  <a:lnTo>
                    <a:pt x="77996" y="132652"/>
                  </a:lnTo>
                  <a:lnTo>
                    <a:pt x="74933" y="137285"/>
                  </a:lnTo>
                  <a:lnTo>
                    <a:pt x="71564" y="142382"/>
                  </a:lnTo>
                  <a:lnTo>
                    <a:pt x="68363" y="147226"/>
                  </a:lnTo>
                  <a:lnTo>
                    <a:pt x="65161" y="152069"/>
                  </a:lnTo>
                  <a:lnTo>
                    <a:pt x="62289" y="156414"/>
                  </a:lnTo>
                  <a:lnTo>
                    <a:pt x="59605" y="160475"/>
                  </a:lnTo>
                  <a:lnTo>
                    <a:pt x="56951" y="164490"/>
                  </a:lnTo>
                  <a:lnTo>
                    <a:pt x="54233" y="168602"/>
                  </a:lnTo>
                  <a:lnTo>
                    <a:pt x="51770" y="172329"/>
                  </a:lnTo>
                  <a:lnTo>
                    <a:pt x="49410" y="175899"/>
                  </a:lnTo>
                  <a:lnTo>
                    <a:pt x="48133" y="177832"/>
                  </a:lnTo>
                  <a:lnTo>
                    <a:pt x="43002" y="175259"/>
                  </a:lnTo>
                  <a:lnTo>
                    <a:pt x="37073" y="172285"/>
                  </a:lnTo>
                  <a:lnTo>
                    <a:pt x="30663" y="169070"/>
                  </a:lnTo>
                  <a:lnTo>
                    <a:pt x="24424" y="165941"/>
                  </a:lnTo>
                  <a:lnTo>
                    <a:pt x="18414" y="162927"/>
                  </a:lnTo>
                  <a:lnTo>
                    <a:pt x="12441" y="159932"/>
                  </a:lnTo>
                  <a:lnTo>
                    <a:pt x="6032" y="156718"/>
                  </a:lnTo>
                  <a:lnTo>
                    <a:pt x="0" y="153692"/>
                  </a:lnTo>
                  <a:lnTo>
                    <a:pt x="1719" y="150974"/>
                  </a:lnTo>
                  <a:lnTo>
                    <a:pt x="4449" y="146658"/>
                  </a:lnTo>
                  <a:lnTo>
                    <a:pt x="7578" y="141712"/>
                  </a:lnTo>
                  <a:lnTo>
                    <a:pt x="10256" y="137478"/>
                  </a:lnTo>
                  <a:lnTo>
                    <a:pt x="13418" y="132478"/>
                  </a:lnTo>
                  <a:lnTo>
                    <a:pt x="16431" y="127715"/>
                  </a:lnTo>
                  <a:lnTo>
                    <a:pt x="20037" y="122014"/>
                  </a:lnTo>
                  <a:lnTo>
                    <a:pt x="23584" y="116407"/>
                  </a:lnTo>
                  <a:lnTo>
                    <a:pt x="27536" y="110159"/>
                  </a:lnTo>
                  <a:lnTo>
                    <a:pt x="30874" y="104881"/>
                  </a:lnTo>
                  <a:lnTo>
                    <a:pt x="34340" y="99402"/>
                  </a:lnTo>
                  <a:lnTo>
                    <a:pt x="38196" y="93305"/>
                  </a:lnTo>
                  <a:lnTo>
                    <a:pt x="41331" y="88349"/>
                  </a:lnTo>
                  <a:lnTo>
                    <a:pt x="44780" y="82897"/>
                  </a:lnTo>
                  <a:lnTo>
                    <a:pt x="47966" y="77860"/>
                  </a:lnTo>
                  <a:lnTo>
                    <a:pt x="51165" y="72802"/>
                  </a:lnTo>
                  <a:lnTo>
                    <a:pt x="54270" y="67894"/>
                  </a:lnTo>
                  <a:lnTo>
                    <a:pt x="57761" y="62374"/>
                  </a:lnTo>
                  <a:lnTo>
                    <a:pt x="61125" y="57056"/>
                  </a:lnTo>
                  <a:lnTo>
                    <a:pt x="64639" y="51501"/>
                  </a:lnTo>
                  <a:lnTo>
                    <a:pt x="67906" y="46335"/>
                  </a:lnTo>
                  <a:lnTo>
                    <a:pt x="71036" y="41387"/>
                  </a:lnTo>
                  <a:lnTo>
                    <a:pt x="74814" y="35415"/>
                  </a:lnTo>
                  <a:lnTo>
                    <a:pt x="78241" y="29996"/>
                  </a:lnTo>
                  <a:lnTo>
                    <a:pt x="81796" y="24377"/>
                  </a:lnTo>
                  <a:lnTo>
                    <a:pt x="85293" y="18847"/>
                  </a:lnTo>
                  <a:lnTo>
                    <a:pt x="88685" y="13485"/>
                  </a:lnTo>
                  <a:lnTo>
                    <a:pt x="92141" y="8022"/>
                  </a:lnTo>
                  <a:lnTo>
                    <a:pt x="95256" y="3096"/>
                  </a:lnTo>
                  <a:lnTo>
                    <a:pt x="97215" y="0"/>
                  </a:lnTo>
                  <a:lnTo>
                    <a:pt x="102174" y="3391"/>
                  </a:lnTo>
                  <a:lnTo>
                    <a:pt x="107687" y="7162"/>
                  </a:lnTo>
                  <a:lnTo>
                    <a:pt x="113629" y="11226"/>
                  </a:lnTo>
                  <a:lnTo>
                    <a:pt x="119996" y="15581"/>
                  </a:lnTo>
                  <a:lnTo>
                    <a:pt x="126698" y="20165"/>
                  </a:lnTo>
                  <a:lnTo>
                    <a:pt x="132791" y="24333"/>
                  </a:lnTo>
                  <a:lnTo>
                    <a:pt x="139310" y="28791"/>
                  </a:lnTo>
                  <a:lnTo>
                    <a:pt x="144362" y="322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061326" y="1691570"/>
              <a:ext cx="166476" cy="154714"/>
            </a:xfrm>
            <a:custGeom>
              <a:avLst/>
              <a:pathLst>
                <a:path w="166476" h="154714">
                  <a:moveTo>
                    <a:pt x="121319" y="154714"/>
                  </a:moveTo>
                  <a:lnTo>
                    <a:pt x="99506" y="140779"/>
                  </a:lnTo>
                  <a:lnTo>
                    <a:pt x="96265" y="138709"/>
                  </a:lnTo>
                  <a:lnTo>
                    <a:pt x="94095" y="137322"/>
                  </a:lnTo>
                  <a:lnTo>
                    <a:pt x="64603" y="118483"/>
                  </a:lnTo>
                  <a:lnTo>
                    <a:pt x="56558" y="113344"/>
                  </a:lnTo>
                  <a:lnTo>
                    <a:pt x="56304" y="113181"/>
                  </a:lnTo>
                  <a:lnTo>
                    <a:pt x="1314" y="78053"/>
                  </a:lnTo>
                  <a:lnTo>
                    <a:pt x="0" y="77213"/>
                  </a:lnTo>
                  <a:lnTo>
                    <a:pt x="1228" y="75437"/>
                  </a:lnTo>
                  <a:lnTo>
                    <a:pt x="2958" y="72936"/>
                  </a:lnTo>
                  <a:lnTo>
                    <a:pt x="27256" y="37817"/>
                  </a:lnTo>
                  <a:lnTo>
                    <a:pt x="53420" y="0"/>
                  </a:lnTo>
                  <a:lnTo>
                    <a:pt x="107296" y="37888"/>
                  </a:lnTo>
                  <a:lnTo>
                    <a:pt x="166476" y="79507"/>
                  </a:lnTo>
                  <a:lnTo>
                    <a:pt x="144059" y="116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139627" y="1913662"/>
              <a:ext cx="117304" cy="97255"/>
            </a:xfrm>
            <a:custGeom>
              <a:avLst/>
              <a:pathLst>
                <a:path w="117304" h="97255">
                  <a:moveTo>
                    <a:pt x="85570" y="94207"/>
                  </a:moveTo>
                  <a:lnTo>
                    <a:pt x="75759" y="88998"/>
                  </a:lnTo>
                  <a:lnTo>
                    <a:pt x="66589" y="84129"/>
                  </a:lnTo>
                  <a:lnTo>
                    <a:pt x="57094" y="79088"/>
                  </a:lnTo>
                  <a:lnTo>
                    <a:pt x="45818" y="73102"/>
                  </a:lnTo>
                  <a:lnTo>
                    <a:pt x="35370" y="67555"/>
                  </a:lnTo>
                  <a:lnTo>
                    <a:pt x="25609" y="62373"/>
                  </a:lnTo>
                  <a:lnTo>
                    <a:pt x="15216" y="56855"/>
                  </a:lnTo>
                  <a:lnTo>
                    <a:pt x="6624" y="52293"/>
                  </a:lnTo>
                  <a:lnTo>
                    <a:pt x="0" y="48776"/>
                  </a:lnTo>
                  <a:lnTo>
                    <a:pt x="4987" y="39258"/>
                  </a:lnTo>
                  <a:lnTo>
                    <a:pt x="12248" y="25400"/>
                  </a:lnTo>
                  <a:lnTo>
                    <a:pt x="19020" y="12476"/>
                  </a:lnTo>
                  <a:lnTo>
                    <a:pt x="25558" y="0"/>
                  </a:lnTo>
                  <a:lnTo>
                    <a:pt x="29535" y="2126"/>
                  </a:lnTo>
                  <a:lnTo>
                    <a:pt x="35616" y="5379"/>
                  </a:lnTo>
                  <a:lnTo>
                    <a:pt x="42364" y="8988"/>
                  </a:lnTo>
                  <a:lnTo>
                    <a:pt x="48395" y="12214"/>
                  </a:lnTo>
                  <a:lnTo>
                    <a:pt x="53942" y="15180"/>
                  </a:lnTo>
                  <a:lnTo>
                    <a:pt x="59964" y="18401"/>
                  </a:lnTo>
                  <a:lnTo>
                    <a:pt x="66015" y="21637"/>
                  </a:lnTo>
                  <a:lnTo>
                    <a:pt x="72763" y="25246"/>
                  </a:lnTo>
                  <a:lnTo>
                    <a:pt x="79136" y="28654"/>
                  </a:lnTo>
                  <a:lnTo>
                    <a:pt x="85849" y="32245"/>
                  </a:lnTo>
                  <a:lnTo>
                    <a:pt x="93333" y="36247"/>
                  </a:lnTo>
                  <a:lnTo>
                    <a:pt x="100989" y="40342"/>
                  </a:lnTo>
                  <a:lnTo>
                    <a:pt x="110978" y="45685"/>
                  </a:lnTo>
                  <a:lnTo>
                    <a:pt x="117304" y="49068"/>
                  </a:lnTo>
                  <a:lnTo>
                    <a:pt x="104671" y="72489"/>
                  </a:lnTo>
                  <a:lnTo>
                    <a:pt x="91312" y="972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172818" y="1866461"/>
              <a:ext cx="116423" cy="91951"/>
            </a:xfrm>
            <a:custGeom>
              <a:avLst/>
              <a:pathLst>
                <a:path w="116423" h="91951">
                  <a:moveTo>
                    <a:pt x="102260" y="66070"/>
                  </a:moveTo>
                  <a:lnTo>
                    <a:pt x="86467" y="91951"/>
                  </a:lnTo>
                  <a:lnTo>
                    <a:pt x="79771" y="88233"/>
                  </a:lnTo>
                  <a:lnTo>
                    <a:pt x="66998" y="81142"/>
                  </a:lnTo>
                  <a:lnTo>
                    <a:pt x="55412" y="74709"/>
                  </a:lnTo>
                  <a:lnTo>
                    <a:pt x="43566" y="68131"/>
                  </a:lnTo>
                  <a:lnTo>
                    <a:pt x="30524" y="60890"/>
                  </a:lnTo>
                  <a:lnTo>
                    <a:pt x="18019" y="53948"/>
                  </a:lnTo>
                  <a:lnTo>
                    <a:pt x="0" y="43943"/>
                  </a:lnTo>
                  <a:lnTo>
                    <a:pt x="4582" y="35900"/>
                  </a:lnTo>
                  <a:lnTo>
                    <a:pt x="14533" y="18439"/>
                  </a:lnTo>
                  <a:lnTo>
                    <a:pt x="25041" y="0"/>
                  </a:lnTo>
                  <a:lnTo>
                    <a:pt x="28514" y="1628"/>
                  </a:lnTo>
                  <a:lnTo>
                    <a:pt x="38019" y="6087"/>
                  </a:lnTo>
                  <a:lnTo>
                    <a:pt x="47064" y="10330"/>
                  </a:lnTo>
                  <a:lnTo>
                    <a:pt x="56965" y="14974"/>
                  </a:lnTo>
                  <a:lnTo>
                    <a:pt x="66429" y="19413"/>
                  </a:lnTo>
                  <a:lnTo>
                    <a:pt x="75229" y="23541"/>
                  </a:lnTo>
                  <a:lnTo>
                    <a:pt x="84406" y="27845"/>
                  </a:lnTo>
                  <a:lnTo>
                    <a:pt x="94452" y="32558"/>
                  </a:lnTo>
                  <a:lnTo>
                    <a:pt x="109736" y="39727"/>
                  </a:lnTo>
                  <a:lnTo>
                    <a:pt x="116423" y="42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195982" y="1776143"/>
              <a:ext cx="112416" cy="127634"/>
            </a:xfrm>
            <a:custGeom>
              <a:avLst/>
              <a:pathLst>
                <a:path w="112416" h="127634">
                  <a:moveTo>
                    <a:pt x="92768" y="125776"/>
                  </a:moveTo>
                  <a:lnTo>
                    <a:pt x="83527" y="121242"/>
                  </a:lnTo>
                  <a:lnTo>
                    <a:pt x="75054" y="117085"/>
                  </a:lnTo>
                  <a:lnTo>
                    <a:pt x="65965" y="112626"/>
                  </a:lnTo>
                  <a:lnTo>
                    <a:pt x="56363" y="107916"/>
                  </a:lnTo>
                  <a:lnTo>
                    <a:pt x="45727" y="102698"/>
                  </a:lnTo>
                  <a:lnTo>
                    <a:pt x="35424" y="97644"/>
                  </a:lnTo>
                  <a:lnTo>
                    <a:pt x="24633" y="92350"/>
                  </a:lnTo>
                  <a:lnTo>
                    <a:pt x="14249" y="87256"/>
                  </a:lnTo>
                  <a:lnTo>
                    <a:pt x="4007" y="82231"/>
                  </a:lnTo>
                  <a:lnTo>
                    <a:pt x="0" y="80265"/>
                  </a:lnTo>
                  <a:lnTo>
                    <a:pt x="3162" y="74794"/>
                  </a:lnTo>
                  <a:lnTo>
                    <a:pt x="6898" y="68330"/>
                  </a:lnTo>
                  <a:lnTo>
                    <a:pt x="10566" y="61981"/>
                  </a:lnTo>
                  <a:lnTo>
                    <a:pt x="14429" y="55299"/>
                  </a:lnTo>
                  <a:lnTo>
                    <a:pt x="18487" y="48277"/>
                  </a:lnTo>
                  <a:lnTo>
                    <a:pt x="22823" y="40775"/>
                  </a:lnTo>
                  <a:lnTo>
                    <a:pt x="27172" y="33249"/>
                  </a:lnTo>
                  <a:lnTo>
                    <a:pt x="30876" y="26840"/>
                  </a:lnTo>
                  <a:lnTo>
                    <a:pt x="35121" y="19497"/>
                  </a:lnTo>
                  <a:lnTo>
                    <a:pt x="39656" y="11649"/>
                  </a:lnTo>
                  <a:lnTo>
                    <a:pt x="44472" y="3316"/>
                  </a:lnTo>
                  <a:lnTo>
                    <a:pt x="46389" y="0"/>
                  </a:lnTo>
                  <a:lnTo>
                    <a:pt x="55783" y="6415"/>
                  </a:lnTo>
                  <a:lnTo>
                    <a:pt x="65953" y="13360"/>
                  </a:lnTo>
                  <a:lnTo>
                    <a:pt x="56205" y="35398"/>
                  </a:lnTo>
                  <a:lnTo>
                    <a:pt x="43960" y="63078"/>
                  </a:lnTo>
                  <a:lnTo>
                    <a:pt x="70597" y="75834"/>
                  </a:lnTo>
                  <a:lnTo>
                    <a:pt x="94467" y="87265"/>
                  </a:lnTo>
                  <a:lnTo>
                    <a:pt x="112416" y="101065"/>
                  </a:lnTo>
                  <a:lnTo>
                    <a:pt x="105244" y="113080"/>
                  </a:lnTo>
                  <a:lnTo>
                    <a:pt x="96556" y="127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234649" y="1552358"/>
              <a:ext cx="182704" cy="223506"/>
            </a:xfrm>
            <a:custGeom>
              <a:avLst/>
              <a:pathLst>
                <a:path w="182704" h="223506">
                  <a:moveTo>
                    <a:pt x="114669" y="435"/>
                  </a:moveTo>
                  <a:lnTo>
                    <a:pt x="125197" y="1659"/>
                  </a:lnTo>
                  <a:lnTo>
                    <a:pt x="136277" y="2947"/>
                  </a:lnTo>
                  <a:lnTo>
                    <a:pt x="147190" y="4215"/>
                  </a:lnTo>
                  <a:lnTo>
                    <a:pt x="158091" y="5482"/>
                  </a:lnTo>
                  <a:lnTo>
                    <a:pt x="167435" y="6568"/>
                  </a:lnTo>
                  <a:lnTo>
                    <a:pt x="177065" y="7687"/>
                  </a:lnTo>
                  <a:lnTo>
                    <a:pt x="182071" y="8269"/>
                  </a:lnTo>
                  <a:lnTo>
                    <a:pt x="182704" y="11912"/>
                  </a:lnTo>
                  <a:lnTo>
                    <a:pt x="181838" y="13254"/>
                  </a:lnTo>
                  <a:lnTo>
                    <a:pt x="178683" y="18145"/>
                  </a:lnTo>
                  <a:lnTo>
                    <a:pt x="175102" y="23696"/>
                  </a:lnTo>
                  <a:lnTo>
                    <a:pt x="171262" y="29649"/>
                  </a:lnTo>
                  <a:lnTo>
                    <a:pt x="167093" y="36112"/>
                  </a:lnTo>
                  <a:lnTo>
                    <a:pt x="162953" y="42530"/>
                  </a:lnTo>
                  <a:lnTo>
                    <a:pt x="159031" y="48609"/>
                  </a:lnTo>
                  <a:lnTo>
                    <a:pt x="155124" y="54666"/>
                  </a:lnTo>
                  <a:lnTo>
                    <a:pt x="151506" y="60275"/>
                  </a:lnTo>
                  <a:lnTo>
                    <a:pt x="148126" y="65514"/>
                  </a:lnTo>
                  <a:lnTo>
                    <a:pt x="143250" y="73073"/>
                  </a:lnTo>
                  <a:lnTo>
                    <a:pt x="138241" y="80838"/>
                  </a:lnTo>
                  <a:lnTo>
                    <a:pt x="133075" y="88846"/>
                  </a:lnTo>
                  <a:lnTo>
                    <a:pt x="128070" y="96605"/>
                  </a:lnTo>
                  <a:lnTo>
                    <a:pt x="122958" y="104530"/>
                  </a:lnTo>
                  <a:lnTo>
                    <a:pt x="118168" y="111955"/>
                  </a:lnTo>
                  <a:lnTo>
                    <a:pt x="113007" y="119955"/>
                  </a:lnTo>
                  <a:lnTo>
                    <a:pt x="107786" y="128049"/>
                  </a:lnTo>
                  <a:lnTo>
                    <a:pt x="102002" y="137016"/>
                  </a:lnTo>
                  <a:lnTo>
                    <a:pt x="97472" y="144038"/>
                  </a:lnTo>
                  <a:lnTo>
                    <a:pt x="92892" y="151137"/>
                  </a:lnTo>
                  <a:lnTo>
                    <a:pt x="88191" y="158426"/>
                  </a:lnTo>
                  <a:lnTo>
                    <a:pt x="83323" y="165972"/>
                  </a:lnTo>
                  <a:lnTo>
                    <a:pt x="78360" y="173665"/>
                  </a:lnTo>
                  <a:lnTo>
                    <a:pt x="73826" y="180694"/>
                  </a:lnTo>
                  <a:lnTo>
                    <a:pt x="68947" y="188257"/>
                  </a:lnTo>
                  <a:lnTo>
                    <a:pt x="63482" y="196729"/>
                  </a:lnTo>
                  <a:lnTo>
                    <a:pt x="58375" y="204646"/>
                  </a:lnTo>
                  <a:lnTo>
                    <a:pt x="53288" y="212532"/>
                  </a:lnTo>
                  <a:lnTo>
                    <a:pt x="47701" y="221193"/>
                  </a:lnTo>
                  <a:lnTo>
                    <a:pt x="46209" y="223506"/>
                  </a:lnTo>
                  <a:lnTo>
                    <a:pt x="37090" y="222617"/>
                  </a:lnTo>
                  <a:lnTo>
                    <a:pt x="32215" y="222143"/>
                  </a:lnTo>
                  <a:lnTo>
                    <a:pt x="25393" y="218181"/>
                  </a:lnTo>
                  <a:lnTo>
                    <a:pt x="15736" y="212574"/>
                  </a:lnTo>
                  <a:lnTo>
                    <a:pt x="5391" y="206567"/>
                  </a:lnTo>
                  <a:lnTo>
                    <a:pt x="0" y="203436"/>
                  </a:lnTo>
                  <a:lnTo>
                    <a:pt x="3218" y="198315"/>
                  </a:lnTo>
                  <a:lnTo>
                    <a:pt x="7990" y="190721"/>
                  </a:lnTo>
                  <a:lnTo>
                    <a:pt x="12276" y="183900"/>
                  </a:lnTo>
                  <a:lnTo>
                    <a:pt x="16820" y="176669"/>
                  </a:lnTo>
                  <a:lnTo>
                    <a:pt x="21656" y="168975"/>
                  </a:lnTo>
                  <a:lnTo>
                    <a:pt x="26280" y="161617"/>
                  </a:lnTo>
                  <a:lnTo>
                    <a:pt x="30646" y="154668"/>
                  </a:lnTo>
                  <a:lnTo>
                    <a:pt x="34411" y="148677"/>
                  </a:lnTo>
                  <a:lnTo>
                    <a:pt x="38652" y="141928"/>
                  </a:lnTo>
                  <a:lnTo>
                    <a:pt x="43184" y="134716"/>
                  </a:lnTo>
                  <a:lnTo>
                    <a:pt x="47922" y="127176"/>
                  </a:lnTo>
                  <a:lnTo>
                    <a:pt x="52466" y="119946"/>
                  </a:lnTo>
                  <a:lnTo>
                    <a:pt x="57061" y="112633"/>
                  </a:lnTo>
                  <a:lnTo>
                    <a:pt x="61073" y="106250"/>
                  </a:lnTo>
                  <a:lnTo>
                    <a:pt x="65067" y="99893"/>
                  </a:lnTo>
                  <a:lnTo>
                    <a:pt x="68887" y="93815"/>
                  </a:lnTo>
                  <a:lnTo>
                    <a:pt x="72514" y="88044"/>
                  </a:lnTo>
                  <a:lnTo>
                    <a:pt x="76212" y="82159"/>
                  </a:lnTo>
                  <a:lnTo>
                    <a:pt x="80139" y="75910"/>
                  </a:lnTo>
                  <a:lnTo>
                    <a:pt x="82434" y="72258"/>
                  </a:lnTo>
                  <a:lnTo>
                    <a:pt x="83827" y="69842"/>
                  </a:lnTo>
                  <a:lnTo>
                    <a:pt x="87339" y="63755"/>
                  </a:lnTo>
                  <a:lnTo>
                    <a:pt x="88700" y="61396"/>
                  </a:lnTo>
                  <a:lnTo>
                    <a:pt x="90855" y="56867"/>
                  </a:lnTo>
                  <a:lnTo>
                    <a:pt x="94129" y="49988"/>
                  </a:lnTo>
                  <a:lnTo>
                    <a:pt x="95132" y="47880"/>
                  </a:lnTo>
                  <a:lnTo>
                    <a:pt x="97116" y="42925"/>
                  </a:lnTo>
                  <a:lnTo>
                    <a:pt x="97792" y="41237"/>
                  </a:lnTo>
                  <a:lnTo>
                    <a:pt x="99585" y="36050"/>
                  </a:lnTo>
                  <a:lnTo>
                    <a:pt x="100877" y="32314"/>
                  </a:lnTo>
                  <a:lnTo>
                    <a:pt x="101725" y="29314"/>
                  </a:lnTo>
                  <a:lnTo>
                    <a:pt x="103800" y="21972"/>
                  </a:lnTo>
                  <a:lnTo>
                    <a:pt x="105368" y="15099"/>
                  </a:lnTo>
                  <a:lnTo>
                    <a:pt x="105921" y="13593"/>
                  </a:lnTo>
                  <a:lnTo>
                    <a:pt x="1109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291249" y="1564775"/>
              <a:ext cx="200469" cy="214191"/>
            </a:xfrm>
            <a:custGeom>
              <a:avLst/>
              <a:pathLst>
                <a:path w="200469" h="214191">
                  <a:moveTo>
                    <a:pt x="198669" y="11011"/>
                  </a:moveTo>
                  <a:lnTo>
                    <a:pt x="195253" y="15909"/>
                  </a:lnTo>
                  <a:lnTo>
                    <a:pt x="191879" y="20747"/>
                  </a:lnTo>
                  <a:lnTo>
                    <a:pt x="188724" y="25270"/>
                  </a:lnTo>
                  <a:lnTo>
                    <a:pt x="185608" y="29737"/>
                  </a:lnTo>
                  <a:lnTo>
                    <a:pt x="182186" y="34644"/>
                  </a:lnTo>
                  <a:lnTo>
                    <a:pt x="178297" y="40220"/>
                  </a:lnTo>
                  <a:lnTo>
                    <a:pt x="174498" y="45667"/>
                  </a:lnTo>
                  <a:lnTo>
                    <a:pt x="170421" y="51511"/>
                  </a:lnTo>
                  <a:lnTo>
                    <a:pt x="165887" y="58013"/>
                  </a:lnTo>
                  <a:lnTo>
                    <a:pt x="161493" y="64312"/>
                  </a:lnTo>
                  <a:lnTo>
                    <a:pt x="157042" y="70694"/>
                  </a:lnTo>
                  <a:lnTo>
                    <a:pt x="152265" y="77544"/>
                  </a:lnTo>
                  <a:lnTo>
                    <a:pt x="147204" y="84800"/>
                  </a:lnTo>
                  <a:lnTo>
                    <a:pt x="141784" y="92570"/>
                  </a:lnTo>
                  <a:lnTo>
                    <a:pt x="138667" y="97039"/>
                  </a:lnTo>
                  <a:lnTo>
                    <a:pt x="136939" y="99561"/>
                  </a:lnTo>
                  <a:lnTo>
                    <a:pt x="131595" y="107356"/>
                  </a:lnTo>
                  <a:lnTo>
                    <a:pt x="125903" y="115660"/>
                  </a:lnTo>
                  <a:lnTo>
                    <a:pt x="120518" y="123515"/>
                  </a:lnTo>
                  <a:lnTo>
                    <a:pt x="109778" y="139183"/>
                  </a:lnTo>
                  <a:lnTo>
                    <a:pt x="106795" y="143534"/>
                  </a:lnTo>
                  <a:lnTo>
                    <a:pt x="104339" y="147310"/>
                  </a:lnTo>
                  <a:lnTo>
                    <a:pt x="102211" y="150579"/>
                  </a:lnTo>
                  <a:lnTo>
                    <a:pt x="99279" y="155085"/>
                  </a:lnTo>
                  <a:lnTo>
                    <a:pt x="93951" y="163273"/>
                  </a:lnTo>
                  <a:lnTo>
                    <a:pt x="88444" y="171737"/>
                  </a:lnTo>
                  <a:lnTo>
                    <a:pt x="83355" y="179557"/>
                  </a:lnTo>
                  <a:lnTo>
                    <a:pt x="77599" y="188404"/>
                  </a:lnTo>
                  <a:lnTo>
                    <a:pt x="72913" y="195605"/>
                  </a:lnTo>
                  <a:lnTo>
                    <a:pt x="68526" y="202346"/>
                  </a:lnTo>
                  <a:lnTo>
                    <a:pt x="63796" y="209615"/>
                  </a:lnTo>
                  <a:lnTo>
                    <a:pt x="60818" y="214191"/>
                  </a:lnTo>
                  <a:lnTo>
                    <a:pt x="48930" y="213605"/>
                  </a:lnTo>
                  <a:lnTo>
                    <a:pt x="14834" y="211924"/>
                  </a:lnTo>
                  <a:lnTo>
                    <a:pt x="0" y="211192"/>
                  </a:lnTo>
                  <a:lnTo>
                    <a:pt x="2608" y="207202"/>
                  </a:lnTo>
                  <a:lnTo>
                    <a:pt x="6737" y="200888"/>
                  </a:lnTo>
                  <a:lnTo>
                    <a:pt x="10919" y="194491"/>
                  </a:lnTo>
                  <a:lnTo>
                    <a:pt x="14993" y="188261"/>
                  </a:lnTo>
                  <a:lnTo>
                    <a:pt x="19393" y="181532"/>
                  </a:lnTo>
                  <a:lnTo>
                    <a:pt x="24091" y="174345"/>
                  </a:lnTo>
                  <a:lnTo>
                    <a:pt x="28491" y="167617"/>
                  </a:lnTo>
                  <a:lnTo>
                    <a:pt x="32782" y="161054"/>
                  </a:lnTo>
                  <a:lnTo>
                    <a:pt x="36713" y="155042"/>
                  </a:lnTo>
                  <a:lnTo>
                    <a:pt x="40787" y="148811"/>
                  </a:lnTo>
                  <a:lnTo>
                    <a:pt x="44739" y="142767"/>
                  </a:lnTo>
                  <a:lnTo>
                    <a:pt x="48548" y="136942"/>
                  </a:lnTo>
                  <a:lnTo>
                    <a:pt x="52051" y="131583"/>
                  </a:lnTo>
                  <a:lnTo>
                    <a:pt x="55921" y="125664"/>
                  </a:lnTo>
                  <a:lnTo>
                    <a:pt x="59526" y="120151"/>
                  </a:lnTo>
                  <a:lnTo>
                    <a:pt x="62969" y="114885"/>
                  </a:lnTo>
                  <a:lnTo>
                    <a:pt x="66351" y="109714"/>
                  </a:lnTo>
                  <a:lnTo>
                    <a:pt x="70404" y="103514"/>
                  </a:lnTo>
                  <a:lnTo>
                    <a:pt x="74478" y="97284"/>
                  </a:lnTo>
                  <a:lnTo>
                    <a:pt x="78485" y="91156"/>
                  </a:lnTo>
                  <a:lnTo>
                    <a:pt x="83502" y="83482"/>
                  </a:lnTo>
                  <a:lnTo>
                    <a:pt x="88554" y="75756"/>
                  </a:lnTo>
                  <a:lnTo>
                    <a:pt x="92933" y="69059"/>
                  </a:lnTo>
                  <a:lnTo>
                    <a:pt x="97740" y="61706"/>
                  </a:lnTo>
                  <a:lnTo>
                    <a:pt x="102377" y="54614"/>
                  </a:lnTo>
                  <a:lnTo>
                    <a:pt x="107089" y="47408"/>
                  </a:lnTo>
                  <a:lnTo>
                    <a:pt x="111510" y="40647"/>
                  </a:lnTo>
                  <a:lnTo>
                    <a:pt x="116248" y="33399"/>
                  </a:lnTo>
                  <a:lnTo>
                    <a:pt x="120614" y="26722"/>
                  </a:lnTo>
                  <a:lnTo>
                    <a:pt x="124587" y="20646"/>
                  </a:lnTo>
                  <a:lnTo>
                    <a:pt x="128864" y="14105"/>
                  </a:lnTo>
                  <a:lnTo>
                    <a:pt x="133427" y="7126"/>
                  </a:lnTo>
                  <a:lnTo>
                    <a:pt x="138087" y="0"/>
                  </a:lnTo>
                  <a:lnTo>
                    <a:pt x="149847" y="1423"/>
                  </a:lnTo>
                  <a:lnTo>
                    <a:pt x="183763" y="5529"/>
                  </a:lnTo>
                  <a:lnTo>
                    <a:pt x="200469" y="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359790" y="1573960"/>
              <a:ext cx="195542" cy="211964"/>
            </a:xfrm>
            <a:custGeom>
              <a:avLst/>
              <a:pathLst>
                <a:path w="195542" h="211964">
                  <a:moveTo>
                    <a:pt x="192667" y="8331"/>
                  </a:moveTo>
                  <a:lnTo>
                    <a:pt x="189178" y="13902"/>
                  </a:lnTo>
                  <a:lnTo>
                    <a:pt x="185758" y="19360"/>
                  </a:lnTo>
                  <a:lnTo>
                    <a:pt x="182115" y="25176"/>
                  </a:lnTo>
                  <a:lnTo>
                    <a:pt x="178111" y="31567"/>
                  </a:lnTo>
                  <a:lnTo>
                    <a:pt x="174609" y="37157"/>
                  </a:lnTo>
                  <a:lnTo>
                    <a:pt x="170992" y="42930"/>
                  </a:lnTo>
                  <a:lnTo>
                    <a:pt x="167058" y="49211"/>
                  </a:lnTo>
                  <a:lnTo>
                    <a:pt x="163049" y="55610"/>
                  </a:lnTo>
                  <a:lnTo>
                    <a:pt x="158594" y="62721"/>
                  </a:lnTo>
                  <a:lnTo>
                    <a:pt x="154296" y="69582"/>
                  </a:lnTo>
                  <a:lnTo>
                    <a:pt x="150402" y="75798"/>
                  </a:lnTo>
                  <a:lnTo>
                    <a:pt x="146174" y="82547"/>
                  </a:lnTo>
                  <a:lnTo>
                    <a:pt x="141920" y="89337"/>
                  </a:lnTo>
                  <a:lnTo>
                    <a:pt x="139205" y="93672"/>
                  </a:lnTo>
                  <a:lnTo>
                    <a:pt x="137867" y="95645"/>
                  </a:lnTo>
                  <a:lnTo>
                    <a:pt x="133778" y="101673"/>
                  </a:lnTo>
                  <a:lnTo>
                    <a:pt x="129144" y="108505"/>
                  </a:lnTo>
                  <a:lnTo>
                    <a:pt x="124582" y="115230"/>
                  </a:lnTo>
                  <a:lnTo>
                    <a:pt x="120073" y="121878"/>
                  </a:lnTo>
                  <a:lnTo>
                    <a:pt x="115856" y="128095"/>
                  </a:lnTo>
                  <a:lnTo>
                    <a:pt x="111247" y="134890"/>
                  </a:lnTo>
                  <a:lnTo>
                    <a:pt x="106571" y="141783"/>
                  </a:lnTo>
                  <a:lnTo>
                    <a:pt x="102026" y="148485"/>
                  </a:lnTo>
                  <a:lnTo>
                    <a:pt x="97376" y="155340"/>
                  </a:lnTo>
                  <a:lnTo>
                    <a:pt x="92083" y="163144"/>
                  </a:lnTo>
                  <a:lnTo>
                    <a:pt x="87173" y="170383"/>
                  </a:lnTo>
                  <a:lnTo>
                    <a:pt x="82121" y="177831"/>
                  </a:lnTo>
                  <a:lnTo>
                    <a:pt x="77483" y="184669"/>
                  </a:lnTo>
                  <a:lnTo>
                    <a:pt x="72973" y="191318"/>
                  </a:lnTo>
                  <a:lnTo>
                    <a:pt x="68915" y="197301"/>
                  </a:lnTo>
                  <a:lnTo>
                    <a:pt x="64861" y="203278"/>
                  </a:lnTo>
                  <a:lnTo>
                    <a:pt x="60410" y="209840"/>
                  </a:lnTo>
                  <a:lnTo>
                    <a:pt x="58969" y="211964"/>
                  </a:lnTo>
                  <a:lnTo>
                    <a:pt x="47846" y="210937"/>
                  </a:lnTo>
                  <a:lnTo>
                    <a:pt x="30139" y="209300"/>
                  </a:lnTo>
                  <a:lnTo>
                    <a:pt x="13981" y="207807"/>
                  </a:lnTo>
                  <a:lnTo>
                    <a:pt x="0" y="206515"/>
                  </a:lnTo>
                  <a:lnTo>
                    <a:pt x="1520" y="204276"/>
                  </a:lnTo>
                  <a:lnTo>
                    <a:pt x="4889" y="199315"/>
                  </a:lnTo>
                  <a:lnTo>
                    <a:pt x="8125" y="194548"/>
                  </a:lnTo>
                  <a:lnTo>
                    <a:pt x="11907" y="188979"/>
                  </a:lnTo>
                  <a:lnTo>
                    <a:pt x="15692" y="183404"/>
                  </a:lnTo>
                  <a:lnTo>
                    <a:pt x="19445" y="177877"/>
                  </a:lnTo>
                  <a:lnTo>
                    <a:pt x="22885" y="172810"/>
                  </a:lnTo>
                  <a:lnTo>
                    <a:pt x="26523" y="167452"/>
                  </a:lnTo>
                  <a:lnTo>
                    <a:pt x="29709" y="162761"/>
                  </a:lnTo>
                  <a:lnTo>
                    <a:pt x="33248" y="157549"/>
                  </a:lnTo>
                  <a:lnTo>
                    <a:pt x="37359" y="151495"/>
                  </a:lnTo>
                  <a:lnTo>
                    <a:pt x="41267" y="145738"/>
                  </a:lnTo>
                  <a:lnTo>
                    <a:pt x="45092" y="140106"/>
                  </a:lnTo>
                  <a:lnTo>
                    <a:pt x="48981" y="134379"/>
                  </a:lnTo>
                  <a:lnTo>
                    <a:pt x="52913" y="128588"/>
                  </a:lnTo>
                  <a:lnTo>
                    <a:pt x="56698" y="123013"/>
                  </a:lnTo>
                  <a:lnTo>
                    <a:pt x="60495" y="117421"/>
                  </a:lnTo>
                  <a:lnTo>
                    <a:pt x="64642" y="111314"/>
                  </a:lnTo>
                  <a:lnTo>
                    <a:pt x="68840" y="105131"/>
                  </a:lnTo>
                  <a:lnTo>
                    <a:pt x="73003" y="99001"/>
                  </a:lnTo>
                  <a:lnTo>
                    <a:pt x="77428" y="92484"/>
                  </a:lnTo>
                  <a:lnTo>
                    <a:pt x="81361" y="86692"/>
                  </a:lnTo>
                  <a:lnTo>
                    <a:pt x="85331" y="80687"/>
                  </a:lnTo>
                  <a:lnTo>
                    <a:pt x="89350" y="74608"/>
                  </a:lnTo>
                  <a:lnTo>
                    <a:pt x="93234" y="68734"/>
                  </a:lnTo>
                  <a:lnTo>
                    <a:pt x="97030" y="62994"/>
                  </a:lnTo>
                  <a:lnTo>
                    <a:pt x="100933" y="57091"/>
                  </a:lnTo>
                  <a:lnTo>
                    <a:pt x="105140" y="50728"/>
                  </a:lnTo>
                  <a:lnTo>
                    <a:pt x="109314" y="44415"/>
                  </a:lnTo>
                  <a:lnTo>
                    <a:pt x="113420" y="38205"/>
                  </a:lnTo>
                  <a:lnTo>
                    <a:pt x="117114" y="32617"/>
                  </a:lnTo>
                  <a:lnTo>
                    <a:pt x="120587" y="27366"/>
                  </a:lnTo>
                  <a:lnTo>
                    <a:pt x="124248" y="21828"/>
                  </a:lnTo>
                  <a:lnTo>
                    <a:pt x="127754" y="16526"/>
                  </a:lnTo>
                  <a:lnTo>
                    <a:pt x="131201" y="11312"/>
                  </a:lnTo>
                  <a:lnTo>
                    <a:pt x="134323" y="6590"/>
                  </a:lnTo>
                  <a:lnTo>
                    <a:pt x="137342" y="2025"/>
                  </a:lnTo>
                  <a:lnTo>
                    <a:pt x="138681" y="0"/>
                  </a:lnTo>
                  <a:lnTo>
                    <a:pt x="142711" y="265"/>
                  </a:lnTo>
                  <a:lnTo>
                    <a:pt x="152247" y="892"/>
                  </a:lnTo>
                  <a:lnTo>
                    <a:pt x="162602" y="1574"/>
                  </a:lnTo>
                  <a:lnTo>
                    <a:pt x="171794" y="2179"/>
                  </a:lnTo>
                  <a:lnTo>
                    <a:pt x="181042" y="2788"/>
                  </a:lnTo>
                  <a:lnTo>
                    <a:pt x="189869" y="3369"/>
                  </a:lnTo>
                  <a:lnTo>
                    <a:pt x="195542" y="3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446027" y="1562112"/>
              <a:ext cx="194724" cy="204275"/>
            </a:xfrm>
            <a:custGeom>
              <a:avLst/>
              <a:pathLst>
                <a:path w="194724" h="204275">
                  <a:moveTo>
                    <a:pt x="45457" y="198753"/>
                  </a:moveTo>
                  <a:lnTo>
                    <a:pt x="25916" y="204275"/>
                  </a:lnTo>
                  <a:lnTo>
                    <a:pt x="9033" y="203336"/>
                  </a:lnTo>
                  <a:lnTo>
                    <a:pt x="0" y="202834"/>
                  </a:lnTo>
                  <a:lnTo>
                    <a:pt x="2583" y="198819"/>
                  </a:lnTo>
                  <a:lnTo>
                    <a:pt x="6255" y="193113"/>
                  </a:lnTo>
                  <a:lnTo>
                    <a:pt x="10414" y="186649"/>
                  </a:lnTo>
                  <a:lnTo>
                    <a:pt x="14668" y="180038"/>
                  </a:lnTo>
                  <a:lnTo>
                    <a:pt x="19073" y="173193"/>
                  </a:lnTo>
                  <a:lnTo>
                    <a:pt x="23163" y="166837"/>
                  </a:lnTo>
                  <a:lnTo>
                    <a:pt x="27714" y="159763"/>
                  </a:lnTo>
                  <a:lnTo>
                    <a:pt x="31950" y="153182"/>
                  </a:lnTo>
                  <a:lnTo>
                    <a:pt x="35990" y="146902"/>
                  </a:lnTo>
                  <a:lnTo>
                    <a:pt x="40188" y="140378"/>
                  </a:lnTo>
                  <a:lnTo>
                    <a:pt x="44157" y="134210"/>
                  </a:lnTo>
                  <a:lnTo>
                    <a:pt x="48630" y="127259"/>
                  </a:lnTo>
                  <a:lnTo>
                    <a:pt x="52721" y="120902"/>
                  </a:lnTo>
                  <a:lnTo>
                    <a:pt x="56689" y="114735"/>
                  </a:lnTo>
                  <a:lnTo>
                    <a:pt x="60634" y="108604"/>
                  </a:lnTo>
                  <a:lnTo>
                    <a:pt x="64483" y="102623"/>
                  </a:lnTo>
                  <a:lnTo>
                    <a:pt x="68934" y="95706"/>
                  </a:lnTo>
                  <a:lnTo>
                    <a:pt x="73616" y="88738"/>
                  </a:lnTo>
                  <a:lnTo>
                    <a:pt x="77955" y="82280"/>
                  </a:lnTo>
                  <a:lnTo>
                    <a:pt x="82415" y="75644"/>
                  </a:lnTo>
                  <a:lnTo>
                    <a:pt x="86835" y="69066"/>
                  </a:lnTo>
                  <a:lnTo>
                    <a:pt x="91132" y="62671"/>
                  </a:lnTo>
                  <a:lnTo>
                    <a:pt x="95449" y="56247"/>
                  </a:lnTo>
                  <a:lnTo>
                    <a:pt x="99600" y="50070"/>
                  </a:lnTo>
                  <a:lnTo>
                    <a:pt x="103279" y="44594"/>
                  </a:lnTo>
                  <a:lnTo>
                    <a:pt x="107213" y="38739"/>
                  </a:lnTo>
                  <a:lnTo>
                    <a:pt x="111102" y="32951"/>
                  </a:lnTo>
                  <a:lnTo>
                    <a:pt x="115141" y="26942"/>
                  </a:lnTo>
                  <a:lnTo>
                    <a:pt x="118999" y="21200"/>
                  </a:lnTo>
                  <a:lnTo>
                    <a:pt x="122855" y="15462"/>
                  </a:lnTo>
                  <a:lnTo>
                    <a:pt x="125507" y="11515"/>
                  </a:lnTo>
                  <a:lnTo>
                    <a:pt x="131726" y="10481"/>
                  </a:lnTo>
                  <a:lnTo>
                    <a:pt x="143306" y="8554"/>
                  </a:lnTo>
                  <a:lnTo>
                    <a:pt x="155763" y="6482"/>
                  </a:lnTo>
                  <a:lnTo>
                    <a:pt x="166861" y="4635"/>
                  </a:lnTo>
                  <a:lnTo>
                    <a:pt x="178781" y="2652"/>
                  </a:lnTo>
                  <a:lnTo>
                    <a:pt x="194724" y="0"/>
                  </a:lnTo>
                  <a:lnTo>
                    <a:pt x="186112" y="13247"/>
                  </a:lnTo>
                  <a:lnTo>
                    <a:pt x="181101" y="20955"/>
                  </a:lnTo>
                  <a:lnTo>
                    <a:pt x="175826" y="29069"/>
                  </a:lnTo>
                  <a:lnTo>
                    <a:pt x="170409" y="37402"/>
                  </a:lnTo>
                  <a:lnTo>
                    <a:pt x="164809" y="46015"/>
                  </a:lnTo>
                  <a:lnTo>
                    <a:pt x="158946" y="55033"/>
                  </a:lnTo>
                  <a:lnTo>
                    <a:pt x="153529" y="63366"/>
                  </a:lnTo>
                  <a:lnTo>
                    <a:pt x="147745" y="72262"/>
                  </a:lnTo>
                  <a:lnTo>
                    <a:pt x="142369" y="80531"/>
                  </a:lnTo>
                  <a:lnTo>
                    <a:pt x="137115" y="88614"/>
                  </a:lnTo>
                  <a:lnTo>
                    <a:pt x="132023" y="96447"/>
                  </a:lnTo>
                  <a:lnTo>
                    <a:pt x="127052" y="104093"/>
                  </a:lnTo>
                  <a:lnTo>
                    <a:pt x="120985" y="113424"/>
                  </a:lnTo>
                  <a:lnTo>
                    <a:pt x="115000" y="122630"/>
                  </a:lnTo>
                  <a:lnTo>
                    <a:pt x="108873" y="132055"/>
                  </a:lnTo>
                  <a:lnTo>
                    <a:pt x="103091" y="140949"/>
                  </a:lnTo>
                  <a:lnTo>
                    <a:pt x="97227" y="149968"/>
                  </a:lnTo>
                  <a:lnTo>
                    <a:pt x="91181" y="159268"/>
                  </a:lnTo>
                  <a:lnTo>
                    <a:pt x="85256" y="168381"/>
                  </a:lnTo>
                  <a:lnTo>
                    <a:pt x="78805" y="178305"/>
                  </a:lnTo>
                  <a:lnTo>
                    <a:pt x="72657" y="187762"/>
                  </a:lnTo>
                  <a:lnTo>
                    <a:pt x="70026" y="19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543693" y="1553237"/>
              <a:ext cx="180551" cy="183725"/>
            </a:xfrm>
            <a:custGeom>
              <a:avLst/>
              <a:pathLst>
                <a:path w="180551" h="183725">
                  <a:moveTo>
                    <a:pt x="178517" y="3379"/>
                  </a:moveTo>
                  <a:lnTo>
                    <a:pt x="174952" y="8703"/>
                  </a:lnTo>
                  <a:lnTo>
                    <a:pt x="171513" y="13837"/>
                  </a:lnTo>
                  <a:lnTo>
                    <a:pt x="167980" y="19114"/>
                  </a:lnTo>
                  <a:lnTo>
                    <a:pt x="164699" y="24014"/>
                  </a:lnTo>
                  <a:lnTo>
                    <a:pt x="161279" y="29121"/>
                  </a:lnTo>
                  <a:lnTo>
                    <a:pt x="158022" y="33985"/>
                  </a:lnTo>
                  <a:lnTo>
                    <a:pt x="154382" y="39420"/>
                  </a:lnTo>
                  <a:lnTo>
                    <a:pt x="150957" y="44535"/>
                  </a:lnTo>
                  <a:lnTo>
                    <a:pt x="147315" y="49974"/>
                  </a:lnTo>
                  <a:lnTo>
                    <a:pt x="143818" y="55196"/>
                  </a:lnTo>
                  <a:lnTo>
                    <a:pt x="139102" y="62239"/>
                  </a:lnTo>
                  <a:lnTo>
                    <a:pt x="134806" y="68654"/>
                  </a:lnTo>
                  <a:lnTo>
                    <a:pt x="129685" y="76302"/>
                  </a:lnTo>
                  <a:lnTo>
                    <a:pt x="124260" y="84403"/>
                  </a:lnTo>
                  <a:lnTo>
                    <a:pt x="119447" y="91590"/>
                  </a:lnTo>
                  <a:lnTo>
                    <a:pt x="114677" y="98713"/>
                  </a:lnTo>
                  <a:lnTo>
                    <a:pt x="109395" y="106602"/>
                  </a:lnTo>
                  <a:lnTo>
                    <a:pt x="104451" y="113985"/>
                  </a:lnTo>
                  <a:lnTo>
                    <a:pt x="99328" y="121635"/>
                  </a:lnTo>
                  <a:lnTo>
                    <a:pt x="94167" y="129341"/>
                  </a:lnTo>
                  <a:lnTo>
                    <a:pt x="89382" y="136488"/>
                  </a:lnTo>
                  <a:lnTo>
                    <a:pt x="84848" y="143259"/>
                  </a:lnTo>
                  <a:lnTo>
                    <a:pt x="80591" y="149616"/>
                  </a:lnTo>
                  <a:lnTo>
                    <a:pt x="75982" y="156499"/>
                  </a:lnTo>
                  <a:lnTo>
                    <a:pt x="74060" y="159369"/>
                  </a:lnTo>
                  <a:lnTo>
                    <a:pt x="70951" y="164087"/>
                  </a:lnTo>
                  <a:lnTo>
                    <a:pt x="60787" y="167088"/>
                  </a:lnTo>
                  <a:lnTo>
                    <a:pt x="41185" y="172876"/>
                  </a:lnTo>
                  <a:lnTo>
                    <a:pt x="19694" y="179222"/>
                  </a:lnTo>
                  <a:lnTo>
                    <a:pt x="4603" y="183677"/>
                  </a:lnTo>
                  <a:lnTo>
                    <a:pt x="3414" y="183725"/>
                  </a:lnTo>
                  <a:lnTo>
                    <a:pt x="2224" y="183344"/>
                  </a:lnTo>
                  <a:lnTo>
                    <a:pt x="1266" y="182880"/>
                  </a:lnTo>
                  <a:lnTo>
                    <a:pt x="550" y="182173"/>
                  </a:lnTo>
                  <a:lnTo>
                    <a:pt x="110" y="181135"/>
                  </a:lnTo>
                  <a:lnTo>
                    <a:pt x="0" y="179897"/>
                  </a:lnTo>
                  <a:lnTo>
                    <a:pt x="165" y="178602"/>
                  </a:lnTo>
                  <a:lnTo>
                    <a:pt x="687" y="177332"/>
                  </a:lnTo>
                  <a:lnTo>
                    <a:pt x="8207" y="165411"/>
                  </a:lnTo>
                  <a:lnTo>
                    <a:pt x="12540" y="158542"/>
                  </a:lnTo>
                  <a:lnTo>
                    <a:pt x="16316" y="152556"/>
                  </a:lnTo>
                  <a:lnTo>
                    <a:pt x="20193" y="146411"/>
                  </a:lnTo>
                  <a:lnTo>
                    <a:pt x="23769" y="140743"/>
                  </a:lnTo>
                  <a:lnTo>
                    <a:pt x="27329" y="135098"/>
                  </a:lnTo>
                  <a:lnTo>
                    <a:pt x="31002" y="129276"/>
                  </a:lnTo>
                  <a:lnTo>
                    <a:pt x="34298" y="124051"/>
                  </a:lnTo>
                  <a:lnTo>
                    <a:pt x="37741" y="118594"/>
                  </a:lnTo>
                  <a:lnTo>
                    <a:pt x="41005" y="113420"/>
                  </a:lnTo>
                  <a:lnTo>
                    <a:pt x="44182" y="108383"/>
                  </a:lnTo>
                  <a:lnTo>
                    <a:pt x="47062" y="103818"/>
                  </a:lnTo>
                  <a:lnTo>
                    <a:pt x="50189" y="98860"/>
                  </a:lnTo>
                  <a:lnTo>
                    <a:pt x="53474" y="93653"/>
                  </a:lnTo>
                  <a:lnTo>
                    <a:pt x="56946" y="88150"/>
                  </a:lnTo>
                  <a:lnTo>
                    <a:pt x="60206" y="82982"/>
                  </a:lnTo>
                  <a:lnTo>
                    <a:pt x="63685" y="77467"/>
                  </a:lnTo>
                  <a:lnTo>
                    <a:pt x="66951" y="72289"/>
                  </a:lnTo>
                  <a:lnTo>
                    <a:pt x="70126" y="67257"/>
                  </a:lnTo>
                  <a:lnTo>
                    <a:pt x="73669" y="61640"/>
                  </a:lnTo>
                  <a:lnTo>
                    <a:pt x="77015" y="56336"/>
                  </a:lnTo>
                  <a:lnTo>
                    <a:pt x="80652" y="50571"/>
                  </a:lnTo>
                  <a:lnTo>
                    <a:pt x="84210" y="44931"/>
                  </a:lnTo>
                  <a:lnTo>
                    <a:pt x="87598" y="39560"/>
                  </a:lnTo>
                  <a:lnTo>
                    <a:pt x="91386" y="33556"/>
                  </a:lnTo>
                  <a:lnTo>
                    <a:pt x="95456" y="27103"/>
                  </a:lnTo>
                  <a:lnTo>
                    <a:pt x="99634" y="20481"/>
                  </a:lnTo>
                  <a:lnTo>
                    <a:pt x="103536" y="14295"/>
                  </a:lnTo>
                  <a:lnTo>
                    <a:pt x="108258" y="6809"/>
                  </a:lnTo>
                  <a:lnTo>
                    <a:pt x="114815" y="6021"/>
                  </a:lnTo>
                  <a:lnTo>
                    <a:pt x="140376" y="2948"/>
                  </a:lnTo>
                  <a:lnTo>
                    <a:pt x="164895" y="0"/>
                  </a:lnTo>
                  <a:lnTo>
                    <a:pt x="180551" y="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642386" y="1553610"/>
              <a:ext cx="143420" cy="150963"/>
            </a:xfrm>
            <a:custGeom>
              <a:avLst/>
              <a:pathLst>
                <a:path w="143420" h="150963">
                  <a:moveTo>
                    <a:pt x="133876" y="28470"/>
                  </a:moveTo>
                  <a:lnTo>
                    <a:pt x="128051" y="37487"/>
                  </a:lnTo>
                  <a:lnTo>
                    <a:pt x="122837" y="45557"/>
                  </a:lnTo>
                  <a:lnTo>
                    <a:pt x="116979" y="54625"/>
                  </a:lnTo>
                  <a:lnTo>
                    <a:pt x="110548" y="64580"/>
                  </a:lnTo>
                  <a:lnTo>
                    <a:pt x="104083" y="74588"/>
                  </a:lnTo>
                  <a:lnTo>
                    <a:pt x="97923" y="84123"/>
                  </a:lnTo>
                  <a:lnTo>
                    <a:pt x="91830" y="93554"/>
                  </a:lnTo>
                  <a:lnTo>
                    <a:pt x="85804" y="102882"/>
                  </a:lnTo>
                  <a:lnTo>
                    <a:pt x="79742" y="112265"/>
                  </a:lnTo>
                  <a:lnTo>
                    <a:pt x="73483" y="121954"/>
                  </a:lnTo>
                  <a:lnTo>
                    <a:pt x="67729" y="130860"/>
                  </a:lnTo>
                  <a:lnTo>
                    <a:pt x="57707" y="135394"/>
                  </a:lnTo>
                  <a:lnTo>
                    <a:pt x="35485" y="145445"/>
                  </a:lnTo>
                  <a:lnTo>
                    <a:pt x="24096" y="150597"/>
                  </a:lnTo>
                  <a:lnTo>
                    <a:pt x="22911" y="150896"/>
                  </a:lnTo>
                  <a:lnTo>
                    <a:pt x="21634" y="150963"/>
                  </a:lnTo>
                  <a:lnTo>
                    <a:pt x="20488" y="150693"/>
                  </a:lnTo>
                  <a:lnTo>
                    <a:pt x="19503" y="150245"/>
                  </a:lnTo>
                  <a:lnTo>
                    <a:pt x="8931" y="143302"/>
                  </a:lnTo>
                  <a:lnTo>
                    <a:pt x="0" y="137436"/>
                  </a:lnTo>
                  <a:lnTo>
                    <a:pt x="2012" y="134362"/>
                  </a:lnTo>
                  <a:lnTo>
                    <a:pt x="6314" y="127791"/>
                  </a:lnTo>
                  <a:lnTo>
                    <a:pt x="11289" y="120191"/>
                  </a:lnTo>
                  <a:lnTo>
                    <a:pt x="16427" y="112344"/>
                  </a:lnTo>
                  <a:lnTo>
                    <a:pt x="21136" y="105151"/>
                  </a:lnTo>
                  <a:lnTo>
                    <a:pt x="26028" y="97679"/>
                  </a:lnTo>
                  <a:lnTo>
                    <a:pt x="31011" y="90067"/>
                  </a:lnTo>
                  <a:lnTo>
                    <a:pt x="36250" y="82064"/>
                  </a:lnTo>
                  <a:lnTo>
                    <a:pt x="41170" y="74550"/>
                  </a:lnTo>
                  <a:lnTo>
                    <a:pt x="46471" y="66452"/>
                  </a:lnTo>
                  <a:lnTo>
                    <a:pt x="51786" y="58335"/>
                  </a:lnTo>
                  <a:lnTo>
                    <a:pt x="57262" y="49969"/>
                  </a:lnTo>
                  <a:lnTo>
                    <a:pt x="62734" y="41611"/>
                  </a:lnTo>
                  <a:lnTo>
                    <a:pt x="68015" y="33545"/>
                  </a:lnTo>
                  <a:lnTo>
                    <a:pt x="73138" y="25719"/>
                  </a:lnTo>
                  <a:lnTo>
                    <a:pt x="77535" y="19003"/>
                  </a:lnTo>
                  <a:lnTo>
                    <a:pt x="81707" y="12630"/>
                  </a:lnTo>
                  <a:lnTo>
                    <a:pt x="85756" y="6446"/>
                  </a:lnTo>
                  <a:lnTo>
                    <a:pt x="89976" y="0"/>
                  </a:lnTo>
                  <a:lnTo>
                    <a:pt x="95345" y="673"/>
                  </a:lnTo>
                  <a:lnTo>
                    <a:pt x="105400" y="1933"/>
                  </a:lnTo>
                  <a:lnTo>
                    <a:pt x="116596" y="3336"/>
                  </a:lnTo>
                  <a:lnTo>
                    <a:pt x="118558" y="3582"/>
                  </a:lnTo>
                  <a:lnTo>
                    <a:pt x="127290" y="7135"/>
                  </a:lnTo>
                  <a:lnTo>
                    <a:pt x="137119" y="11133"/>
                  </a:lnTo>
                  <a:lnTo>
                    <a:pt x="143420" y="13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14912" y="1565259"/>
              <a:ext cx="121947" cy="120306"/>
            </a:xfrm>
            <a:custGeom>
              <a:avLst/>
              <a:pathLst>
                <a:path w="121947" h="120306">
                  <a:moveTo>
                    <a:pt x="120363" y="35938"/>
                  </a:moveTo>
                  <a:lnTo>
                    <a:pt x="118949" y="44613"/>
                  </a:lnTo>
                  <a:lnTo>
                    <a:pt x="114148" y="51194"/>
                  </a:lnTo>
                  <a:lnTo>
                    <a:pt x="109008" y="58240"/>
                  </a:lnTo>
                  <a:lnTo>
                    <a:pt x="104266" y="64740"/>
                  </a:lnTo>
                  <a:lnTo>
                    <a:pt x="98516" y="72621"/>
                  </a:lnTo>
                  <a:lnTo>
                    <a:pt x="93310" y="79757"/>
                  </a:lnTo>
                  <a:lnTo>
                    <a:pt x="89633" y="84797"/>
                  </a:lnTo>
                  <a:lnTo>
                    <a:pt x="87803" y="86953"/>
                  </a:lnTo>
                  <a:lnTo>
                    <a:pt x="82620" y="93061"/>
                  </a:lnTo>
                  <a:lnTo>
                    <a:pt x="77494" y="99100"/>
                  </a:lnTo>
                  <a:lnTo>
                    <a:pt x="72375" y="105133"/>
                  </a:lnTo>
                  <a:lnTo>
                    <a:pt x="67598" y="110761"/>
                  </a:lnTo>
                  <a:lnTo>
                    <a:pt x="65645" y="113063"/>
                  </a:lnTo>
                  <a:lnTo>
                    <a:pt x="54579" y="114284"/>
                  </a:lnTo>
                  <a:lnTo>
                    <a:pt x="32946" y="116671"/>
                  </a:lnTo>
                  <a:lnTo>
                    <a:pt x="12171" y="118963"/>
                  </a:lnTo>
                  <a:lnTo>
                    <a:pt x="0" y="120306"/>
                  </a:lnTo>
                  <a:lnTo>
                    <a:pt x="3967" y="114411"/>
                  </a:lnTo>
                  <a:lnTo>
                    <a:pt x="9148" y="106713"/>
                  </a:lnTo>
                  <a:lnTo>
                    <a:pt x="14817" y="98290"/>
                  </a:lnTo>
                  <a:lnTo>
                    <a:pt x="20491" y="89860"/>
                  </a:lnTo>
                  <a:lnTo>
                    <a:pt x="26736" y="80581"/>
                  </a:lnTo>
                  <a:lnTo>
                    <a:pt x="32243" y="72399"/>
                  </a:lnTo>
                  <a:lnTo>
                    <a:pt x="37653" y="64359"/>
                  </a:lnTo>
                  <a:lnTo>
                    <a:pt x="43195" y="56126"/>
                  </a:lnTo>
                  <a:lnTo>
                    <a:pt x="48514" y="48223"/>
                  </a:lnTo>
                  <a:lnTo>
                    <a:pt x="53513" y="40795"/>
                  </a:lnTo>
                  <a:lnTo>
                    <a:pt x="58566" y="33288"/>
                  </a:lnTo>
                  <a:lnTo>
                    <a:pt x="63263" y="26309"/>
                  </a:lnTo>
                  <a:lnTo>
                    <a:pt x="68640" y="18318"/>
                  </a:lnTo>
                  <a:lnTo>
                    <a:pt x="76213" y="7067"/>
                  </a:lnTo>
                  <a:lnTo>
                    <a:pt x="80969" y="0"/>
                  </a:lnTo>
                  <a:lnTo>
                    <a:pt x="101897" y="12547"/>
                  </a:lnTo>
                  <a:lnTo>
                    <a:pt x="115617" y="20773"/>
                  </a:lnTo>
                  <a:lnTo>
                    <a:pt x="121947" y="26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586625" y="1508760"/>
              <a:ext cx="341728" cy="55165"/>
            </a:xfrm>
            <a:custGeom>
              <a:avLst/>
              <a:pathLst>
                <a:path w="341728" h="55165">
                  <a:moveTo>
                    <a:pt x="260546" y="648"/>
                  </a:moveTo>
                  <a:lnTo>
                    <a:pt x="263753" y="12280"/>
                  </a:lnTo>
                  <a:lnTo>
                    <a:pt x="335114" y="6150"/>
                  </a:lnTo>
                  <a:lnTo>
                    <a:pt x="338491" y="27497"/>
                  </a:lnTo>
                  <a:lnTo>
                    <a:pt x="341728" y="47960"/>
                  </a:lnTo>
                  <a:lnTo>
                    <a:pt x="332622" y="48642"/>
                  </a:lnTo>
                  <a:lnTo>
                    <a:pt x="317394" y="49784"/>
                  </a:lnTo>
                  <a:lnTo>
                    <a:pt x="302114" y="50929"/>
                  </a:lnTo>
                  <a:lnTo>
                    <a:pt x="284184" y="52273"/>
                  </a:lnTo>
                  <a:lnTo>
                    <a:pt x="267622" y="53514"/>
                  </a:lnTo>
                  <a:lnTo>
                    <a:pt x="251853" y="54695"/>
                  </a:lnTo>
                  <a:lnTo>
                    <a:pt x="245582" y="55165"/>
                  </a:lnTo>
                  <a:lnTo>
                    <a:pt x="234689" y="51557"/>
                  </a:lnTo>
                  <a:lnTo>
                    <a:pt x="220825" y="46965"/>
                  </a:lnTo>
                  <a:lnTo>
                    <a:pt x="204210" y="41461"/>
                  </a:lnTo>
                  <a:lnTo>
                    <a:pt x="191366" y="36431"/>
                  </a:lnTo>
                  <a:lnTo>
                    <a:pt x="186510" y="34530"/>
                  </a:lnTo>
                  <a:lnTo>
                    <a:pt x="177542" y="31196"/>
                  </a:lnTo>
                  <a:lnTo>
                    <a:pt x="174880" y="30206"/>
                  </a:lnTo>
                  <a:lnTo>
                    <a:pt x="162961" y="28030"/>
                  </a:lnTo>
                  <a:lnTo>
                    <a:pt x="159578" y="27413"/>
                  </a:lnTo>
                  <a:lnTo>
                    <a:pt x="147769" y="28038"/>
                  </a:lnTo>
                  <a:lnTo>
                    <a:pt x="134419" y="28744"/>
                  </a:lnTo>
                  <a:lnTo>
                    <a:pt x="120943" y="29457"/>
                  </a:lnTo>
                  <a:lnTo>
                    <a:pt x="108884" y="30095"/>
                  </a:lnTo>
                  <a:lnTo>
                    <a:pt x="97185" y="32360"/>
                  </a:lnTo>
                  <a:lnTo>
                    <a:pt x="84689" y="34780"/>
                  </a:lnTo>
                  <a:lnTo>
                    <a:pt x="72701" y="37102"/>
                  </a:lnTo>
                  <a:lnTo>
                    <a:pt x="61552" y="39260"/>
                  </a:lnTo>
                  <a:lnTo>
                    <a:pt x="59603" y="39557"/>
                  </a:lnTo>
                  <a:lnTo>
                    <a:pt x="45115" y="41760"/>
                  </a:lnTo>
                  <a:lnTo>
                    <a:pt x="33437" y="43537"/>
                  </a:lnTo>
                  <a:lnTo>
                    <a:pt x="21684" y="45324"/>
                  </a:lnTo>
                  <a:lnTo>
                    <a:pt x="9481" y="47180"/>
                  </a:lnTo>
                  <a:lnTo>
                    <a:pt x="563" y="48536"/>
                  </a:lnTo>
                  <a:lnTo>
                    <a:pt x="238" y="31411"/>
                  </a:lnTo>
                  <a:lnTo>
                    <a:pt x="0" y="18850"/>
                  </a:lnTo>
                  <a:lnTo>
                    <a:pt x="25093" y="6745"/>
                  </a:lnTo>
                  <a:lnTo>
                    <a:pt x="41684" y="0"/>
                  </a:lnTo>
                  <a:lnTo>
                    <a:pt x="204794" y="0"/>
                  </a:lnTo>
                  <a:lnTo>
                    <a:pt x="221179" y="3727"/>
                  </a:lnTo>
                  <a:lnTo>
                    <a:pt x="231393" y="29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33897" y="1508760"/>
              <a:ext cx="144887" cy="31505"/>
            </a:xfrm>
            <a:custGeom>
              <a:avLst/>
              <a:pathLst>
                <a:path w="144887" h="31505">
                  <a:moveTo>
                    <a:pt x="140287" y="1540"/>
                  </a:moveTo>
                  <a:lnTo>
                    <a:pt x="132810" y="4044"/>
                  </a:lnTo>
                  <a:lnTo>
                    <a:pt x="124661" y="6773"/>
                  </a:lnTo>
                  <a:lnTo>
                    <a:pt x="120925" y="8024"/>
                  </a:lnTo>
                  <a:lnTo>
                    <a:pt x="116340" y="8953"/>
                  </a:lnTo>
                  <a:lnTo>
                    <a:pt x="109325" y="10375"/>
                  </a:lnTo>
                  <a:lnTo>
                    <a:pt x="102801" y="11697"/>
                  </a:lnTo>
                  <a:lnTo>
                    <a:pt x="96294" y="13016"/>
                  </a:lnTo>
                  <a:lnTo>
                    <a:pt x="90299" y="14231"/>
                  </a:lnTo>
                  <a:lnTo>
                    <a:pt x="84475" y="15411"/>
                  </a:lnTo>
                  <a:lnTo>
                    <a:pt x="78286" y="16665"/>
                  </a:lnTo>
                  <a:lnTo>
                    <a:pt x="71569" y="18027"/>
                  </a:lnTo>
                  <a:lnTo>
                    <a:pt x="65639" y="19229"/>
                  </a:lnTo>
                  <a:lnTo>
                    <a:pt x="59768" y="20419"/>
                  </a:lnTo>
                  <a:lnTo>
                    <a:pt x="53856" y="21617"/>
                  </a:lnTo>
                  <a:lnTo>
                    <a:pt x="48327" y="22738"/>
                  </a:lnTo>
                  <a:lnTo>
                    <a:pt x="42310" y="23957"/>
                  </a:lnTo>
                  <a:lnTo>
                    <a:pt x="36652" y="25104"/>
                  </a:lnTo>
                  <a:lnTo>
                    <a:pt x="30634" y="26324"/>
                  </a:lnTo>
                  <a:lnTo>
                    <a:pt x="24682" y="27530"/>
                  </a:lnTo>
                  <a:lnTo>
                    <a:pt x="17965" y="28891"/>
                  </a:lnTo>
                  <a:lnTo>
                    <a:pt x="10995" y="30304"/>
                  </a:lnTo>
                  <a:lnTo>
                    <a:pt x="5069" y="31505"/>
                  </a:lnTo>
                  <a:lnTo>
                    <a:pt x="3529" y="21932"/>
                  </a:lnTo>
                  <a:lnTo>
                    <a:pt x="0" y="0"/>
                  </a:lnTo>
                  <a:lnTo>
                    <a:pt x="14488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846869" y="1553549"/>
              <a:ext cx="152255" cy="57641"/>
            </a:xfrm>
            <a:custGeom>
              <a:avLst/>
              <a:pathLst>
                <a:path w="152255" h="57641">
                  <a:moveTo>
                    <a:pt x="144418" y="17108"/>
                  </a:moveTo>
                  <a:lnTo>
                    <a:pt x="152255" y="34586"/>
                  </a:lnTo>
                  <a:lnTo>
                    <a:pt x="96945" y="55571"/>
                  </a:lnTo>
                  <a:lnTo>
                    <a:pt x="75159" y="56041"/>
                  </a:lnTo>
                  <a:lnTo>
                    <a:pt x="969" y="57641"/>
                  </a:lnTo>
                  <a:lnTo>
                    <a:pt x="455" y="39442"/>
                  </a:lnTo>
                  <a:lnTo>
                    <a:pt x="0" y="23345"/>
                  </a:lnTo>
                  <a:lnTo>
                    <a:pt x="3305" y="23311"/>
                  </a:lnTo>
                  <a:lnTo>
                    <a:pt x="10742" y="23234"/>
                  </a:lnTo>
                  <a:lnTo>
                    <a:pt x="18459" y="23153"/>
                  </a:lnTo>
                  <a:lnTo>
                    <a:pt x="25419" y="23081"/>
                  </a:lnTo>
                  <a:lnTo>
                    <a:pt x="32161" y="23011"/>
                  </a:lnTo>
                  <a:lnTo>
                    <a:pt x="38507" y="22945"/>
                  </a:lnTo>
                  <a:lnTo>
                    <a:pt x="45380" y="22873"/>
                  </a:lnTo>
                  <a:lnTo>
                    <a:pt x="51853" y="22806"/>
                  </a:lnTo>
                  <a:lnTo>
                    <a:pt x="58454" y="22737"/>
                  </a:lnTo>
                  <a:lnTo>
                    <a:pt x="65329" y="22666"/>
                  </a:lnTo>
                  <a:lnTo>
                    <a:pt x="72206" y="22594"/>
                  </a:lnTo>
                  <a:lnTo>
                    <a:pt x="78747" y="22526"/>
                  </a:lnTo>
                  <a:lnTo>
                    <a:pt x="85333" y="19969"/>
                  </a:lnTo>
                  <a:lnTo>
                    <a:pt x="91925" y="17408"/>
                  </a:lnTo>
                  <a:lnTo>
                    <a:pt x="98083" y="15017"/>
                  </a:lnTo>
                  <a:lnTo>
                    <a:pt x="104377" y="12572"/>
                  </a:lnTo>
                  <a:lnTo>
                    <a:pt x="110783" y="10084"/>
                  </a:lnTo>
                  <a:lnTo>
                    <a:pt x="117809" y="7355"/>
                  </a:lnTo>
                  <a:lnTo>
                    <a:pt x="124577" y="4727"/>
                  </a:lnTo>
                  <a:lnTo>
                    <a:pt x="131791" y="1925"/>
                  </a:lnTo>
                  <a:lnTo>
                    <a:pt x="13674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2990111" y="1508760"/>
              <a:ext cx="344478" cy="110301"/>
            </a:xfrm>
            <a:custGeom>
              <a:avLst/>
              <a:pathLst>
                <a:path w="344478" h="110301">
                  <a:moveTo>
                    <a:pt x="27279" y="110301"/>
                  </a:moveTo>
                  <a:lnTo>
                    <a:pt x="11630" y="71823"/>
                  </a:lnTo>
                  <a:lnTo>
                    <a:pt x="0" y="40263"/>
                  </a:lnTo>
                  <a:lnTo>
                    <a:pt x="6839" y="38014"/>
                  </a:lnTo>
                  <a:lnTo>
                    <a:pt x="16572" y="34814"/>
                  </a:lnTo>
                  <a:lnTo>
                    <a:pt x="25192" y="31980"/>
                  </a:lnTo>
                  <a:lnTo>
                    <a:pt x="33213" y="29343"/>
                  </a:lnTo>
                  <a:lnTo>
                    <a:pt x="40514" y="26942"/>
                  </a:lnTo>
                  <a:lnTo>
                    <a:pt x="48400" y="24350"/>
                  </a:lnTo>
                  <a:lnTo>
                    <a:pt x="55951" y="21867"/>
                  </a:lnTo>
                  <a:lnTo>
                    <a:pt x="59311" y="20762"/>
                  </a:lnTo>
                  <a:lnTo>
                    <a:pt x="64004" y="19544"/>
                  </a:lnTo>
                  <a:lnTo>
                    <a:pt x="72603" y="17311"/>
                  </a:lnTo>
                  <a:lnTo>
                    <a:pt x="81353" y="15040"/>
                  </a:lnTo>
                  <a:lnTo>
                    <a:pt x="90156" y="12754"/>
                  </a:lnTo>
                  <a:lnTo>
                    <a:pt x="98709" y="10534"/>
                  </a:lnTo>
                  <a:lnTo>
                    <a:pt x="107760" y="8184"/>
                  </a:lnTo>
                  <a:lnTo>
                    <a:pt x="115714" y="6119"/>
                  </a:lnTo>
                  <a:lnTo>
                    <a:pt x="123142" y="4190"/>
                  </a:lnTo>
                  <a:lnTo>
                    <a:pt x="131216" y="2094"/>
                  </a:lnTo>
                  <a:lnTo>
                    <a:pt x="139283" y="0"/>
                  </a:lnTo>
                  <a:lnTo>
                    <a:pt x="272872" y="0"/>
                  </a:lnTo>
                  <a:lnTo>
                    <a:pt x="281555" y="2103"/>
                  </a:lnTo>
                  <a:lnTo>
                    <a:pt x="290337" y="4232"/>
                  </a:lnTo>
                  <a:lnTo>
                    <a:pt x="300368" y="6662"/>
                  </a:lnTo>
                  <a:lnTo>
                    <a:pt x="309639" y="8908"/>
                  </a:lnTo>
                  <a:lnTo>
                    <a:pt x="319524" y="11303"/>
                  </a:lnTo>
                  <a:lnTo>
                    <a:pt x="329072" y="13617"/>
                  </a:lnTo>
                  <a:lnTo>
                    <a:pt x="340671" y="16428"/>
                  </a:lnTo>
                  <a:lnTo>
                    <a:pt x="344478" y="17350"/>
                  </a:lnTo>
                  <a:lnTo>
                    <a:pt x="341233" y="41625"/>
                  </a:lnTo>
                  <a:lnTo>
                    <a:pt x="338488" y="62168"/>
                  </a:lnTo>
                  <a:lnTo>
                    <a:pt x="330732" y="70815"/>
                  </a:lnTo>
                  <a:lnTo>
                    <a:pt x="321216" y="74417"/>
                  </a:lnTo>
                  <a:lnTo>
                    <a:pt x="311489" y="72904"/>
                  </a:lnTo>
                  <a:lnTo>
                    <a:pt x="259935" y="58196"/>
                  </a:lnTo>
                  <a:lnTo>
                    <a:pt x="188416" y="58421"/>
                  </a:lnTo>
                  <a:lnTo>
                    <a:pt x="113670" y="76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36190" y="1508760"/>
              <a:ext cx="31790" cy="4596"/>
            </a:xfrm>
            <a:custGeom>
              <a:avLst/>
              <a:pathLst>
                <a:path w="31790" h="4596">
                  <a:moveTo>
                    <a:pt x="31598" y="4596"/>
                  </a:moveTo>
                  <a:lnTo>
                    <a:pt x="27169" y="3952"/>
                  </a:lnTo>
                  <a:lnTo>
                    <a:pt x="18719" y="2723"/>
                  </a:lnTo>
                  <a:lnTo>
                    <a:pt x="10885" y="1583"/>
                  </a:lnTo>
                  <a:lnTo>
                    <a:pt x="2218" y="322"/>
                  </a:lnTo>
                  <a:lnTo>
                    <a:pt x="0" y="0"/>
                  </a:lnTo>
                  <a:lnTo>
                    <a:pt x="317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028275" y="1771953"/>
              <a:ext cx="154821" cy="129159"/>
            </a:xfrm>
            <a:custGeom>
              <a:avLst/>
              <a:pathLst>
                <a:path w="154821" h="129159">
                  <a:moveTo>
                    <a:pt x="80839" y="31830"/>
                  </a:moveTo>
                  <a:lnTo>
                    <a:pt x="154821" y="79772"/>
                  </a:lnTo>
                  <a:lnTo>
                    <a:pt x="140266" y="103674"/>
                  </a:lnTo>
                  <a:lnTo>
                    <a:pt x="124746" y="129159"/>
                  </a:lnTo>
                  <a:lnTo>
                    <a:pt x="88387" y="105113"/>
                  </a:lnTo>
                  <a:lnTo>
                    <a:pt x="60971" y="87037"/>
                  </a:lnTo>
                  <a:lnTo>
                    <a:pt x="0" y="46836"/>
                  </a:lnTo>
                  <a:lnTo>
                    <a:pt x="17171" y="21481"/>
                  </a:lnTo>
                  <a:lnTo>
                    <a:pt x="31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1965337" y="1823568"/>
              <a:ext cx="186090" cy="130122"/>
            </a:xfrm>
            <a:custGeom>
              <a:avLst/>
              <a:pathLst>
                <a:path w="186090" h="130122">
                  <a:moveTo>
                    <a:pt x="3678" y="22083"/>
                  </a:moveTo>
                  <a:lnTo>
                    <a:pt x="10141" y="11890"/>
                  </a:lnTo>
                  <a:lnTo>
                    <a:pt x="14802" y="4539"/>
                  </a:lnTo>
                  <a:lnTo>
                    <a:pt x="22636" y="8800"/>
                  </a:lnTo>
                  <a:lnTo>
                    <a:pt x="34606" y="15310"/>
                  </a:lnTo>
                  <a:lnTo>
                    <a:pt x="41673" y="19153"/>
                  </a:lnTo>
                  <a:lnTo>
                    <a:pt x="49891" y="9220"/>
                  </a:lnTo>
                  <a:lnTo>
                    <a:pt x="57518" y="0"/>
                  </a:lnTo>
                  <a:lnTo>
                    <a:pt x="65961" y="5407"/>
                  </a:lnTo>
                  <a:lnTo>
                    <a:pt x="75204" y="11329"/>
                  </a:lnTo>
                  <a:lnTo>
                    <a:pt x="83847" y="16865"/>
                  </a:lnTo>
                  <a:lnTo>
                    <a:pt x="92885" y="22654"/>
                  </a:lnTo>
                  <a:lnTo>
                    <a:pt x="101290" y="28038"/>
                  </a:lnTo>
                  <a:lnTo>
                    <a:pt x="109743" y="33453"/>
                  </a:lnTo>
                  <a:lnTo>
                    <a:pt x="116992" y="38096"/>
                  </a:lnTo>
                  <a:lnTo>
                    <a:pt x="124938" y="43187"/>
                  </a:lnTo>
                  <a:lnTo>
                    <a:pt x="132156" y="47810"/>
                  </a:lnTo>
                  <a:lnTo>
                    <a:pt x="140213" y="52971"/>
                  </a:lnTo>
                  <a:lnTo>
                    <a:pt x="149013" y="58608"/>
                  </a:lnTo>
                  <a:lnTo>
                    <a:pt x="158115" y="64439"/>
                  </a:lnTo>
                  <a:lnTo>
                    <a:pt x="168165" y="70876"/>
                  </a:lnTo>
                  <a:lnTo>
                    <a:pt x="186090" y="82358"/>
                  </a:lnTo>
                  <a:lnTo>
                    <a:pt x="183679" y="87097"/>
                  </a:lnTo>
                  <a:lnTo>
                    <a:pt x="177924" y="98405"/>
                  </a:lnTo>
                  <a:lnTo>
                    <a:pt x="171306" y="111410"/>
                  </a:lnTo>
                  <a:lnTo>
                    <a:pt x="164836" y="124125"/>
                  </a:lnTo>
                  <a:lnTo>
                    <a:pt x="161785" y="130122"/>
                  </a:lnTo>
                  <a:lnTo>
                    <a:pt x="156850" y="127003"/>
                  </a:lnTo>
                  <a:lnTo>
                    <a:pt x="148331" y="121620"/>
                  </a:lnTo>
                  <a:lnTo>
                    <a:pt x="140168" y="116462"/>
                  </a:lnTo>
                  <a:lnTo>
                    <a:pt x="131884" y="111226"/>
                  </a:lnTo>
                  <a:lnTo>
                    <a:pt x="123243" y="105766"/>
                  </a:lnTo>
                  <a:lnTo>
                    <a:pt x="115118" y="100631"/>
                  </a:lnTo>
                  <a:lnTo>
                    <a:pt x="106978" y="95488"/>
                  </a:lnTo>
                  <a:lnTo>
                    <a:pt x="99992" y="91073"/>
                  </a:lnTo>
                  <a:lnTo>
                    <a:pt x="92299" y="86211"/>
                  </a:lnTo>
                  <a:lnTo>
                    <a:pt x="83484" y="80641"/>
                  </a:lnTo>
                  <a:lnTo>
                    <a:pt x="74791" y="75148"/>
                  </a:lnTo>
                  <a:lnTo>
                    <a:pt x="67022" y="70238"/>
                  </a:lnTo>
                  <a:lnTo>
                    <a:pt x="58168" y="64643"/>
                  </a:lnTo>
                  <a:lnTo>
                    <a:pt x="49884" y="59408"/>
                  </a:lnTo>
                  <a:lnTo>
                    <a:pt x="41635" y="54195"/>
                  </a:lnTo>
                  <a:lnTo>
                    <a:pt x="33317" y="48939"/>
                  </a:lnTo>
                  <a:lnTo>
                    <a:pt x="25351" y="43905"/>
                  </a:lnTo>
                  <a:lnTo>
                    <a:pt x="17313" y="38826"/>
                  </a:lnTo>
                  <a:lnTo>
                    <a:pt x="10884" y="34763"/>
                  </a:lnTo>
                  <a:lnTo>
                    <a:pt x="3108" y="29849"/>
                  </a:lnTo>
                  <a:lnTo>
                    <a:pt x="0" y="27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254505" y="1795272"/>
              <a:ext cx="70298" cy="59985"/>
            </a:xfrm>
            <a:custGeom>
              <a:avLst/>
              <a:pathLst>
                <a:path w="70298" h="59985">
                  <a:moveTo>
                    <a:pt x="67957" y="18554"/>
                  </a:moveTo>
                  <a:lnTo>
                    <a:pt x="64278" y="34988"/>
                  </a:lnTo>
                  <a:lnTo>
                    <a:pt x="60741" y="50783"/>
                  </a:lnTo>
                  <a:lnTo>
                    <a:pt x="58681" y="59985"/>
                  </a:lnTo>
                  <a:lnTo>
                    <a:pt x="28283" y="56202"/>
                  </a:lnTo>
                  <a:lnTo>
                    <a:pt x="27017" y="55537"/>
                  </a:lnTo>
                  <a:lnTo>
                    <a:pt x="0" y="41341"/>
                  </a:lnTo>
                  <a:lnTo>
                    <a:pt x="1947" y="35368"/>
                  </a:lnTo>
                  <a:lnTo>
                    <a:pt x="6163" y="22439"/>
                  </a:lnTo>
                  <a:lnTo>
                    <a:pt x="10816" y="8172"/>
                  </a:lnTo>
                  <a:lnTo>
                    <a:pt x="13480" y="0"/>
                  </a:lnTo>
                  <a:lnTo>
                    <a:pt x="22764" y="1323"/>
                  </a:lnTo>
                  <a:lnTo>
                    <a:pt x="40941" y="3913"/>
                  </a:lnTo>
                  <a:lnTo>
                    <a:pt x="57973" y="6340"/>
                  </a:lnTo>
                  <a:lnTo>
                    <a:pt x="70298" y="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395648" y="1813884"/>
              <a:ext cx="55432" cy="78238"/>
            </a:xfrm>
            <a:custGeom>
              <a:avLst/>
              <a:pathLst>
                <a:path w="55432" h="78238">
                  <a:moveTo>
                    <a:pt x="55392" y="7084"/>
                  </a:moveTo>
                  <a:lnTo>
                    <a:pt x="55322" y="19693"/>
                  </a:lnTo>
                  <a:lnTo>
                    <a:pt x="55250" y="32483"/>
                  </a:lnTo>
                  <a:lnTo>
                    <a:pt x="55183" y="44371"/>
                  </a:lnTo>
                  <a:lnTo>
                    <a:pt x="55115" y="56443"/>
                  </a:lnTo>
                  <a:lnTo>
                    <a:pt x="55047" y="68688"/>
                  </a:lnTo>
                  <a:lnTo>
                    <a:pt x="54993" y="78238"/>
                  </a:lnTo>
                  <a:lnTo>
                    <a:pt x="49518" y="77769"/>
                  </a:lnTo>
                  <a:lnTo>
                    <a:pt x="39077" y="75473"/>
                  </a:lnTo>
                  <a:lnTo>
                    <a:pt x="28768" y="72230"/>
                  </a:lnTo>
                  <a:lnTo>
                    <a:pt x="24580" y="69944"/>
                  </a:lnTo>
                  <a:lnTo>
                    <a:pt x="15155" y="64800"/>
                  </a:lnTo>
                  <a:lnTo>
                    <a:pt x="4846" y="57774"/>
                  </a:lnTo>
                  <a:lnTo>
                    <a:pt x="0" y="50839"/>
                  </a:lnTo>
                  <a:lnTo>
                    <a:pt x="256" y="44988"/>
                  </a:lnTo>
                  <a:lnTo>
                    <a:pt x="908" y="30126"/>
                  </a:lnTo>
                  <a:lnTo>
                    <a:pt x="1634" y="13587"/>
                  </a:lnTo>
                  <a:lnTo>
                    <a:pt x="2042" y="4289"/>
                  </a:lnTo>
                  <a:lnTo>
                    <a:pt x="28463" y="2166"/>
                  </a:lnTo>
                  <a:lnTo>
                    <a:pt x="554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456433" y="1810284"/>
              <a:ext cx="57540" cy="85396"/>
            </a:xfrm>
            <a:custGeom>
              <a:avLst/>
              <a:pathLst>
                <a:path w="57540" h="85396">
                  <a:moveTo>
                    <a:pt x="53683" y="7560"/>
                  </a:moveTo>
                  <a:lnTo>
                    <a:pt x="54467" y="20918"/>
                  </a:lnTo>
                  <a:lnTo>
                    <a:pt x="55184" y="33134"/>
                  </a:lnTo>
                  <a:lnTo>
                    <a:pt x="55905" y="45414"/>
                  </a:lnTo>
                  <a:lnTo>
                    <a:pt x="56612" y="57462"/>
                  </a:lnTo>
                  <a:lnTo>
                    <a:pt x="56940" y="63048"/>
                  </a:lnTo>
                  <a:lnTo>
                    <a:pt x="57540" y="76389"/>
                  </a:lnTo>
                  <a:lnTo>
                    <a:pt x="45412" y="78879"/>
                  </a:lnTo>
                  <a:lnTo>
                    <a:pt x="16304" y="84855"/>
                  </a:lnTo>
                  <a:lnTo>
                    <a:pt x="973" y="85396"/>
                  </a:lnTo>
                  <a:lnTo>
                    <a:pt x="845" y="74764"/>
                  </a:lnTo>
                  <a:lnTo>
                    <a:pt x="703" y="62865"/>
                  </a:lnTo>
                  <a:lnTo>
                    <a:pt x="539" y="49175"/>
                  </a:lnTo>
                  <a:lnTo>
                    <a:pt x="368" y="34933"/>
                  </a:lnTo>
                  <a:lnTo>
                    <a:pt x="196" y="20540"/>
                  </a:lnTo>
                  <a:lnTo>
                    <a:pt x="40" y="7581"/>
                  </a:lnTo>
                  <a:lnTo>
                    <a:pt x="0" y="4164"/>
                  </a:lnTo>
                  <a:lnTo>
                    <a:pt x="25344" y="2182"/>
                  </a:lnTo>
                  <a:lnTo>
                    <a:pt x="532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15612" y="1799114"/>
              <a:ext cx="61339" cy="84626"/>
            </a:xfrm>
            <a:custGeom>
              <a:avLst/>
              <a:pathLst>
                <a:path w="61339" h="84626">
                  <a:moveTo>
                    <a:pt x="26123" y="6045"/>
                  </a:moveTo>
                  <a:lnTo>
                    <a:pt x="53924" y="0"/>
                  </a:lnTo>
                  <a:lnTo>
                    <a:pt x="54749" y="6393"/>
                  </a:lnTo>
                  <a:lnTo>
                    <a:pt x="56135" y="17141"/>
                  </a:lnTo>
                  <a:lnTo>
                    <a:pt x="57621" y="28654"/>
                  </a:lnTo>
                  <a:lnTo>
                    <a:pt x="59069" y="39884"/>
                  </a:lnTo>
                  <a:lnTo>
                    <a:pt x="60270" y="49196"/>
                  </a:lnTo>
                  <a:lnTo>
                    <a:pt x="61339" y="57478"/>
                  </a:lnTo>
                  <a:lnTo>
                    <a:pt x="32797" y="75712"/>
                  </a:lnTo>
                  <a:lnTo>
                    <a:pt x="5841" y="84626"/>
                  </a:lnTo>
                  <a:lnTo>
                    <a:pt x="4319" y="74722"/>
                  </a:lnTo>
                  <a:lnTo>
                    <a:pt x="2457" y="62611"/>
                  </a:lnTo>
                  <a:lnTo>
                    <a:pt x="1481" y="56263"/>
                  </a:lnTo>
                  <a:lnTo>
                    <a:pt x="1174" y="47036"/>
                  </a:lnTo>
                  <a:lnTo>
                    <a:pt x="734" y="33792"/>
                  </a:lnTo>
                  <a:lnTo>
                    <a:pt x="317" y="21255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577452" y="1780965"/>
              <a:ext cx="66843" cy="69460"/>
            </a:xfrm>
            <a:custGeom>
              <a:avLst/>
              <a:pathLst>
                <a:path w="66843" h="69460">
                  <a:moveTo>
                    <a:pt x="26723" y="8277"/>
                  </a:moveTo>
                  <a:lnTo>
                    <a:pt x="66843" y="0"/>
                  </a:lnTo>
                  <a:lnTo>
                    <a:pt x="65714" y="6256"/>
                  </a:lnTo>
                  <a:lnTo>
                    <a:pt x="37581" y="34622"/>
                  </a:lnTo>
                  <a:lnTo>
                    <a:pt x="30471" y="41791"/>
                  </a:lnTo>
                  <a:lnTo>
                    <a:pt x="5095" y="69460"/>
                  </a:lnTo>
                  <a:lnTo>
                    <a:pt x="1355" y="28603"/>
                  </a:lnTo>
                  <a:lnTo>
                    <a:pt x="0" y="13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00604" y="1882223"/>
              <a:ext cx="55510" cy="53052"/>
            </a:xfrm>
            <a:custGeom>
              <a:avLst/>
              <a:pathLst>
                <a:path w="55510" h="53052">
                  <a:moveTo>
                    <a:pt x="49844" y="42323"/>
                  </a:moveTo>
                  <a:lnTo>
                    <a:pt x="43759" y="53052"/>
                  </a:lnTo>
                  <a:lnTo>
                    <a:pt x="38747" y="50130"/>
                  </a:lnTo>
                  <a:lnTo>
                    <a:pt x="30757" y="45471"/>
                  </a:lnTo>
                  <a:lnTo>
                    <a:pt x="22605" y="40718"/>
                  </a:lnTo>
                  <a:lnTo>
                    <a:pt x="15165" y="36380"/>
                  </a:lnTo>
                  <a:lnTo>
                    <a:pt x="8037" y="32223"/>
                  </a:lnTo>
                  <a:lnTo>
                    <a:pt x="0" y="27537"/>
                  </a:lnTo>
                  <a:lnTo>
                    <a:pt x="6250" y="17062"/>
                  </a:lnTo>
                  <a:lnTo>
                    <a:pt x="16433" y="0"/>
                  </a:lnTo>
                  <a:lnTo>
                    <a:pt x="34788" y="14676"/>
                  </a:lnTo>
                  <a:lnTo>
                    <a:pt x="38071" y="17301"/>
                  </a:lnTo>
                  <a:lnTo>
                    <a:pt x="55510" y="32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263866" y="1910352"/>
              <a:ext cx="96108" cy="82565"/>
            </a:xfrm>
            <a:custGeom>
              <a:avLst/>
              <a:pathLst>
                <a:path w="96108" h="82565">
                  <a:moveTo>
                    <a:pt x="91491" y="50045"/>
                  </a:moveTo>
                  <a:lnTo>
                    <a:pt x="75172" y="82565"/>
                  </a:lnTo>
                  <a:lnTo>
                    <a:pt x="69712" y="80102"/>
                  </a:lnTo>
                  <a:lnTo>
                    <a:pt x="59657" y="75566"/>
                  </a:lnTo>
                  <a:lnTo>
                    <a:pt x="50794" y="71568"/>
                  </a:lnTo>
                  <a:lnTo>
                    <a:pt x="43197" y="68141"/>
                  </a:lnTo>
                  <a:lnTo>
                    <a:pt x="35326" y="64590"/>
                  </a:lnTo>
                  <a:lnTo>
                    <a:pt x="27774" y="61183"/>
                  </a:lnTo>
                  <a:lnTo>
                    <a:pt x="19487" y="57445"/>
                  </a:lnTo>
                  <a:lnTo>
                    <a:pt x="12514" y="54299"/>
                  </a:lnTo>
                  <a:lnTo>
                    <a:pt x="4731" y="50788"/>
                  </a:lnTo>
                  <a:lnTo>
                    <a:pt x="0" y="48654"/>
                  </a:lnTo>
                  <a:lnTo>
                    <a:pt x="12224" y="27062"/>
                  </a:lnTo>
                  <a:lnTo>
                    <a:pt x="27544" y="0"/>
                  </a:lnTo>
                  <a:lnTo>
                    <a:pt x="35719" y="4869"/>
                  </a:lnTo>
                  <a:lnTo>
                    <a:pt x="45278" y="10564"/>
                  </a:lnTo>
                  <a:lnTo>
                    <a:pt x="54467" y="16039"/>
                  </a:lnTo>
                  <a:lnTo>
                    <a:pt x="65317" y="22502"/>
                  </a:lnTo>
                  <a:lnTo>
                    <a:pt x="76068" y="28907"/>
                  </a:lnTo>
                  <a:lnTo>
                    <a:pt x="86376" y="35048"/>
                  </a:lnTo>
                  <a:lnTo>
                    <a:pt x="96108" y="408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235142" y="1964066"/>
              <a:ext cx="97553" cy="57817"/>
            </a:xfrm>
            <a:custGeom>
              <a:avLst/>
              <a:pathLst>
                <a:path w="97553" h="57817">
                  <a:moveTo>
                    <a:pt x="92294" y="46671"/>
                  </a:moveTo>
                  <a:lnTo>
                    <a:pt x="87403" y="57817"/>
                  </a:lnTo>
                  <a:lnTo>
                    <a:pt x="67949" y="57263"/>
                  </a:lnTo>
                  <a:lnTo>
                    <a:pt x="55277" y="56902"/>
                  </a:lnTo>
                  <a:lnTo>
                    <a:pt x="42982" y="56551"/>
                  </a:lnTo>
                  <a:lnTo>
                    <a:pt x="34325" y="56304"/>
                  </a:lnTo>
                  <a:lnTo>
                    <a:pt x="29627" y="56145"/>
                  </a:lnTo>
                  <a:lnTo>
                    <a:pt x="17622" y="55737"/>
                  </a:lnTo>
                  <a:lnTo>
                    <a:pt x="15596" y="54961"/>
                  </a:lnTo>
                  <a:lnTo>
                    <a:pt x="4031" y="50528"/>
                  </a:lnTo>
                  <a:lnTo>
                    <a:pt x="0" y="48983"/>
                  </a:lnTo>
                  <a:lnTo>
                    <a:pt x="6277" y="37494"/>
                  </a:lnTo>
                  <a:lnTo>
                    <a:pt x="19640" y="13037"/>
                  </a:lnTo>
                  <a:lnTo>
                    <a:pt x="26763" y="0"/>
                  </a:lnTo>
                  <a:lnTo>
                    <a:pt x="31267" y="2206"/>
                  </a:lnTo>
                  <a:lnTo>
                    <a:pt x="38781" y="5889"/>
                  </a:lnTo>
                  <a:lnTo>
                    <a:pt x="46327" y="9586"/>
                  </a:lnTo>
                  <a:lnTo>
                    <a:pt x="53440" y="13072"/>
                  </a:lnTo>
                  <a:lnTo>
                    <a:pt x="61158" y="16853"/>
                  </a:lnTo>
                  <a:lnTo>
                    <a:pt x="68590" y="20495"/>
                  </a:lnTo>
                  <a:lnTo>
                    <a:pt x="76132" y="24191"/>
                  </a:lnTo>
                  <a:lnTo>
                    <a:pt x="85251" y="28659"/>
                  </a:lnTo>
                  <a:lnTo>
                    <a:pt x="97553" y="346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427251" y="1508760"/>
              <a:ext cx="30222" cy="6072"/>
            </a:xfrm>
            <a:custGeom>
              <a:avLst/>
              <a:pathLst>
                <a:path w="30222" h="6072">
                  <a:moveTo>
                    <a:pt x="29430" y="6072"/>
                  </a:moveTo>
                  <a:lnTo>
                    <a:pt x="26173" y="5400"/>
                  </a:lnTo>
                  <a:lnTo>
                    <a:pt x="17887" y="3691"/>
                  </a:lnTo>
                  <a:lnTo>
                    <a:pt x="10084" y="2080"/>
                  </a:lnTo>
                  <a:lnTo>
                    <a:pt x="1881" y="388"/>
                  </a:lnTo>
                  <a:lnTo>
                    <a:pt x="0" y="0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486643" y="1508760"/>
              <a:ext cx="35769" cy="7333"/>
            </a:xfrm>
            <a:custGeom>
              <a:avLst/>
              <a:pathLst>
                <a:path w="35769" h="7333">
                  <a:moveTo>
                    <a:pt x="4035" y="1192"/>
                  </a:moveTo>
                  <a:lnTo>
                    <a:pt x="0" y="0"/>
                  </a:lnTo>
                  <a:lnTo>
                    <a:pt x="35099" y="0"/>
                  </a:lnTo>
                  <a:lnTo>
                    <a:pt x="35769" y="7333"/>
                  </a:lnTo>
                  <a:lnTo>
                    <a:pt x="22517" y="5551"/>
                  </a:lnTo>
                  <a:lnTo>
                    <a:pt x="15679" y="46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695309" y="1697330"/>
              <a:ext cx="84748" cy="138252"/>
            </a:xfrm>
            <a:custGeom>
              <a:avLst/>
              <a:pathLst>
                <a:path w="84748" h="138252">
                  <a:moveTo>
                    <a:pt x="5854" y="39853"/>
                  </a:moveTo>
                  <a:lnTo>
                    <a:pt x="4196" y="31321"/>
                  </a:lnTo>
                  <a:lnTo>
                    <a:pt x="2302" y="21575"/>
                  </a:lnTo>
                  <a:lnTo>
                    <a:pt x="0" y="9724"/>
                  </a:lnTo>
                  <a:lnTo>
                    <a:pt x="5107" y="8262"/>
                  </a:lnTo>
                  <a:lnTo>
                    <a:pt x="17694" y="4660"/>
                  </a:lnTo>
                  <a:lnTo>
                    <a:pt x="19819" y="4052"/>
                  </a:lnTo>
                  <a:lnTo>
                    <a:pt x="31840" y="2516"/>
                  </a:lnTo>
                  <a:lnTo>
                    <a:pt x="44095" y="950"/>
                  </a:lnTo>
                  <a:lnTo>
                    <a:pt x="51532" y="0"/>
                  </a:lnTo>
                  <a:lnTo>
                    <a:pt x="52698" y="7954"/>
                  </a:lnTo>
                  <a:lnTo>
                    <a:pt x="54407" y="19615"/>
                  </a:lnTo>
                  <a:lnTo>
                    <a:pt x="55850" y="29457"/>
                  </a:lnTo>
                  <a:lnTo>
                    <a:pt x="56238" y="32102"/>
                  </a:lnTo>
                  <a:lnTo>
                    <a:pt x="58240" y="39555"/>
                  </a:lnTo>
                  <a:lnTo>
                    <a:pt x="60746" y="48887"/>
                  </a:lnTo>
                  <a:lnTo>
                    <a:pt x="63365" y="58638"/>
                  </a:lnTo>
                  <a:lnTo>
                    <a:pt x="66459" y="70158"/>
                  </a:lnTo>
                  <a:lnTo>
                    <a:pt x="69590" y="81815"/>
                  </a:lnTo>
                  <a:lnTo>
                    <a:pt x="73149" y="95068"/>
                  </a:lnTo>
                  <a:lnTo>
                    <a:pt x="76587" y="107865"/>
                  </a:lnTo>
                  <a:lnTo>
                    <a:pt x="80341" y="121845"/>
                  </a:lnTo>
                  <a:lnTo>
                    <a:pt x="84748" y="138252"/>
                  </a:lnTo>
                  <a:lnTo>
                    <a:pt x="54785" y="137810"/>
                  </a:lnTo>
                  <a:lnTo>
                    <a:pt x="26102" y="137387"/>
                  </a:lnTo>
                  <a:lnTo>
                    <a:pt x="24202" y="128278"/>
                  </a:lnTo>
                  <a:lnTo>
                    <a:pt x="21668" y="116128"/>
                  </a:lnTo>
                  <a:lnTo>
                    <a:pt x="19272" y="104638"/>
                  </a:lnTo>
                  <a:lnTo>
                    <a:pt x="16552" y="91595"/>
                  </a:lnTo>
                  <a:lnTo>
                    <a:pt x="14060" y="79643"/>
                  </a:lnTo>
                  <a:lnTo>
                    <a:pt x="11895" y="69262"/>
                  </a:lnTo>
                  <a:lnTo>
                    <a:pt x="9698" y="58726"/>
                  </a:lnTo>
                  <a:lnTo>
                    <a:pt x="7634" y="48828"/>
                  </a:lnTo>
                  <a:lnTo>
                    <a:pt x="7107" y="46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757325" y="1692351"/>
              <a:ext cx="80644" cy="132700"/>
            </a:xfrm>
            <a:custGeom>
              <a:avLst/>
              <a:pathLst>
                <a:path w="80644" h="132700">
                  <a:moveTo>
                    <a:pt x="44367" y="16752"/>
                  </a:moveTo>
                  <a:lnTo>
                    <a:pt x="48508" y="18733"/>
                  </a:lnTo>
                  <a:lnTo>
                    <a:pt x="51240" y="20625"/>
                  </a:lnTo>
                  <a:lnTo>
                    <a:pt x="52229" y="21790"/>
                  </a:lnTo>
                  <a:lnTo>
                    <a:pt x="54740" y="30953"/>
                  </a:lnTo>
                  <a:lnTo>
                    <a:pt x="58288" y="43901"/>
                  </a:lnTo>
                  <a:lnTo>
                    <a:pt x="61338" y="55035"/>
                  </a:lnTo>
                  <a:lnTo>
                    <a:pt x="64467" y="66453"/>
                  </a:lnTo>
                  <a:lnTo>
                    <a:pt x="67738" y="78391"/>
                  </a:lnTo>
                  <a:lnTo>
                    <a:pt x="71151" y="90849"/>
                  </a:lnTo>
                  <a:lnTo>
                    <a:pt x="74958" y="104740"/>
                  </a:lnTo>
                  <a:lnTo>
                    <a:pt x="78552" y="117857"/>
                  </a:lnTo>
                  <a:lnTo>
                    <a:pt x="80644" y="125493"/>
                  </a:lnTo>
                  <a:lnTo>
                    <a:pt x="52357" y="129137"/>
                  </a:lnTo>
                  <a:lnTo>
                    <a:pt x="24694" y="132700"/>
                  </a:lnTo>
                  <a:lnTo>
                    <a:pt x="21736" y="119526"/>
                  </a:lnTo>
                  <a:lnTo>
                    <a:pt x="18903" y="106905"/>
                  </a:lnTo>
                  <a:lnTo>
                    <a:pt x="16238" y="95035"/>
                  </a:lnTo>
                  <a:lnTo>
                    <a:pt x="13733" y="83876"/>
                  </a:lnTo>
                  <a:lnTo>
                    <a:pt x="11304" y="73059"/>
                  </a:lnTo>
                  <a:lnTo>
                    <a:pt x="8725" y="61571"/>
                  </a:lnTo>
                  <a:lnTo>
                    <a:pt x="6104" y="49898"/>
                  </a:lnTo>
                  <a:lnTo>
                    <a:pt x="3663" y="39027"/>
                  </a:lnTo>
                  <a:lnTo>
                    <a:pt x="1546" y="29597"/>
                  </a:lnTo>
                  <a:lnTo>
                    <a:pt x="1404" y="27626"/>
                  </a:lnTo>
                  <a:lnTo>
                    <a:pt x="611" y="16607"/>
                  </a:lnTo>
                  <a:lnTo>
                    <a:pt x="0" y="8102"/>
                  </a:lnTo>
                  <a:lnTo>
                    <a:pt x="6480" y="6721"/>
                  </a:lnTo>
                  <a:lnTo>
                    <a:pt x="11501" y="5651"/>
                  </a:lnTo>
                  <a:lnTo>
                    <a:pt x="19161" y="2919"/>
                  </a:lnTo>
                  <a:lnTo>
                    <a:pt x="27350" y="0"/>
                  </a:lnTo>
                  <a:lnTo>
                    <a:pt x="33559" y="7022"/>
                  </a:lnTo>
                  <a:lnTo>
                    <a:pt x="38816" y="12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793546" y="1614622"/>
              <a:ext cx="101819" cy="79137"/>
            </a:xfrm>
            <a:custGeom>
              <a:avLst/>
              <a:pathLst>
                <a:path w="101819" h="79137">
                  <a:moveTo>
                    <a:pt x="83414" y="50773"/>
                  </a:moveTo>
                  <a:lnTo>
                    <a:pt x="69677" y="72084"/>
                  </a:lnTo>
                  <a:lnTo>
                    <a:pt x="34238" y="65828"/>
                  </a:lnTo>
                  <a:lnTo>
                    <a:pt x="6466" y="79137"/>
                  </a:lnTo>
                  <a:lnTo>
                    <a:pt x="3006" y="73704"/>
                  </a:lnTo>
                  <a:lnTo>
                    <a:pt x="0" y="68981"/>
                  </a:lnTo>
                  <a:lnTo>
                    <a:pt x="12836" y="58079"/>
                  </a:lnTo>
                  <a:lnTo>
                    <a:pt x="27054" y="46003"/>
                  </a:lnTo>
                  <a:lnTo>
                    <a:pt x="36604" y="32618"/>
                  </a:lnTo>
                  <a:lnTo>
                    <a:pt x="45446" y="20225"/>
                  </a:lnTo>
                  <a:lnTo>
                    <a:pt x="57504" y="0"/>
                  </a:lnTo>
                  <a:lnTo>
                    <a:pt x="77181" y="9867"/>
                  </a:lnTo>
                  <a:lnTo>
                    <a:pt x="101819" y="22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009611" y="1512603"/>
              <a:ext cx="116029" cy="81733"/>
            </a:xfrm>
            <a:custGeom>
              <a:avLst/>
              <a:pathLst>
                <a:path w="116029" h="81733">
                  <a:moveTo>
                    <a:pt x="14955" y="23202"/>
                  </a:moveTo>
                  <a:lnTo>
                    <a:pt x="30543" y="2427"/>
                  </a:lnTo>
                  <a:lnTo>
                    <a:pt x="58864" y="84"/>
                  </a:lnTo>
                  <a:lnTo>
                    <a:pt x="66740" y="71"/>
                  </a:lnTo>
                  <a:lnTo>
                    <a:pt x="110742" y="0"/>
                  </a:lnTo>
                  <a:lnTo>
                    <a:pt x="116029" y="5404"/>
                  </a:lnTo>
                  <a:lnTo>
                    <a:pt x="103341" y="20535"/>
                  </a:lnTo>
                  <a:lnTo>
                    <a:pt x="87234" y="43902"/>
                  </a:lnTo>
                  <a:lnTo>
                    <a:pt x="68103" y="71657"/>
                  </a:lnTo>
                  <a:lnTo>
                    <a:pt x="61983" y="81733"/>
                  </a:lnTo>
                  <a:lnTo>
                    <a:pt x="27739" y="60408"/>
                  </a:lnTo>
                  <a:lnTo>
                    <a:pt x="0" y="43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317762" y="1806342"/>
              <a:ext cx="45465" cy="72869"/>
            </a:xfrm>
            <a:custGeom>
              <a:avLst/>
              <a:pathLst>
                <a:path w="45465" h="72869">
                  <a:moveTo>
                    <a:pt x="35103" y="72869"/>
                  </a:moveTo>
                  <a:lnTo>
                    <a:pt x="20787" y="70753"/>
                  </a:lnTo>
                  <a:lnTo>
                    <a:pt x="0" y="67681"/>
                  </a:lnTo>
                  <a:lnTo>
                    <a:pt x="244" y="60589"/>
                  </a:lnTo>
                  <a:lnTo>
                    <a:pt x="634" y="49307"/>
                  </a:lnTo>
                  <a:lnTo>
                    <a:pt x="1112" y="47466"/>
                  </a:lnTo>
                  <a:lnTo>
                    <a:pt x="4684" y="33717"/>
                  </a:lnTo>
                  <a:lnTo>
                    <a:pt x="6424" y="27019"/>
                  </a:lnTo>
                  <a:lnTo>
                    <a:pt x="7630" y="20296"/>
                  </a:lnTo>
                  <a:lnTo>
                    <a:pt x="9795" y="8227"/>
                  </a:lnTo>
                  <a:lnTo>
                    <a:pt x="11271" y="0"/>
                  </a:lnTo>
                  <a:lnTo>
                    <a:pt x="22071" y="2292"/>
                  </a:lnTo>
                  <a:lnTo>
                    <a:pt x="29906" y="4168"/>
                  </a:lnTo>
                  <a:lnTo>
                    <a:pt x="34421" y="35031"/>
                  </a:lnTo>
                  <a:lnTo>
                    <a:pt x="36794" y="51253"/>
                  </a:lnTo>
                  <a:lnTo>
                    <a:pt x="45465" y="717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361016" y="1814363"/>
              <a:ext cx="27799" cy="57686"/>
            </a:xfrm>
            <a:custGeom>
              <a:avLst/>
              <a:pathLst>
                <a:path w="27799" h="57686">
                  <a:moveTo>
                    <a:pt x="17272" y="55400"/>
                  </a:moveTo>
                  <a:lnTo>
                    <a:pt x="8809" y="57686"/>
                  </a:lnTo>
                  <a:lnTo>
                    <a:pt x="3530" y="43113"/>
                  </a:lnTo>
                  <a:lnTo>
                    <a:pt x="0" y="33368"/>
                  </a:lnTo>
                  <a:lnTo>
                    <a:pt x="279" y="15405"/>
                  </a:lnTo>
                  <a:lnTo>
                    <a:pt x="520" y="0"/>
                  </a:lnTo>
                  <a:lnTo>
                    <a:pt x="13381" y="1324"/>
                  </a:lnTo>
                  <a:lnTo>
                    <a:pt x="27799" y="2810"/>
                  </a:lnTo>
                  <a:lnTo>
                    <a:pt x="26605" y="26340"/>
                  </a:lnTo>
                  <a:lnTo>
                    <a:pt x="26432" y="29766"/>
                  </a:lnTo>
                  <a:lnTo>
                    <a:pt x="25657" y="5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393358" y="1558625"/>
              <a:ext cx="82589" cy="113702"/>
            </a:xfrm>
            <a:custGeom>
              <a:avLst/>
              <a:pathLst>
                <a:path w="82589" h="113702">
                  <a:moveTo>
                    <a:pt x="17069" y="12168"/>
                  </a:moveTo>
                  <a:lnTo>
                    <a:pt x="30629" y="4527"/>
                  </a:lnTo>
                  <a:lnTo>
                    <a:pt x="32142" y="3674"/>
                  </a:lnTo>
                  <a:lnTo>
                    <a:pt x="44196" y="0"/>
                  </a:lnTo>
                  <a:lnTo>
                    <a:pt x="46345" y="5097"/>
                  </a:lnTo>
                  <a:lnTo>
                    <a:pt x="50157" y="14138"/>
                  </a:lnTo>
                  <a:lnTo>
                    <a:pt x="54148" y="23604"/>
                  </a:lnTo>
                  <a:lnTo>
                    <a:pt x="58594" y="34149"/>
                  </a:lnTo>
                  <a:lnTo>
                    <a:pt x="62698" y="43883"/>
                  </a:lnTo>
                  <a:lnTo>
                    <a:pt x="66690" y="53352"/>
                  </a:lnTo>
                  <a:lnTo>
                    <a:pt x="70351" y="62036"/>
                  </a:lnTo>
                  <a:lnTo>
                    <a:pt x="75279" y="73725"/>
                  </a:lnTo>
                  <a:lnTo>
                    <a:pt x="79468" y="83660"/>
                  </a:lnTo>
                  <a:lnTo>
                    <a:pt x="82589" y="91064"/>
                  </a:lnTo>
                  <a:lnTo>
                    <a:pt x="60269" y="101208"/>
                  </a:lnTo>
                  <a:lnTo>
                    <a:pt x="32777" y="113702"/>
                  </a:lnTo>
                  <a:lnTo>
                    <a:pt x="30306" y="106773"/>
                  </a:lnTo>
                  <a:lnTo>
                    <a:pt x="26497" y="96091"/>
                  </a:lnTo>
                  <a:lnTo>
                    <a:pt x="22089" y="83731"/>
                  </a:lnTo>
                  <a:lnTo>
                    <a:pt x="17978" y="72202"/>
                  </a:lnTo>
                  <a:lnTo>
                    <a:pt x="14134" y="61423"/>
                  </a:lnTo>
                  <a:lnTo>
                    <a:pt x="10476" y="51164"/>
                  </a:lnTo>
                  <a:lnTo>
                    <a:pt x="6823" y="40921"/>
                  </a:lnTo>
                  <a:lnTo>
                    <a:pt x="3008" y="30222"/>
                  </a:lnTo>
                  <a:lnTo>
                    <a:pt x="0" y="21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36686" y="1581538"/>
              <a:ext cx="84437" cy="110027"/>
            </a:xfrm>
            <a:custGeom>
              <a:avLst/>
              <a:pathLst>
                <a:path w="84437" h="110027">
                  <a:moveTo>
                    <a:pt x="68475" y="44702"/>
                  </a:moveTo>
                  <a:lnTo>
                    <a:pt x="72550" y="57126"/>
                  </a:lnTo>
                  <a:lnTo>
                    <a:pt x="76394" y="68847"/>
                  </a:lnTo>
                  <a:lnTo>
                    <a:pt x="80520" y="81431"/>
                  </a:lnTo>
                  <a:lnTo>
                    <a:pt x="84437" y="93373"/>
                  </a:lnTo>
                  <a:lnTo>
                    <a:pt x="60580" y="101603"/>
                  </a:lnTo>
                  <a:lnTo>
                    <a:pt x="36160" y="110027"/>
                  </a:lnTo>
                  <a:lnTo>
                    <a:pt x="32589" y="99342"/>
                  </a:lnTo>
                  <a:lnTo>
                    <a:pt x="24718" y="75789"/>
                  </a:lnTo>
                  <a:lnTo>
                    <a:pt x="19851" y="61227"/>
                  </a:lnTo>
                  <a:lnTo>
                    <a:pt x="15860" y="49285"/>
                  </a:lnTo>
                  <a:lnTo>
                    <a:pt x="13805" y="44468"/>
                  </a:lnTo>
                  <a:lnTo>
                    <a:pt x="8365" y="31715"/>
                  </a:lnTo>
                  <a:lnTo>
                    <a:pt x="3815" y="21049"/>
                  </a:lnTo>
                  <a:lnTo>
                    <a:pt x="0" y="12105"/>
                  </a:lnTo>
                  <a:lnTo>
                    <a:pt x="5815" y="10746"/>
                  </a:lnTo>
                  <a:lnTo>
                    <a:pt x="15286" y="8533"/>
                  </a:lnTo>
                  <a:lnTo>
                    <a:pt x="25294" y="6195"/>
                  </a:lnTo>
                  <a:lnTo>
                    <a:pt x="35303" y="3856"/>
                  </a:lnTo>
                  <a:lnTo>
                    <a:pt x="45567" y="1458"/>
                  </a:lnTo>
                  <a:lnTo>
                    <a:pt x="51809" y="0"/>
                  </a:lnTo>
                  <a:lnTo>
                    <a:pt x="55076" y="8323"/>
                  </a:lnTo>
                  <a:lnTo>
                    <a:pt x="59597" y="19841"/>
                  </a:lnTo>
                  <a:lnTo>
                    <a:pt x="62649" y="27618"/>
                  </a:lnTo>
                  <a:lnTo>
                    <a:pt x="64323" y="32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21172" y="1596668"/>
              <a:ext cx="39198" cy="87906"/>
            </a:xfrm>
            <a:custGeom>
              <a:avLst/>
              <a:pathLst>
                <a:path w="39198" h="87906">
                  <a:moveTo>
                    <a:pt x="29827" y="45525"/>
                  </a:moveTo>
                  <a:lnTo>
                    <a:pt x="32420" y="56259"/>
                  </a:lnTo>
                  <a:lnTo>
                    <a:pt x="34901" y="66523"/>
                  </a:lnTo>
                  <a:lnTo>
                    <a:pt x="37227" y="76148"/>
                  </a:lnTo>
                  <a:lnTo>
                    <a:pt x="39198" y="84305"/>
                  </a:lnTo>
                  <a:lnTo>
                    <a:pt x="20980" y="85979"/>
                  </a:lnTo>
                  <a:lnTo>
                    <a:pt x="0" y="87906"/>
                  </a:lnTo>
                  <a:lnTo>
                    <a:pt x="6118" y="38681"/>
                  </a:lnTo>
                  <a:lnTo>
                    <a:pt x="10925" y="0"/>
                  </a:lnTo>
                  <a:lnTo>
                    <a:pt x="27232" y="34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59274" y="1589752"/>
              <a:ext cx="63031" cy="102748"/>
            </a:xfrm>
            <a:custGeom>
              <a:avLst/>
              <a:pathLst>
                <a:path w="63031" h="102748">
                  <a:moveTo>
                    <a:pt x="38826" y="4996"/>
                  </a:moveTo>
                  <a:lnTo>
                    <a:pt x="58802" y="9511"/>
                  </a:lnTo>
                  <a:lnTo>
                    <a:pt x="60691" y="20131"/>
                  </a:lnTo>
                  <a:lnTo>
                    <a:pt x="63031" y="33289"/>
                  </a:lnTo>
                  <a:lnTo>
                    <a:pt x="61227" y="42358"/>
                  </a:lnTo>
                  <a:lnTo>
                    <a:pt x="59126" y="52917"/>
                  </a:lnTo>
                  <a:lnTo>
                    <a:pt x="57226" y="62465"/>
                  </a:lnTo>
                  <a:lnTo>
                    <a:pt x="55419" y="71550"/>
                  </a:lnTo>
                  <a:lnTo>
                    <a:pt x="53526" y="81059"/>
                  </a:lnTo>
                  <a:lnTo>
                    <a:pt x="51632" y="90573"/>
                  </a:lnTo>
                  <a:lnTo>
                    <a:pt x="49889" y="99336"/>
                  </a:lnTo>
                  <a:lnTo>
                    <a:pt x="49209" y="102748"/>
                  </a:lnTo>
                  <a:lnTo>
                    <a:pt x="25776" y="99355"/>
                  </a:lnTo>
                  <a:lnTo>
                    <a:pt x="22536" y="97279"/>
                  </a:lnTo>
                  <a:lnTo>
                    <a:pt x="0" y="82843"/>
                  </a:lnTo>
                  <a:lnTo>
                    <a:pt x="1125" y="77266"/>
                  </a:lnTo>
                  <a:lnTo>
                    <a:pt x="3071" y="67623"/>
                  </a:lnTo>
                  <a:lnTo>
                    <a:pt x="5245" y="56855"/>
                  </a:lnTo>
                  <a:lnTo>
                    <a:pt x="7140" y="47465"/>
                  </a:lnTo>
                  <a:lnTo>
                    <a:pt x="9095" y="37777"/>
                  </a:lnTo>
                  <a:lnTo>
                    <a:pt x="11285" y="26927"/>
                  </a:lnTo>
                  <a:lnTo>
                    <a:pt x="13484" y="16032"/>
                  </a:lnTo>
                  <a:lnTo>
                    <a:pt x="15346" y="6807"/>
                  </a:lnTo>
                  <a:lnTo>
                    <a:pt x="16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526578" y="1508760"/>
              <a:ext cx="51226" cy="9135"/>
            </a:xfrm>
            <a:custGeom>
              <a:avLst/>
              <a:pathLst>
                <a:path w="51226" h="9135">
                  <a:moveTo>
                    <a:pt x="0" y="0"/>
                  </a:moveTo>
                  <a:lnTo>
                    <a:pt x="50816" y="0"/>
                  </a:lnTo>
                  <a:lnTo>
                    <a:pt x="51226" y="9135"/>
                  </a:lnTo>
                  <a:lnTo>
                    <a:pt x="41503" y="8788"/>
                  </a:lnTo>
                  <a:lnTo>
                    <a:pt x="14222" y="7817"/>
                  </a:lnTo>
                  <a:lnTo>
                    <a:pt x="650" y="7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22105" y="1833798"/>
              <a:ext cx="65937" cy="75114"/>
            </a:xfrm>
            <a:custGeom>
              <a:avLst/>
              <a:pathLst>
                <a:path w="65937" h="75114">
                  <a:moveTo>
                    <a:pt x="23365" y="3958"/>
                  </a:moveTo>
                  <a:lnTo>
                    <a:pt x="48743" y="0"/>
                  </a:lnTo>
                  <a:lnTo>
                    <a:pt x="50488" y="4889"/>
                  </a:lnTo>
                  <a:lnTo>
                    <a:pt x="54234" y="15389"/>
                  </a:lnTo>
                  <a:lnTo>
                    <a:pt x="58561" y="27516"/>
                  </a:lnTo>
                  <a:lnTo>
                    <a:pt x="62956" y="39832"/>
                  </a:lnTo>
                  <a:lnTo>
                    <a:pt x="65937" y="48188"/>
                  </a:lnTo>
                  <a:lnTo>
                    <a:pt x="54708" y="56020"/>
                  </a:lnTo>
                  <a:lnTo>
                    <a:pt x="27329" y="75114"/>
                  </a:lnTo>
                  <a:lnTo>
                    <a:pt x="25221" y="70633"/>
                  </a:lnTo>
                  <a:lnTo>
                    <a:pt x="21248" y="62189"/>
                  </a:lnTo>
                  <a:lnTo>
                    <a:pt x="17580" y="54392"/>
                  </a:lnTo>
                  <a:lnTo>
                    <a:pt x="13461" y="45636"/>
                  </a:lnTo>
                  <a:lnTo>
                    <a:pt x="9448" y="37107"/>
                  </a:lnTo>
                  <a:lnTo>
                    <a:pt x="5365" y="28429"/>
                  </a:lnTo>
                  <a:lnTo>
                    <a:pt x="1463" y="20134"/>
                  </a:lnTo>
                  <a:lnTo>
                    <a:pt x="0" y="17023"/>
                  </a:lnTo>
                  <a:lnTo>
                    <a:pt x="691" y="15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568766" y="1857877"/>
              <a:ext cx="71842" cy="87065"/>
            </a:xfrm>
            <a:custGeom>
              <a:avLst/>
              <a:pathLst>
                <a:path w="71842" h="87065">
                  <a:moveTo>
                    <a:pt x="47172" y="0"/>
                  </a:moveTo>
                  <a:lnTo>
                    <a:pt x="49947" y="6483"/>
                  </a:lnTo>
                  <a:lnTo>
                    <a:pt x="53954" y="15846"/>
                  </a:lnTo>
                  <a:lnTo>
                    <a:pt x="58922" y="27455"/>
                  </a:lnTo>
                  <a:lnTo>
                    <a:pt x="63220" y="37498"/>
                  </a:lnTo>
                  <a:lnTo>
                    <a:pt x="68028" y="48732"/>
                  </a:lnTo>
                  <a:lnTo>
                    <a:pt x="71842" y="57645"/>
                  </a:lnTo>
                  <a:lnTo>
                    <a:pt x="59108" y="66541"/>
                  </a:lnTo>
                  <a:lnTo>
                    <a:pt x="21901" y="87065"/>
                  </a:lnTo>
                  <a:lnTo>
                    <a:pt x="17732" y="75581"/>
                  </a:lnTo>
                  <a:lnTo>
                    <a:pt x="13452" y="63792"/>
                  </a:lnTo>
                  <a:lnTo>
                    <a:pt x="9388" y="52601"/>
                  </a:lnTo>
                  <a:lnTo>
                    <a:pt x="5783" y="42671"/>
                  </a:lnTo>
                  <a:lnTo>
                    <a:pt x="2198" y="32796"/>
                  </a:lnTo>
                  <a:lnTo>
                    <a:pt x="0" y="26740"/>
                  </a:lnTo>
                  <a:lnTo>
                    <a:pt x="22369" y="14060"/>
                  </a:lnTo>
                  <a:lnTo>
                    <a:pt x="42453" y="26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11720" y="1886934"/>
              <a:ext cx="71508" cy="60624"/>
            </a:xfrm>
            <a:custGeom>
              <a:avLst/>
              <a:pathLst>
                <a:path w="71508" h="60624">
                  <a:moveTo>
                    <a:pt x="53557" y="6106"/>
                  </a:moveTo>
                  <a:lnTo>
                    <a:pt x="60850" y="28256"/>
                  </a:lnTo>
                  <a:lnTo>
                    <a:pt x="66944" y="46763"/>
                  </a:lnTo>
                  <a:lnTo>
                    <a:pt x="71508" y="60624"/>
                  </a:lnTo>
                  <a:lnTo>
                    <a:pt x="55567" y="60012"/>
                  </a:lnTo>
                  <a:lnTo>
                    <a:pt x="10536" y="58282"/>
                  </a:lnTo>
                  <a:lnTo>
                    <a:pt x="9908" y="54825"/>
                  </a:lnTo>
                  <a:lnTo>
                    <a:pt x="8458" y="46839"/>
                  </a:lnTo>
                  <a:lnTo>
                    <a:pt x="7838" y="44688"/>
                  </a:lnTo>
                  <a:lnTo>
                    <a:pt x="5300" y="35875"/>
                  </a:lnTo>
                  <a:lnTo>
                    <a:pt x="2657" y="26703"/>
                  </a:lnTo>
                  <a:lnTo>
                    <a:pt x="0" y="17476"/>
                  </a:lnTo>
                  <a:lnTo>
                    <a:pt x="23916" y="9368"/>
                  </a:lnTo>
                  <a:lnTo>
                    <a:pt x="515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454765" y="1902150"/>
              <a:ext cx="62255" cy="53146"/>
            </a:xfrm>
            <a:custGeom>
              <a:avLst/>
              <a:pathLst>
                <a:path w="62255" h="53146">
                  <a:moveTo>
                    <a:pt x="51683" y="5998"/>
                  </a:moveTo>
                  <a:lnTo>
                    <a:pt x="55464" y="16272"/>
                  </a:lnTo>
                  <a:lnTo>
                    <a:pt x="57631" y="22162"/>
                  </a:lnTo>
                  <a:lnTo>
                    <a:pt x="58635" y="26847"/>
                  </a:lnTo>
                  <a:lnTo>
                    <a:pt x="60686" y="36413"/>
                  </a:lnTo>
                  <a:lnTo>
                    <a:pt x="62255" y="43736"/>
                  </a:lnTo>
                  <a:lnTo>
                    <a:pt x="46721" y="46291"/>
                  </a:lnTo>
                  <a:lnTo>
                    <a:pt x="5042" y="53146"/>
                  </a:lnTo>
                  <a:lnTo>
                    <a:pt x="4370" y="46900"/>
                  </a:lnTo>
                  <a:lnTo>
                    <a:pt x="3374" y="37631"/>
                  </a:lnTo>
                  <a:lnTo>
                    <a:pt x="2172" y="26447"/>
                  </a:lnTo>
                  <a:lnTo>
                    <a:pt x="1155" y="16993"/>
                  </a:lnTo>
                  <a:lnTo>
                    <a:pt x="0" y="6241"/>
                  </a:lnTo>
                  <a:lnTo>
                    <a:pt x="24918" y="3098"/>
                  </a:lnTo>
                  <a:lnTo>
                    <a:pt x="494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413215" y="1932257"/>
              <a:ext cx="39049" cy="31018"/>
            </a:xfrm>
            <a:custGeom>
              <a:avLst/>
              <a:pathLst>
                <a:path w="39049" h="31018">
                  <a:moveTo>
                    <a:pt x="36329" y="9370"/>
                  </a:moveTo>
                  <a:lnTo>
                    <a:pt x="39049" y="18109"/>
                  </a:lnTo>
                  <a:lnTo>
                    <a:pt x="24213" y="24016"/>
                  </a:lnTo>
                  <a:lnTo>
                    <a:pt x="6627" y="31018"/>
                  </a:lnTo>
                  <a:lnTo>
                    <a:pt x="5242" y="27025"/>
                  </a:lnTo>
                  <a:lnTo>
                    <a:pt x="1780" y="17043"/>
                  </a:lnTo>
                  <a:lnTo>
                    <a:pt x="0" y="11910"/>
                  </a:lnTo>
                  <a:lnTo>
                    <a:pt x="16405" y="6062"/>
                  </a:lnTo>
                  <a:lnTo>
                    <a:pt x="334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07097" y="1709332"/>
              <a:ext cx="307546" cy="129420"/>
            </a:xfrm>
            <a:custGeom>
              <a:avLst/>
              <a:pathLst>
                <a:path w="307546" h="129420">
                  <a:moveTo>
                    <a:pt x="268885" y="91603"/>
                  </a:moveTo>
                  <a:lnTo>
                    <a:pt x="257930" y="50925"/>
                  </a:lnTo>
                  <a:lnTo>
                    <a:pt x="166543" y="77263"/>
                  </a:lnTo>
                  <a:lnTo>
                    <a:pt x="123051" y="85238"/>
                  </a:lnTo>
                  <a:lnTo>
                    <a:pt x="65081" y="91373"/>
                  </a:lnTo>
                  <a:lnTo>
                    <a:pt x="0" y="92434"/>
                  </a:lnTo>
                  <a:lnTo>
                    <a:pt x="25455" y="81436"/>
                  </a:lnTo>
                  <a:lnTo>
                    <a:pt x="46679" y="72267"/>
                  </a:lnTo>
                  <a:lnTo>
                    <a:pt x="70858" y="65312"/>
                  </a:lnTo>
                  <a:lnTo>
                    <a:pt x="84163" y="61485"/>
                  </a:lnTo>
                  <a:lnTo>
                    <a:pt x="90685" y="59778"/>
                  </a:lnTo>
                  <a:lnTo>
                    <a:pt x="110753" y="54523"/>
                  </a:lnTo>
                  <a:lnTo>
                    <a:pt x="126436" y="50417"/>
                  </a:lnTo>
                  <a:lnTo>
                    <a:pt x="140515" y="46731"/>
                  </a:lnTo>
                  <a:lnTo>
                    <a:pt x="149610" y="44350"/>
                  </a:lnTo>
                  <a:lnTo>
                    <a:pt x="154343" y="42984"/>
                  </a:lnTo>
                  <a:lnTo>
                    <a:pt x="166302" y="39533"/>
                  </a:lnTo>
                  <a:lnTo>
                    <a:pt x="176690" y="36536"/>
                  </a:lnTo>
                  <a:lnTo>
                    <a:pt x="185984" y="33855"/>
                  </a:lnTo>
                  <a:lnTo>
                    <a:pt x="195522" y="31102"/>
                  </a:lnTo>
                  <a:lnTo>
                    <a:pt x="205946" y="28095"/>
                  </a:lnTo>
                  <a:lnTo>
                    <a:pt x="215164" y="25435"/>
                  </a:lnTo>
                  <a:lnTo>
                    <a:pt x="223707" y="22616"/>
                  </a:lnTo>
                  <a:lnTo>
                    <a:pt x="233460" y="19398"/>
                  </a:lnTo>
                  <a:lnTo>
                    <a:pt x="243418" y="16111"/>
                  </a:lnTo>
                  <a:lnTo>
                    <a:pt x="248735" y="14357"/>
                  </a:lnTo>
                  <a:lnTo>
                    <a:pt x="253174" y="12493"/>
                  </a:lnTo>
                  <a:lnTo>
                    <a:pt x="262808" y="8448"/>
                  </a:lnTo>
                  <a:lnTo>
                    <a:pt x="272254" y="4482"/>
                  </a:lnTo>
                  <a:lnTo>
                    <a:pt x="282929" y="0"/>
                  </a:lnTo>
                  <a:lnTo>
                    <a:pt x="284312" y="6575"/>
                  </a:lnTo>
                  <a:lnTo>
                    <a:pt x="286329" y="16169"/>
                  </a:lnTo>
                  <a:lnTo>
                    <a:pt x="288231" y="25215"/>
                  </a:lnTo>
                  <a:lnTo>
                    <a:pt x="290036" y="33799"/>
                  </a:lnTo>
                  <a:lnTo>
                    <a:pt x="292140" y="44978"/>
                  </a:lnTo>
                  <a:lnTo>
                    <a:pt x="294307" y="56492"/>
                  </a:lnTo>
                  <a:lnTo>
                    <a:pt x="296452" y="67886"/>
                  </a:lnTo>
                  <a:lnTo>
                    <a:pt x="298412" y="78301"/>
                  </a:lnTo>
                  <a:lnTo>
                    <a:pt x="300603" y="89940"/>
                  </a:lnTo>
                  <a:lnTo>
                    <a:pt x="302516" y="100105"/>
                  </a:lnTo>
                  <a:lnTo>
                    <a:pt x="304677" y="111582"/>
                  </a:lnTo>
                  <a:lnTo>
                    <a:pt x="307546" y="126826"/>
                  </a:lnTo>
                  <a:lnTo>
                    <a:pt x="295146" y="127956"/>
                  </a:lnTo>
                  <a:lnTo>
                    <a:pt x="279069" y="1294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09745" y="1905575"/>
              <a:ext cx="60627" cy="49853"/>
            </a:xfrm>
            <a:custGeom>
              <a:avLst/>
              <a:pathLst>
                <a:path w="60627" h="49853">
                  <a:moveTo>
                    <a:pt x="22959" y="5098"/>
                  </a:moveTo>
                  <a:lnTo>
                    <a:pt x="49637" y="0"/>
                  </a:lnTo>
                  <a:lnTo>
                    <a:pt x="50994" y="5853"/>
                  </a:lnTo>
                  <a:lnTo>
                    <a:pt x="55005" y="23156"/>
                  </a:lnTo>
                  <a:lnTo>
                    <a:pt x="58482" y="38152"/>
                  </a:lnTo>
                  <a:lnTo>
                    <a:pt x="60627" y="47404"/>
                  </a:lnTo>
                  <a:lnTo>
                    <a:pt x="34594" y="48652"/>
                  </a:lnTo>
                  <a:lnTo>
                    <a:pt x="9529" y="49853"/>
                  </a:lnTo>
                  <a:lnTo>
                    <a:pt x="5040" y="30839"/>
                  </a:lnTo>
                  <a:lnTo>
                    <a:pt x="0" y="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64111" y="1513482"/>
              <a:ext cx="65202" cy="58544"/>
            </a:xfrm>
            <a:custGeom>
              <a:avLst/>
              <a:pathLst>
                <a:path w="65202" h="58544">
                  <a:moveTo>
                    <a:pt x="64041" y="15463"/>
                  </a:moveTo>
                  <a:lnTo>
                    <a:pt x="65202" y="19635"/>
                  </a:lnTo>
                  <a:lnTo>
                    <a:pt x="64849" y="31163"/>
                  </a:lnTo>
                  <a:lnTo>
                    <a:pt x="61677" y="38729"/>
                  </a:lnTo>
                  <a:lnTo>
                    <a:pt x="34229" y="47547"/>
                  </a:lnTo>
                  <a:lnTo>
                    <a:pt x="0" y="58544"/>
                  </a:lnTo>
                  <a:lnTo>
                    <a:pt x="1883" y="37940"/>
                  </a:lnTo>
                  <a:lnTo>
                    <a:pt x="3524" y="19995"/>
                  </a:lnTo>
                  <a:lnTo>
                    <a:pt x="29169" y="10873"/>
                  </a:lnTo>
                  <a:lnTo>
                    <a:pt x="597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844902" y="1777463"/>
              <a:ext cx="93122" cy="87414"/>
            </a:xfrm>
            <a:custGeom>
              <a:avLst/>
              <a:pathLst>
                <a:path w="93122" h="87414">
                  <a:moveTo>
                    <a:pt x="4249" y="82628"/>
                  </a:moveTo>
                  <a:lnTo>
                    <a:pt x="3331" y="73919"/>
                  </a:lnTo>
                  <a:lnTo>
                    <a:pt x="2472" y="65776"/>
                  </a:lnTo>
                  <a:lnTo>
                    <a:pt x="1648" y="57958"/>
                  </a:lnTo>
                  <a:lnTo>
                    <a:pt x="762" y="49563"/>
                  </a:lnTo>
                  <a:lnTo>
                    <a:pt x="0" y="42332"/>
                  </a:lnTo>
                  <a:lnTo>
                    <a:pt x="35572" y="30623"/>
                  </a:lnTo>
                  <a:lnTo>
                    <a:pt x="65470" y="0"/>
                  </a:lnTo>
                  <a:lnTo>
                    <a:pt x="68316" y="2973"/>
                  </a:lnTo>
                  <a:lnTo>
                    <a:pt x="72434" y="7276"/>
                  </a:lnTo>
                  <a:lnTo>
                    <a:pt x="76487" y="11511"/>
                  </a:lnTo>
                  <a:lnTo>
                    <a:pt x="81258" y="16497"/>
                  </a:lnTo>
                  <a:lnTo>
                    <a:pt x="85241" y="20658"/>
                  </a:lnTo>
                  <a:lnTo>
                    <a:pt x="89428" y="25033"/>
                  </a:lnTo>
                  <a:lnTo>
                    <a:pt x="93122" y="28893"/>
                  </a:lnTo>
                  <a:lnTo>
                    <a:pt x="55840" y="72200"/>
                  </a:lnTo>
                  <a:lnTo>
                    <a:pt x="43809" y="81149"/>
                  </a:lnTo>
                  <a:lnTo>
                    <a:pt x="4754" y="87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892331" y="1811120"/>
              <a:ext cx="97531" cy="132566"/>
            </a:xfrm>
            <a:custGeom>
              <a:avLst/>
              <a:pathLst>
                <a:path w="97531" h="132566">
                  <a:moveTo>
                    <a:pt x="7956" y="96593"/>
                  </a:moveTo>
                  <a:lnTo>
                    <a:pt x="5368" y="83181"/>
                  </a:lnTo>
                  <a:lnTo>
                    <a:pt x="2740" y="69561"/>
                  </a:lnTo>
                  <a:lnTo>
                    <a:pt x="0" y="55359"/>
                  </a:lnTo>
                  <a:lnTo>
                    <a:pt x="20434" y="33356"/>
                  </a:lnTo>
                  <a:lnTo>
                    <a:pt x="24369" y="28726"/>
                  </a:lnTo>
                  <a:lnTo>
                    <a:pt x="48783" y="0"/>
                  </a:lnTo>
                  <a:lnTo>
                    <a:pt x="53092" y="6112"/>
                  </a:lnTo>
                  <a:lnTo>
                    <a:pt x="58706" y="14078"/>
                  </a:lnTo>
                  <a:lnTo>
                    <a:pt x="64264" y="21963"/>
                  </a:lnTo>
                  <a:lnTo>
                    <a:pt x="69856" y="29895"/>
                  </a:lnTo>
                  <a:lnTo>
                    <a:pt x="75521" y="37932"/>
                  </a:lnTo>
                  <a:lnTo>
                    <a:pt x="81543" y="46476"/>
                  </a:lnTo>
                  <a:lnTo>
                    <a:pt x="87964" y="55585"/>
                  </a:lnTo>
                  <a:lnTo>
                    <a:pt x="97531" y="69158"/>
                  </a:lnTo>
                  <a:lnTo>
                    <a:pt x="56820" y="119871"/>
                  </a:lnTo>
                  <a:lnTo>
                    <a:pt x="49068" y="124830"/>
                  </a:lnTo>
                  <a:lnTo>
                    <a:pt x="36974" y="132566"/>
                  </a:lnTo>
                  <a:lnTo>
                    <a:pt x="25265" y="121123"/>
                  </a:lnTo>
                  <a:lnTo>
                    <a:pt x="14376" y="110481"/>
                  </a:lnTo>
                  <a:lnTo>
                    <a:pt x="9766" y="105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858322" y="1868936"/>
              <a:ext cx="40707" cy="83978"/>
            </a:xfrm>
            <a:custGeom>
              <a:avLst/>
              <a:pathLst>
                <a:path w="40707" h="83978">
                  <a:moveTo>
                    <a:pt x="16184" y="1756"/>
                  </a:moveTo>
                  <a:lnTo>
                    <a:pt x="28063" y="0"/>
                  </a:lnTo>
                  <a:lnTo>
                    <a:pt x="28985" y="5945"/>
                  </a:lnTo>
                  <a:lnTo>
                    <a:pt x="31320" y="21012"/>
                  </a:lnTo>
                  <a:lnTo>
                    <a:pt x="33814" y="37106"/>
                  </a:lnTo>
                  <a:lnTo>
                    <a:pt x="36225" y="52664"/>
                  </a:lnTo>
                  <a:lnTo>
                    <a:pt x="38817" y="69387"/>
                  </a:lnTo>
                  <a:lnTo>
                    <a:pt x="40707" y="81585"/>
                  </a:lnTo>
                  <a:lnTo>
                    <a:pt x="18890" y="83399"/>
                  </a:lnTo>
                  <a:lnTo>
                    <a:pt x="11928" y="83978"/>
                  </a:lnTo>
                  <a:lnTo>
                    <a:pt x="5277" y="39470"/>
                  </a:lnTo>
                  <a:lnTo>
                    <a:pt x="0" y="41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768055" y="1876042"/>
              <a:ext cx="91648" cy="80907"/>
            </a:xfrm>
            <a:custGeom>
              <a:avLst/>
              <a:pathLst>
                <a:path w="91648" h="80907">
                  <a:moveTo>
                    <a:pt x="39787" y="7315"/>
                  </a:moveTo>
                  <a:lnTo>
                    <a:pt x="78542" y="0"/>
                  </a:lnTo>
                  <a:lnTo>
                    <a:pt x="80559" y="12022"/>
                  </a:lnTo>
                  <a:lnTo>
                    <a:pt x="83898" y="31931"/>
                  </a:lnTo>
                  <a:lnTo>
                    <a:pt x="86733" y="48836"/>
                  </a:lnTo>
                  <a:lnTo>
                    <a:pt x="89381" y="64625"/>
                  </a:lnTo>
                  <a:lnTo>
                    <a:pt x="91648" y="78145"/>
                  </a:lnTo>
                  <a:lnTo>
                    <a:pt x="53303" y="79533"/>
                  </a:lnTo>
                  <a:lnTo>
                    <a:pt x="15334" y="80907"/>
                  </a:lnTo>
                  <a:lnTo>
                    <a:pt x="13243" y="71895"/>
                  </a:lnTo>
                  <a:lnTo>
                    <a:pt x="9889" y="57442"/>
                  </a:lnTo>
                  <a:lnTo>
                    <a:pt x="6586" y="43210"/>
                  </a:lnTo>
                  <a:lnTo>
                    <a:pt x="3193" y="28587"/>
                  </a:lnTo>
                  <a:lnTo>
                    <a:pt x="0" y="148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21414" y="5146279"/>
              <a:ext cx="295750" cy="262488"/>
            </a:xfrm>
            <a:custGeom>
              <a:avLst/>
              <a:pathLst>
                <a:path w="295750" h="262488">
                  <a:moveTo>
                    <a:pt x="290095" y="252806"/>
                  </a:moveTo>
                  <a:lnTo>
                    <a:pt x="283747" y="262488"/>
                  </a:lnTo>
                  <a:lnTo>
                    <a:pt x="158361" y="155792"/>
                  </a:lnTo>
                  <a:lnTo>
                    <a:pt x="140629" y="133064"/>
                  </a:lnTo>
                  <a:lnTo>
                    <a:pt x="122810" y="122114"/>
                  </a:lnTo>
                  <a:lnTo>
                    <a:pt x="76533" y="93675"/>
                  </a:lnTo>
                  <a:lnTo>
                    <a:pt x="60436" y="80706"/>
                  </a:lnTo>
                  <a:lnTo>
                    <a:pt x="40372" y="57456"/>
                  </a:lnTo>
                  <a:lnTo>
                    <a:pt x="0" y="16603"/>
                  </a:lnTo>
                  <a:lnTo>
                    <a:pt x="7447" y="8181"/>
                  </a:lnTo>
                  <a:lnTo>
                    <a:pt x="14683" y="0"/>
                  </a:lnTo>
                  <a:lnTo>
                    <a:pt x="20887" y="3186"/>
                  </a:lnTo>
                  <a:lnTo>
                    <a:pt x="29595" y="7659"/>
                  </a:lnTo>
                  <a:lnTo>
                    <a:pt x="37672" y="14045"/>
                  </a:lnTo>
                  <a:lnTo>
                    <a:pt x="42811" y="18107"/>
                  </a:lnTo>
                  <a:lnTo>
                    <a:pt x="44906" y="20676"/>
                  </a:lnTo>
                  <a:lnTo>
                    <a:pt x="50942" y="28081"/>
                  </a:lnTo>
                  <a:lnTo>
                    <a:pt x="56909" y="35400"/>
                  </a:lnTo>
                  <a:lnTo>
                    <a:pt x="63555" y="43697"/>
                  </a:lnTo>
                  <a:lnTo>
                    <a:pt x="70556" y="50538"/>
                  </a:lnTo>
                  <a:lnTo>
                    <a:pt x="72945" y="52873"/>
                  </a:lnTo>
                  <a:lnTo>
                    <a:pt x="77703" y="58097"/>
                  </a:lnTo>
                  <a:lnTo>
                    <a:pt x="81722" y="65902"/>
                  </a:lnTo>
                  <a:lnTo>
                    <a:pt x="82990" y="68365"/>
                  </a:lnTo>
                  <a:lnTo>
                    <a:pt x="88407" y="73177"/>
                  </a:lnTo>
                  <a:lnTo>
                    <a:pt x="95930" y="79858"/>
                  </a:lnTo>
                  <a:lnTo>
                    <a:pt x="103017" y="86152"/>
                  </a:lnTo>
                  <a:lnTo>
                    <a:pt x="104990" y="87905"/>
                  </a:lnTo>
                  <a:lnTo>
                    <a:pt x="112711" y="92915"/>
                  </a:lnTo>
                  <a:lnTo>
                    <a:pt x="124257" y="100408"/>
                  </a:lnTo>
                  <a:lnTo>
                    <a:pt x="135162" y="107484"/>
                  </a:lnTo>
                  <a:lnTo>
                    <a:pt x="138790" y="109838"/>
                  </a:lnTo>
                  <a:lnTo>
                    <a:pt x="147036" y="113650"/>
                  </a:lnTo>
                  <a:lnTo>
                    <a:pt x="159171" y="119260"/>
                  </a:lnTo>
                  <a:lnTo>
                    <a:pt x="168705" y="123667"/>
                  </a:lnTo>
                  <a:lnTo>
                    <a:pt x="170272" y="124392"/>
                  </a:lnTo>
                  <a:lnTo>
                    <a:pt x="176083" y="132757"/>
                  </a:lnTo>
                  <a:lnTo>
                    <a:pt x="182138" y="141474"/>
                  </a:lnTo>
                  <a:lnTo>
                    <a:pt x="190570" y="148255"/>
                  </a:lnTo>
                  <a:lnTo>
                    <a:pt x="197577" y="153890"/>
                  </a:lnTo>
                  <a:lnTo>
                    <a:pt x="205043" y="159894"/>
                  </a:lnTo>
                  <a:lnTo>
                    <a:pt x="212168" y="165624"/>
                  </a:lnTo>
                  <a:lnTo>
                    <a:pt x="219969" y="171897"/>
                  </a:lnTo>
                  <a:lnTo>
                    <a:pt x="226600" y="177230"/>
                  </a:lnTo>
                  <a:lnTo>
                    <a:pt x="230730" y="180551"/>
                  </a:lnTo>
                  <a:lnTo>
                    <a:pt x="235352" y="184410"/>
                  </a:lnTo>
                  <a:lnTo>
                    <a:pt x="243851" y="191506"/>
                  </a:lnTo>
                  <a:lnTo>
                    <a:pt x="250792" y="197301"/>
                  </a:lnTo>
                  <a:lnTo>
                    <a:pt x="259151" y="204279"/>
                  </a:lnTo>
                  <a:lnTo>
                    <a:pt x="267473" y="211226"/>
                  </a:lnTo>
                  <a:lnTo>
                    <a:pt x="277209" y="219355"/>
                  </a:lnTo>
                  <a:lnTo>
                    <a:pt x="289227" y="237364"/>
                  </a:lnTo>
                  <a:lnTo>
                    <a:pt x="295750" y="244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23572" y="5109591"/>
              <a:ext cx="266638" cy="241867"/>
            </a:xfrm>
            <a:custGeom>
              <a:avLst/>
              <a:pathLst>
                <a:path w="266638" h="241867">
                  <a:moveTo>
                    <a:pt x="266638" y="241867"/>
                  </a:moveTo>
                  <a:lnTo>
                    <a:pt x="242431" y="221504"/>
                  </a:lnTo>
                  <a:lnTo>
                    <a:pt x="228180" y="209516"/>
                  </a:lnTo>
                  <a:lnTo>
                    <a:pt x="214215" y="197769"/>
                  </a:lnTo>
                  <a:lnTo>
                    <a:pt x="198969" y="184944"/>
                  </a:lnTo>
                  <a:lnTo>
                    <a:pt x="189719" y="172837"/>
                  </a:lnTo>
                  <a:lnTo>
                    <a:pt x="179847" y="159915"/>
                  </a:lnTo>
                  <a:lnTo>
                    <a:pt x="163333" y="151794"/>
                  </a:lnTo>
                  <a:lnTo>
                    <a:pt x="145256" y="142905"/>
                  </a:lnTo>
                  <a:lnTo>
                    <a:pt x="140410" y="140522"/>
                  </a:lnTo>
                  <a:lnTo>
                    <a:pt x="129559" y="133258"/>
                  </a:lnTo>
                  <a:lnTo>
                    <a:pt x="114367" y="123089"/>
                  </a:lnTo>
                  <a:lnTo>
                    <a:pt x="97016" y="111475"/>
                  </a:lnTo>
                  <a:lnTo>
                    <a:pt x="83255" y="95797"/>
                  </a:lnTo>
                  <a:lnTo>
                    <a:pt x="70133" y="80849"/>
                  </a:lnTo>
                  <a:lnTo>
                    <a:pt x="65547" y="75623"/>
                  </a:lnTo>
                  <a:lnTo>
                    <a:pt x="56939" y="65800"/>
                  </a:lnTo>
                  <a:lnTo>
                    <a:pt x="45897" y="53198"/>
                  </a:lnTo>
                  <a:lnTo>
                    <a:pt x="29820" y="40588"/>
                  </a:lnTo>
                  <a:lnTo>
                    <a:pt x="16391" y="30056"/>
                  </a:lnTo>
                  <a:lnTo>
                    <a:pt x="0" y="17200"/>
                  </a:lnTo>
                  <a:lnTo>
                    <a:pt x="12741" y="8540"/>
                  </a:lnTo>
                  <a:lnTo>
                    <a:pt x="25307" y="0"/>
                  </a:lnTo>
                  <a:lnTo>
                    <a:pt x="85372" y="57722"/>
                  </a:lnTo>
                  <a:lnTo>
                    <a:pt x="106849" y="88120"/>
                  </a:lnTo>
                  <a:lnTo>
                    <a:pt x="123259" y="102378"/>
                  </a:lnTo>
                  <a:lnTo>
                    <a:pt x="128877" y="107260"/>
                  </a:lnTo>
                  <a:lnTo>
                    <a:pt x="155860" y="125836"/>
                  </a:lnTo>
                  <a:lnTo>
                    <a:pt x="177888" y="139347"/>
                  </a:lnTo>
                  <a:lnTo>
                    <a:pt x="196612" y="148353"/>
                  </a:lnTo>
                  <a:lnTo>
                    <a:pt x="224146" y="169182"/>
                  </a:lnTo>
                  <a:lnTo>
                    <a:pt x="244037" y="190798"/>
                  </a:lnTo>
                  <a:lnTo>
                    <a:pt x="257254" y="216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68187" y="5047847"/>
              <a:ext cx="69959" cy="74756"/>
            </a:xfrm>
            <a:custGeom>
              <a:avLst/>
              <a:pathLst>
                <a:path w="69959" h="74756">
                  <a:moveTo>
                    <a:pt x="8639" y="3529"/>
                  </a:moveTo>
                  <a:lnTo>
                    <a:pt x="20346" y="2810"/>
                  </a:lnTo>
                  <a:lnTo>
                    <a:pt x="32563" y="2059"/>
                  </a:lnTo>
                  <a:lnTo>
                    <a:pt x="45584" y="1259"/>
                  </a:lnTo>
                  <a:lnTo>
                    <a:pt x="56413" y="594"/>
                  </a:lnTo>
                  <a:lnTo>
                    <a:pt x="66083" y="0"/>
                  </a:lnTo>
                  <a:lnTo>
                    <a:pt x="67255" y="10946"/>
                  </a:lnTo>
                  <a:lnTo>
                    <a:pt x="68456" y="22165"/>
                  </a:lnTo>
                  <a:lnTo>
                    <a:pt x="69959" y="36207"/>
                  </a:lnTo>
                  <a:lnTo>
                    <a:pt x="68748" y="38685"/>
                  </a:lnTo>
                  <a:lnTo>
                    <a:pt x="62095" y="52285"/>
                  </a:lnTo>
                  <a:lnTo>
                    <a:pt x="56016" y="64714"/>
                  </a:lnTo>
                  <a:lnTo>
                    <a:pt x="51104" y="74756"/>
                  </a:lnTo>
                  <a:lnTo>
                    <a:pt x="22380" y="71334"/>
                  </a:lnTo>
                  <a:lnTo>
                    <a:pt x="11806" y="67010"/>
                  </a:lnTo>
                  <a:lnTo>
                    <a:pt x="6343" y="63227"/>
                  </a:lnTo>
                  <a:lnTo>
                    <a:pt x="3876" y="57283"/>
                  </a:lnTo>
                  <a:lnTo>
                    <a:pt x="1585" y="49717"/>
                  </a:lnTo>
                  <a:lnTo>
                    <a:pt x="352" y="41791"/>
                  </a:lnTo>
                  <a:lnTo>
                    <a:pt x="0" y="34045"/>
                  </a:lnTo>
                  <a:lnTo>
                    <a:pt x="528" y="22697"/>
                  </a:lnTo>
                  <a:lnTo>
                    <a:pt x="704" y="13690"/>
                  </a:lnTo>
                  <a:lnTo>
                    <a:pt x="1585" y="39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9390" y="4995835"/>
              <a:ext cx="68799" cy="78429"/>
            </a:xfrm>
            <a:custGeom>
              <a:avLst/>
              <a:pathLst>
                <a:path w="68799" h="78429">
                  <a:moveTo>
                    <a:pt x="64189" y="53946"/>
                  </a:moveTo>
                  <a:lnTo>
                    <a:pt x="58426" y="57854"/>
                  </a:lnTo>
                  <a:lnTo>
                    <a:pt x="51859" y="62307"/>
                  </a:lnTo>
                  <a:lnTo>
                    <a:pt x="45341" y="66726"/>
                  </a:lnTo>
                  <a:lnTo>
                    <a:pt x="38364" y="71457"/>
                  </a:lnTo>
                  <a:lnTo>
                    <a:pt x="31900" y="75840"/>
                  </a:lnTo>
                  <a:lnTo>
                    <a:pt x="28082" y="78429"/>
                  </a:lnTo>
                  <a:lnTo>
                    <a:pt x="14098" y="57210"/>
                  </a:lnTo>
                  <a:lnTo>
                    <a:pt x="0" y="35819"/>
                  </a:lnTo>
                  <a:lnTo>
                    <a:pt x="5284" y="32327"/>
                  </a:lnTo>
                  <a:lnTo>
                    <a:pt x="14318" y="26359"/>
                  </a:lnTo>
                  <a:lnTo>
                    <a:pt x="26631" y="18225"/>
                  </a:lnTo>
                  <a:lnTo>
                    <a:pt x="35853" y="12132"/>
                  </a:lnTo>
                  <a:lnTo>
                    <a:pt x="54218" y="0"/>
                  </a:lnTo>
                  <a:lnTo>
                    <a:pt x="63009" y="19313"/>
                  </a:lnTo>
                  <a:lnTo>
                    <a:pt x="64139" y="21795"/>
                  </a:lnTo>
                  <a:lnTo>
                    <a:pt x="68799" y="50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29461" y="4981163"/>
              <a:ext cx="103598" cy="180024"/>
            </a:xfrm>
            <a:custGeom>
              <a:avLst/>
              <a:pathLst>
                <a:path w="103598" h="180024">
                  <a:moveTo>
                    <a:pt x="93406" y="171354"/>
                  </a:moveTo>
                  <a:lnTo>
                    <a:pt x="84302" y="180024"/>
                  </a:lnTo>
                  <a:lnTo>
                    <a:pt x="48617" y="166243"/>
                  </a:lnTo>
                  <a:lnTo>
                    <a:pt x="25620" y="153003"/>
                  </a:lnTo>
                  <a:lnTo>
                    <a:pt x="11875" y="132198"/>
                  </a:lnTo>
                  <a:lnTo>
                    <a:pt x="6015" y="112675"/>
                  </a:lnTo>
                  <a:lnTo>
                    <a:pt x="0" y="11025"/>
                  </a:lnTo>
                  <a:lnTo>
                    <a:pt x="10367" y="5670"/>
                  </a:lnTo>
                  <a:lnTo>
                    <a:pt x="21346" y="0"/>
                  </a:lnTo>
                  <a:lnTo>
                    <a:pt x="25554" y="6297"/>
                  </a:lnTo>
                  <a:lnTo>
                    <a:pt x="28748" y="11078"/>
                  </a:lnTo>
                  <a:lnTo>
                    <a:pt x="29308" y="16236"/>
                  </a:lnTo>
                  <a:lnTo>
                    <a:pt x="30425" y="26512"/>
                  </a:lnTo>
                  <a:lnTo>
                    <a:pt x="31127" y="32965"/>
                  </a:lnTo>
                  <a:lnTo>
                    <a:pt x="31271" y="37129"/>
                  </a:lnTo>
                  <a:lnTo>
                    <a:pt x="31634" y="47604"/>
                  </a:lnTo>
                  <a:lnTo>
                    <a:pt x="31985" y="57740"/>
                  </a:lnTo>
                  <a:lnTo>
                    <a:pt x="32184" y="63498"/>
                  </a:lnTo>
                  <a:lnTo>
                    <a:pt x="32089" y="68064"/>
                  </a:lnTo>
                  <a:lnTo>
                    <a:pt x="31873" y="78422"/>
                  </a:lnTo>
                  <a:lnTo>
                    <a:pt x="31655" y="88897"/>
                  </a:lnTo>
                  <a:lnTo>
                    <a:pt x="30813" y="99107"/>
                  </a:lnTo>
                  <a:lnTo>
                    <a:pt x="29805" y="111324"/>
                  </a:lnTo>
                  <a:lnTo>
                    <a:pt x="30268" y="119284"/>
                  </a:lnTo>
                  <a:lnTo>
                    <a:pt x="31368" y="121399"/>
                  </a:lnTo>
                  <a:lnTo>
                    <a:pt x="34563" y="127537"/>
                  </a:lnTo>
                  <a:lnTo>
                    <a:pt x="37073" y="130415"/>
                  </a:lnTo>
                  <a:lnTo>
                    <a:pt x="45401" y="139966"/>
                  </a:lnTo>
                  <a:lnTo>
                    <a:pt x="56609" y="144422"/>
                  </a:lnTo>
                  <a:lnTo>
                    <a:pt x="64433" y="147532"/>
                  </a:lnTo>
                  <a:lnTo>
                    <a:pt x="69797" y="148344"/>
                  </a:lnTo>
                  <a:lnTo>
                    <a:pt x="85844" y="150774"/>
                  </a:lnTo>
                  <a:lnTo>
                    <a:pt x="94566" y="154557"/>
                  </a:lnTo>
                  <a:lnTo>
                    <a:pt x="103598" y="161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33814" y="4968524"/>
              <a:ext cx="73758" cy="57015"/>
            </a:xfrm>
            <a:custGeom>
              <a:avLst/>
              <a:pathLst>
                <a:path w="73758" h="57015">
                  <a:moveTo>
                    <a:pt x="45960" y="37689"/>
                  </a:moveTo>
                  <a:lnTo>
                    <a:pt x="14060" y="57015"/>
                  </a:lnTo>
                  <a:lnTo>
                    <a:pt x="7413" y="46448"/>
                  </a:lnTo>
                  <a:lnTo>
                    <a:pt x="0" y="34663"/>
                  </a:lnTo>
                  <a:lnTo>
                    <a:pt x="8392" y="29776"/>
                  </a:lnTo>
                  <a:lnTo>
                    <a:pt x="18026" y="24166"/>
                  </a:lnTo>
                  <a:lnTo>
                    <a:pt x="27831" y="18456"/>
                  </a:lnTo>
                  <a:lnTo>
                    <a:pt x="38183" y="12428"/>
                  </a:lnTo>
                  <a:lnTo>
                    <a:pt x="50431" y="5295"/>
                  </a:lnTo>
                  <a:lnTo>
                    <a:pt x="59525" y="0"/>
                  </a:lnTo>
                  <a:lnTo>
                    <a:pt x="65600" y="8897"/>
                  </a:lnTo>
                  <a:lnTo>
                    <a:pt x="73758" y="20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3082" y="4945539"/>
              <a:ext cx="58396" cy="52749"/>
            </a:xfrm>
            <a:custGeom>
              <a:avLst/>
              <a:pathLst>
                <a:path w="58396" h="52749">
                  <a:moveTo>
                    <a:pt x="41037" y="41657"/>
                  </a:moveTo>
                  <a:lnTo>
                    <a:pt x="21883" y="52749"/>
                  </a:lnTo>
                  <a:lnTo>
                    <a:pt x="9724" y="34149"/>
                  </a:lnTo>
                  <a:lnTo>
                    <a:pt x="0" y="19272"/>
                  </a:lnTo>
                  <a:lnTo>
                    <a:pt x="5722" y="16444"/>
                  </a:lnTo>
                  <a:lnTo>
                    <a:pt x="13087" y="12803"/>
                  </a:lnTo>
                  <a:lnTo>
                    <a:pt x="22594" y="8104"/>
                  </a:lnTo>
                  <a:lnTo>
                    <a:pt x="32331" y="3291"/>
                  </a:lnTo>
                  <a:lnTo>
                    <a:pt x="38990" y="0"/>
                  </a:lnTo>
                  <a:lnTo>
                    <a:pt x="48541" y="15554"/>
                  </a:lnTo>
                  <a:lnTo>
                    <a:pt x="58396" y="31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06043" y="4993894"/>
              <a:ext cx="52851" cy="48224"/>
            </a:xfrm>
            <a:custGeom>
              <a:avLst/>
              <a:pathLst>
                <a:path w="52851" h="48224">
                  <a:moveTo>
                    <a:pt x="10188" y="9663"/>
                  </a:moveTo>
                  <a:lnTo>
                    <a:pt x="18350" y="4077"/>
                  </a:lnTo>
                  <a:lnTo>
                    <a:pt x="24308" y="0"/>
                  </a:lnTo>
                  <a:lnTo>
                    <a:pt x="25175" y="926"/>
                  </a:lnTo>
                  <a:lnTo>
                    <a:pt x="31351" y="6187"/>
                  </a:lnTo>
                  <a:lnTo>
                    <a:pt x="34125" y="8550"/>
                  </a:lnTo>
                  <a:lnTo>
                    <a:pt x="38899" y="14932"/>
                  </a:lnTo>
                  <a:lnTo>
                    <a:pt x="43820" y="21510"/>
                  </a:lnTo>
                  <a:lnTo>
                    <a:pt x="45279" y="24058"/>
                  </a:lnTo>
                  <a:lnTo>
                    <a:pt x="49786" y="31928"/>
                  </a:lnTo>
                  <a:lnTo>
                    <a:pt x="50525" y="34883"/>
                  </a:lnTo>
                  <a:lnTo>
                    <a:pt x="52520" y="42855"/>
                  </a:lnTo>
                  <a:lnTo>
                    <a:pt x="52851" y="48224"/>
                  </a:lnTo>
                  <a:lnTo>
                    <a:pt x="30248" y="45788"/>
                  </a:lnTo>
                  <a:lnTo>
                    <a:pt x="13359" y="43967"/>
                  </a:lnTo>
                  <a:lnTo>
                    <a:pt x="6332" y="29590"/>
                  </a:lnTo>
                  <a:lnTo>
                    <a:pt x="0" y="16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30550" y="4933222"/>
              <a:ext cx="106257" cy="114211"/>
            </a:xfrm>
            <a:custGeom>
              <a:avLst/>
              <a:pathLst>
                <a:path w="106257" h="114211">
                  <a:moveTo>
                    <a:pt x="95468" y="108697"/>
                  </a:moveTo>
                  <a:lnTo>
                    <a:pt x="86100" y="109619"/>
                  </a:lnTo>
                  <a:lnTo>
                    <a:pt x="75564" y="110656"/>
                  </a:lnTo>
                  <a:lnTo>
                    <a:pt x="63899" y="111805"/>
                  </a:lnTo>
                  <a:lnTo>
                    <a:pt x="51952" y="112981"/>
                  </a:lnTo>
                  <a:lnTo>
                    <a:pt x="39457" y="114211"/>
                  </a:lnTo>
                  <a:lnTo>
                    <a:pt x="38994" y="106447"/>
                  </a:lnTo>
                  <a:lnTo>
                    <a:pt x="38389" y="96299"/>
                  </a:lnTo>
                  <a:lnTo>
                    <a:pt x="37757" y="85702"/>
                  </a:lnTo>
                  <a:lnTo>
                    <a:pt x="37080" y="74329"/>
                  </a:lnTo>
                  <a:lnTo>
                    <a:pt x="36407" y="63039"/>
                  </a:lnTo>
                  <a:lnTo>
                    <a:pt x="36227" y="60030"/>
                  </a:lnTo>
                  <a:lnTo>
                    <a:pt x="31338" y="52117"/>
                  </a:lnTo>
                  <a:lnTo>
                    <a:pt x="25232" y="42236"/>
                  </a:lnTo>
                  <a:lnTo>
                    <a:pt x="20113" y="33950"/>
                  </a:lnTo>
                  <a:lnTo>
                    <a:pt x="14523" y="24902"/>
                  </a:lnTo>
                  <a:lnTo>
                    <a:pt x="7337" y="13272"/>
                  </a:lnTo>
                  <a:lnTo>
                    <a:pt x="0" y="1396"/>
                  </a:lnTo>
                  <a:lnTo>
                    <a:pt x="7204" y="0"/>
                  </a:lnTo>
                  <a:lnTo>
                    <a:pt x="37192" y="17043"/>
                  </a:lnTo>
                  <a:lnTo>
                    <a:pt x="52021" y="25470"/>
                  </a:lnTo>
                  <a:lnTo>
                    <a:pt x="60171" y="46411"/>
                  </a:lnTo>
                  <a:lnTo>
                    <a:pt x="63110" y="86025"/>
                  </a:lnTo>
                  <a:lnTo>
                    <a:pt x="82857" y="84632"/>
                  </a:lnTo>
                  <a:lnTo>
                    <a:pt x="104715" y="83092"/>
                  </a:lnTo>
                  <a:lnTo>
                    <a:pt x="105533" y="96116"/>
                  </a:lnTo>
                  <a:lnTo>
                    <a:pt x="106257" y="107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802838" y="4869197"/>
              <a:ext cx="34965" cy="58114"/>
            </a:xfrm>
            <a:custGeom>
              <a:avLst/>
              <a:pathLst>
                <a:path w="34965" h="58114">
                  <a:moveTo>
                    <a:pt x="27455" y="55039"/>
                  </a:moveTo>
                  <a:lnTo>
                    <a:pt x="18683" y="58114"/>
                  </a:lnTo>
                  <a:lnTo>
                    <a:pt x="15282" y="48276"/>
                  </a:lnTo>
                  <a:lnTo>
                    <a:pt x="11297" y="36746"/>
                  </a:lnTo>
                  <a:lnTo>
                    <a:pt x="7719" y="26395"/>
                  </a:lnTo>
                  <a:lnTo>
                    <a:pt x="4383" y="16744"/>
                  </a:lnTo>
                  <a:lnTo>
                    <a:pt x="0" y="4064"/>
                  </a:lnTo>
                  <a:lnTo>
                    <a:pt x="4809" y="2969"/>
                  </a:lnTo>
                  <a:lnTo>
                    <a:pt x="9800" y="1833"/>
                  </a:lnTo>
                  <a:lnTo>
                    <a:pt x="15070" y="633"/>
                  </a:lnTo>
                  <a:lnTo>
                    <a:pt x="17851" y="0"/>
                  </a:lnTo>
                  <a:lnTo>
                    <a:pt x="25271" y="22722"/>
                  </a:lnTo>
                  <a:lnTo>
                    <a:pt x="34965" y="524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27670" y="4853599"/>
              <a:ext cx="50785" cy="61722"/>
            </a:xfrm>
            <a:custGeom>
              <a:avLst/>
              <a:pathLst>
                <a:path w="50785" h="61722">
                  <a:moveTo>
                    <a:pt x="12479" y="44131"/>
                  </a:moveTo>
                  <a:lnTo>
                    <a:pt x="0" y="11261"/>
                  </a:lnTo>
                  <a:lnTo>
                    <a:pt x="15817" y="5661"/>
                  </a:lnTo>
                  <a:lnTo>
                    <a:pt x="31807" y="0"/>
                  </a:lnTo>
                  <a:lnTo>
                    <a:pt x="39824" y="20915"/>
                  </a:lnTo>
                  <a:lnTo>
                    <a:pt x="50178" y="47928"/>
                  </a:lnTo>
                  <a:lnTo>
                    <a:pt x="50785" y="49468"/>
                  </a:lnTo>
                  <a:lnTo>
                    <a:pt x="46261" y="51608"/>
                  </a:lnTo>
                  <a:lnTo>
                    <a:pt x="37565" y="55720"/>
                  </a:lnTo>
                  <a:lnTo>
                    <a:pt x="30572" y="59028"/>
                  </a:lnTo>
                  <a:lnTo>
                    <a:pt x="24876" y="61722"/>
                  </a:lnTo>
                  <a:lnTo>
                    <a:pt x="17186" y="56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806192" y="4791601"/>
              <a:ext cx="58771" cy="61307"/>
            </a:xfrm>
            <a:custGeom>
              <a:avLst/>
              <a:pathLst>
                <a:path w="58771" h="61307">
                  <a:moveTo>
                    <a:pt x="44343" y="53901"/>
                  </a:moveTo>
                  <a:lnTo>
                    <a:pt x="30273" y="58141"/>
                  </a:lnTo>
                  <a:lnTo>
                    <a:pt x="19765" y="61307"/>
                  </a:lnTo>
                  <a:lnTo>
                    <a:pt x="9295" y="38869"/>
                  </a:lnTo>
                  <a:lnTo>
                    <a:pt x="0" y="18950"/>
                  </a:lnTo>
                  <a:lnTo>
                    <a:pt x="12098" y="12792"/>
                  </a:lnTo>
                  <a:lnTo>
                    <a:pt x="21623" y="7945"/>
                  </a:lnTo>
                  <a:lnTo>
                    <a:pt x="37235" y="0"/>
                  </a:lnTo>
                  <a:lnTo>
                    <a:pt x="45373" y="18725"/>
                  </a:lnTo>
                  <a:lnTo>
                    <a:pt x="58771" y="49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66103" y="4782576"/>
              <a:ext cx="56601" cy="82117"/>
            </a:xfrm>
            <a:custGeom>
              <a:avLst/>
              <a:pathLst>
                <a:path w="56601" h="82117">
                  <a:moveTo>
                    <a:pt x="32610" y="76698"/>
                  </a:moveTo>
                  <a:lnTo>
                    <a:pt x="30694" y="67511"/>
                  </a:lnTo>
                  <a:lnTo>
                    <a:pt x="30262" y="65438"/>
                  </a:lnTo>
                  <a:lnTo>
                    <a:pt x="27240" y="58625"/>
                  </a:lnTo>
                  <a:lnTo>
                    <a:pt x="23486" y="50159"/>
                  </a:lnTo>
                  <a:lnTo>
                    <a:pt x="22163" y="47175"/>
                  </a:lnTo>
                  <a:lnTo>
                    <a:pt x="19020" y="42087"/>
                  </a:lnTo>
                  <a:lnTo>
                    <a:pt x="14707" y="35105"/>
                  </a:lnTo>
                  <a:lnTo>
                    <a:pt x="13625" y="33354"/>
                  </a:lnTo>
                  <a:lnTo>
                    <a:pt x="9525" y="27718"/>
                  </a:lnTo>
                  <a:lnTo>
                    <a:pt x="4297" y="20532"/>
                  </a:lnTo>
                  <a:lnTo>
                    <a:pt x="0" y="14624"/>
                  </a:lnTo>
                  <a:lnTo>
                    <a:pt x="8234" y="7229"/>
                  </a:lnTo>
                  <a:lnTo>
                    <a:pt x="16283" y="0"/>
                  </a:lnTo>
                  <a:lnTo>
                    <a:pt x="31561" y="21758"/>
                  </a:lnTo>
                  <a:lnTo>
                    <a:pt x="38808" y="34337"/>
                  </a:lnTo>
                  <a:lnTo>
                    <a:pt x="49698" y="53241"/>
                  </a:lnTo>
                  <a:lnTo>
                    <a:pt x="56601" y="75008"/>
                  </a:lnTo>
                  <a:lnTo>
                    <a:pt x="45649" y="78414"/>
                  </a:lnTo>
                  <a:lnTo>
                    <a:pt x="33740" y="821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3556" y="4777422"/>
              <a:ext cx="214118" cy="208489"/>
            </a:xfrm>
            <a:custGeom>
              <a:avLst/>
              <a:pathLst>
                <a:path w="214118" h="208489">
                  <a:moveTo>
                    <a:pt x="57370" y="2383"/>
                  </a:moveTo>
                  <a:lnTo>
                    <a:pt x="59886" y="1745"/>
                  </a:lnTo>
                  <a:lnTo>
                    <a:pt x="66769" y="0"/>
                  </a:lnTo>
                  <a:lnTo>
                    <a:pt x="70290" y="0"/>
                  </a:lnTo>
                  <a:lnTo>
                    <a:pt x="79104" y="0"/>
                  </a:lnTo>
                  <a:lnTo>
                    <a:pt x="90338" y="3152"/>
                  </a:lnTo>
                  <a:lnTo>
                    <a:pt x="101572" y="6529"/>
                  </a:lnTo>
                  <a:lnTo>
                    <a:pt x="111485" y="12384"/>
                  </a:lnTo>
                  <a:lnTo>
                    <a:pt x="117212" y="18238"/>
                  </a:lnTo>
                  <a:lnTo>
                    <a:pt x="119394" y="20534"/>
                  </a:lnTo>
                  <a:lnTo>
                    <a:pt x="124702" y="26119"/>
                  </a:lnTo>
                  <a:lnTo>
                    <a:pt x="126815" y="28699"/>
                  </a:lnTo>
                  <a:lnTo>
                    <a:pt x="132632" y="35802"/>
                  </a:lnTo>
                  <a:lnTo>
                    <a:pt x="134435" y="38768"/>
                  </a:lnTo>
                  <a:lnTo>
                    <a:pt x="137698" y="44133"/>
                  </a:lnTo>
                  <a:lnTo>
                    <a:pt x="141642" y="49825"/>
                  </a:lnTo>
                  <a:lnTo>
                    <a:pt x="145187" y="54941"/>
                  </a:lnTo>
                  <a:lnTo>
                    <a:pt x="147604" y="59658"/>
                  </a:lnTo>
                  <a:lnTo>
                    <a:pt x="153270" y="70714"/>
                  </a:lnTo>
                  <a:lnTo>
                    <a:pt x="157564" y="83366"/>
                  </a:lnTo>
                  <a:lnTo>
                    <a:pt x="161251" y="94228"/>
                  </a:lnTo>
                  <a:lnTo>
                    <a:pt x="164467" y="103703"/>
                  </a:lnTo>
                  <a:lnTo>
                    <a:pt x="168451" y="115439"/>
                  </a:lnTo>
                  <a:lnTo>
                    <a:pt x="170325" y="121470"/>
                  </a:lnTo>
                  <a:lnTo>
                    <a:pt x="174950" y="136357"/>
                  </a:lnTo>
                  <a:lnTo>
                    <a:pt x="179557" y="151185"/>
                  </a:lnTo>
                  <a:lnTo>
                    <a:pt x="214118" y="199333"/>
                  </a:lnTo>
                  <a:lnTo>
                    <a:pt x="205969" y="203330"/>
                  </a:lnTo>
                  <a:lnTo>
                    <a:pt x="195449" y="208489"/>
                  </a:lnTo>
                  <a:lnTo>
                    <a:pt x="165634" y="162106"/>
                  </a:lnTo>
                  <a:lnTo>
                    <a:pt x="129815" y="70814"/>
                  </a:lnTo>
                  <a:lnTo>
                    <a:pt x="108889" y="36362"/>
                  </a:lnTo>
                  <a:lnTo>
                    <a:pt x="100078" y="28031"/>
                  </a:lnTo>
                  <a:lnTo>
                    <a:pt x="89064" y="23077"/>
                  </a:lnTo>
                  <a:lnTo>
                    <a:pt x="77830" y="23753"/>
                  </a:lnTo>
                  <a:lnTo>
                    <a:pt x="68137" y="25554"/>
                  </a:lnTo>
                  <a:lnTo>
                    <a:pt x="58695" y="28578"/>
                  </a:lnTo>
                  <a:lnTo>
                    <a:pt x="52498" y="35462"/>
                  </a:lnTo>
                  <a:lnTo>
                    <a:pt x="48092" y="41766"/>
                  </a:lnTo>
                  <a:lnTo>
                    <a:pt x="46550" y="53475"/>
                  </a:lnTo>
                  <a:lnTo>
                    <a:pt x="46315" y="83769"/>
                  </a:lnTo>
                  <a:lnTo>
                    <a:pt x="44656" y="99140"/>
                  </a:lnTo>
                  <a:lnTo>
                    <a:pt x="37607" y="116253"/>
                  </a:lnTo>
                  <a:lnTo>
                    <a:pt x="29266" y="129126"/>
                  </a:lnTo>
                  <a:lnTo>
                    <a:pt x="22174" y="139486"/>
                  </a:lnTo>
                  <a:lnTo>
                    <a:pt x="16181" y="147537"/>
                  </a:lnTo>
                  <a:lnTo>
                    <a:pt x="9073" y="154644"/>
                  </a:lnTo>
                  <a:lnTo>
                    <a:pt x="4631" y="151331"/>
                  </a:lnTo>
                  <a:lnTo>
                    <a:pt x="0" y="147878"/>
                  </a:lnTo>
                  <a:lnTo>
                    <a:pt x="5658" y="138598"/>
                  </a:lnTo>
                  <a:lnTo>
                    <a:pt x="7890" y="135377"/>
                  </a:lnTo>
                  <a:lnTo>
                    <a:pt x="14645" y="125628"/>
                  </a:lnTo>
                  <a:lnTo>
                    <a:pt x="17685" y="120449"/>
                  </a:lnTo>
                  <a:lnTo>
                    <a:pt x="22047" y="113018"/>
                  </a:lnTo>
                  <a:lnTo>
                    <a:pt x="24243" y="105677"/>
                  </a:lnTo>
                  <a:lnTo>
                    <a:pt x="26628" y="97707"/>
                  </a:lnTo>
                  <a:lnTo>
                    <a:pt x="27933" y="93533"/>
                  </a:lnTo>
                  <a:lnTo>
                    <a:pt x="30681" y="84737"/>
                  </a:lnTo>
                  <a:lnTo>
                    <a:pt x="30463" y="79281"/>
                  </a:lnTo>
                  <a:lnTo>
                    <a:pt x="30143" y="71281"/>
                  </a:lnTo>
                  <a:lnTo>
                    <a:pt x="30125" y="68061"/>
                  </a:lnTo>
                  <a:lnTo>
                    <a:pt x="30056" y="55973"/>
                  </a:lnTo>
                  <a:lnTo>
                    <a:pt x="32229" y="44184"/>
                  </a:lnTo>
                  <a:lnTo>
                    <a:pt x="32919" y="40437"/>
                  </a:lnTo>
                  <a:lnTo>
                    <a:pt x="35251" y="32968"/>
                  </a:lnTo>
                  <a:lnTo>
                    <a:pt x="36224" y="29854"/>
                  </a:lnTo>
                  <a:lnTo>
                    <a:pt x="41290" y="20622"/>
                  </a:lnTo>
                  <a:lnTo>
                    <a:pt x="49660" y="8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84164" y="4750671"/>
              <a:ext cx="59725" cy="53806"/>
            </a:xfrm>
            <a:custGeom>
              <a:avLst/>
              <a:pathLst>
                <a:path w="59725" h="53806">
                  <a:moveTo>
                    <a:pt x="41018" y="41336"/>
                  </a:moveTo>
                  <a:lnTo>
                    <a:pt x="18235" y="53806"/>
                  </a:lnTo>
                  <a:lnTo>
                    <a:pt x="9072" y="41244"/>
                  </a:lnTo>
                  <a:lnTo>
                    <a:pt x="0" y="28807"/>
                  </a:lnTo>
                  <a:lnTo>
                    <a:pt x="11825" y="19611"/>
                  </a:lnTo>
                  <a:lnTo>
                    <a:pt x="21160" y="12353"/>
                  </a:lnTo>
                  <a:lnTo>
                    <a:pt x="30165" y="5351"/>
                  </a:lnTo>
                  <a:lnTo>
                    <a:pt x="37047" y="0"/>
                  </a:lnTo>
                  <a:lnTo>
                    <a:pt x="47444" y="14257"/>
                  </a:lnTo>
                  <a:lnTo>
                    <a:pt x="59725" y="310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0651" y="4758487"/>
              <a:ext cx="92209" cy="173896"/>
            </a:xfrm>
            <a:custGeom>
              <a:avLst/>
              <a:pathLst>
                <a:path w="92209" h="173896">
                  <a:moveTo>
                    <a:pt x="13302" y="173896"/>
                  </a:moveTo>
                  <a:lnTo>
                    <a:pt x="6853" y="171102"/>
                  </a:lnTo>
                  <a:lnTo>
                    <a:pt x="0" y="168133"/>
                  </a:lnTo>
                  <a:lnTo>
                    <a:pt x="10048" y="146480"/>
                  </a:lnTo>
                  <a:lnTo>
                    <a:pt x="29163" y="121758"/>
                  </a:lnTo>
                  <a:lnTo>
                    <a:pt x="32862" y="107301"/>
                  </a:lnTo>
                  <a:lnTo>
                    <a:pt x="21209" y="89108"/>
                  </a:lnTo>
                  <a:lnTo>
                    <a:pt x="17747" y="70075"/>
                  </a:lnTo>
                  <a:lnTo>
                    <a:pt x="32568" y="32112"/>
                  </a:lnTo>
                  <a:lnTo>
                    <a:pt x="48465" y="10132"/>
                  </a:lnTo>
                  <a:lnTo>
                    <a:pt x="65547" y="5472"/>
                  </a:lnTo>
                  <a:lnTo>
                    <a:pt x="85604" y="0"/>
                  </a:lnTo>
                  <a:lnTo>
                    <a:pt x="89223" y="6050"/>
                  </a:lnTo>
                  <a:lnTo>
                    <a:pt x="92209" y="11041"/>
                  </a:lnTo>
                  <a:lnTo>
                    <a:pt x="79207" y="16480"/>
                  </a:lnTo>
                  <a:lnTo>
                    <a:pt x="68353" y="21020"/>
                  </a:lnTo>
                  <a:lnTo>
                    <a:pt x="63697" y="28767"/>
                  </a:lnTo>
                  <a:lnTo>
                    <a:pt x="57556" y="38985"/>
                  </a:lnTo>
                  <a:lnTo>
                    <a:pt x="55031" y="44227"/>
                  </a:lnTo>
                  <a:lnTo>
                    <a:pt x="50441" y="53758"/>
                  </a:lnTo>
                  <a:lnTo>
                    <a:pt x="49089" y="64141"/>
                  </a:lnTo>
                  <a:lnTo>
                    <a:pt x="48613" y="67798"/>
                  </a:lnTo>
                  <a:lnTo>
                    <a:pt x="47807" y="84561"/>
                  </a:lnTo>
                  <a:lnTo>
                    <a:pt x="48468" y="101674"/>
                  </a:lnTo>
                  <a:lnTo>
                    <a:pt x="46773" y="107643"/>
                  </a:lnTo>
                  <a:lnTo>
                    <a:pt x="43534" y="119057"/>
                  </a:lnTo>
                  <a:lnTo>
                    <a:pt x="39304" y="128785"/>
                  </a:lnTo>
                  <a:lnTo>
                    <a:pt x="26023" y="150693"/>
                  </a:lnTo>
                  <a:lnTo>
                    <a:pt x="19696" y="1611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2438" y="4484002"/>
              <a:ext cx="203671" cy="310587"/>
            </a:xfrm>
            <a:custGeom>
              <a:avLst/>
              <a:pathLst>
                <a:path w="203671" h="310587">
                  <a:moveTo>
                    <a:pt x="72264" y="127400"/>
                  </a:moveTo>
                  <a:lnTo>
                    <a:pt x="82766" y="145989"/>
                  </a:lnTo>
                  <a:lnTo>
                    <a:pt x="116018" y="245106"/>
                  </a:lnTo>
                  <a:lnTo>
                    <a:pt x="123809" y="262543"/>
                  </a:lnTo>
                  <a:lnTo>
                    <a:pt x="141150" y="276403"/>
                  </a:lnTo>
                  <a:lnTo>
                    <a:pt x="155847" y="258637"/>
                  </a:lnTo>
                  <a:lnTo>
                    <a:pt x="172383" y="238649"/>
                  </a:lnTo>
                  <a:lnTo>
                    <a:pt x="190012" y="254702"/>
                  </a:lnTo>
                  <a:lnTo>
                    <a:pt x="203671" y="267140"/>
                  </a:lnTo>
                  <a:lnTo>
                    <a:pt x="194183" y="276312"/>
                  </a:lnTo>
                  <a:lnTo>
                    <a:pt x="180364" y="289670"/>
                  </a:lnTo>
                  <a:lnTo>
                    <a:pt x="168154" y="301474"/>
                  </a:lnTo>
                  <a:lnTo>
                    <a:pt x="158727" y="310587"/>
                  </a:lnTo>
                  <a:lnTo>
                    <a:pt x="137974" y="294508"/>
                  </a:lnTo>
                  <a:lnTo>
                    <a:pt x="120032" y="287860"/>
                  </a:lnTo>
                  <a:lnTo>
                    <a:pt x="115230" y="284836"/>
                  </a:lnTo>
                  <a:lnTo>
                    <a:pt x="110776" y="282032"/>
                  </a:lnTo>
                  <a:lnTo>
                    <a:pt x="103948" y="272800"/>
                  </a:lnTo>
                  <a:lnTo>
                    <a:pt x="102422" y="268121"/>
                  </a:lnTo>
                  <a:lnTo>
                    <a:pt x="97532" y="253129"/>
                  </a:lnTo>
                  <a:lnTo>
                    <a:pt x="96674" y="250499"/>
                  </a:lnTo>
                  <a:lnTo>
                    <a:pt x="91942" y="237863"/>
                  </a:lnTo>
                  <a:lnTo>
                    <a:pt x="86539" y="223434"/>
                  </a:lnTo>
                  <a:lnTo>
                    <a:pt x="81596" y="210235"/>
                  </a:lnTo>
                  <a:lnTo>
                    <a:pt x="77056" y="198112"/>
                  </a:lnTo>
                  <a:lnTo>
                    <a:pt x="73129" y="187627"/>
                  </a:lnTo>
                  <a:lnTo>
                    <a:pt x="68328" y="176522"/>
                  </a:lnTo>
                  <a:lnTo>
                    <a:pt x="65366" y="169672"/>
                  </a:lnTo>
                  <a:lnTo>
                    <a:pt x="64715" y="165748"/>
                  </a:lnTo>
                  <a:lnTo>
                    <a:pt x="62878" y="154664"/>
                  </a:lnTo>
                  <a:lnTo>
                    <a:pt x="58826" y="142239"/>
                  </a:lnTo>
                  <a:lnTo>
                    <a:pt x="57767" y="138992"/>
                  </a:lnTo>
                  <a:lnTo>
                    <a:pt x="52489" y="131106"/>
                  </a:lnTo>
                  <a:lnTo>
                    <a:pt x="48934" y="125793"/>
                  </a:lnTo>
                  <a:lnTo>
                    <a:pt x="46549" y="122431"/>
                  </a:lnTo>
                  <a:lnTo>
                    <a:pt x="39786" y="112897"/>
                  </a:lnTo>
                  <a:lnTo>
                    <a:pt x="36157" y="107780"/>
                  </a:lnTo>
                  <a:lnTo>
                    <a:pt x="32713" y="102518"/>
                  </a:lnTo>
                  <a:lnTo>
                    <a:pt x="24769" y="90381"/>
                  </a:lnTo>
                  <a:lnTo>
                    <a:pt x="17743" y="79648"/>
                  </a:lnTo>
                  <a:lnTo>
                    <a:pt x="10552" y="63387"/>
                  </a:lnTo>
                  <a:lnTo>
                    <a:pt x="7710" y="56960"/>
                  </a:lnTo>
                  <a:lnTo>
                    <a:pt x="4514" y="47734"/>
                  </a:lnTo>
                  <a:lnTo>
                    <a:pt x="1850" y="40044"/>
                  </a:lnTo>
                  <a:lnTo>
                    <a:pt x="1103" y="34754"/>
                  </a:lnTo>
                  <a:lnTo>
                    <a:pt x="0" y="26939"/>
                  </a:lnTo>
                  <a:lnTo>
                    <a:pt x="264" y="15591"/>
                  </a:lnTo>
                  <a:lnTo>
                    <a:pt x="232" y="3818"/>
                  </a:lnTo>
                  <a:lnTo>
                    <a:pt x="6557" y="2108"/>
                  </a:lnTo>
                  <a:lnTo>
                    <a:pt x="14354" y="0"/>
                  </a:lnTo>
                  <a:lnTo>
                    <a:pt x="15067" y="23184"/>
                  </a:lnTo>
                  <a:lnTo>
                    <a:pt x="23878" y="53064"/>
                  </a:lnTo>
                  <a:lnTo>
                    <a:pt x="61274" y="1079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63027" y="4501431"/>
              <a:ext cx="130080" cy="253639"/>
            </a:xfrm>
            <a:custGeom>
              <a:avLst/>
              <a:pathLst>
                <a:path w="130080" h="253639">
                  <a:moveTo>
                    <a:pt x="117800" y="248911"/>
                  </a:moveTo>
                  <a:lnTo>
                    <a:pt x="99714" y="253639"/>
                  </a:lnTo>
                  <a:lnTo>
                    <a:pt x="98456" y="240958"/>
                  </a:lnTo>
                  <a:lnTo>
                    <a:pt x="106345" y="231500"/>
                  </a:lnTo>
                  <a:lnTo>
                    <a:pt x="105345" y="221662"/>
                  </a:lnTo>
                  <a:lnTo>
                    <a:pt x="70714" y="133066"/>
                  </a:lnTo>
                  <a:lnTo>
                    <a:pt x="54039" y="123530"/>
                  </a:lnTo>
                  <a:lnTo>
                    <a:pt x="50918" y="118198"/>
                  </a:lnTo>
                  <a:lnTo>
                    <a:pt x="33766" y="88895"/>
                  </a:lnTo>
                  <a:lnTo>
                    <a:pt x="10895" y="46334"/>
                  </a:lnTo>
                  <a:lnTo>
                    <a:pt x="0" y="10066"/>
                  </a:lnTo>
                  <a:lnTo>
                    <a:pt x="10113" y="5589"/>
                  </a:lnTo>
                  <a:lnTo>
                    <a:pt x="22742" y="0"/>
                  </a:lnTo>
                  <a:lnTo>
                    <a:pt x="25238" y="6010"/>
                  </a:lnTo>
                  <a:lnTo>
                    <a:pt x="29769" y="16919"/>
                  </a:lnTo>
                  <a:lnTo>
                    <a:pt x="34013" y="27138"/>
                  </a:lnTo>
                  <a:lnTo>
                    <a:pt x="38172" y="37152"/>
                  </a:lnTo>
                  <a:lnTo>
                    <a:pt x="41775" y="45829"/>
                  </a:lnTo>
                  <a:lnTo>
                    <a:pt x="45726" y="53445"/>
                  </a:lnTo>
                  <a:lnTo>
                    <a:pt x="49951" y="61587"/>
                  </a:lnTo>
                  <a:lnTo>
                    <a:pt x="54432" y="70224"/>
                  </a:lnTo>
                  <a:lnTo>
                    <a:pt x="56861" y="74906"/>
                  </a:lnTo>
                  <a:lnTo>
                    <a:pt x="60048" y="79728"/>
                  </a:lnTo>
                  <a:lnTo>
                    <a:pt x="65916" y="88604"/>
                  </a:lnTo>
                  <a:lnTo>
                    <a:pt x="71470" y="97005"/>
                  </a:lnTo>
                  <a:lnTo>
                    <a:pt x="76808" y="105080"/>
                  </a:lnTo>
                  <a:lnTo>
                    <a:pt x="81721" y="112512"/>
                  </a:lnTo>
                  <a:lnTo>
                    <a:pt x="86798" y="120191"/>
                  </a:lnTo>
                  <a:lnTo>
                    <a:pt x="88787" y="123200"/>
                  </a:lnTo>
                  <a:lnTo>
                    <a:pt x="91230" y="128270"/>
                  </a:lnTo>
                  <a:lnTo>
                    <a:pt x="92773" y="131471"/>
                  </a:lnTo>
                  <a:lnTo>
                    <a:pt x="93881" y="135768"/>
                  </a:lnTo>
                  <a:lnTo>
                    <a:pt x="96285" y="145081"/>
                  </a:lnTo>
                  <a:lnTo>
                    <a:pt x="98157" y="152337"/>
                  </a:lnTo>
                  <a:lnTo>
                    <a:pt x="100612" y="159320"/>
                  </a:lnTo>
                  <a:lnTo>
                    <a:pt x="102906" y="165842"/>
                  </a:lnTo>
                  <a:lnTo>
                    <a:pt x="105775" y="174001"/>
                  </a:lnTo>
                  <a:lnTo>
                    <a:pt x="108967" y="183078"/>
                  </a:lnTo>
                  <a:lnTo>
                    <a:pt x="109928" y="185811"/>
                  </a:lnTo>
                  <a:lnTo>
                    <a:pt x="112257" y="191985"/>
                  </a:lnTo>
                  <a:lnTo>
                    <a:pt x="115423" y="200381"/>
                  </a:lnTo>
                  <a:lnTo>
                    <a:pt x="118662" y="208968"/>
                  </a:lnTo>
                  <a:lnTo>
                    <a:pt x="121842" y="217400"/>
                  </a:lnTo>
                  <a:lnTo>
                    <a:pt x="125260" y="226463"/>
                  </a:lnTo>
                  <a:lnTo>
                    <a:pt x="126703" y="230287"/>
                  </a:lnTo>
                  <a:lnTo>
                    <a:pt x="128044" y="236409"/>
                  </a:lnTo>
                  <a:lnTo>
                    <a:pt x="130080" y="2457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47024" y="4977950"/>
              <a:ext cx="440554" cy="531135"/>
            </a:xfrm>
            <a:custGeom>
              <a:avLst/>
              <a:pathLst>
                <a:path w="440554" h="531135">
                  <a:moveTo>
                    <a:pt x="385128" y="413653"/>
                  </a:moveTo>
                  <a:lnTo>
                    <a:pt x="386493" y="417064"/>
                  </a:lnTo>
                  <a:lnTo>
                    <a:pt x="388536" y="419793"/>
                  </a:lnTo>
                  <a:lnTo>
                    <a:pt x="390581" y="422524"/>
                  </a:lnTo>
                  <a:lnTo>
                    <a:pt x="391953" y="427310"/>
                  </a:lnTo>
                  <a:lnTo>
                    <a:pt x="393998" y="429360"/>
                  </a:lnTo>
                  <a:lnTo>
                    <a:pt x="395366" y="432097"/>
                  </a:lnTo>
                  <a:lnTo>
                    <a:pt x="396739" y="436207"/>
                  </a:lnTo>
                  <a:lnTo>
                    <a:pt x="398109" y="438948"/>
                  </a:lnTo>
                  <a:lnTo>
                    <a:pt x="398800" y="441692"/>
                  </a:lnTo>
                  <a:lnTo>
                    <a:pt x="400171" y="444436"/>
                  </a:lnTo>
                  <a:lnTo>
                    <a:pt x="400865" y="447870"/>
                  </a:lnTo>
                  <a:lnTo>
                    <a:pt x="402240" y="451306"/>
                  </a:lnTo>
                  <a:lnTo>
                    <a:pt x="440554" y="529451"/>
                  </a:lnTo>
                  <a:lnTo>
                    <a:pt x="439663" y="531135"/>
                  </a:lnTo>
                  <a:lnTo>
                    <a:pt x="421738" y="511801"/>
                  </a:lnTo>
                  <a:lnTo>
                    <a:pt x="390016" y="486982"/>
                  </a:lnTo>
                  <a:lnTo>
                    <a:pt x="387313" y="484413"/>
                  </a:lnTo>
                  <a:lnTo>
                    <a:pt x="385957" y="482432"/>
                  </a:lnTo>
                  <a:lnTo>
                    <a:pt x="383901" y="480359"/>
                  </a:lnTo>
                  <a:lnTo>
                    <a:pt x="380475" y="476906"/>
                  </a:lnTo>
                  <a:lnTo>
                    <a:pt x="378419" y="473451"/>
                  </a:lnTo>
                  <a:lnTo>
                    <a:pt x="377732" y="470686"/>
                  </a:lnTo>
                  <a:lnTo>
                    <a:pt x="375678" y="467926"/>
                  </a:lnTo>
                  <a:lnTo>
                    <a:pt x="374993" y="465855"/>
                  </a:lnTo>
                  <a:lnTo>
                    <a:pt x="372941" y="462408"/>
                  </a:lnTo>
                  <a:lnTo>
                    <a:pt x="370891" y="459653"/>
                  </a:lnTo>
                  <a:lnTo>
                    <a:pt x="368841" y="457588"/>
                  </a:lnTo>
                  <a:lnTo>
                    <a:pt x="366110" y="455527"/>
                  </a:lnTo>
                  <a:lnTo>
                    <a:pt x="364555" y="453236"/>
                  </a:lnTo>
                  <a:lnTo>
                    <a:pt x="364322" y="453001"/>
                  </a:lnTo>
                  <a:lnTo>
                    <a:pt x="363389" y="452297"/>
                  </a:lnTo>
                  <a:lnTo>
                    <a:pt x="362456" y="451592"/>
                  </a:lnTo>
                  <a:lnTo>
                    <a:pt x="361291" y="450889"/>
                  </a:lnTo>
                  <a:lnTo>
                    <a:pt x="360127" y="450186"/>
                  </a:lnTo>
                  <a:lnTo>
                    <a:pt x="359430" y="449953"/>
                  </a:lnTo>
                  <a:lnTo>
                    <a:pt x="357801" y="449016"/>
                  </a:lnTo>
                  <a:lnTo>
                    <a:pt x="356174" y="448315"/>
                  </a:lnTo>
                  <a:lnTo>
                    <a:pt x="355243" y="447612"/>
                  </a:lnTo>
                  <a:lnTo>
                    <a:pt x="354313" y="447144"/>
                  </a:lnTo>
                  <a:lnTo>
                    <a:pt x="353384" y="446677"/>
                  </a:lnTo>
                  <a:lnTo>
                    <a:pt x="352222" y="445975"/>
                  </a:lnTo>
                  <a:lnTo>
                    <a:pt x="351524" y="445272"/>
                  </a:lnTo>
                  <a:lnTo>
                    <a:pt x="350594" y="444570"/>
                  </a:lnTo>
                  <a:lnTo>
                    <a:pt x="349201" y="443869"/>
                  </a:lnTo>
                  <a:lnTo>
                    <a:pt x="348736" y="443400"/>
                  </a:lnTo>
                  <a:lnTo>
                    <a:pt x="347808" y="442699"/>
                  </a:lnTo>
                  <a:lnTo>
                    <a:pt x="347111" y="441996"/>
                  </a:lnTo>
                  <a:lnTo>
                    <a:pt x="345719" y="441297"/>
                  </a:lnTo>
                  <a:lnTo>
                    <a:pt x="344327" y="440362"/>
                  </a:lnTo>
                  <a:lnTo>
                    <a:pt x="343632" y="439895"/>
                  </a:lnTo>
                  <a:lnTo>
                    <a:pt x="342009" y="438962"/>
                  </a:lnTo>
                  <a:lnTo>
                    <a:pt x="341314" y="438261"/>
                  </a:lnTo>
                  <a:lnTo>
                    <a:pt x="340619" y="437561"/>
                  </a:lnTo>
                  <a:lnTo>
                    <a:pt x="339230" y="436628"/>
                  </a:lnTo>
                  <a:lnTo>
                    <a:pt x="338998" y="436395"/>
                  </a:lnTo>
                  <a:lnTo>
                    <a:pt x="338073" y="435461"/>
                  </a:lnTo>
                  <a:lnTo>
                    <a:pt x="337611" y="434995"/>
                  </a:lnTo>
                  <a:lnTo>
                    <a:pt x="336455" y="433829"/>
                  </a:lnTo>
                  <a:lnTo>
                    <a:pt x="335994" y="432895"/>
                  </a:lnTo>
                  <a:lnTo>
                    <a:pt x="335532" y="432429"/>
                  </a:lnTo>
                  <a:lnTo>
                    <a:pt x="335072" y="431264"/>
                  </a:lnTo>
                  <a:lnTo>
                    <a:pt x="334380" y="430566"/>
                  </a:lnTo>
                  <a:lnTo>
                    <a:pt x="333689" y="429401"/>
                  </a:lnTo>
                  <a:lnTo>
                    <a:pt x="333231" y="428238"/>
                  </a:lnTo>
                  <a:lnTo>
                    <a:pt x="332771" y="427308"/>
                  </a:lnTo>
                  <a:lnTo>
                    <a:pt x="332313" y="426145"/>
                  </a:lnTo>
                  <a:lnTo>
                    <a:pt x="331621" y="425451"/>
                  </a:lnTo>
                  <a:lnTo>
                    <a:pt x="331147" y="424545"/>
                  </a:lnTo>
                  <a:lnTo>
                    <a:pt x="330672" y="423637"/>
                  </a:lnTo>
                  <a:lnTo>
                    <a:pt x="330196" y="422726"/>
                  </a:lnTo>
                  <a:lnTo>
                    <a:pt x="329719" y="421814"/>
                  </a:lnTo>
                  <a:lnTo>
                    <a:pt x="328530" y="420450"/>
                  </a:lnTo>
                  <a:lnTo>
                    <a:pt x="327582" y="420001"/>
                  </a:lnTo>
                  <a:lnTo>
                    <a:pt x="325913" y="418865"/>
                  </a:lnTo>
                  <a:lnTo>
                    <a:pt x="325196" y="418410"/>
                  </a:lnTo>
                  <a:lnTo>
                    <a:pt x="323996" y="417495"/>
                  </a:lnTo>
                  <a:lnTo>
                    <a:pt x="322550" y="416346"/>
                  </a:lnTo>
                  <a:lnTo>
                    <a:pt x="321344" y="415657"/>
                  </a:lnTo>
                  <a:lnTo>
                    <a:pt x="320615" y="414962"/>
                  </a:lnTo>
                  <a:lnTo>
                    <a:pt x="319884" y="414266"/>
                  </a:lnTo>
                  <a:lnTo>
                    <a:pt x="318910" y="413569"/>
                  </a:lnTo>
                  <a:lnTo>
                    <a:pt x="317692" y="412872"/>
                  </a:lnTo>
                  <a:lnTo>
                    <a:pt x="316959" y="412406"/>
                  </a:lnTo>
                  <a:lnTo>
                    <a:pt x="315981" y="411940"/>
                  </a:lnTo>
                  <a:lnTo>
                    <a:pt x="314765" y="411946"/>
                  </a:lnTo>
                  <a:lnTo>
                    <a:pt x="313546" y="411952"/>
                  </a:lnTo>
                  <a:lnTo>
                    <a:pt x="312569" y="411957"/>
                  </a:lnTo>
                  <a:lnTo>
                    <a:pt x="311594" y="412199"/>
                  </a:lnTo>
                  <a:lnTo>
                    <a:pt x="307906" y="412218"/>
                  </a:lnTo>
                  <a:lnTo>
                    <a:pt x="306927" y="412699"/>
                  </a:lnTo>
                  <a:lnTo>
                    <a:pt x="305442" y="412707"/>
                  </a:lnTo>
                  <a:lnTo>
                    <a:pt x="304207" y="412952"/>
                  </a:lnTo>
                  <a:lnTo>
                    <a:pt x="303466" y="413195"/>
                  </a:lnTo>
                  <a:lnTo>
                    <a:pt x="302470" y="413201"/>
                  </a:lnTo>
                  <a:lnTo>
                    <a:pt x="301472" y="413207"/>
                  </a:lnTo>
                  <a:lnTo>
                    <a:pt x="300472" y="413213"/>
                  </a:lnTo>
                  <a:lnTo>
                    <a:pt x="298963" y="412984"/>
                  </a:lnTo>
                  <a:lnTo>
                    <a:pt x="297958" y="412989"/>
                  </a:lnTo>
                  <a:lnTo>
                    <a:pt x="296447" y="412998"/>
                  </a:lnTo>
                  <a:lnTo>
                    <a:pt x="294672" y="412769"/>
                  </a:lnTo>
                  <a:lnTo>
                    <a:pt x="293398" y="412535"/>
                  </a:lnTo>
                  <a:lnTo>
                    <a:pt x="292120" y="412301"/>
                  </a:lnTo>
                  <a:lnTo>
                    <a:pt x="290826" y="411583"/>
                  </a:lnTo>
                  <a:lnTo>
                    <a:pt x="290052" y="411345"/>
                  </a:lnTo>
                  <a:lnTo>
                    <a:pt x="288758" y="410866"/>
                  </a:lnTo>
                  <a:lnTo>
                    <a:pt x="286938" y="410144"/>
                  </a:lnTo>
                  <a:lnTo>
                    <a:pt x="285892" y="409661"/>
                  </a:lnTo>
                  <a:lnTo>
                    <a:pt x="284578" y="408934"/>
                  </a:lnTo>
                  <a:lnTo>
                    <a:pt x="283518" y="408203"/>
                  </a:lnTo>
                  <a:lnTo>
                    <a:pt x="277549" y="405337"/>
                  </a:lnTo>
                  <a:lnTo>
                    <a:pt x="252554" y="378400"/>
                  </a:lnTo>
                  <a:lnTo>
                    <a:pt x="252057" y="375893"/>
                  </a:lnTo>
                  <a:lnTo>
                    <a:pt x="251560" y="374434"/>
                  </a:lnTo>
                  <a:lnTo>
                    <a:pt x="251601" y="371990"/>
                  </a:lnTo>
                  <a:lnTo>
                    <a:pt x="251635" y="370030"/>
                  </a:lnTo>
                  <a:lnTo>
                    <a:pt x="251144" y="368070"/>
                  </a:lnTo>
                  <a:lnTo>
                    <a:pt x="250652" y="366105"/>
                  </a:lnTo>
                  <a:lnTo>
                    <a:pt x="249641" y="363645"/>
                  </a:lnTo>
                  <a:lnTo>
                    <a:pt x="248627" y="361178"/>
                  </a:lnTo>
                  <a:lnTo>
                    <a:pt x="248130" y="359197"/>
                  </a:lnTo>
                  <a:lnTo>
                    <a:pt x="247111" y="356716"/>
                  </a:lnTo>
                  <a:lnTo>
                    <a:pt x="246082" y="354728"/>
                  </a:lnTo>
                  <a:lnTo>
                    <a:pt x="245571" y="352692"/>
                  </a:lnTo>
                  <a:lnTo>
                    <a:pt x="244501" y="350528"/>
                  </a:lnTo>
                  <a:lnTo>
                    <a:pt x="243961" y="348362"/>
                  </a:lnTo>
                  <a:lnTo>
                    <a:pt x="242362" y="345664"/>
                  </a:lnTo>
                  <a:lnTo>
                    <a:pt x="241823" y="343502"/>
                  </a:lnTo>
                  <a:lnTo>
                    <a:pt x="240759" y="341887"/>
                  </a:lnTo>
                  <a:lnTo>
                    <a:pt x="239697" y="340273"/>
                  </a:lnTo>
                  <a:lnTo>
                    <a:pt x="238630" y="337580"/>
                  </a:lnTo>
                  <a:lnTo>
                    <a:pt x="237568" y="335968"/>
                  </a:lnTo>
                  <a:lnTo>
                    <a:pt x="236508" y="334358"/>
                  </a:lnTo>
                  <a:lnTo>
                    <a:pt x="235446" y="332210"/>
                  </a:lnTo>
                  <a:lnTo>
                    <a:pt x="215953" y="303951"/>
                  </a:lnTo>
                  <a:lnTo>
                    <a:pt x="209721" y="298165"/>
                  </a:lnTo>
                  <a:lnTo>
                    <a:pt x="200176" y="289302"/>
                  </a:lnTo>
                  <a:lnTo>
                    <a:pt x="198578" y="287231"/>
                  </a:lnTo>
                  <a:lnTo>
                    <a:pt x="196978" y="285156"/>
                  </a:lnTo>
                  <a:lnTo>
                    <a:pt x="194843" y="283610"/>
                  </a:lnTo>
                  <a:lnTo>
                    <a:pt x="193771" y="282048"/>
                  </a:lnTo>
                  <a:lnTo>
                    <a:pt x="192164" y="280490"/>
                  </a:lnTo>
                  <a:lnTo>
                    <a:pt x="190017" y="278408"/>
                  </a:lnTo>
                  <a:lnTo>
                    <a:pt x="188403" y="276844"/>
                  </a:lnTo>
                  <a:lnTo>
                    <a:pt x="185712" y="275289"/>
                  </a:lnTo>
                  <a:lnTo>
                    <a:pt x="182471" y="272676"/>
                  </a:lnTo>
                  <a:lnTo>
                    <a:pt x="180307" y="271635"/>
                  </a:lnTo>
                  <a:lnTo>
                    <a:pt x="177048" y="269010"/>
                  </a:lnTo>
                  <a:lnTo>
                    <a:pt x="174327" y="267435"/>
                  </a:lnTo>
                  <a:lnTo>
                    <a:pt x="172688" y="265850"/>
                  </a:lnTo>
                  <a:lnTo>
                    <a:pt x="170499" y="263733"/>
                  </a:lnTo>
                  <a:lnTo>
                    <a:pt x="168305" y="261610"/>
                  </a:lnTo>
                  <a:lnTo>
                    <a:pt x="166656" y="260015"/>
                  </a:lnTo>
                  <a:lnTo>
                    <a:pt x="164456" y="258420"/>
                  </a:lnTo>
                  <a:lnTo>
                    <a:pt x="161705" y="257357"/>
                  </a:lnTo>
                  <a:lnTo>
                    <a:pt x="159492" y="255219"/>
                  </a:lnTo>
                  <a:lnTo>
                    <a:pt x="157832" y="254148"/>
                  </a:lnTo>
                  <a:lnTo>
                    <a:pt x="155060" y="252540"/>
                  </a:lnTo>
                  <a:lnTo>
                    <a:pt x="152836" y="250927"/>
                  </a:lnTo>
                  <a:lnTo>
                    <a:pt x="150055" y="249849"/>
                  </a:lnTo>
                  <a:lnTo>
                    <a:pt x="148380" y="248770"/>
                  </a:lnTo>
                  <a:lnTo>
                    <a:pt x="146782" y="247693"/>
                  </a:lnTo>
                  <a:lnTo>
                    <a:pt x="144667" y="246078"/>
                  </a:lnTo>
                  <a:lnTo>
                    <a:pt x="142558" y="245004"/>
                  </a:lnTo>
                  <a:lnTo>
                    <a:pt x="139391" y="242319"/>
                  </a:lnTo>
                  <a:lnTo>
                    <a:pt x="137816" y="241786"/>
                  </a:lnTo>
                  <a:lnTo>
                    <a:pt x="136237" y="240714"/>
                  </a:lnTo>
                  <a:lnTo>
                    <a:pt x="134661" y="239644"/>
                  </a:lnTo>
                  <a:lnTo>
                    <a:pt x="131416" y="238029"/>
                  </a:lnTo>
                  <a:lnTo>
                    <a:pt x="129144" y="236397"/>
                  </a:lnTo>
                  <a:lnTo>
                    <a:pt x="126865" y="234761"/>
                  </a:lnTo>
                  <a:lnTo>
                    <a:pt x="124031" y="233119"/>
                  </a:lnTo>
                  <a:lnTo>
                    <a:pt x="122321" y="232022"/>
                  </a:lnTo>
                  <a:lnTo>
                    <a:pt x="120575" y="230377"/>
                  </a:lnTo>
                  <a:lnTo>
                    <a:pt x="118858" y="229275"/>
                  </a:lnTo>
                  <a:lnTo>
                    <a:pt x="117105" y="227622"/>
                  </a:lnTo>
                  <a:lnTo>
                    <a:pt x="115279" y="224863"/>
                  </a:lnTo>
                  <a:lnTo>
                    <a:pt x="113531" y="222660"/>
                  </a:lnTo>
                  <a:lnTo>
                    <a:pt x="112476" y="220495"/>
                  </a:lnTo>
                  <a:lnTo>
                    <a:pt x="110869" y="218329"/>
                  </a:lnTo>
                  <a:lnTo>
                    <a:pt x="109802" y="216705"/>
                  </a:lnTo>
                  <a:lnTo>
                    <a:pt x="108736" y="215082"/>
                  </a:lnTo>
                  <a:lnTo>
                    <a:pt x="107130" y="212917"/>
                  </a:lnTo>
                  <a:lnTo>
                    <a:pt x="106079" y="210757"/>
                  </a:lnTo>
                  <a:lnTo>
                    <a:pt x="105042" y="208061"/>
                  </a:lnTo>
                  <a:lnTo>
                    <a:pt x="103978" y="206442"/>
                  </a:lnTo>
                  <a:lnTo>
                    <a:pt x="103481" y="204290"/>
                  </a:lnTo>
                  <a:lnTo>
                    <a:pt x="102986" y="202140"/>
                  </a:lnTo>
                  <a:lnTo>
                    <a:pt x="101937" y="199987"/>
                  </a:lnTo>
                  <a:lnTo>
                    <a:pt x="101442" y="197840"/>
                  </a:lnTo>
                  <a:lnTo>
                    <a:pt x="100947" y="195694"/>
                  </a:lnTo>
                  <a:lnTo>
                    <a:pt x="99901" y="193545"/>
                  </a:lnTo>
                  <a:lnTo>
                    <a:pt x="99407" y="191403"/>
                  </a:lnTo>
                  <a:lnTo>
                    <a:pt x="98914" y="189263"/>
                  </a:lnTo>
                  <a:lnTo>
                    <a:pt x="97869" y="187118"/>
                  </a:lnTo>
                  <a:lnTo>
                    <a:pt x="97376" y="184981"/>
                  </a:lnTo>
                  <a:lnTo>
                    <a:pt x="96332" y="182839"/>
                  </a:lnTo>
                  <a:lnTo>
                    <a:pt x="95871" y="179641"/>
                  </a:lnTo>
                  <a:lnTo>
                    <a:pt x="95365" y="178041"/>
                  </a:lnTo>
                  <a:lnTo>
                    <a:pt x="94338" y="175373"/>
                  </a:lnTo>
                  <a:lnTo>
                    <a:pt x="94415" y="172721"/>
                  </a:lnTo>
                  <a:lnTo>
                    <a:pt x="93925" y="170595"/>
                  </a:lnTo>
                  <a:lnTo>
                    <a:pt x="92885" y="168463"/>
                  </a:lnTo>
                  <a:lnTo>
                    <a:pt x="92381" y="166868"/>
                  </a:lnTo>
                  <a:lnTo>
                    <a:pt x="91908" y="164218"/>
                  </a:lnTo>
                  <a:lnTo>
                    <a:pt x="91404" y="162626"/>
                  </a:lnTo>
                  <a:lnTo>
                    <a:pt x="89831" y="159963"/>
                  </a:lnTo>
                  <a:lnTo>
                    <a:pt x="89328" y="158373"/>
                  </a:lnTo>
                  <a:lnTo>
                    <a:pt x="88308" y="155722"/>
                  </a:lnTo>
                  <a:lnTo>
                    <a:pt x="86617" y="152977"/>
                  </a:lnTo>
                  <a:lnTo>
                    <a:pt x="84873" y="150191"/>
                  </a:lnTo>
                  <a:lnTo>
                    <a:pt x="83134" y="148484"/>
                  </a:lnTo>
                  <a:lnTo>
                    <a:pt x="81964" y="146260"/>
                  </a:lnTo>
                  <a:lnTo>
                    <a:pt x="80216" y="144004"/>
                  </a:lnTo>
                  <a:lnTo>
                    <a:pt x="79038" y="141229"/>
                  </a:lnTo>
                  <a:lnTo>
                    <a:pt x="77868" y="139539"/>
                  </a:lnTo>
                  <a:lnTo>
                    <a:pt x="76112" y="137272"/>
                  </a:lnTo>
                  <a:lnTo>
                    <a:pt x="74358" y="135546"/>
                  </a:lnTo>
                  <a:lnTo>
                    <a:pt x="71437" y="133756"/>
                  </a:lnTo>
                  <a:lnTo>
                    <a:pt x="69674" y="132023"/>
                  </a:lnTo>
                  <a:lnTo>
                    <a:pt x="68493" y="130319"/>
                  </a:lnTo>
                  <a:lnTo>
                    <a:pt x="66720" y="128034"/>
                  </a:lnTo>
                  <a:lnTo>
                    <a:pt x="62556" y="122409"/>
                  </a:lnTo>
                  <a:lnTo>
                    <a:pt x="54811" y="111950"/>
                  </a:lnTo>
                  <a:lnTo>
                    <a:pt x="53013" y="109631"/>
                  </a:lnTo>
                  <a:lnTo>
                    <a:pt x="50612" y="106716"/>
                  </a:lnTo>
                  <a:lnTo>
                    <a:pt x="48211" y="104348"/>
                  </a:lnTo>
                  <a:lnTo>
                    <a:pt x="47009" y="103162"/>
                  </a:lnTo>
                  <a:lnTo>
                    <a:pt x="44605" y="101340"/>
                  </a:lnTo>
                  <a:lnTo>
                    <a:pt x="41591" y="98918"/>
                  </a:lnTo>
                  <a:lnTo>
                    <a:pt x="39775" y="97127"/>
                  </a:lnTo>
                  <a:lnTo>
                    <a:pt x="37348" y="94735"/>
                  </a:lnTo>
                  <a:lnTo>
                    <a:pt x="34933" y="92904"/>
                  </a:lnTo>
                  <a:lnTo>
                    <a:pt x="32555" y="91105"/>
                  </a:lnTo>
                  <a:lnTo>
                    <a:pt x="30162" y="89848"/>
                  </a:lnTo>
                  <a:lnTo>
                    <a:pt x="27181" y="87455"/>
                  </a:lnTo>
                  <a:lnTo>
                    <a:pt x="24766" y="86181"/>
                  </a:lnTo>
                  <a:lnTo>
                    <a:pt x="21132" y="84263"/>
                  </a:lnTo>
                  <a:lnTo>
                    <a:pt x="19426" y="83119"/>
                  </a:lnTo>
                  <a:lnTo>
                    <a:pt x="17725" y="81980"/>
                  </a:lnTo>
                  <a:lnTo>
                    <a:pt x="15442" y="81375"/>
                  </a:lnTo>
                  <a:lnTo>
                    <a:pt x="14329" y="79151"/>
                  </a:lnTo>
                  <a:lnTo>
                    <a:pt x="13208" y="77476"/>
                  </a:lnTo>
                  <a:lnTo>
                    <a:pt x="12095" y="75251"/>
                  </a:lnTo>
                  <a:lnTo>
                    <a:pt x="10983" y="73027"/>
                  </a:lnTo>
                  <a:lnTo>
                    <a:pt x="10452" y="70269"/>
                  </a:lnTo>
                  <a:lnTo>
                    <a:pt x="9340" y="68045"/>
                  </a:lnTo>
                  <a:lnTo>
                    <a:pt x="9383" y="65303"/>
                  </a:lnTo>
                  <a:lnTo>
                    <a:pt x="9426" y="62562"/>
                  </a:lnTo>
                  <a:lnTo>
                    <a:pt x="9460" y="60371"/>
                  </a:lnTo>
                  <a:lnTo>
                    <a:pt x="9511" y="57084"/>
                  </a:lnTo>
                  <a:lnTo>
                    <a:pt x="9546" y="54894"/>
                  </a:lnTo>
                  <a:lnTo>
                    <a:pt x="10725" y="52738"/>
                  </a:lnTo>
                  <a:lnTo>
                    <a:pt x="11332" y="50566"/>
                  </a:lnTo>
                  <a:lnTo>
                    <a:pt x="12510" y="48412"/>
                  </a:lnTo>
                  <a:lnTo>
                    <a:pt x="13125" y="45697"/>
                  </a:lnTo>
                  <a:lnTo>
                    <a:pt x="13738" y="42982"/>
                  </a:lnTo>
                  <a:lnTo>
                    <a:pt x="13217" y="39689"/>
                  </a:lnTo>
                  <a:lnTo>
                    <a:pt x="12679" y="37488"/>
                  </a:lnTo>
                  <a:lnTo>
                    <a:pt x="12158" y="34196"/>
                  </a:lnTo>
                  <a:lnTo>
                    <a:pt x="11049" y="31979"/>
                  </a:lnTo>
                  <a:lnTo>
                    <a:pt x="10511" y="29779"/>
                  </a:lnTo>
                  <a:lnTo>
                    <a:pt x="9419" y="26471"/>
                  </a:lnTo>
                  <a:lnTo>
                    <a:pt x="8293" y="25343"/>
                  </a:lnTo>
                  <a:lnTo>
                    <a:pt x="7764" y="22599"/>
                  </a:lnTo>
                  <a:lnTo>
                    <a:pt x="6074" y="20908"/>
                  </a:lnTo>
                  <a:lnTo>
                    <a:pt x="5528" y="19254"/>
                  </a:lnTo>
                  <a:lnTo>
                    <a:pt x="3847" y="17017"/>
                  </a:lnTo>
                  <a:lnTo>
                    <a:pt x="0" y="7076"/>
                  </a:lnTo>
                  <a:lnTo>
                    <a:pt x="43747" y="3199"/>
                  </a:lnTo>
                  <a:lnTo>
                    <a:pt x="79850" y="0"/>
                  </a:lnTo>
                  <a:lnTo>
                    <a:pt x="79844" y="526"/>
                  </a:lnTo>
                  <a:lnTo>
                    <a:pt x="80965" y="3293"/>
                  </a:lnTo>
                  <a:lnTo>
                    <a:pt x="81516" y="5467"/>
                  </a:lnTo>
                  <a:lnTo>
                    <a:pt x="81487" y="8102"/>
                  </a:lnTo>
                  <a:lnTo>
                    <a:pt x="81458" y="10738"/>
                  </a:lnTo>
                  <a:lnTo>
                    <a:pt x="82589" y="12447"/>
                  </a:lnTo>
                  <a:lnTo>
                    <a:pt x="82560" y="15083"/>
                  </a:lnTo>
                  <a:lnTo>
                    <a:pt x="83117" y="16728"/>
                  </a:lnTo>
                  <a:lnTo>
                    <a:pt x="83668" y="18900"/>
                  </a:lnTo>
                  <a:lnTo>
                    <a:pt x="83645" y="21010"/>
                  </a:lnTo>
                  <a:lnTo>
                    <a:pt x="83616" y="23649"/>
                  </a:lnTo>
                  <a:lnTo>
                    <a:pt x="84173" y="25292"/>
                  </a:lnTo>
                  <a:lnTo>
                    <a:pt x="84144" y="27932"/>
                  </a:lnTo>
                  <a:lnTo>
                    <a:pt x="84111" y="30565"/>
                  </a:lnTo>
                  <a:lnTo>
                    <a:pt x="84082" y="32670"/>
                  </a:lnTo>
                  <a:lnTo>
                    <a:pt x="84046" y="35302"/>
                  </a:lnTo>
                  <a:lnTo>
                    <a:pt x="84583" y="37990"/>
                  </a:lnTo>
                  <a:lnTo>
                    <a:pt x="85135" y="39624"/>
                  </a:lnTo>
                  <a:lnTo>
                    <a:pt x="85679" y="41784"/>
                  </a:lnTo>
                  <a:lnTo>
                    <a:pt x="85651" y="43892"/>
                  </a:lnTo>
                  <a:lnTo>
                    <a:pt x="87601" y="53283"/>
                  </a:lnTo>
                  <a:lnTo>
                    <a:pt x="87587" y="54225"/>
                  </a:lnTo>
                  <a:lnTo>
                    <a:pt x="88075" y="56158"/>
                  </a:lnTo>
                  <a:lnTo>
                    <a:pt x="88555" y="58562"/>
                  </a:lnTo>
                  <a:lnTo>
                    <a:pt x="89550" y="61015"/>
                  </a:lnTo>
                  <a:lnTo>
                    <a:pt x="91066" y="63043"/>
                  </a:lnTo>
                  <a:lnTo>
                    <a:pt x="91560" y="64503"/>
                  </a:lnTo>
                  <a:lnTo>
                    <a:pt x="93074" y="66528"/>
                  </a:lnTo>
                  <a:lnTo>
                    <a:pt x="94579" y="69022"/>
                  </a:lnTo>
                  <a:lnTo>
                    <a:pt x="96090" y="71042"/>
                  </a:lnTo>
                  <a:lnTo>
                    <a:pt x="97087" y="73015"/>
                  </a:lnTo>
                  <a:lnTo>
                    <a:pt x="98601" y="74561"/>
                  </a:lnTo>
                  <a:lnTo>
                    <a:pt x="100605" y="77560"/>
                  </a:lnTo>
                  <a:lnTo>
                    <a:pt x="101102" y="78544"/>
                  </a:lnTo>
                  <a:lnTo>
                    <a:pt x="103115" y="80598"/>
                  </a:lnTo>
                  <a:lnTo>
                    <a:pt x="103605" y="82050"/>
                  </a:lnTo>
                  <a:lnTo>
                    <a:pt x="106628" y="84184"/>
                  </a:lnTo>
                  <a:lnTo>
                    <a:pt x="108644" y="85291"/>
                  </a:lnTo>
                  <a:lnTo>
                    <a:pt x="109638" y="86781"/>
                  </a:lnTo>
                  <a:lnTo>
                    <a:pt x="112153" y="87925"/>
                  </a:lnTo>
                  <a:lnTo>
                    <a:pt x="113649" y="89453"/>
                  </a:lnTo>
                  <a:lnTo>
                    <a:pt x="115652" y="90552"/>
                  </a:lnTo>
                  <a:lnTo>
                    <a:pt x="117656" y="91181"/>
                  </a:lnTo>
                  <a:lnTo>
                    <a:pt x="121648" y="93851"/>
                  </a:lnTo>
                  <a:lnTo>
                    <a:pt x="124158" y="95492"/>
                  </a:lnTo>
                  <a:lnTo>
                    <a:pt x="125661" y="96569"/>
                  </a:lnTo>
                  <a:lnTo>
                    <a:pt x="128160" y="98202"/>
                  </a:lnTo>
                  <a:lnTo>
                    <a:pt x="130150" y="98837"/>
                  </a:lnTo>
                  <a:lnTo>
                    <a:pt x="132139" y="99948"/>
                  </a:lnTo>
                  <a:lnTo>
                    <a:pt x="134120" y="100579"/>
                  </a:lnTo>
                  <a:lnTo>
                    <a:pt x="136103" y="102161"/>
                  </a:lnTo>
                  <a:lnTo>
                    <a:pt x="137589" y="103701"/>
                  </a:lnTo>
                  <a:lnTo>
                    <a:pt x="147029" y="109873"/>
                  </a:lnTo>
                  <a:lnTo>
                    <a:pt x="147480" y="111247"/>
                  </a:lnTo>
                  <a:lnTo>
                    <a:pt x="148900" y="112675"/>
                  </a:lnTo>
                  <a:lnTo>
                    <a:pt x="150325" y="114583"/>
                  </a:lnTo>
                  <a:lnTo>
                    <a:pt x="151749" y="116490"/>
                  </a:lnTo>
                  <a:lnTo>
                    <a:pt x="152696" y="117912"/>
                  </a:lnTo>
                  <a:lnTo>
                    <a:pt x="154111" y="120272"/>
                  </a:lnTo>
                  <a:lnTo>
                    <a:pt x="155543" y="121723"/>
                  </a:lnTo>
                  <a:lnTo>
                    <a:pt x="157434" y="124565"/>
                  </a:lnTo>
                  <a:lnTo>
                    <a:pt x="158380" y="125986"/>
                  </a:lnTo>
                  <a:lnTo>
                    <a:pt x="159317" y="127862"/>
                  </a:lnTo>
                  <a:lnTo>
                    <a:pt x="166861" y="140130"/>
                  </a:lnTo>
                  <a:lnTo>
                    <a:pt x="187672" y="162575"/>
                  </a:lnTo>
                  <a:lnTo>
                    <a:pt x="189082" y="164462"/>
                  </a:lnTo>
                  <a:lnTo>
                    <a:pt x="189545" y="165854"/>
                  </a:lnTo>
                  <a:lnTo>
                    <a:pt x="190950" y="168198"/>
                  </a:lnTo>
                  <a:lnTo>
                    <a:pt x="191884" y="170066"/>
                  </a:lnTo>
                  <a:lnTo>
                    <a:pt x="193767" y="171969"/>
                  </a:lnTo>
                  <a:lnTo>
                    <a:pt x="194230" y="173361"/>
                  </a:lnTo>
                  <a:lnTo>
                    <a:pt x="195635" y="175704"/>
                  </a:lnTo>
                  <a:lnTo>
                    <a:pt x="197042" y="177588"/>
                  </a:lnTo>
                  <a:lnTo>
                    <a:pt x="198449" y="179471"/>
                  </a:lnTo>
                  <a:lnTo>
                    <a:pt x="199383" y="181338"/>
                  </a:lnTo>
                  <a:lnTo>
                    <a:pt x="200789" y="183220"/>
                  </a:lnTo>
                  <a:lnTo>
                    <a:pt x="201725" y="184627"/>
                  </a:lnTo>
                  <a:lnTo>
                    <a:pt x="203130" y="186508"/>
                  </a:lnTo>
                  <a:lnTo>
                    <a:pt x="205478" y="187957"/>
                  </a:lnTo>
                  <a:lnTo>
                    <a:pt x="206883" y="189376"/>
                  </a:lnTo>
                  <a:lnTo>
                    <a:pt x="208759" y="190349"/>
                  </a:lnTo>
                  <a:lnTo>
                    <a:pt x="210632" y="191320"/>
                  </a:lnTo>
                  <a:lnTo>
                    <a:pt x="212502" y="192290"/>
                  </a:lnTo>
                  <a:lnTo>
                    <a:pt x="214371" y="192800"/>
                  </a:lnTo>
                  <a:lnTo>
                    <a:pt x="217168" y="193793"/>
                  </a:lnTo>
                  <a:lnTo>
                    <a:pt x="218564" y="195205"/>
                  </a:lnTo>
                  <a:lnTo>
                    <a:pt x="219959" y="196158"/>
                  </a:lnTo>
                  <a:lnTo>
                    <a:pt x="221353" y="197568"/>
                  </a:lnTo>
                  <a:lnTo>
                    <a:pt x="222746" y="198976"/>
                  </a:lnTo>
                  <a:lnTo>
                    <a:pt x="242171" y="221364"/>
                  </a:lnTo>
                  <a:lnTo>
                    <a:pt x="282658" y="279293"/>
                  </a:lnTo>
                  <a:lnTo>
                    <a:pt x="308995" y="316976"/>
                  </a:lnTo>
                  <a:lnTo>
                    <a:pt x="311330" y="318849"/>
                  </a:lnTo>
                  <a:lnTo>
                    <a:pt x="312267" y="319326"/>
                  </a:lnTo>
                  <a:lnTo>
                    <a:pt x="313662" y="320719"/>
                  </a:lnTo>
                  <a:lnTo>
                    <a:pt x="315526" y="322124"/>
                  </a:lnTo>
                  <a:lnTo>
                    <a:pt x="317395" y="323075"/>
                  </a:lnTo>
                  <a:lnTo>
                    <a:pt x="318779" y="324917"/>
                  </a:lnTo>
                  <a:lnTo>
                    <a:pt x="320632" y="326769"/>
                  </a:lnTo>
                  <a:lnTo>
                    <a:pt x="322477" y="329072"/>
                  </a:lnTo>
                  <a:lnTo>
                    <a:pt x="323854" y="331364"/>
                  </a:lnTo>
                  <a:lnTo>
                    <a:pt x="324768" y="333194"/>
                  </a:lnTo>
                  <a:lnTo>
                    <a:pt x="325682" y="335024"/>
                  </a:lnTo>
                  <a:lnTo>
                    <a:pt x="326596" y="336855"/>
                  </a:lnTo>
                  <a:lnTo>
                    <a:pt x="327977" y="338693"/>
                  </a:lnTo>
                  <a:lnTo>
                    <a:pt x="333972" y="345137"/>
                  </a:lnTo>
                  <a:lnTo>
                    <a:pt x="345521" y="361259"/>
                  </a:lnTo>
                  <a:lnTo>
                    <a:pt x="347603" y="364014"/>
                  </a:lnTo>
                  <a:lnTo>
                    <a:pt x="348989" y="366074"/>
                  </a:lnTo>
                  <a:lnTo>
                    <a:pt x="351063" y="368817"/>
                  </a:lnTo>
                  <a:lnTo>
                    <a:pt x="353819" y="372235"/>
                  </a:lnTo>
                  <a:lnTo>
                    <a:pt x="356564" y="374280"/>
                  </a:lnTo>
                  <a:lnTo>
                    <a:pt x="357938" y="377683"/>
                  </a:lnTo>
                  <a:lnTo>
                    <a:pt x="359991" y="381076"/>
                  </a:lnTo>
                  <a:lnTo>
                    <a:pt x="362039" y="384460"/>
                  </a:lnTo>
                  <a:lnTo>
                    <a:pt x="364080" y="386482"/>
                  </a:lnTo>
                  <a:lnTo>
                    <a:pt x="366795" y="389847"/>
                  </a:lnTo>
                  <a:lnTo>
                    <a:pt x="368828" y="392563"/>
                  </a:lnTo>
                  <a:lnTo>
                    <a:pt x="370862" y="395279"/>
                  </a:lnTo>
                  <a:lnTo>
                    <a:pt x="372896" y="397317"/>
                  </a:lnTo>
                  <a:lnTo>
                    <a:pt x="375611" y="400716"/>
                  </a:lnTo>
                  <a:lnTo>
                    <a:pt x="377648" y="403437"/>
                  </a:lnTo>
                  <a:lnTo>
                    <a:pt x="379687" y="406159"/>
                  </a:lnTo>
                  <a:lnTo>
                    <a:pt x="381725" y="408201"/>
                  </a:lnTo>
                  <a:lnTo>
                    <a:pt x="383088" y="411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310911" y="5464248"/>
              <a:ext cx="58963" cy="53045"/>
            </a:xfrm>
            <a:custGeom>
              <a:avLst/>
              <a:pathLst>
                <a:path w="58963" h="53045">
                  <a:moveTo>
                    <a:pt x="47386" y="43704"/>
                  </a:moveTo>
                  <a:lnTo>
                    <a:pt x="37269" y="53045"/>
                  </a:lnTo>
                  <a:lnTo>
                    <a:pt x="28236" y="44145"/>
                  </a:lnTo>
                  <a:lnTo>
                    <a:pt x="12555" y="28695"/>
                  </a:lnTo>
                  <a:lnTo>
                    <a:pt x="0" y="16324"/>
                  </a:lnTo>
                  <a:lnTo>
                    <a:pt x="10968" y="7537"/>
                  </a:lnTo>
                  <a:lnTo>
                    <a:pt x="20375" y="0"/>
                  </a:lnTo>
                  <a:lnTo>
                    <a:pt x="37416" y="14579"/>
                  </a:lnTo>
                  <a:lnTo>
                    <a:pt x="58963" y="330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445540" y="5559777"/>
              <a:ext cx="42557" cy="40530"/>
            </a:xfrm>
            <a:custGeom>
              <a:avLst/>
              <a:pathLst>
                <a:path w="42557" h="40530">
                  <a:moveTo>
                    <a:pt x="20589" y="38114"/>
                  </a:moveTo>
                  <a:lnTo>
                    <a:pt x="11591" y="32671"/>
                  </a:lnTo>
                  <a:lnTo>
                    <a:pt x="7313" y="30082"/>
                  </a:lnTo>
                  <a:lnTo>
                    <a:pt x="3458" y="26190"/>
                  </a:lnTo>
                  <a:lnTo>
                    <a:pt x="0" y="22697"/>
                  </a:lnTo>
                  <a:lnTo>
                    <a:pt x="10749" y="11159"/>
                  </a:lnTo>
                  <a:lnTo>
                    <a:pt x="21146" y="0"/>
                  </a:lnTo>
                  <a:lnTo>
                    <a:pt x="31121" y="10154"/>
                  </a:lnTo>
                  <a:lnTo>
                    <a:pt x="42557" y="21796"/>
                  </a:lnTo>
                  <a:lnTo>
                    <a:pt x="32298" y="32488"/>
                  </a:lnTo>
                  <a:lnTo>
                    <a:pt x="24582" y="405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28733" y="4939647"/>
              <a:ext cx="74453" cy="104141"/>
            </a:xfrm>
            <a:custGeom>
              <a:avLst/>
              <a:pathLst>
                <a:path w="74453" h="104141">
                  <a:moveTo>
                    <a:pt x="9915" y="466"/>
                  </a:moveTo>
                  <a:lnTo>
                    <a:pt x="23789" y="1125"/>
                  </a:lnTo>
                  <a:lnTo>
                    <a:pt x="29296" y="19139"/>
                  </a:lnTo>
                  <a:lnTo>
                    <a:pt x="59034" y="33775"/>
                  </a:lnTo>
                  <a:lnTo>
                    <a:pt x="60862" y="38942"/>
                  </a:lnTo>
                  <a:lnTo>
                    <a:pt x="68395" y="60233"/>
                  </a:lnTo>
                  <a:lnTo>
                    <a:pt x="72250" y="86127"/>
                  </a:lnTo>
                  <a:lnTo>
                    <a:pt x="74453" y="104141"/>
                  </a:lnTo>
                  <a:lnTo>
                    <a:pt x="60783" y="101770"/>
                  </a:lnTo>
                  <a:lnTo>
                    <a:pt x="49782" y="99863"/>
                  </a:lnTo>
                  <a:lnTo>
                    <a:pt x="47770" y="92021"/>
                  </a:lnTo>
                  <a:lnTo>
                    <a:pt x="46258" y="86127"/>
                  </a:lnTo>
                  <a:lnTo>
                    <a:pt x="45295" y="81948"/>
                  </a:lnTo>
                  <a:lnTo>
                    <a:pt x="43614" y="74644"/>
                  </a:lnTo>
                  <a:lnTo>
                    <a:pt x="42370" y="70595"/>
                  </a:lnTo>
                  <a:lnTo>
                    <a:pt x="39660" y="61783"/>
                  </a:lnTo>
                  <a:lnTo>
                    <a:pt x="38768" y="58882"/>
                  </a:lnTo>
                  <a:lnTo>
                    <a:pt x="34087" y="54203"/>
                  </a:lnTo>
                  <a:lnTo>
                    <a:pt x="28856" y="48974"/>
                  </a:lnTo>
                  <a:lnTo>
                    <a:pt x="24751" y="45923"/>
                  </a:lnTo>
                  <a:lnTo>
                    <a:pt x="14317" y="38166"/>
                  </a:lnTo>
                  <a:lnTo>
                    <a:pt x="9017" y="29170"/>
                  </a:lnTo>
                  <a:lnTo>
                    <a:pt x="2653" y="18370"/>
                  </a:lnTo>
                  <a:lnTo>
                    <a:pt x="0" y="13866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71940" y="4906987"/>
              <a:ext cx="57712" cy="42152"/>
            </a:xfrm>
            <a:custGeom>
              <a:avLst/>
              <a:pathLst>
                <a:path w="57712" h="42152">
                  <a:moveTo>
                    <a:pt x="11895" y="9727"/>
                  </a:moveTo>
                  <a:lnTo>
                    <a:pt x="14766" y="8993"/>
                  </a:lnTo>
                  <a:lnTo>
                    <a:pt x="33487" y="4209"/>
                  </a:lnTo>
                  <a:lnTo>
                    <a:pt x="49958" y="0"/>
                  </a:lnTo>
                  <a:lnTo>
                    <a:pt x="53343" y="11517"/>
                  </a:lnTo>
                  <a:lnTo>
                    <a:pt x="57712" y="26390"/>
                  </a:lnTo>
                  <a:lnTo>
                    <a:pt x="34579" y="34835"/>
                  </a:lnTo>
                  <a:lnTo>
                    <a:pt x="14538" y="42152"/>
                  </a:lnTo>
                  <a:lnTo>
                    <a:pt x="9171" y="34505"/>
                  </a:lnTo>
                  <a:lnTo>
                    <a:pt x="0" y="21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209408" y="5393352"/>
              <a:ext cx="44007" cy="32381"/>
            </a:xfrm>
            <a:custGeom>
              <a:avLst/>
              <a:pathLst>
                <a:path w="44007" h="32381">
                  <a:moveTo>
                    <a:pt x="2480" y="15133"/>
                  </a:moveTo>
                  <a:lnTo>
                    <a:pt x="7111" y="8477"/>
                  </a:lnTo>
                  <a:lnTo>
                    <a:pt x="10859" y="3091"/>
                  </a:lnTo>
                  <a:lnTo>
                    <a:pt x="11961" y="1507"/>
                  </a:lnTo>
                  <a:lnTo>
                    <a:pt x="13010" y="0"/>
                  </a:lnTo>
                  <a:lnTo>
                    <a:pt x="22583" y="5243"/>
                  </a:lnTo>
                  <a:lnTo>
                    <a:pt x="23913" y="5283"/>
                  </a:lnTo>
                  <a:lnTo>
                    <a:pt x="30105" y="5469"/>
                  </a:lnTo>
                  <a:lnTo>
                    <a:pt x="44007" y="4098"/>
                  </a:lnTo>
                  <a:lnTo>
                    <a:pt x="41460" y="6666"/>
                  </a:lnTo>
                  <a:lnTo>
                    <a:pt x="40075" y="8063"/>
                  </a:lnTo>
                  <a:lnTo>
                    <a:pt x="27825" y="20418"/>
                  </a:lnTo>
                  <a:lnTo>
                    <a:pt x="26762" y="21490"/>
                  </a:lnTo>
                  <a:lnTo>
                    <a:pt x="19172" y="29146"/>
                  </a:lnTo>
                  <a:lnTo>
                    <a:pt x="15964" y="32381"/>
                  </a:lnTo>
                  <a:lnTo>
                    <a:pt x="15548" y="32025"/>
                  </a:lnTo>
                  <a:lnTo>
                    <a:pt x="6951" y="24656"/>
                  </a:lnTo>
                  <a:lnTo>
                    <a:pt x="0" y="18698"/>
                  </a:lnTo>
                  <a:lnTo>
                    <a:pt x="1282" y="16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06665" y="4940967"/>
              <a:ext cx="65172" cy="102498"/>
            </a:xfrm>
            <a:custGeom>
              <a:avLst/>
              <a:pathLst>
                <a:path w="65172" h="102498">
                  <a:moveTo>
                    <a:pt x="54136" y="93749"/>
                  </a:moveTo>
                  <a:lnTo>
                    <a:pt x="50904" y="79772"/>
                  </a:lnTo>
                  <a:lnTo>
                    <a:pt x="42701" y="64779"/>
                  </a:lnTo>
                  <a:lnTo>
                    <a:pt x="33254" y="55885"/>
                  </a:lnTo>
                  <a:lnTo>
                    <a:pt x="28402" y="51011"/>
                  </a:lnTo>
                  <a:lnTo>
                    <a:pt x="18836" y="41401"/>
                  </a:lnTo>
                  <a:lnTo>
                    <a:pt x="5909" y="21072"/>
                  </a:lnTo>
                  <a:lnTo>
                    <a:pt x="0" y="1139"/>
                  </a:lnTo>
                  <a:lnTo>
                    <a:pt x="6034" y="582"/>
                  </a:lnTo>
                  <a:lnTo>
                    <a:pt x="12345" y="0"/>
                  </a:lnTo>
                  <a:lnTo>
                    <a:pt x="14094" y="7113"/>
                  </a:lnTo>
                  <a:lnTo>
                    <a:pt x="17594" y="21349"/>
                  </a:lnTo>
                  <a:lnTo>
                    <a:pt x="19545" y="24151"/>
                  </a:lnTo>
                  <a:lnTo>
                    <a:pt x="29215" y="38045"/>
                  </a:lnTo>
                  <a:lnTo>
                    <a:pt x="30634" y="40083"/>
                  </a:lnTo>
                  <a:lnTo>
                    <a:pt x="37197" y="46881"/>
                  </a:lnTo>
                  <a:lnTo>
                    <a:pt x="41198" y="48798"/>
                  </a:lnTo>
                  <a:lnTo>
                    <a:pt x="44246" y="50259"/>
                  </a:lnTo>
                  <a:lnTo>
                    <a:pt x="51295" y="54762"/>
                  </a:lnTo>
                  <a:lnTo>
                    <a:pt x="55039" y="59491"/>
                  </a:lnTo>
                  <a:lnTo>
                    <a:pt x="59445" y="67372"/>
                  </a:lnTo>
                  <a:lnTo>
                    <a:pt x="63410" y="75703"/>
                  </a:lnTo>
                  <a:lnTo>
                    <a:pt x="64732" y="85385"/>
                  </a:lnTo>
                  <a:lnTo>
                    <a:pt x="64936" y="90298"/>
                  </a:lnTo>
                  <a:lnTo>
                    <a:pt x="65172" y="95969"/>
                  </a:lnTo>
                  <a:lnTo>
                    <a:pt x="64732" y="102498"/>
                  </a:lnTo>
                  <a:lnTo>
                    <a:pt x="59796" y="101966"/>
                  </a:lnTo>
                  <a:lnTo>
                    <a:pt x="55570" y="101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0909" y="4942457"/>
              <a:ext cx="45671" cy="62159"/>
            </a:xfrm>
            <a:custGeom>
              <a:avLst/>
              <a:pathLst>
                <a:path w="45671" h="62159">
                  <a:moveTo>
                    <a:pt x="33716" y="54934"/>
                  </a:moveTo>
                  <a:lnTo>
                    <a:pt x="22243" y="62159"/>
                  </a:lnTo>
                  <a:lnTo>
                    <a:pt x="19137" y="55804"/>
                  </a:lnTo>
                  <a:lnTo>
                    <a:pt x="13757" y="44797"/>
                  </a:lnTo>
                  <a:lnTo>
                    <a:pt x="8719" y="34491"/>
                  </a:lnTo>
                  <a:lnTo>
                    <a:pt x="5672" y="28258"/>
                  </a:lnTo>
                  <a:lnTo>
                    <a:pt x="5048" y="25372"/>
                  </a:lnTo>
                  <a:lnTo>
                    <a:pt x="2475" y="13475"/>
                  </a:lnTo>
                  <a:lnTo>
                    <a:pt x="0" y="2026"/>
                  </a:lnTo>
                  <a:lnTo>
                    <a:pt x="10623" y="1046"/>
                  </a:lnTo>
                  <a:lnTo>
                    <a:pt x="21961" y="0"/>
                  </a:lnTo>
                  <a:lnTo>
                    <a:pt x="24705" y="9418"/>
                  </a:lnTo>
                  <a:lnTo>
                    <a:pt x="29677" y="23140"/>
                  </a:lnTo>
                  <a:lnTo>
                    <a:pt x="39372" y="40674"/>
                  </a:lnTo>
                  <a:lnTo>
                    <a:pt x="45671" y="47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363703" y="4762662"/>
              <a:ext cx="142281" cy="140605"/>
            </a:xfrm>
            <a:custGeom>
              <a:avLst/>
              <a:pathLst>
                <a:path w="142281" h="140605">
                  <a:moveTo>
                    <a:pt x="0" y="44683"/>
                  </a:moveTo>
                  <a:lnTo>
                    <a:pt x="9026" y="23572"/>
                  </a:lnTo>
                  <a:lnTo>
                    <a:pt x="19104" y="0"/>
                  </a:lnTo>
                  <a:lnTo>
                    <a:pt x="103701" y="51386"/>
                  </a:lnTo>
                  <a:lnTo>
                    <a:pt x="142281" y="74821"/>
                  </a:lnTo>
                  <a:lnTo>
                    <a:pt x="142281" y="140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5011655" y="4724249"/>
              <a:ext cx="116279" cy="61905"/>
            </a:xfrm>
            <a:custGeom>
              <a:avLst/>
              <a:pathLst>
                <a:path w="116279" h="61905">
                  <a:moveTo>
                    <a:pt x="110686" y="37466"/>
                  </a:moveTo>
                  <a:lnTo>
                    <a:pt x="104361" y="61905"/>
                  </a:lnTo>
                  <a:lnTo>
                    <a:pt x="79522" y="59273"/>
                  </a:lnTo>
                  <a:lnTo>
                    <a:pt x="0" y="50849"/>
                  </a:lnTo>
                  <a:lnTo>
                    <a:pt x="1854" y="23816"/>
                  </a:lnTo>
                  <a:lnTo>
                    <a:pt x="3487" y="0"/>
                  </a:lnTo>
                  <a:lnTo>
                    <a:pt x="28934" y="3577"/>
                  </a:lnTo>
                  <a:lnTo>
                    <a:pt x="36155" y="4593"/>
                  </a:lnTo>
                  <a:lnTo>
                    <a:pt x="40976" y="5270"/>
                  </a:lnTo>
                  <a:lnTo>
                    <a:pt x="45343" y="5884"/>
                  </a:lnTo>
                  <a:lnTo>
                    <a:pt x="50753" y="6645"/>
                  </a:lnTo>
                  <a:lnTo>
                    <a:pt x="55272" y="7281"/>
                  </a:lnTo>
                  <a:lnTo>
                    <a:pt x="61190" y="8113"/>
                  </a:lnTo>
                  <a:lnTo>
                    <a:pt x="65699" y="8747"/>
                  </a:lnTo>
                  <a:lnTo>
                    <a:pt x="72268" y="9670"/>
                  </a:lnTo>
                  <a:lnTo>
                    <a:pt x="75897" y="10180"/>
                  </a:lnTo>
                  <a:lnTo>
                    <a:pt x="79408" y="10674"/>
                  </a:lnTo>
                  <a:lnTo>
                    <a:pt x="90230" y="12196"/>
                  </a:lnTo>
                  <a:lnTo>
                    <a:pt x="108762" y="14801"/>
                  </a:lnTo>
                  <a:lnTo>
                    <a:pt x="116279" y="158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122587" y="4742205"/>
              <a:ext cx="93002" cy="55149"/>
            </a:xfrm>
            <a:custGeom>
              <a:avLst/>
              <a:pathLst>
                <a:path w="93002" h="55149">
                  <a:moveTo>
                    <a:pt x="92204" y="39743"/>
                  </a:moveTo>
                  <a:lnTo>
                    <a:pt x="90795" y="55149"/>
                  </a:lnTo>
                  <a:lnTo>
                    <a:pt x="42935" y="46836"/>
                  </a:lnTo>
                  <a:lnTo>
                    <a:pt x="0" y="39379"/>
                  </a:lnTo>
                  <a:lnTo>
                    <a:pt x="4732" y="20952"/>
                  </a:lnTo>
                  <a:lnTo>
                    <a:pt x="10114" y="0"/>
                  </a:lnTo>
                  <a:lnTo>
                    <a:pt x="26409" y="6095"/>
                  </a:lnTo>
                  <a:lnTo>
                    <a:pt x="44011" y="12680"/>
                  </a:lnTo>
                  <a:lnTo>
                    <a:pt x="93002" y="31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416064" y="4693635"/>
              <a:ext cx="89921" cy="129873"/>
            </a:xfrm>
            <a:custGeom>
              <a:avLst/>
              <a:pathLst>
                <a:path w="89921" h="129873">
                  <a:moveTo>
                    <a:pt x="999" y="1022"/>
                  </a:moveTo>
                  <a:lnTo>
                    <a:pt x="32907" y="432"/>
                  </a:lnTo>
                  <a:lnTo>
                    <a:pt x="56287" y="0"/>
                  </a:lnTo>
                  <a:lnTo>
                    <a:pt x="62200" y="26443"/>
                  </a:lnTo>
                  <a:lnTo>
                    <a:pt x="83973" y="35946"/>
                  </a:lnTo>
                  <a:lnTo>
                    <a:pt x="89921" y="38542"/>
                  </a:lnTo>
                  <a:lnTo>
                    <a:pt x="89921" y="129873"/>
                  </a:lnTo>
                  <a:lnTo>
                    <a:pt x="0" y="75448"/>
                  </a:lnTo>
                  <a:lnTo>
                    <a:pt x="844" y="56316"/>
                  </a:lnTo>
                  <a:lnTo>
                    <a:pt x="1905" y="357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752798" y="4713825"/>
              <a:ext cx="74656" cy="34356"/>
            </a:xfrm>
            <a:custGeom>
              <a:avLst/>
              <a:pathLst>
                <a:path w="74656" h="34356">
                  <a:moveTo>
                    <a:pt x="74159" y="16507"/>
                  </a:moveTo>
                  <a:lnTo>
                    <a:pt x="73269" y="34356"/>
                  </a:lnTo>
                  <a:lnTo>
                    <a:pt x="46890" y="31752"/>
                  </a:lnTo>
                  <a:lnTo>
                    <a:pt x="348" y="27159"/>
                  </a:lnTo>
                  <a:lnTo>
                    <a:pt x="189" y="14768"/>
                  </a:lnTo>
                  <a:lnTo>
                    <a:pt x="0" y="0"/>
                  </a:lnTo>
                  <a:lnTo>
                    <a:pt x="5047" y="443"/>
                  </a:lnTo>
                  <a:lnTo>
                    <a:pt x="13764" y="1208"/>
                  </a:lnTo>
                  <a:lnTo>
                    <a:pt x="21271" y="1867"/>
                  </a:lnTo>
                  <a:lnTo>
                    <a:pt x="31076" y="2728"/>
                  </a:lnTo>
                  <a:lnTo>
                    <a:pt x="40377" y="3544"/>
                  </a:lnTo>
                  <a:lnTo>
                    <a:pt x="50142" y="4401"/>
                  </a:lnTo>
                  <a:lnTo>
                    <a:pt x="60153" y="5280"/>
                  </a:lnTo>
                  <a:lnTo>
                    <a:pt x="68880" y="6046"/>
                  </a:lnTo>
                  <a:lnTo>
                    <a:pt x="74656" y="65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106244" y="4675411"/>
              <a:ext cx="259331" cy="129783"/>
            </a:xfrm>
            <a:custGeom>
              <a:avLst/>
              <a:pathLst>
                <a:path w="259331" h="129783">
                  <a:moveTo>
                    <a:pt x="256205" y="97303"/>
                  </a:moveTo>
                  <a:lnTo>
                    <a:pt x="249806" y="129783"/>
                  </a:lnTo>
                  <a:lnTo>
                    <a:pt x="174282" y="104085"/>
                  </a:lnTo>
                  <a:lnTo>
                    <a:pt x="171356" y="103090"/>
                  </a:lnTo>
                  <a:lnTo>
                    <a:pt x="127770" y="86978"/>
                  </a:lnTo>
                  <a:lnTo>
                    <a:pt x="103232" y="75762"/>
                  </a:lnTo>
                  <a:lnTo>
                    <a:pt x="68620" y="61402"/>
                  </a:lnTo>
                  <a:lnTo>
                    <a:pt x="0" y="41735"/>
                  </a:lnTo>
                  <a:lnTo>
                    <a:pt x="4214" y="16845"/>
                  </a:lnTo>
                  <a:lnTo>
                    <a:pt x="7067" y="0"/>
                  </a:lnTo>
                  <a:lnTo>
                    <a:pt x="41282" y="8426"/>
                  </a:lnTo>
                  <a:lnTo>
                    <a:pt x="54714" y="11734"/>
                  </a:lnTo>
                  <a:lnTo>
                    <a:pt x="82817" y="21138"/>
                  </a:lnTo>
                  <a:lnTo>
                    <a:pt x="115882" y="38375"/>
                  </a:lnTo>
                  <a:lnTo>
                    <a:pt x="126346" y="41827"/>
                  </a:lnTo>
                  <a:lnTo>
                    <a:pt x="140711" y="46567"/>
                  </a:lnTo>
                  <a:lnTo>
                    <a:pt x="151775" y="50218"/>
                  </a:lnTo>
                  <a:lnTo>
                    <a:pt x="158727" y="52236"/>
                  </a:lnTo>
                  <a:lnTo>
                    <a:pt x="172284" y="56171"/>
                  </a:lnTo>
                  <a:lnTo>
                    <a:pt x="185972" y="60144"/>
                  </a:lnTo>
                  <a:lnTo>
                    <a:pt x="201129" y="64544"/>
                  </a:lnTo>
                  <a:lnTo>
                    <a:pt x="215310" y="68661"/>
                  </a:lnTo>
                  <a:lnTo>
                    <a:pt x="232083" y="73529"/>
                  </a:lnTo>
                  <a:lnTo>
                    <a:pt x="259331" y="81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5025720" y="4657474"/>
              <a:ext cx="72549" cy="52069"/>
            </a:xfrm>
            <a:custGeom>
              <a:avLst/>
              <a:pathLst>
                <a:path w="72549" h="52069">
                  <a:moveTo>
                    <a:pt x="65768" y="52069"/>
                  </a:moveTo>
                  <a:lnTo>
                    <a:pt x="40159" y="48038"/>
                  </a:lnTo>
                  <a:lnTo>
                    <a:pt x="0" y="41717"/>
                  </a:lnTo>
                  <a:lnTo>
                    <a:pt x="2219" y="16854"/>
                  </a:lnTo>
                  <a:lnTo>
                    <a:pt x="3724" y="0"/>
                  </a:lnTo>
                  <a:lnTo>
                    <a:pt x="15836" y="2546"/>
                  </a:lnTo>
                  <a:lnTo>
                    <a:pt x="25611" y="4601"/>
                  </a:lnTo>
                  <a:lnTo>
                    <a:pt x="31226" y="5781"/>
                  </a:lnTo>
                  <a:lnTo>
                    <a:pt x="35767" y="6736"/>
                  </a:lnTo>
                  <a:lnTo>
                    <a:pt x="39183" y="7454"/>
                  </a:lnTo>
                  <a:lnTo>
                    <a:pt x="42296" y="8108"/>
                  </a:lnTo>
                  <a:lnTo>
                    <a:pt x="44402" y="8551"/>
                  </a:lnTo>
                  <a:lnTo>
                    <a:pt x="46397" y="8971"/>
                  </a:lnTo>
                  <a:lnTo>
                    <a:pt x="49748" y="9675"/>
                  </a:lnTo>
                  <a:lnTo>
                    <a:pt x="53123" y="10385"/>
                  </a:lnTo>
                  <a:lnTo>
                    <a:pt x="58382" y="11490"/>
                  </a:lnTo>
                  <a:lnTo>
                    <a:pt x="61074" y="12056"/>
                  </a:lnTo>
                  <a:lnTo>
                    <a:pt x="68507" y="13619"/>
                  </a:lnTo>
                  <a:lnTo>
                    <a:pt x="71132" y="14171"/>
                  </a:lnTo>
                  <a:lnTo>
                    <a:pt x="72549" y="14468"/>
                  </a:lnTo>
                  <a:lnTo>
                    <a:pt x="72102" y="21721"/>
                  </a:lnTo>
                  <a:lnTo>
                    <a:pt x="71240" y="27302"/>
                  </a:lnTo>
                  <a:lnTo>
                    <a:pt x="70266" y="336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856588" y="4636839"/>
              <a:ext cx="69515" cy="63355"/>
            </a:xfrm>
            <a:custGeom>
              <a:avLst/>
              <a:pathLst>
                <a:path w="69515" h="63355">
                  <a:moveTo>
                    <a:pt x="52324" y="53043"/>
                  </a:moveTo>
                  <a:lnTo>
                    <a:pt x="14288" y="63355"/>
                  </a:lnTo>
                  <a:lnTo>
                    <a:pt x="5436" y="31402"/>
                  </a:lnTo>
                  <a:lnTo>
                    <a:pt x="0" y="11780"/>
                  </a:lnTo>
                  <a:lnTo>
                    <a:pt x="3697" y="11046"/>
                  </a:lnTo>
                  <a:lnTo>
                    <a:pt x="9306" y="9932"/>
                  </a:lnTo>
                  <a:lnTo>
                    <a:pt x="13472" y="9104"/>
                  </a:lnTo>
                  <a:lnTo>
                    <a:pt x="19382" y="7930"/>
                  </a:lnTo>
                  <a:lnTo>
                    <a:pt x="22980" y="7216"/>
                  </a:lnTo>
                  <a:lnTo>
                    <a:pt x="26839" y="6449"/>
                  </a:lnTo>
                  <a:lnTo>
                    <a:pt x="29414" y="5937"/>
                  </a:lnTo>
                  <a:lnTo>
                    <a:pt x="32574" y="5310"/>
                  </a:lnTo>
                  <a:lnTo>
                    <a:pt x="35486" y="4731"/>
                  </a:lnTo>
                  <a:lnTo>
                    <a:pt x="39151" y="4003"/>
                  </a:lnTo>
                  <a:lnTo>
                    <a:pt x="42798" y="3279"/>
                  </a:lnTo>
                  <a:lnTo>
                    <a:pt x="47359" y="2373"/>
                  </a:lnTo>
                  <a:lnTo>
                    <a:pt x="50379" y="1773"/>
                  </a:lnTo>
                  <a:lnTo>
                    <a:pt x="55056" y="844"/>
                  </a:lnTo>
                  <a:lnTo>
                    <a:pt x="57544" y="350"/>
                  </a:lnTo>
                  <a:lnTo>
                    <a:pt x="59309" y="0"/>
                  </a:lnTo>
                  <a:lnTo>
                    <a:pt x="62317" y="14262"/>
                  </a:lnTo>
                  <a:lnTo>
                    <a:pt x="69515" y="483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937068" y="4643949"/>
              <a:ext cx="83696" cy="56706"/>
            </a:xfrm>
            <a:custGeom>
              <a:avLst/>
              <a:pathLst>
                <a:path w="83696" h="56706">
                  <a:moveTo>
                    <a:pt x="0" y="51343"/>
                  </a:moveTo>
                  <a:lnTo>
                    <a:pt x="1826" y="37784"/>
                  </a:lnTo>
                  <a:lnTo>
                    <a:pt x="3030" y="24641"/>
                  </a:lnTo>
                  <a:lnTo>
                    <a:pt x="5289" y="0"/>
                  </a:lnTo>
                  <a:lnTo>
                    <a:pt x="22164" y="2415"/>
                  </a:lnTo>
                  <a:lnTo>
                    <a:pt x="29988" y="3536"/>
                  </a:lnTo>
                  <a:lnTo>
                    <a:pt x="43981" y="5539"/>
                  </a:lnTo>
                  <a:lnTo>
                    <a:pt x="53704" y="6931"/>
                  </a:lnTo>
                  <a:lnTo>
                    <a:pt x="59014" y="7691"/>
                  </a:lnTo>
                  <a:lnTo>
                    <a:pt x="63340" y="8311"/>
                  </a:lnTo>
                  <a:lnTo>
                    <a:pt x="68826" y="9096"/>
                  </a:lnTo>
                  <a:lnTo>
                    <a:pt x="72602" y="9637"/>
                  </a:lnTo>
                  <a:lnTo>
                    <a:pt x="76501" y="10195"/>
                  </a:lnTo>
                  <a:lnTo>
                    <a:pt x="83696" y="11225"/>
                  </a:lnTo>
                  <a:lnTo>
                    <a:pt x="82173" y="29672"/>
                  </a:lnTo>
                  <a:lnTo>
                    <a:pt x="79942" y="56706"/>
                  </a:lnTo>
                  <a:lnTo>
                    <a:pt x="63427" y="56361"/>
                  </a:lnTo>
                  <a:lnTo>
                    <a:pt x="56616" y="56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192907" y="4638316"/>
              <a:ext cx="189193" cy="104776"/>
            </a:xfrm>
            <a:custGeom>
              <a:avLst/>
              <a:pathLst>
                <a:path w="189193" h="104776">
                  <a:moveTo>
                    <a:pt x="119812" y="47183"/>
                  </a:moveTo>
                  <a:lnTo>
                    <a:pt x="189193" y="55426"/>
                  </a:lnTo>
                  <a:lnTo>
                    <a:pt x="187002" y="82110"/>
                  </a:lnTo>
                  <a:lnTo>
                    <a:pt x="185140" y="104776"/>
                  </a:lnTo>
                  <a:lnTo>
                    <a:pt x="51120" y="74384"/>
                  </a:lnTo>
                  <a:lnTo>
                    <a:pt x="43784" y="70463"/>
                  </a:lnTo>
                  <a:lnTo>
                    <a:pt x="37283" y="66988"/>
                  </a:lnTo>
                  <a:lnTo>
                    <a:pt x="31118" y="63693"/>
                  </a:lnTo>
                  <a:lnTo>
                    <a:pt x="22864" y="59281"/>
                  </a:lnTo>
                  <a:lnTo>
                    <a:pt x="16671" y="55971"/>
                  </a:lnTo>
                  <a:lnTo>
                    <a:pt x="8588" y="51650"/>
                  </a:lnTo>
                  <a:lnTo>
                    <a:pt x="0" y="47060"/>
                  </a:lnTo>
                  <a:lnTo>
                    <a:pt x="10218" y="23929"/>
                  </a:lnTo>
                  <a:lnTo>
                    <a:pt x="20790" y="0"/>
                  </a:lnTo>
                  <a:lnTo>
                    <a:pt x="35547" y="6946"/>
                  </a:lnTo>
                  <a:lnTo>
                    <a:pt x="72625" y="243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136343" y="4617768"/>
              <a:ext cx="51475" cy="54204"/>
            </a:xfrm>
            <a:custGeom>
              <a:avLst/>
              <a:pathLst>
                <a:path w="51475" h="54204">
                  <a:moveTo>
                    <a:pt x="48731" y="29798"/>
                  </a:moveTo>
                  <a:lnTo>
                    <a:pt x="44005" y="54204"/>
                  </a:lnTo>
                  <a:lnTo>
                    <a:pt x="35458" y="51947"/>
                  </a:lnTo>
                  <a:lnTo>
                    <a:pt x="28378" y="50077"/>
                  </a:lnTo>
                  <a:lnTo>
                    <a:pt x="20311" y="47947"/>
                  </a:lnTo>
                  <a:lnTo>
                    <a:pt x="0" y="42583"/>
                  </a:lnTo>
                  <a:lnTo>
                    <a:pt x="2237" y="31540"/>
                  </a:lnTo>
                  <a:lnTo>
                    <a:pt x="5081" y="17506"/>
                  </a:lnTo>
                  <a:lnTo>
                    <a:pt x="8629" y="0"/>
                  </a:lnTo>
                  <a:lnTo>
                    <a:pt x="23931" y="5580"/>
                  </a:lnTo>
                  <a:lnTo>
                    <a:pt x="51475" y="15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73016" y="4621343"/>
              <a:ext cx="183571" cy="77899"/>
            </a:xfrm>
            <a:custGeom>
              <a:avLst/>
              <a:pathLst>
                <a:path w="183571" h="77899">
                  <a:moveTo>
                    <a:pt x="13572" y="0"/>
                  </a:moveTo>
                  <a:lnTo>
                    <a:pt x="51122" y="11198"/>
                  </a:lnTo>
                  <a:lnTo>
                    <a:pt x="62047" y="14570"/>
                  </a:lnTo>
                  <a:lnTo>
                    <a:pt x="69091" y="16744"/>
                  </a:lnTo>
                  <a:lnTo>
                    <a:pt x="81121" y="20132"/>
                  </a:lnTo>
                  <a:lnTo>
                    <a:pt x="90928" y="24628"/>
                  </a:lnTo>
                  <a:lnTo>
                    <a:pt x="98181" y="27954"/>
                  </a:lnTo>
                  <a:lnTo>
                    <a:pt x="117301" y="31921"/>
                  </a:lnTo>
                  <a:lnTo>
                    <a:pt x="127654" y="34070"/>
                  </a:lnTo>
                  <a:lnTo>
                    <a:pt x="137424" y="35802"/>
                  </a:lnTo>
                  <a:lnTo>
                    <a:pt x="142863" y="36222"/>
                  </a:lnTo>
                  <a:lnTo>
                    <a:pt x="146529" y="36226"/>
                  </a:lnTo>
                  <a:lnTo>
                    <a:pt x="152434" y="35215"/>
                  </a:lnTo>
                  <a:lnTo>
                    <a:pt x="158790" y="32950"/>
                  </a:lnTo>
                  <a:lnTo>
                    <a:pt x="172706" y="27411"/>
                  </a:lnTo>
                  <a:lnTo>
                    <a:pt x="177535" y="49849"/>
                  </a:lnTo>
                  <a:lnTo>
                    <a:pt x="183571" y="77899"/>
                  </a:lnTo>
                  <a:lnTo>
                    <a:pt x="109106" y="75748"/>
                  </a:lnTo>
                  <a:lnTo>
                    <a:pt x="85839" y="75076"/>
                  </a:lnTo>
                  <a:lnTo>
                    <a:pt x="74739" y="71287"/>
                  </a:lnTo>
                  <a:lnTo>
                    <a:pt x="56881" y="61821"/>
                  </a:lnTo>
                  <a:lnTo>
                    <a:pt x="45496" y="56341"/>
                  </a:lnTo>
                  <a:lnTo>
                    <a:pt x="32340" y="49304"/>
                  </a:lnTo>
                  <a:lnTo>
                    <a:pt x="19579" y="41239"/>
                  </a:lnTo>
                  <a:lnTo>
                    <a:pt x="10403" y="29876"/>
                  </a:lnTo>
                  <a:lnTo>
                    <a:pt x="0" y="22755"/>
                  </a:lnTo>
                  <a:lnTo>
                    <a:pt x="5836" y="11029"/>
                  </a:lnTo>
                  <a:lnTo>
                    <a:pt x="11297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159152" y="4570839"/>
              <a:ext cx="174338" cy="99194"/>
            </a:xfrm>
            <a:custGeom>
              <a:avLst/>
              <a:pathLst>
                <a:path w="174338" h="99194">
                  <a:moveTo>
                    <a:pt x="29389" y="6381"/>
                  </a:moveTo>
                  <a:lnTo>
                    <a:pt x="73891" y="18902"/>
                  </a:lnTo>
                  <a:lnTo>
                    <a:pt x="94542" y="24712"/>
                  </a:lnTo>
                  <a:lnTo>
                    <a:pt x="109683" y="31036"/>
                  </a:lnTo>
                  <a:lnTo>
                    <a:pt x="113425" y="32599"/>
                  </a:lnTo>
                  <a:lnTo>
                    <a:pt x="156751" y="43996"/>
                  </a:lnTo>
                  <a:lnTo>
                    <a:pt x="174338" y="48622"/>
                  </a:lnTo>
                  <a:lnTo>
                    <a:pt x="170330" y="57968"/>
                  </a:lnTo>
                  <a:lnTo>
                    <a:pt x="159952" y="82170"/>
                  </a:lnTo>
                  <a:lnTo>
                    <a:pt x="152653" y="99194"/>
                  </a:lnTo>
                  <a:lnTo>
                    <a:pt x="126186" y="88832"/>
                  </a:lnTo>
                  <a:lnTo>
                    <a:pt x="88828" y="74205"/>
                  </a:lnTo>
                  <a:lnTo>
                    <a:pt x="71868" y="67564"/>
                  </a:lnTo>
                  <a:lnTo>
                    <a:pt x="62244" y="63797"/>
                  </a:lnTo>
                  <a:lnTo>
                    <a:pt x="48760" y="58517"/>
                  </a:lnTo>
                  <a:lnTo>
                    <a:pt x="41766" y="52131"/>
                  </a:lnTo>
                  <a:lnTo>
                    <a:pt x="35685" y="48118"/>
                  </a:lnTo>
                  <a:lnTo>
                    <a:pt x="33192" y="46354"/>
                  </a:lnTo>
                  <a:lnTo>
                    <a:pt x="23622" y="43816"/>
                  </a:lnTo>
                  <a:lnTo>
                    <a:pt x="0" y="37551"/>
                  </a:lnTo>
                  <a:lnTo>
                    <a:pt x="2168" y="25414"/>
                  </a:lnTo>
                  <a:lnTo>
                    <a:pt x="4555" y="12053"/>
                  </a:lnTo>
                  <a:lnTo>
                    <a:pt x="67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710434" y="4551392"/>
              <a:ext cx="98311" cy="90727"/>
            </a:xfrm>
            <a:custGeom>
              <a:avLst/>
              <a:pathLst>
                <a:path w="98311" h="90727">
                  <a:moveTo>
                    <a:pt x="60901" y="7758"/>
                  </a:moveTo>
                  <a:lnTo>
                    <a:pt x="98311" y="29661"/>
                  </a:lnTo>
                  <a:lnTo>
                    <a:pt x="96530" y="44617"/>
                  </a:lnTo>
                  <a:lnTo>
                    <a:pt x="91307" y="88475"/>
                  </a:lnTo>
                  <a:lnTo>
                    <a:pt x="91039" y="90727"/>
                  </a:lnTo>
                  <a:lnTo>
                    <a:pt x="78531" y="87277"/>
                  </a:lnTo>
                  <a:lnTo>
                    <a:pt x="65456" y="83670"/>
                  </a:lnTo>
                  <a:lnTo>
                    <a:pt x="53280" y="80312"/>
                  </a:lnTo>
                  <a:lnTo>
                    <a:pt x="51636" y="79211"/>
                  </a:lnTo>
                  <a:lnTo>
                    <a:pt x="39946" y="71383"/>
                  </a:lnTo>
                  <a:lnTo>
                    <a:pt x="28215" y="63528"/>
                  </a:lnTo>
                  <a:lnTo>
                    <a:pt x="1461" y="46096"/>
                  </a:lnTo>
                  <a:lnTo>
                    <a:pt x="0" y="45129"/>
                  </a:lnTo>
                  <a:lnTo>
                    <a:pt x="553" y="44120"/>
                  </a:lnTo>
                  <a:lnTo>
                    <a:pt x="20166" y="22364"/>
                  </a:lnTo>
                  <a:lnTo>
                    <a:pt x="403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93362" y="4997399"/>
              <a:ext cx="56177" cy="115670"/>
            </a:xfrm>
            <a:custGeom>
              <a:avLst/>
              <a:pathLst>
                <a:path w="56177" h="115670">
                  <a:moveTo>
                    <a:pt x="24466" y="23821"/>
                  </a:moveTo>
                  <a:lnTo>
                    <a:pt x="31066" y="0"/>
                  </a:lnTo>
                  <a:lnTo>
                    <a:pt x="36138" y="1000"/>
                  </a:lnTo>
                  <a:lnTo>
                    <a:pt x="56177" y="4953"/>
                  </a:lnTo>
                  <a:lnTo>
                    <a:pt x="52653" y="17563"/>
                  </a:lnTo>
                  <a:lnTo>
                    <a:pt x="51805" y="20451"/>
                  </a:lnTo>
                  <a:lnTo>
                    <a:pt x="49480" y="28374"/>
                  </a:lnTo>
                  <a:lnTo>
                    <a:pt x="47669" y="34544"/>
                  </a:lnTo>
                  <a:lnTo>
                    <a:pt x="46426" y="38782"/>
                  </a:lnTo>
                  <a:lnTo>
                    <a:pt x="45115" y="43247"/>
                  </a:lnTo>
                  <a:lnTo>
                    <a:pt x="43401" y="49087"/>
                  </a:lnTo>
                  <a:lnTo>
                    <a:pt x="35471" y="81061"/>
                  </a:lnTo>
                  <a:lnTo>
                    <a:pt x="34952" y="81516"/>
                  </a:lnTo>
                  <a:lnTo>
                    <a:pt x="29170" y="110745"/>
                  </a:lnTo>
                  <a:lnTo>
                    <a:pt x="24918" y="115670"/>
                  </a:lnTo>
                  <a:lnTo>
                    <a:pt x="0" y="112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647491" y="4835553"/>
              <a:ext cx="59254" cy="128347"/>
            </a:xfrm>
            <a:custGeom>
              <a:avLst/>
              <a:pathLst>
                <a:path w="59254" h="128347">
                  <a:moveTo>
                    <a:pt x="58593" y="128347"/>
                  </a:moveTo>
                  <a:lnTo>
                    <a:pt x="53071" y="127066"/>
                  </a:lnTo>
                  <a:lnTo>
                    <a:pt x="45654" y="125345"/>
                  </a:lnTo>
                  <a:lnTo>
                    <a:pt x="42192" y="124541"/>
                  </a:lnTo>
                  <a:lnTo>
                    <a:pt x="36441" y="123207"/>
                  </a:lnTo>
                  <a:lnTo>
                    <a:pt x="32547" y="122303"/>
                  </a:lnTo>
                  <a:lnTo>
                    <a:pt x="29087" y="121501"/>
                  </a:lnTo>
                  <a:lnTo>
                    <a:pt x="22688" y="120016"/>
                  </a:lnTo>
                  <a:lnTo>
                    <a:pt x="22247" y="96823"/>
                  </a:lnTo>
                  <a:lnTo>
                    <a:pt x="16740" y="58994"/>
                  </a:lnTo>
                  <a:lnTo>
                    <a:pt x="14149" y="52211"/>
                  </a:lnTo>
                  <a:lnTo>
                    <a:pt x="7709" y="35351"/>
                  </a:lnTo>
                  <a:lnTo>
                    <a:pt x="0" y="0"/>
                  </a:lnTo>
                  <a:lnTo>
                    <a:pt x="8065" y="2135"/>
                  </a:lnTo>
                  <a:lnTo>
                    <a:pt x="30618" y="8106"/>
                  </a:lnTo>
                  <a:lnTo>
                    <a:pt x="38328" y="19589"/>
                  </a:lnTo>
                  <a:lnTo>
                    <a:pt x="39506" y="22032"/>
                  </a:lnTo>
                  <a:lnTo>
                    <a:pt x="46258" y="36027"/>
                  </a:lnTo>
                  <a:lnTo>
                    <a:pt x="57271" y="57193"/>
                  </a:lnTo>
                  <a:lnTo>
                    <a:pt x="58152" y="90969"/>
                  </a:lnTo>
                  <a:lnTo>
                    <a:pt x="59254" y="114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707376" y="4811376"/>
              <a:ext cx="69894" cy="138339"/>
            </a:xfrm>
            <a:custGeom>
              <a:avLst/>
              <a:pathLst>
                <a:path w="69894" h="138339">
                  <a:moveTo>
                    <a:pt x="9794" y="66"/>
                  </a:moveTo>
                  <a:lnTo>
                    <a:pt x="17516" y="140"/>
                  </a:lnTo>
                  <a:lnTo>
                    <a:pt x="41971" y="21723"/>
                  </a:lnTo>
                  <a:lnTo>
                    <a:pt x="69894" y="46366"/>
                  </a:lnTo>
                  <a:lnTo>
                    <a:pt x="68044" y="55680"/>
                  </a:lnTo>
                  <a:lnTo>
                    <a:pt x="65743" y="67266"/>
                  </a:lnTo>
                  <a:lnTo>
                    <a:pt x="63477" y="78674"/>
                  </a:lnTo>
                  <a:lnTo>
                    <a:pt x="62910" y="81531"/>
                  </a:lnTo>
                  <a:lnTo>
                    <a:pt x="53185" y="97532"/>
                  </a:lnTo>
                  <a:lnTo>
                    <a:pt x="45245" y="110597"/>
                  </a:lnTo>
                  <a:lnTo>
                    <a:pt x="37652" y="124207"/>
                  </a:lnTo>
                  <a:lnTo>
                    <a:pt x="29767" y="138339"/>
                  </a:lnTo>
                  <a:lnTo>
                    <a:pt x="22718" y="133160"/>
                  </a:lnTo>
                  <a:lnTo>
                    <a:pt x="24627" y="117172"/>
                  </a:lnTo>
                  <a:lnTo>
                    <a:pt x="24627" y="92674"/>
                  </a:lnTo>
                  <a:lnTo>
                    <a:pt x="15816" y="73940"/>
                  </a:lnTo>
                  <a:lnTo>
                    <a:pt x="7917" y="65461"/>
                  </a:lnTo>
                  <a:lnTo>
                    <a:pt x="0" y="46844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484213" y="4621831"/>
              <a:ext cx="21771" cy="75839"/>
            </a:xfrm>
            <a:custGeom>
              <a:avLst/>
              <a:pathLst>
                <a:path w="21771" h="75839">
                  <a:moveTo>
                    <a:pt x="0" y="63953"/>
                  </a:moveTo>
                  <a:lnTo>
                    <a:pt x="6642" y="30391"/>
                  </a:lnTo>
                  <a:lnTo>
                    <a:pt x="12657" y="0"/>
                  </a:lnTo>
                  <a:lnTo>
                    <a:pt x="21771" y="2122"/>
                  </a:lnTo>
                  <a:lnTo>
                    <a:pt x="21771" y="758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5089392" y="4583638"/>
              <a:ext cx="58720" cy="42619"/>
            </a:xfrm>
            <a:custGeom>
              <a:avLst/>
              <a:pathLst>
                <a:path w="58720" h="42619">
                  <a:moveTo>
                    <a:pt x="2942" y="14468"/>
                  </a:moveTo>
                  <a:lnTo>
                    <a:pt x="5106" y="0"/>
                  </a:lnTo>
                  <a:lnTo>
                    <a:pt x="32370" y="3690"/>
                  </a:lnTo>
                  <a:lnTo>
                    <a:pt x="58720" y="7256"/>
                  </a:lnTo>
                  <a:lnTo>
                    <a:pt x="56266" y="19526"/>
                  </a:lnTo>
                  <a:lnTo>
                    <a:pt x="51647" y="42619"/>
                  </a:lnTo>
                  <a:lnTo>
                    <a:pt x="34884" y="39864"/>
                  </a:lnTo>
                  <a:lnTo>
                    <a:pt x="0" y="34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5045601" y="4577540"/>
              <a:ext cx="38146" cy="73557"/>
            </a:xfrm>
            <a:custGeom>
              <a:avLst/>
              <a:pathLst>
                <a:path w="38146" h="73557">
                  <a:moveTo>
                    <a:pt x="720" y="56073"/>
                  </a:moveTo>
                  <a:lnTo>
                    <a:pt x="3171" y="19213"/>
                  </a:lnTo>
                  <a:lnTo>
                    <a:pt x="4449" y="0"/>
                  </a:lnTo>
                  <a:lnTo>
                    <a:pt x="18987" y="2012"/>
                  </a:lnTo>
                  <a:lnTo>
                    <a:pt x="38146" y="4665"/>
                  </a:lnTo>
                  <a:lnTo>
                    <a:pt x="35270" y="25243"/>
                  </a:lnTo>
                  <a:lnTo>
                    <a:pt x="34175" y="33074"/>
                  </a:lnTo>
                  <a:lnTo>
                    <a:pt x="28517" y="73557"/>
                  </a:lnTo>
                  <a:lnTo>
                    <a:pt x="24759" y="72680"/>
                  </a:lnTo>
                  <a:lnTo>
                    <a:pt x="15325" y="70478"/>
                  </a:lnTo>
                  <a:lnTo>
                    <a:pt x="11221" y="69520"/>
                  </a:lnTo>
                  <a:lnTo>
                    <a:pt x="5468" y="68177"/>
                  </a:lnTo>
                  <a:lnTo>
                    <a:pt x="0" y="66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93246" y="4574341"/>
              <a:ext cx="51184" cy="69020"/>
            </a:xfrm>
            <a:custGeom>
              <a:avLst/>
              <a:pathLst>
                <a:path w="51184" h="69020">
                  <a:moveTo>
                    <a:pt x="2632" y="24337"/>
                  </a:moveTo>
                  <a:lnTo>
                    <a:pt x="4397" y="0"/>
                  </a:lnTo>
                  <a:lnTo>
                    <a:pt x="28043" y="1679"/>
                  </a:lnTo>
                  <a:lnTo>
                    <a:pt x="51184" y="3322"/>
                  </a:lnTo>
                  <a:lnTo>
                    <a:pt x="49306" y="35896"/>
                  </a:lnTo>
                  <a:lnTo>
                    <a:pt x="48637" y="47502"/>
                  </a:lnTo>
                  <a:lnTo>
                    <a:pt x="47396" y="69020"/>
                  </a:lnTo>
                  <a:lnTo>
                    <a:pt x="29351" y="64736"/>
                  </a:lnTo>
                  <a:lnTo>
                    <a:pt x="23285" y="63296"/>
                  </a:lnTo>
                  <a:lnTo>
                    <a:pt x="20136" y="62938"/>
                  </a:lnTo>
                  <a:lnTo>
                    <a:pt x="15843" y="62450"/>
                  </a:lnTo>
                  <a:lnTo>
                    <a:pt x="6424" y="61380"/>
                  </a:lnTo>
                  <a:lnTo>
                    <a:pt x="2807" y="60969"/>
                  </a:lnTo>
                  <a:lnTo>
                    <a:pt x="0" y="606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916431" y="4578812"/>
              <a:ext cx="72155" cy="54528"/>
            </a:xfrm>
            <a:custGeom>
              <a:avLst/>
              <a:pathLst>
                <a:path w="72155" h="54528">
                  <a:moveTo>
                    <a:pt x="3664" y="10815"/>
                  </a:moveTo>
                  <a:lnTo>
                    <a:pt x="4844" y="0"/>
                  </a:lnTo>
                  <a:lnTo>
                    <a:pt x="31722" y="4044"/>
                  </a:lnTo>
                  <a:lnTo>
                    <a:pt x="72155" y="10127"/>
                  </a:lnTo>
                  <a:lnTo>
                    <a:pt x="70076" y="26908"/>
                  </a:lnTo>
                  <a:lnTo>
                    <a:pt x="66653" y="54528"/>
                  </a:lnTo>
                  <a:lnTo>
                    <a:pt x="33400" y="49484"/>
                  </a:lnTo>
                  <a:lnTo>
                    <a:pt x="0" y="44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851491" y="4575453"/>
              <a:ext cx="64915" cy="57442"/>
            </a:xfrm>
            <a:custGeom>
              <a:avLst/>
              <a:pathLst>
                <a:path w="64915" h="57442">
                  <a:moveTo>
                    <a:pt x="1616" y="35313"/>
                  </a:moveTo>
                  <a:lnTo>
                    <a:pt x="1486" y="32791"/>
                  </a:lnTo>
                  <a:lnTo>
                    <a:pt x="0" y="3956"/>
                  </a:lnTo>
                  <a:lnTo>
                    <a:pt x="31847" y="262"/>
                  </a:lnTo>
                  <a:lnTo>
                    <a:pt x="34111" y="0"/>
                  </a:lnTo>
                  <a:lnTo>
                    <a:pt x="64059" y="3018"/>
                  </a:lnTo>
                  <a:lnTo>
                    <a:pt x="64915" y="3069"/>
                  </a:lnTo>
                  <a:lnTo>
                    <a:pt x="62805" y="23079"/>
                  </a:lnTo>
                  <a:lnTo>
                    <a:pt x="60202" y="47773"/>
                  </a:lnTo>
                  <a:lnTo>
                    <a:pt x="42907" y="48336"/>
                  </a:lnTo>
                  <a:lnTo>
                    <a:pt x="25990" y="49958"/>
                  </a:lnTo>
                  <a:lnTo>
                    <a:pt x="14053" y="53802"/>
                  </a:lnTo>
                  <a:lnTo>
                    <a:pt x="9118" y="55392"/>
                  </a:lnTo>
                  <a:lnTo>
                    <a:pt x="2754" y="57442"/>
                  </a:lnTo>
                  <a:lnTo>
                    <a:pt x="2662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807023" y="4578826"/>
              <a:ext cx="43166" cy="64595"/>
            </a:xfrm>
            <a:custGeom>
              <a:avLst/>
              <a:pathLst>
                <a:path w="43166" h="64595">
                  <a:moveTo>
                    <a:pt x="13822" y="120"/>
                  </a:moveTo>
                  <a:lnTo>
                    <a:pt x="36728" y="466"/>
                  </a:lnTo>
                  <a:lnTo>
                    <a:pt x="36949" y="469"/>
                  </a:lnTo>
                  <a:lnTo>
                    <a:pt x="39240" y="20620"/>
                  </a:lnTo>
                  <a:lnTo>
                    <a:pt x="43166" y="55155"/>
                  </a:lnTo>
                  <a:lnTo>
                    <a:pt x="35357" y="58585"/>
                  </a:lnTo>
                  <a:lnTo>
                    <a:pt x="10451" y="64595"/>
                  </a:lnTo>
                  <a:lnTo>
                    <a:pt x="0" y="63293"/>
                  </a:lnTo>
                  <a:lnTo>
                    <a:pt x="2917" y="31750"/>
                  </a:lnTo>
                  <a:lnTo>
                    <a:pt x="5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659578" y="4506968"/>
              <a:ext cx="88260" cy="86696"/>
            </a:xfrm>
            <a:custGeom>
              <a:avLst/>
              <a:pathLst>
                <a:path w="88260" h="86696">
                  <a:moveTo>
                    <a:pt x="88143" y="41785"/>
                  </a:moveTo>
                  <a:lnTo>
                    <a:pt x="88260" y="42122"/>
                  </a:lnTo>
                  <a:lnTo>
                    <a:pt x="79158" y="51982"/>
                  </a:lnTo>
                  <a:lnTo>
                    <a:pt x="47112" y="86696"/>
                  </a:lnTo>
                  <a:lnTo>
                    <a:pt x="39544" y="80844"/>
                  </a:lnTo>
                  <a:lnTo>
                    <a:pt x="29885" y="73375"/>
                  </a:lnTo>
                  <a:lnTo>
                    <a:pt x="23865" y="68720"/>
                  </a:lnTo>
                  <a:lnTo>
                    <a:pt x="16795" y="63252"/>
                  </a:lnTo>
                  <a:lnTo>
                    <a:pt x="13784" y="60925"/>
                  </a:lnTo>
                  <a:lnTo>
                    <a:pt x="13287" y="60540"/>
                  </a:lnTo>
                  <a:lnTo>
                    <a:pt x="11641" y="59088"/>
                  </a:lnTo>
                  <a:lnTo>
                    <a:pt x="9113" y="56860"/>
                  </a:lnTo>
                  <a:lnTo>
                    <a:pt x="7371" y="55324"/>
                  </a:lnTo>
                  <a:lnTo>
                    <a:pt x="4968" y="53205"/>
                  </a:lnTo>
                  <a:lnTo>
                    <a:pt x="4214" y="52540"/>
                  </a:lnTo>
                  <a:lnTo>
                    <a:pt x="3398" y="51821"/>
                  </a:lnTo>
                  <a:lnTo>
                    <a:pt x="2317" y="50868"/>
                  </a:lnTo>
                  <a:lnTo>
                    <a:pt x="976" y="49685"/>
                  </a:lnTo>
                  <a:lnTo>
                    <a:pt x="0" y="48824"/>
                  </a:lnTo>
                  <a:lnTo>
                    <a:pt x="15533" y="25624"/>
                  </a:lnTo>
                  <a:lnTo>
                    <a:pt x="32690" y="0"/>
                  </a:lnTo>
                  <a:lnTo>
                    <a:pt x="51395" y="11731"/>
                  </a:lnTo>
                  <a:lnTo>
                    <a:pt x="58991" y="16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701649" y="4475487"/>
              <a:ext cx="120060" cy="91502"/>
            </a:xfrm>
            <a:custGeom>
              <a:avLst/>
              <a:pathLst>
                <a:path w="120060" h="91502">
                  <a:moveTo>
                    <a:pt x="51234" y="20399"/>
                  </a:moveTo>
                  <a:lnTo>
                    <a:pt x="74259" y="33342"/>
                  </a:lnTo>
                  <a:lnTo>
                    <a:pt x="120060" y="59087"/>
                  </a:lnTo>
                  <a:lnTo>
                    <a:pt x="118070" y="65191"/>
                  </a:lnTo>
                  <a:lnTo>
                    <a:pt x="116919" y="68722"/>
                  </a:lnTo>
                  <a:lnTo>
                    <a:pt x="113353" y="79656"/>
                  </a:lnTo>
                  <a:lnTo>
                    <a:pt x="107521" y="91502"/>
                  </a:lnTo>
                  <a:lnTo>
                    <a:pt x="89419" y="81183"/>
                  </a:lnTo>
                  <a:lnTo>
                    <a:pt x="52870" y="60349"/>
                  </a:lnTo>
                  <a:lnTo>
                    <a:pt x="45966" y="55368"/>
                  </a:lnTo>
                  <a:lnTo>
                    <a:pt x="42972" y="53208"/>
                  </a:lnTo>
                  <a:lnTo>
                    <a:pt x="28102" y="42563"/>
                  </a:lnTo>
                  <a:lnTo>
                    <a:pt x="17141" y="34717"/>
                  </a:lnTo>
                  <a:lnTo>
                    <a:pt x="0" y="24510"/>
                  </a:lnTo>
                  <a:lnTo>
                    <a:pt x="6841" y="13288"/>
                  </a:lnTo>
                  <a:lnTo>
                    <a:pt x="14942" y="0"/>
                  </a:lnTo>
                  <a:lnTo>
                    <a:pt x="25027" y="5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838103" y="4494013"/>
              <a:ext cx="25821" cy="28426"/>
            </a:xfrm>
            <a:custGeom>
              <a:avLst/>
              <a:pathLst>
                <a:path w="25821" h="28426">
                  <a:moveTo>
                    <a:pt x="14353" y="27907"/>
                  </a:moveTo>
                  <a:lnTo>
                    <a:pt x="7091" y="27537"/>
                  </a:lnTo>
                  <a:lnTo>
                    <a:pt x="0" y="27175"/>
                  </a:lnTo>
                  <a:lnTo>
                    <a:pt x="1032" y="11846"/>
                  </a:lnTo>
                  <a:lnTo>
                    <a:pt x="1829" y="0"/>
                  </a:lnTo>
                  <a:lnTo>
                    <a:pt x="14665" y="996"/>
                  </a:lnTo>
                  <a:lnTo>
                    <a:pt x="25821" y="1862"/>
                  </a:lnTo>
                  <a:lnTo>
                    <a:pt x="25306" y="12435"/>
                  </a:lnTo>
                  <a:lnTo>
                    <a:pt x="24528" y="28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605961" y="4579932"/>
              <a:ext cx="74428" cy="59433"/>
            </a:xfrm>
            <a:custGeom>
              <a:avLst/>
              <a:pathLst>
                <a:path w="74428" h="59433">
                  <a:moveTo>
                    <a:pt x="68575" y="47382"/>
                  </a:moveTo>
                  <a:lnTo>
                    <a:pt x="60054" y="59433"/>
                  </a:lnTo>
                  <a:lnTo>
                    <a:pt x="40234" y="45225"/>
                  </a:lnTo>
                  <a:lnTo>
                    <a:pt x="0" y="16384"/>
                  </a:lnTo>
                  <a:lnTo>
                    <a:pt x="4567" y="9899"/>
                  </a:lnTo>
                  <a:lnTo>
                    <a:pt x="11541" y="0"/>
                  </a:lnTo>
                  <a:lnTo>
                    <a:pt x="30802" y="11977"/>
                  </a:lnTo>
                  <a:lnTo>
                    <a:pt x="46702" y="21864"/>
                  </a:lnTo>
                  <a:lnTo>
                    <a:pt x="53125" y="25858"/>
                  </a:lnTo>
                  <a:lnTo>
                    <a:pt x="74428" y="39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91986" y="4689290"/>
              <a:ext cx="48334" cy="69700"/>
            </a:xfrm>
            <a:custGeom>
              <a:avLst/>
              <a:pathLst>
                <a:path w="48334" h="69700">
                  <a:moveTo>
                    <a:pt x="45556" y="31630"/>
                  </a:moveTo>
                  <a:lnTo>
                    <a:pt x="39462" y="69700"/>
                  </a:lnTo>
                  <a:lnTo>
                    <a:pt x="28429" y="67944"/>
                  </a:lnTo>
                  <a:lnTo>
                    <a:pt x="0" y="63417"/>
                  </a:lnTo>
                  <a:lnTo>
                    <a:pt x="1878" y="34500"/>
                  </a:lnTo>
                  <a:lnTo>
                    <a:pt x="4119" y="0"/>
                  </a:lnTo>
                  <a:lnTo>
                    <a:pt x="19628" y="5008"/>
                  </a:lnTo>
                  <a:lnTo>
                    <a:pt x="48334" y="14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86201" y="5280894"/>
              <a:ext cx="156655" cy="209843"/>
            </a:xfrm>
            <a:custGeom>
              <a:avLst/>
              <a:pathLst>
                <a:path w="156655" h="209843">
                  <a:moveTo>
                    <a:pt x="3452" y="5212"/>
                  </a:moveTo>
                  <a:lnTo>
                    <a:pt x="6589" y="4534"/>
                  </a:lnTo>
                  <a:lnTo>
                    <a:pt x="11935" y="3379"/>
                  </a:lnTo>
                  <a:lnTo>
                    <a:pt x="14671" y="2787"/>
                  </a:lnTo>
                  <a:lnTo>
                    <a:pt x="17182" y="2244"/>
                  </a:lnTo>
                  <a:lnTo>
                    <a:pt x="19711" y="1698"/>
                  </a:lnTo>
                  <a:lnTo>
                    <a:pt x="22271" y="1144"/>
                  </a:lnTo>
                  <a:lnTo>
                    <a:pt x="25306" y="488"/>
                  </a:lnTo>
                  <a:lnTo>
                    <a:pt x="27568" y="0"/>
                  </a:lnTo>
                  <a:lnTo>
                    <a:pt x="33544" y="11919"/>
                  </a:lnTo>
                  <a:lnTo>
                    <a:pt x="50034" y="40965"/>
                  </a:lnTo>
                  <a:lnTo>
                    <a:pt x="52627" y="50367"/>
                  </a:lnTo>
                  <a:lnTo>
                    <a:pt x="58248" y="70746"/>
                  </a:lnTo>
                  <a:lnTo>
                    <a:pt x="70258" y="135483"/>
                  </a:lnTo>
                  <a:lnTo>
                    <a:pt x="76992" y="145886"/>
                  </a:lnTo>
                  <a:lnTo>
                    <a:pt x="85926" y="151838"/>
                  </a:lnTo>
                  <a:lnTo>
                    <a:pt x="102304" y="160021"/>
                  </a:lnTo>
                  <a:lnTo>
                    <a:pt x="156655" y="181579"/>
                  </a:lnTo>
                  <a:lnTo>
                    <a:pt x="136322" y="196436"/>
                  </a:lnTo>
                  <a:lnTo>
                    <a:pt x="117974" y="209843"/>
                  </a:lnTo>
                  <a:lnTo>
                    <a:pt x="49333" y="152640"/>
                  </a:lnTo>
                  <a:lnTo>
                    <a:pt x="41810" y="130272"/>
                  </a:lnTo>
                  <a:lnTo>
                    <a:pt x="14958" y="50434"/>
                  </a:lnTo>
                  <a:lnTo>
                    <a:pt x="9748" y="34944"/>
                  </a:lnTo>
                  <a:lnTo>
                    <a:pt x="0" y="5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379979" y="4501849"/>
              <a:ext cx="42036" cy="70051"/>
            </a:xfrm>
            <a:custGeom>
              <a:avLst/>
              <a:pathLst>
                <a:path w="42036" h="70051">
                  <a:moveTo>
                    <a:pt x="37195" y="30873"/>
                  </a:moveTo>
                  <a:lnTo>
                    <a:pt x="30225" y="70051"/>
                  </a:lnTo>
                  <a:lnTo>
                    <a:pt x="19009" y="68797"/>
                  </a:lnTo>
                  <a:lnTo>
                    <a:pt x="11780" y="67988"/>
                  </a:lnTo>
                  <a:lnTo>
                    <a:pt x="0" y="66671"/>
                  </a:lnTo>
                  <a:lnTo>
                    <a:pt x="4514" y="29751"/>
                  </a:lnTo>
                  <a:lnTo>
                    <a:pt x="8151" y="0"/>
                  </a:lnTo>
                  <a:lnTo>
                    <a:pt x="24989" y="1819"/>
                  </a:lnTo>
                  <a:lnTo>
                    <a:pt x="42036" y="3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496780" y="4574336"/>
              <a:ext cx="9204" cy="24409"/>
            </a:xfrm>
            <a:custGeom>
              <a:avLst/>
              <a:pathLst>
                <a:path w="9204" h="24409">
                  <a:moveTo>
                    <a:pt x="9204" y="0"/>
                  </a:moveTo>
                  <a:lnTo>
                    <a:pt x="9204" y="24409"/>
                  </a:lnTo>
                  <a:lnTo>
                    <a:pt x="0" y="186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42843" y="1633996"/>
              <a:ext cx="75548" cy="98656"/>
            </a:xfrm>
            <a:custGeom>
              <a:avLst/>
              <a:pathLst>
                <a:path w="75548" h="98656">
                  <a:moveTo>
                    <a:pt x="66154" y="0"/>
                  </a:moveTo>
                  <a:lnTo>
                    <a:pt x="68209" y="5789"/>
                  </a:lnTo>
                  <a:lnTo>
                    <a:pt x="69839" y="10382"/>
                  </a:lnTo>
                  <a:lnTo>
                    <a:pt x="72003" y="16479"/>
                  </a:lnTo>
                  <a:lnTo>
                    <a:pt x="74030" y="22189"/>
                  </a:lnTo>
                  <a:lnTo>
                    <a:pt x="74795" y="24343"/>
                  </a:lnTo>
                  <a:lnTo>
                    <a:pt x="75548" y="26463"/>
                  </a:lnTo>
                  <a:lnTo>
                    <a:pt x="70569" y="41692"/>
                  </a:lnTo>
                  <a:lnTo>
                    <a:pt x="67148" y="52160"/>
                  </a:lnTo>
                  <a:lnTo>
                    <a:pt x="63726" y="62628"/>
                  </a:lnTo>
                  <a:lnTo>
                    <a:pt x="60304" y="73096"/>
                  </a:lnTo>
                  <a:lnTo>
                    <a:pt x="56882" y="83564"/>
                  </a:lnTo>
                  <a:lnTo>
                    <a:pt x="51948" y="98656"/>
                  </a:lnTo>
                  <a:lnTo>
                    <a:pt x="39659" y="93974"/>
                  </a:lnTo>
                  <a:lnTo>
                    <a:pt x="31073" y="90702"/>
                  </a:lnTo>
                  <a:lnTo>
                    <a:pt x="22487" y="87430"/>
                  </a:lnTo>
                  <a:lnTo>
                    <a:pt x="13901" y="84159"/>
                  </a:lnTo>
                  <a:lnTo>
                    <a:pt x="0" y="78862"/>
                  </a:lnTo>
                  <a:lnTo>
                    <a:pt x="18268" y="36323"/>
                  </a:lnTo>
                  <a:lnTo>
                    <a:pt x="21256" y="293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98792" y="1603984"/>
              <a:ext cx="85724" cy="161161"/>
            </a:xfrm>
            <a:custGeom>
              <a:avLst/>
              <a:pathLst>
                <a:path w="85724" h="161161">
                  <a:moveTo>
                    <a:pt x="14510" y="82167"/>
                  </a:moveTo>
                  <a:lnTo>
                    <a:pt x="35420" y="24167"/>
                  </a:lnTo>
                  <a:lnTo>
                    <a:pt x="39724" y="13842"/>
                  </a:lnTo>
                  <a:lnTo>
                    <a:pt x="45496" y="0"/>
                  </a:lnTo>
                  <a:lnTo>
                    <a:pt x="52774" y="5371"/>
                  </a:lnTo>
                  <a:lnTo>
                    <a:pt x="55721" y="7546"/>
                  </a:lnTo>
                  <a:lnTo>
                    <a:pt x="58668" y="9721"/>
                  </a:lnTo>
                  <a:lnTo>
                    <a:pt x="61616" y="11896"/>
                  </a:lnTo>
                  <a:lnTo>
                    <a:pt x="64563" y="14071"/>
                  </a:lnTo>
                  <a:lnTo>
                    <a:pt x="67510" y="16246"/>
                  </a:lnTo>
                  <a:lnTo>
                    <a:pt x="70457" y="18421"/>
                  </a:lnTo>
                  <a:lnTo>
                    <a:pt x="73404" y="20596"/>
                  </a:lnTo>
                  <a:lnTo>
                    <a:pt x="76351" y="22771"/>
                  </a:lnTo>
                  <a:lnTo>
                    <a:pt x="79299" y="24946"/>
                  </a:lnTo>
                  <a:lnTo>
                    <a:pt x="85724" y="29688"/>
                  </a:lnTo>
                  <a:lnTo>
                    <a:pt x="77416" y="59361"/>
                  </a:lnTo>
                  <a:lnTo>
                    <a:pt x="70554" y="83870"/>
                  </a:lnTo>
                  <a:lnTo>
                    <a:pt x="63691" y="108380"/>
                  </a:lnTo>
                  <a:lnTo>
                    <a:pt x="58941" y="125347"/>
                  </a:lnTo>
                  <a:lnTo>
                    <a:pt x="55647" y="132434"/>
                  </a:lnTo>
                  <a:lnTo>
                    <a:pt x="42293" y="161161"/>
                  </a:lnTo>
                  <a:lnTo>
                    <a:pt x="34069" y="155540"/>
                  </a:lnTo>
                  <a:lnTo>
                    <a:pt x="30151" y="152861"/>
                  </a:lnTo>
                  <a:lnTo>
                    <a:pt x="26232" y="150182"/>
                  </a:lnTo>
                  <a:lnTo>
                    <a:pt x="22314" y="147503"/>
                  </a:lnTo>
                  <a:lnTo>
                    <a:pt x="18395" y="144825"/>
                  </a:lnTo>
                  <a:lnTo>
                    <a:pt x="14477" y="142146"/>
                  </a:lnTo>
                  <a:lnTo>
                    <a:pt x="10558" y="139467"/>
                  </a:lnTo>
                  <a:lnTo>
                    <a:pt x="6640" y="136788"/>
                  </a:lnTo>
                  <a:lnTo>
                    <a:pt x="0" y="13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342272" y="1609031"/>
              <a:ext cx="94939" cy="193665"/>
            </a:xfrm>
            <a:custGeom>
              <a:avLst/>
              <a:pathLst>
                <a:path w="94939" h="193665">
                  <a:moveTo>
                    <a:pt x="21983" y="110513"/>
                  </a:moveTo>
                  <a:lnTo>
                    <a:pt x="26850" y="91109"/>
                  </a:lnTo>
                  <a:lnTo>
                    <a:pt x="29572" y="82223"/>
                  </a:lnTo>
                  <a:lnTo>
                    <a:pt x="54760" y="0"/>
                  </a:lnTo>
                  <a:lnTo>
                    <a:pt x="61316" y="6392"/>
                  </a:lnTo>
                  <a:lnTo>
                    <a:pt x="64652" y="9645"/>
                  </a:lnTo>
                  <a:lnTo>
                    <a:pt x="67988" y="12899"/>
                  </a:lnTo>
                  <a:lnTo>
                    <a:pt x="71325" y="16152"/>
                  </a:lnTo>
                  <a:lnTo>
                    <a:pt x="74661" y="19406"/>
                  </a:lnTo>
                  <a:lnTo>
                    <a:pt x="77997" y="22659"/>
                  </a:lnTo>
                  <a:lnTo>
                    <a:pt x="81334" y="25912"/>
                  </a:lnTo>
                  <a:lnTo>
                    <a:pt x="84670" y="29166"/>
                  </a:lnTo>
                  <a:lnTo>
                    <a:pt x="88006" y="32419"/>
                  </a:lnTo>
                  <a:lnTo>
                    <a:pt x="94939" y="39179"/>
                  </a:lnTo>
                  <a:lnTo>
                    <a:pt x="88918" y="63899"/>
                  </a:lnTo>
                  <a:lnTo>
                    <a:pt x="87462" y="68583"/>
                  </a:lnTo>
                  <a:lnTo>
                    <a:pt x="80045" y="92452"/>
                  </a:lnTo>
                  <a:lnTo>
                    <a:pt x="72628" y="116322"/>
                  </a:lnTo>
                  <a:lnTo>
                    <a:pt x="67138" y="133991"/>
                  </a:lnTo>
                  <a:lnTo>
                    <a:pt x="64024" y="139665"/>
                  </a:lnTo>
                  <a:lnTo>
                    <a:pt x="52037" y="161507"/>
                  </a:lnTo>
                  <a:lnTo>
                    <a:pt x="50840" y="163690"/>
                  </a:lnTo>
                  <a:lnTo>
                    <a:pt x="50223" y="176778"/>
                  </a:lnTo>
                  <a:lnTo>
                    <a:pt x="42293" y="193665"/>
                  </a:lnTo>
                  <a:lnTo>
                    <a:pt x="35935" y="189096"/>
                  </a:lnTo>
                  <a:lnTo>
                    <a:pt x="33476" y="187328"/>
                  </a:lnTo>
                  <a:lnTo>
                    <a:pt x="31016" y="185561"/>
                  </a:lnTo>
                  <a:lnTo>
                    <a:pt x="28557" y="183793"/>
                  </a:lnTo>
                  <a:lnTo>
                    <a:pt x="26097" y="182025"/>
                  </a:lnTo>
                  <a:lnTo>
                    <a:pt x="23638" y="180257"/>
                  </a:lnTo>
                  <a:lnTo>
                    <a:pt x="21178" y="178489"/>
                  </a:lnTo>
                  <a:lnTo>
                    <a:pt x="18719" y="176721"/>
                  </a:lnTo>
                  <a:lnTo>
                    <a:pt x="16259" y="174954"/>
                  </a:lnTo>
                  <a:lnTo>
                    <a:pt x="13800" y="173186"/>
                  </a:lnTo>
                  <a:lnTo>
                    <a:pt x="11340" y="171418"/>
                  </a:lnTo>
                  <a:lnTo>
                    <a:pt x="8881" y="169650"/>
                  </a:lnTo>
                  <a:lnTo>
                    <a:pt x="6421" y="167883"/>
                  </a:lnTo>
                  <a:lnTo>
                    <a:pt x="0" y="163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71808" y="1508760"/>
              <a:ext cx="109742" cy="67981"/>
            </a:xfrm>
            <a:custGeom>
              <a:avLst/>
              <a:pathLst>
                <a:path w="109742" h="67981">
                  <a:moveTo>
                    <a:pt x="11658" y="5219"/>
                  </a:moveTo>
                  <a:lnTo>
                    <a:pt x="20281" y="1192"/>
                  </a:lnTo>
                  <a:lnTo>
                    <a:pt x="22833" y="0"/>
                  </a:lnTo>
                  <a:lnTo>
                    <a:pt x="102241" y="0"/>
                  </a:lnTo>
                  <a:lnTo>
                    <a:pt x="102870" y="2021"/>
                  </a:lnTo>
                  <a:lnTo>
                    <a:pt x="104808" y="8252"/>
                  </a:lnTo>
                  <a:lnTo>
                    <a:pt x="106746" y="14483"/>
                  </a:lnTo>
                  <a:lnTo>
                    <a:pt x="109742" y="24115"/>
                  </a:lnTo>
                  <a:lnTo>
                    <a:pt x="96110" y="27516"/>
                  </a:lnTo>
                  <a:lnTo>
                    <a:pt x="86299" y="29963"/>
                  </a:lnTo>
                  <a:lnTo>
                    <a:pt x="76488" y="32411"/>
                  </a:lnTo>
                  <a:lnTo>
                    <a:pt x="72736" y="33347"/>
                  </a:lnTo>
                  <a:lnTo>
                    <a:pt x="67264" y="36406"/>
                  </a:lnTo>
                  <a:lnTo>
                    <a:pt x="58404" y="41359"/>
                  </a:lnTo>
                  <a:lnTo>
                    <a:pt x="49544" y="46313"/>
                  </a:lnTo>
                  <a:lnTo>
                    <a:pt x="40684" y="51266"/>
                  </a:lnTo>
                  <a:lnTo>
                    <a:pt x="31823" y="56219"/>
                  </a:lnTo>
                  <a:lnTo>
                    <a:pt x="22963" y="61173"/>
                  </a:lnTo>
                  <a:lnTo>
                    <a:pt x="10786" y="67981"/>
                  </a:lnTo>
                  <a:lnTo>
                    <a:pt x="3649" y="49550"/>
                  </a:lnTo>
                  <a:lnTo>
                    <a:pt x="562" y="31572"/>
                  </a:lnTo>
                  <a:lnTo>
                    <a:pt x="0" y="10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69375" y="1508760"/>
              <a:ext cx="15355" cy="6020"/>
            </a:xfrm>
            <a:custGeom>
              <a:avLst/>
              <a:pathLst>
                <a:path w="15355" h="6020">
                  <a:moveTo>
                    <a:pt x="12635" y="1184"/>
                  </a:moveTo>
                  <a:lnTo>
                    <a:pt x="1525" y="6020"/>
                  </a:lnTo>
                  <a:lnTo>
                    <a:pt x="0" y="0"/>
                  </a:lnTo>
                  <a:lnTo>
                    <a:pt x="153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87850" y="1536680"/>
              <a:ext cx="105720" cy="90513"/>
            </a:xfrm>
            <a:custGeom>
              <a:avLst/>
              <a:pathLst>
                <a:path w="105720" h="90513">
                  <a:moveTo>
                    <a:pt x="13586" y="39321"/>
                  </a:moveTo>
                  <a:lnTo>
                    <a:pt x="24297" y="32908"/>
                  </a:lnTo>
                  <a:lnTo>
                    <a:pt x="35008" y="26495"/>
                  </a:lnTo>
                  <a:lnTo>
                    <a:pt x="45719" y="20083"/>
                  </a:lnTo>
                  <a:lnTo>
                    <a:pt x="54440" y="14861"/>
                  </a:lnTo>
                  <a:lnTo>
                    <a:pt x="56607" y="14054"/>
                  </a:lnTo>
                  <a:lnTo>
                    <a:pt x="68270" y="9711"/>
                  </a:lnTo>
                  <a:lnTo>
                    <a:pt x="79933" y="5369"/>
                  </a:lnTo>
                  <a:lnTo>
                    <a:pt x="94354" y="0"/>
                  </a:lnTo>
                  <a:lnTo>
                    <a:pt x="103003" y="27962"/>
                  </a:lnTo>
                  <a:lnTo>
                    <a:pt x="104147" y="31660"/>
                  </a:lnTo>
                  <a:lnTo>
                    <a:pt x="105720" y="57553"/>
                  </a:lnTo>
                  <a:lnTo>
                    <a:pt x="92494" y="63141"/>
                  </a:lnTo>
                  <a:lnTo>
                    <a:pt x="82196" y="67491"/>
                  </a:lnTo>
                  <a:lnTo>
                    <a:pt x="71898" y="71842"/>
                  </a:lnTo>
                  <a:lnTo>
                    <a:pt x="61599" y="76192"/>
                  </a:lnTo>
                  <a:lnTo>
                    <a:pt x="51301" y="80542"/>
                  </a:lnTo>
                  <a:lnTo>
                    <a:pt x="41003" y="84893"/>
                  </a:lnTo>
                  <a:lnTo>
                    <a:pt x="27699" y="90513"/>
                  </a:lnTo>
                  <a:lnTo>
                    <a:pt x="17463" y="75315"/>
                  </a:lnTo>
                  <a:lnTo>
                    <a:pt x="9098" y="62895"/>
                  </a:lnTo>
                  <a:lnTo>
                    <a:pt x="7879" y="61085"/>
                  </a:lnTo>
                  <a:lnTo>
                    <a:pt x="0" y="47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87890" y="1672923"/>
              <a:ext cx="89234" cy="153871"/>
            </a:xfrm>
            <a:custGeom>
              <a:avLst/>
              <a:pathLst>
                <a:path w="89234" h="153871">
                  <a:moveTo>
                    <a:pt x="78156" y="70933"/>
                  </a:moveTo>
                  <a:lnTo>
                    <a:pt x="68614" y="90374"/>
                  </a:lnTo>
                  <a:lnTo>
                    <a:pt x="59071" y="109814"/>
                  </a:lnTo>
                  <a:lnTo>
                    <a:pt x="49528" y="129254"/>
                  </a:lnTo>
                  <a:lnTo>
                    <a:pt x="37445" y="153871"/>
                  </a:lnTo>
                  <a:lnTo>
                    <a:pt x="31226" y="150097"/>
                  </a:lnTo>
                  <a:lnTo>
                    <a:pt x="28016" y="148150"/>
                  </a:lnTo>
                  <a:lnTo>
                    <a:pt x="24806" y="146202"/>
                  </a:lnTo>
                  <a:lnTo>
                    <a:pt x="21597" y="144254"/>
                  </a:lnTo>
                  <a:lnTo>
                    <a:pt x="18387" y="142307"/>
                  </a:lnTo>
                  <a:lnTo>
                    <a:pt x="15177" y="140359"/>
                  </a:lnTo>
                  <a:lnTo>
                    <a:pt x="11967" y="138412"/>
                  </a:lnTo>
                  <a:lnTo>
                    <a:pt x="8758" y="136465"/>
                  </a:lnTo>
                  <a:lnTo>
                    <a:pt x="5548" y="134517"/>
                  </a:lnTo>
                  <a:lnTo>
                    <a:pt x="0" y="131151"/>
                  </a:lnTo>
                  <a:lnTo>
                    <a:pt x="9857" y="110784"/>
                  </a:lnTo>
                  <a:lnTo>
                    <a:pt x="13482" y="92681"/>
                  </a:lnTo>
                  <a:lnTo>
                    <a:pt x="24693" y="72460"/>
                  </a:lnTo>
                  <a:lnTo>
                    <a:pt x="26362" y="67270"/>
                  </a:lnTo>
                  <a:lnTo>
                    <a:pt x="47998" y="0"/>
                  </a:lnTo>
                  <a:lnTo>
                    <a:pt x="57238" y="10838"/>
                  </a:lnTo>
                  <a:lnTo>
                    <a:pt x="62806" y="17369"/>
                  </a:lnTo>
                  <a:lnTo>
                    <a:pt x="68374" y="23900"/>
                  </a:lnTo>
                  <a:lnTo>
                    <a:pt x="73942" y="30430"/>
                  </a:lnTo>
                  <a:lnTo>
                    <a:pt x="79510" y="36961"/>
                  </a:lnTo>
                  <a:lnTo>
                    <a:pt x="89234" y="48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430624" y="1748691"/>
              <a:ext cx="86965" cy="110514"/>
            </a:xfrm>
            <a:custGeom>
              <a:avLst/>
              <a:pathLst>
                <a:path w="86965" h="110514">
                  <a:moveTo>
                    <a:pt x="79181" y="43427"/>
                  </a:moveTo>
                  <a:lnTo>
                    <a:pt x="72932" y="56265"/>
                  </a:lnTo>
                  <a:lnTo>
                    <a:pt x="66682" y="69104"/>
                  </a:lnTo>
                  <a:lnTo>
                    <a:pt x="60431" y="81942"/>
                  </a:lnTo>
                  <a:lnTo>
                    <a:pt x="54181" y="94781"/>
                  </a:lnTo>
                  <a:lnTo>
                    <a:pt x="46522" y="110514"/>
                  </a:lnTo>
                  <a:lnTo>
                    <a:pt x="36527" y="103954"/>
                  </a:lnTo>
                  <a:lnTo>
                    <a:pt x="29905" y="99608"/>
                  </a:lnTo>
                  <a:lnTo>
                    <a:pt x="23283" y="95261"/>
                  </a:lnTo>
                  <a:lnTo>
                    <a:pt x="16661" y="90915"/>
                  </a:lnTo>
                  <a:lnTo>
                    <a:pt x="10039" y="86569"/>
                  </a:lnTo>
                  <a:lnTo>
                    <a:pt x="0" y="79980"/>
                  </a:lnTo>
                  <a:lnTo>
                    <a:pt x="18369" y="41112"/>
                  </a:lnTo>
                  <a:lnTo>
                    <a:pt x="37799" y="0"/>
                  </a:lnTo>
                  <a:lnTo>
                    <a:pt x="48488" y="5965"/>
                  </a:lnTo>
                  <a:lnTo>
                    <a:pt x="55383" y="9813"/>
                  </a:lnTo>
                  <a:lnTo>
                    <a:pt x="62277" y="13660"/>
                  </a:lnTo>
                  <a:lnTo>
                    <a:pt x="69171" y="17508"/>
                  </a:lnTo>
                  <a:lnTo>
                    <a:pt x="76065" y="21356"/>
                  </a:lnTo>
                  <a:lnTo>
                    <a:pt x="86965" y="27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82257" y="1778170"/>
              <a:ext cx="59763" cy="114874"/>
            </a:xfrm>
            <a:custGeom>
              <a:avLst/>
              <a:pathLst>
                <a:path w="59763" h="114874">
                  <a:moveTo>
                    <a:pt x="53902" y="104316"/>
                  </a:moveTo>
                  <a:lnTo>
                    <a:pt x="48244" y="114874"/>
                  </a:lnTo>
                  <a:lnTo>
                    <a:pt x="40196" y="109559"/>
                  </a:lnTo>
                  <a:lnTo>
                    <a:pt x="31241" y="103646"/>
                  </a:lnTo>
                  <a:lnTo>
                    <a:pt x="21345" y="97111"/>
                  </a:lnTo>
                  <a:lnTo>
                    <a:pt x="12806" y="91472"/>
                  </a:lnTo>
                  <a:lnTo>
                    <a:pt x="4759" y="86159"/>
                  </a:lnTo>
                  <a:lnTo>
                    <a:pt x="0" y="83016"/>
                  </a:lnTo>
                  <a:lnTo>
                    <a:pt x="20044" y="41298"/>
                  </a:lnTo>
                  <a:lnTo>
                    <a:pt x="39886" y="0"/>
                  </a:lnTo>
                  <a:lnTo>
                    <a:pt x="51760" y="5936"/>
                  </a:lnTo>
                  <a:lnTo>
                    <a:pt x="59651" y="9880"/>
                  </a:lnTo>
                  <a:lnTo>
                    <a:pt x="39721" y="52978"/>
                  </a:lnTo>
                  <a:lnTo>
                    <a:pt x="30662" y="72568"/>
                  </a:lnTo>
                  <a:lnTo>
                    <a:pt x="45434" y="83130"/>
                  </a:lnTo>
                  <a:lnTo>
                    <a:pt x="59763" y="93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555814" y="1878829"/>
              <a:ext cx="40531" cy="33204"/>
            </a:xfrm>
            <a:custGeom>
              <a:avLst/>
              <a:pathLst>
                <a:path w="40531" h="33204">
                  <a:moveTo>
                    <a:pt x="38271" y="21532"/>
                  </a:moveTo>
                  <a:lnTo>
                    <a:pt x="37260" y="24542"/>
                  </a:lnTo>
                  <a:lnTo>
                    <a:pt x="36250" y="27552"/>
                  </a:lnTo>
                  <a:lnTo>
                    <a:pt x="34353" y="33204"/>
                  </a:lnTo>
                  <a:lnTo>
                    <a:pt x="17306" y="28333"/>
                  </a:lnTo>
                  <a:lnTo>
                    <a:pt x="0" y="23388"/>
                  </a:lnTo>
                  <a:lnTo>
                    <a:pt x="3662" y="9602"/>
                  </a:lnTo>
                  <a:lnTo>
                    <a:pt x="6213" y="0"/>
                  </a:lnTo>
                  <a:lnTo>
                    <a:pt x="23354" y="7390"/>
                  </a:lnTo>
                  <a:lnTo>
                    <a:pt x="40531" y="14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534197" y="1907959"/>
              <a:ext cx="41765" cy="47361"/>
            </a:xfrm>
            <a:custGeom>
              <a:avLst/>
              <a:pathLst>
                <a:path w="41765" h="47361">
                  <a:moveTo>
                    <a:pt x="33876" y="26786"/>
                  </a:moveTo>
                  <a:lnTo>
                    <a:pt x="26150" y="47361"/>
                  </a:lnTo>
                  <a:lnTo>
                    <a:pt x="13564" y="44015"/>
                  </a:lnTo>
                  <a:lnTo>
                    <a:pt x="0" y="40409"/>
                  </a:lnTo>
                  <a:lnTo>
                    <a:pt x="5591" y="28489"/>
                  </a:lnTo>
                  <a:lnTo>
                    <a:pt x="9564" y="20017"/>
                  </a:lnTo>
                  <a:lnTo>
                    <a:pt x="13538" y="11545"/>
                  </a:lnTo>
                  <a:lnTo>
                    <a:pt x="18954" y="0"/>
                  </a:lnTo>
                  <a:lnTo>
                    <a:pt x="30740" y="2984"/>
                  </a:lnTo>
                  <a:lnTo>
                    <a:pt x="41765" y="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444604" y="1869044"/>
              <a:ext cx="79593" cy="70136"/>
            </a:xfrm>
            <a:custGeom>
              <a:avLst/>
              <a:pathLst>
                <a:path w="79593" h="70136">
                  <a:moveTo>
                    <a:pt x="41481" y="68562"/>
                  </a:moveTo>
                  <a:lnTo>
                    <a:pt x="32332" y="67355"/>
                  </a:lnTo>
                  <a:lnTo>
                    <a:pt x="23183" y="66148"/>
                  </a:lnTo>
                  <a:lnTo>
                    <a:pt x="14035" y="64941"/>
                  </a:lnTo>
                  <a:lnTo>
                    <a:pt x="0" y="63089"/>
                  </a:lnTo>
                  <a:lnTo>
                    <a:pt x="7123" y="48124"/>
                  </a:lnTo>
                  <a:lnTo>
                    <a:pt x="12470" y="36890"/>
                  </a:lnTo>
                  <a:lnTo>
                    <a:pt x="17817" y="25656"/>
                  </a:lnTo>
                  <a:lnTo>
                    <a:pt x="23164" y="14422"/>
                  </a:lnTo>
                  <a:lnTo>
                    <a:pt x="30029" y="0"/>
                  </a:lnTo>
                  <a:lnTo>
                    <a:pt x="47850" y="11423"/>
                  </a:lnTo>
                  <a:lnTo>
                    <a:pt x="62251" y="20655"/>
                  </a:lnTo>
                  <a:lnTo>
                    <a:pt x="79593" y="31772"/>
                  </a:lnTo>
                  <a:lnTo>
                    <a:pt x="66338" y="51188"/>
                  </a:lnTo>
                  <a:lnTo>
                    <a:pt x="53403" y="70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91514" y="1834807"/>
              <a:ext cx="77255" cy="97713"/>
            </a:xfrm>
            <a:custGeom>
              <a:avLst/>
              <a:pathLst>
                <a:path w="77255" h="97713">
                  <a:moveTo>
                    <a:pt x="32862" y="90952"/>
                  </a:moveTo>
                  <a:lnTo>
                    <a:pt x="25822" y="87119"/>
                  </a:lnTo>
                  <a:lnTo>
                    <a:pt x="18782" y="83285"/>
                  </a:lnTo>
                  <a:lnTo>
                    <a:pt x="11742" y="79452"/>
                  </a:lnTo>
                  <a:lnTo>
                    <a:pt x="0" y="73057"/>
                  </a:lnTo>
                  <a:lnTo>
                    <a:pt x="7243" y="55190"/>
                  </a:lnTo>
                  <a:lnTo>
                    <a:pt x="12287" y="42748"/>
                  </a:lnTo>
                  <a:lnTo>
                    <a:pt x="17331" y="30306"/>
                  </a:lnTo>
                  <a:lnTo>
                    <a:pt x="22375" y="17863"/>
                  </a:lnTo>
                  <a:lnTo>
                    <a:pt x="29618" y="0"/>
                  </a:lnTo>
                  <a:lnTo>
                    <a:pt x="40539" y="7151"/>
                  </a:lnTo>
                  <a:lnTo>
                    <a:pt x="47036" y="11405"/>
                  </a:lnTo>
                  <a:lnTo>
                    <a:pt x="53533" y="15659"/>
                  </a:lnTo>
                  <a:lnTo>
                    <a:pt x="60030" y="19913"/>
                  </a:lnTo>
                  <a:lnTo>
                    <a:pt x="66527" y="24167"/>
                  </a:lnTo>
                  <a:lnTo>
                    <a:pt x="77255" y="31192"/>
                  </a:lnTo>
                  <a:lnTo>
                    <a:pt x="61223" y="64542"/>
                  </a:lnTo>
                  <a:lnTo>
                    <a:pt x="45277" y="977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62812" y="1812377"/>
              <a:ext cx="52030" cy="56618"/>
            </a:xfrm>
            <a:custGeom>
              <a:avLst/>
              <a:pathLst>
                <a:path w="52030" h="56618">
                  <a:moveTo>
                    <a:pt x="17772" y="46102"/>
                  </a:moveTo>
                  <a:lnTo>
                    <a:pt x="0" y="35578"/>
                  </a:lnTo>
                  <a:lnTo>
                    <a:pt x="5099" y="22485"/>
                  </a:lnTo>
                  <a:lnTo>
                    <a:pt x="9013" y="12437"/>
                  </a:lnTo>
                  <a:lnTo>
                    <a:pt x="13857" y="0"/>
                  </a:lnTo>
                  <a:lnTo>
                    <a:pt x="33068" y="10946"/>
                  </a:lnTo>
                  <a:lnTo>
                    <a:pt x="52030" y="21751"/>
                  </a:lnTo>
                  <a:lnTo>
                    <a:pt x="43780" y="39184"/>
                  </a:lnTo>
                  <a:lnTo>
                    <a:pt x="35530" y="566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319478" y="1778200"/>
              <a:ext cx="54481" cy="62471"/>
            </a:xfrm>
            <a:custGeom>
              <a:avLst/>
              <a:pathLst>
                <a:path w="54481" h="62471">
                  <a:moveTo>
                    <a:pt x="49916" y="45076"/>
                  </a:moveTo>
                  <a:lnTo>
                    <a:pt x="40838" y="62471"/>
                  </a:lnTo>
                  <a:lnTo>
                    <a:pt x="26420" y="54945"/>
                  </a:lnTo>
                  <a:lnTo>
                    <a:pt x="14577" y="48764"/>
                  </a:lnTo>
                  <a:lnTo>
                    <a:pt x="0" y="41155"/>
                  </a:lnTo>
                  <a:lnTo>
                    <a:pt x="4316" y="31614"/>
                  </a:lnTo>
                  <a:lnTo>
                    <a:pt x="6961" y="25766"/>
                  </a:lnTo>
                  <a:lnTo>
                    <a:pt x="9606" y="19918"/>
                  </a:lnTo>
                  <a:lnTo>
                    <a:pt x="12252" y="14070"/>
                  </a:lnTo>
                  <a:lnTo>
                    <a:pt x="14897" y="8222"/>
                  </a:lnTo>
                  <a:lnTo>
                    <a:pt x="18617" y="0"/>
                  </a:lnTo>
                  <a:lnTo>
                    <a:pt x="36388" y="13134"/>
                  </a:lnTo>
                  <a:lnTo>
                    <a:pt x="54481" y="26507"/>
                  </a:lnTo>
                  <a:lnTo>
                    <a:pt x="50308" y="443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68488" y="1740732"/>
              <a:ext cx="66774" cy="77278"/>
            </a:xfrm>
            <a:custGeom>
              <a:avLst/>
              <a:pathLst>
                <a:path w="66774" h="77278">
                  <a:moveTo>
                    <a:pt x="36863" y="74124"/>
                  </a:moveTo>
                  <a:lnTo>
                    <a:pt x="30123" y="72000"/>
                  </a:lnTo>
                  <a:lnTo>
                    <a:pt x="23383" y="69876"/>
                  </a:lnTo>
                  <a:lnTo>
                    <a:pt x="16643" y="67752"/>
                  </a:lnTo>
                  <a:lnTo>
                    <a:pt x="9903" y="65628"/>
                  </a:lnTo>
                  <a:lnTo>
                    <a:pt x="0" y="62507"/>
                  </a:lnTo>
                  <a:lnTo>
                    <a:pt x="6533" y="45083"/>
                  </a:lnTo>
                  <a:lnTo>
                    <a:pt x="11577" y="31629"/>
                  </a:lnTo>
                  <a:lnTo>
                    <a:pt x="16622" y="18175"/>
                  </a:lnTo>
                  <a:lnTo>
                    <a:pt x="23437" y="0"/>
                  </a:lnTo>
                  <a:lnTo>
                    <a:pt x="35714" y="8167"/>
                  </a:lnTo>
                  <a:lnTo>
                    <a:pt x="44756" y="14182"/>
                  </a:lnTo>
                  <a:lnTo>
                    <a:pt x="53798" y="20197"/>
                  </a:lnTo>
                  <a:lnTo>
                    <a:pt x="66774" y="28830"/>
                  </a:lnTo>
                  <a:lnTo>
                    <a:pt x="56803" y="53106"/>
                  </a:lnTo>
                  <a:lnTo>
                    <a:pt x="46875" y="77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222569" y="1719503"/>
              <a:ext cx="64821" cy="75795"/>
            </a:xfrm>
            <a:custGeom>
              <a:avLst/>
              <a:pathLst>
                <a:path w="64821" h="75795">
                  <a:moveTo>
                    <a:pt x="27716" y="68014"/>
                  </a:moveTo>
                  <a:lnTo>
                    <a:pt x="19168" y="63915"/>
                  </a:lnTo>
                  <a:lnTo>
                    <a:pt x="14798" y="60801"/>
                  </a:lnTo>
                  <a:lnTo>
                    <a:pt x="0" y="50257"/>
                  </a:lnTo>
                  <a:lnTo>
                    <a:pt x="3536" y="36492"/>
                  </a:lnTo>
                  <a:lnTo>
                    <a:pt x="5963" y="27046"/>
                  </a:lnTo>
                  <a:lnTo>
                    <a:pt x="8390" y="17599"/>
                  </a:lnTo>
                  <a:lnTo>
                    <a:pt x="10514" y="9330"/>
                  </a:lnTo>
                  <a:lnTo>
                    <a:pt x="11142" y="8296"/>
                  </a:lnTo>
                  <a:lnTo>
                    <a:pt x="16184" y="0"/>
                  </a:lnTo>
                  <a:lnTo>
                    <a:pt x="27761" y="4588"/>
                  </a:lnTo>
                  <a:lnTo>
                    <a:pt x="36126" y="7902"/>
                  </a:lnTo>
                  <a:lnTo>
                    <a:pt x="44490" y="11217"/>
                  </a:lnTo>
                  <a:lnTo>
                    <a:pt x="52855" y="14532"/>
                  </a:lnTo>
                  <a:lnTo>
                    <a:pt x="64821" y="19274"/>
                  </a:lnTo>
                  <a:lnTo>
                    <a:pt x="54141" y="48184"/>
                  </a:lnTo>
                  <a:lnTo>
                    <a:pt x="43941" y="75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38936" y="1667776"/>
              <a:ext cx="71465" cy="72731"/>
            </a:xfrm>
            <a:custGeom>
              <a:avLst/>
              <a:pathLst>
                <a:path w="71465" h="72731">
                  <a:moveTo>
                    <a:pt x="13939" y="44419"/>
                  </a:moveTo>
                  <a:lnTo>
                    <a:pt x="0" y="14817"/>
                  </a:lnTo>
                  <a:lnTo>
                    <a:pt x="9610" y="11274"/>
                  </a:lnTo>
                  <a:lnTo>
                    <a:pt x="16490" y="8738"/>
                  </a:lnTo>
                  <a:lnTo>
                    <a:pt x="23370" y="6202"/>
                  </a:lnTo>
                  <a:lnTo>
                    <a:pt x="30250" y="3665"/>
                  </a:lnTo>
                  <a:lnTo>
                    <a:pt x="40195" y="0"/>
                  </a:lnTo>
                  <a:lnTo>
                    <a:pt x="55247" y="21788"/>
                  </a:lnTo>
                  <a:lnTo>
                    <a:pt x="71465" y="45265"/>
                  </a:lnTo>
                  <a:lnTo>
                    <a:pt x="60621" y="52004"/>
                  </a:lnTo>
                  <a:lnTo>
                    <a:pt x="53090" y="56685"/>
                  </a:lnTo>
                  <a:lnTo>
                    <a:pt x="45559" y="61365"/>
                  </a:lnTo>
                  <a:lnTo>
                    <a:pt x="38028" y="66045"/>
                  </a:lnTo>
                  <a:lnTo>
                    <a:pt x="27270" y="72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122350" y="1627860"/>
              <a:ext cx="53247" cy="49762"/>
            </a:xfrm>
            <a:custGeom>
              <a:avLst/>
              <a:pathLst>
                <a:path w="53247" h="49762">
                  <a:moveTo>
                    <a:pt x="8650" y="25380"/>
                  </a:moveTo>
                  <a:lnTo>
                    <a:pt x="0" y="0"/>
                  </a:lnTo>
                  <a:lnTo>
                    <a:pt x="18192" y="12182"/>
                  </a:lnTo>
                  <a:lnTo>
                    <a:pt x="33057" y="22137"/>
                  </a:lnTo>
                  <a:lnTo>
                    <a:pt x="53247" y="35658"/>
                  </a:lnTo>
                  <a:lnTo>
                    <a:pt x="33952" y="43158"/>
                  </a:lnTo>
                  <a:lnTo>
                    <a:pt x="16961" y="497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66550" y="1620366"/>
              <a:ext cx="67138" cy="73398"/>
            </a:xfrm>
            <a:custGeom>
              <a:avLst/>
              <a:pathLst>
                <a:path w="67138" h="73398">
                  <a:moveTo>
                    <a:pt x="52089" y="13359"/>
                  </a:moveTo>
                  <a:lnTo>
                    <a:pt x="56250" y="25758"/>
                  </a:lnTo>
                  <a:lnTo>
                    <a:pt x="62032" y="42987"/>
                  </a:lnTo>
                  <a:lnTo>
                    <a:pt x="64452" y="50200"/>
                  </a:lnTo>
                  <a:lnTo>
                    <a:pt x="67138" y="58203"/>
                  </a:lnTo>
                  <a:lnTo>
                    <a:pt x="60479" y="60154"/>
                  </a:lnTo>
                  <a:lnTo>
                    <a:pt x="54109" y="62020"/>
                  </a:lnTo>
                  <a:lnTo>
                    <a:pt x="43274" y="65195"/>
                  </a:lnTo>
                  <a:lnTo>
                    <a:pt x="40798" y="65920"/>
                  </a:lnTo>
                  <a:lnTo>
                    <a:pt x="30389" y="68970"/>
                  </a:lnTo>
                  <a:lnTo>
                    <a:pt x="15274" y="73398"/>
                  </a:lnTo>
                  <a:lnTo>
                    <a:pt x="14580" y="70569"/>
                  </a:lnTo>
                  <a:lnTo>
                    <a:pt x="13124" y="64637"/>
                  </a:lnTo>
                  <a:lnTo>
                    <a:pt x="11720" y="58916"/>
                  </a:lnTo>
                  <a:lnTo>
                    <a:pt x="8808" y="47050"/>
                  </a:lnTo>
                  <a:lnTo>
                    <a:pt x="0" y="11154"/>
                  </a:lnTo>
                  <a:lnTo>
                    <a:pt x="12633" y="8194"/>
                  </a:lnTo>
                  <a:lnTo>
                    <a:pt x="27091" y="4806"/>
                  </a:lnTo>
                  <a:lnTo>
                    <a:pt x="38240" y="2194"/>
                  </a:lnTo>
                  <a:lnTo>
                    <a:pt x="476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83943" y="1683815"/>
              <a:ext cx="77767" cy="63498"/>
            </a:xfrm>
            <a:custGeom>
              <a:avLst/>
              <a:pathLst>
                <a:path w="77767" h="63498">
                  <a:moveTo>
                    <a:pt x="14924" y="11039"/>
                  </a:moveTo>
                  <a:lnTo>
                    <a:pt x="25430" y="7777"/>
                  </a:lnTo>
                  <a:lnTo>
                    <a:pt x="35936" y="4516"/>
                  </a:lnTo>
                  <a:lnTo>
                    <a:pt x="50487" y="0"/>
                  </a:lnTo>
                  <a:lnTo>
                    <a:pt x="58068" y="16241"/>
                  </a:lnTo>
                  <a:lnTo>
                    <a:pt x="63808" y="28539"/>
                  </a:lnTo>
                  <a:lnTo>
                    <a:pt x="69548" y="40837"/>
                  </a:lnTo>
                  <a:lnTo>
                    <a:pt x="77767" y="58445"/>
                  </a:lnTo>
                  <a:lnTo>
                    <a:pt x="63968" y="63498"/>
                  </a:lnTo>
                  <a:lnTo>
                    <a:pt x="45507" y="56860"/>
                  </a:lnTo>
                  <a:lnTo>
                    <a:pt x="11366" y="44583"/>
                  </a:lnTo>
                  <a:lnTo>
                    <a:pt x="7000" y="33477"/>
                  </a:lnTo>
                  <a:lnTo>
                    <a:pt x="4666" y="27542"/>
                  </a:lnTo>
                  <a:lnTo>
                    <a:pt x="2333" y="21607"/>
                  </a:lnTo>
                  <a:lnTo>
                    <a:pt x="0" y="156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341259" y="1508760"/>
              <a:ext cx="73833" cy="41365"/>
            </a:xfrm>
            <a:custGeom>
              <a:avLst/>
              <a:pathLst>
                <a:path w="73833" h="41365">
                  <a:moveTo>
                    <a:pt x="57641" y="20459"/>
                  </a:moveTo>
                  <a:lnTo>
                    <a:pt x="49871" y="24120"/>
                  </a:lnTo>
                  <a:lnTo>
                    <a:pt x="13267" y="41365"/>
                  </a:lnTo>
                  <a:lnTo>
                    <a:pt x="9511" y="29655"/>
                  </a:lnTo>
                  <a:lnTo>
                    <a:pt x="5067" y="15797"/>
                  </a:lnTo>
                  <a:lnTo>
                    <a:pt x="706" y="2201"/>
                  </a:lnTo>
                  <a:lnTo>
                    <a:pt x="0" y="0"/>
                  </a:lnTo>
                  <a:lnTo>
                    <a:pt x="73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80324" y="1508760"/>
              <a:ext cx="67432" cy="72655"/>
            </a:xfrm>
            <a:custGeom>
              <a:avLst/>
              <a:pathLst>
                <a:path w="67432" h="72655">
                  <a:moveTo>
                    <a:pt x="55281" y="3624"/>
                  </a:moveTo>
                  <a:lnTo>
                    <a:pt x="57511" y="11786"/>
                  </a:lnTo>
                  <a:lnTo>
                    <a:pt x="59740" y="19948"/>
                  </a:lnTo>
                  <a:lnTo>
                    <a:pt x="61969" y="28110"/>
                  </a:lnTo>
                  <a:lnTo>
                    <a:pt x="64199" y="36272"/>
                  </a:lnTo>
                  <a:lnTo>
                    <a:pt x="67432" y="48111"/>
                  </a:lnTo>
                  <a:lnTo>
                    <a:pt x="45057" y="60453"/>
                  </a:lnTo>
                  <a:lnTo>
                    <a:pt x="22936" y="72655"/>
                  </a:lnTo>
                  <a:lnTo>
                    <a:pt x="19289" y="61100"/>
                  </a:lnTo>
                  <a:lnTo>
                    <a:pt x="16921" y="53602"/>
                  </a:lnTo>
                  <a:lnTo>
                    <a:pt x="14554" y="46104"/>
                  </a:lnTo>
                  <a:lnTo>
                    <a:pt x="12187" y="38605"/>
                  </a:lnTo>
                  <a:lnTo>
                    <a:pt x="9820" y="31107"/>
                  </a:lnTo>
                  <a:lnTo>
                    <a:pt x="7453" y="23609"/>
                  </a:lnTo>
                  <a:lnTo>
                    <a:pt x="5085" y="16110"/>
                  </a:lnTo>
                  <a:lnTo>
                    <a:pt x="2718" y="8612"/>
                  </a:lnTo>
                  <a:lnTo>
                    <a:pt x="351" y="1114"/>
                  </a:lnTo>
                  <a:lnTo>
                    <a:pt x="0" y="0"/>
                  </a:lnTo>
                  <a:lnTo>
                    <a:pt x="542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4002084" y="1634841"/>
              <a:ext cx="91860" cy="111938"/>
            </a:xfrm>
            <a:custGeom>
              <a:avLst/>
              <a:pathLst>
                <a:path w="91860" h="111938">
                  <a:moveTo>
                    <a:pt x="20068" y="10126"/>
                  </a:moveTo>
                  <a:lnTo>
                    <a:pt x="36346" y="5641"/>
                  </a:lnTo>
                  <a:lnTo>
                    <a:pt x="56824" y="0"/>
                  </a:lnTo>
                  <a:lnTo>
                    <a:pt x="59993" y="13786"/>
                  </a:lnTo>
                  <a:lnTo>
                    <a:pt x="62141" y="23128"/>
                  </a:lnTo>
                  <a:lnTo>
                    <a:pt x="64288" y="32470"/>
                  </a:lnTo>
                  <a:lnTo>
                    <a:pt x="66436" y="41812"/>
                  </a:lnTo>
                  <a:lnTo>
                    <a:pt x="68583" y="51155"/>
                  </a:lnTo>
                  <a:lnTo>
                    <a:pt x="70140" y="57927"/>
                  </a:lnTo>
                  <a:lnTo>
                    <a:pt x="71198" y="60335"/>
                  </a:lnTo>
                  <a:lnTo>
                    <a:pt x="71389" y="60770"/>
                  </a:lnTo>
                  <a:lnTo>
                    <a:pt x="75045" y="69090"/>
                  </a:lnTo>
                  <a:lnTo>
                    <a:pt x="78891" y="77844"/>
                  </a:lnTo>
                  <a:lnTo>
                    <a:pt x="82737" y="86598"/>
                  </a:lnTo>
                  <a:lnTo>
                    <a:pt x="85819" y="93612"/>
                  </a:lnTo>
                  <a:lnTo>
                    <a:pt x="86512" y="95384"/>
                  </a:lnTo>
                  <a:lnTo>
                    <a:pt x="91860" y="109050"/>
                  </a:lnTo>
                  <a:lnTo>
                    <a:pt x="75327" y="111938"/>
                  </a:lnTo>
                  <a:lnTo>
                    <a:pt x="65798" y="87987"/>
                  </a:lnTo>
                  <a:lnTo>
                    <a:pt x="59400" y="89362"/>
                  </a:lnTo>
                  <a:lnTo>
                    <a:pt x="29117" y="95873"/>
                  </a:lnTo>
                  <a:lnTo>
                    <a:pt x="28404" y="96026"/>
                  </a:lnTo>
                  <a:lnTo>
                    <a:pt x="24526" y="85052"/>
                  </a:lnTo>
                  <a:lnTo>
                    <a:pt x="22643" y="79724"/>
                  </a:lnTo>
                  <a:lnTo>
                    <a:pt x="20759" y="74395"/>
                  </a:lnTo>
                  <a:lnTo>
                    <a:pt x="18876" y="69066"/>
                  </a:lnTo>
                  <a:lnTo>
                    <a:pt x="16993" y="63738"/>
                  </a:lnTo>
                  <a:lnTo>
                    <a:pt x="15110" y="58409"/>
                  </a:lnTo>
                  <a:lnTo>
                    <a:pt x="13226" y="53080"/>
                  </a:lnTo>
                  <a:lnTo>
                    <a:pt x="11343" y="47752"/>
                  </a:lnTo>
                  <a:lnTo>
                    <a:pt x="9460" y="42423"/>
                  </a:lnTo>
                  <a:lnTo>
                    <a:pt x="7577" y="37095"/>
                  </a:lnTo>
                  <a:lnTo>
                    <a:pt x="5693" y="31766"/>
                  </a:lnTo>
                  <a:lnTo>
                    <a:pt x="3810" y="26437"/>
                  </a:lnTo>
                  <a:lnTo>
                    <a:pt x="0" y="15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86307" y="1601168"/>
              <a:ext cx="254115" cy="328022"/>
            </a:xfrm>
            <a:custGeom>
              <a:avLst/>
              <a:pathLst>
                <a:path w="254115" h="328022">
                  <a:moveTo>
                    <a:pt x="194373" y="74869"/>
                  </a:moveTo>
                  <a:lnTo>
                    <a:pt x="202134" y="97040"/>
                  </a:lnTo>
                  <a:lnTo>
                    <a:pt x="209329" y="117598"/>
                  </a:lnTo>
                  <a:lnTo>
                    <a:pt x="218011" y="142399"/>
                  </a:lnTo>
                  <a:lnTo>
                    <a:pt x="220099" y="148364"/>
                  </a:lnTo>
                  <a:lnTo>
                    <a:pt x="223766" y="158842"/>
                  </a:lnTo>
                  <a:lnTo>
                    <a:pt x="226007" y="165243"/>
                  </a:lnTo>
                  <a:lnTo>
                    <a:pt x="228097" y="171214"/>
                  </a:lnTo>
                  <a:lnTo>
                    <a:pt x="230610" y="178392"/>
                  </a:lnTo>
                  <a:lnTo>
                    <a:pt x="232660" y="184250"/>
                  </a:lnTo>
                  <a:lnTo>
                    <a:pt x="234472" y="189425"/>
                  </a:lnTo>
                  <a:lnTo>
                    <a:pt x="239236" y="203037"/>
                  </a:lnTo>
                  <a:lnTo>
                    <a:pt x="241362" y="209110"/>
                  </a:lnTo>
                  <a:lnTo>
                    <a:pt x="243635" y="215605"/>
                  </a:lnTo>
                  <a:lnTo>
                    <a:pt x="245795" y="221776"/>
                  </a:lnTo>
                  <a:lnTo>
                    <a:pt x="247886" y="227750"/>
                  </a:lnTo>
                  <a:lnTo>
                    <a:pt x="250388" y="234897"/>
                  </a:lnTo>
                  <a:lnTo>
                    <a:pt x="250925" y="241959"/>
                  </a:lnTo>
                  <a:lnTo>
                    <a:pt x="251308" y="246994"/>
                  </a:lnTo>
                  <a:lnTo>
                    <a:pt x="251718" y="252396"/>
                  </a:lnTo>
                  <a:lnTo>
                    <a:pt x="252092" y="257303"/>
                  </a:lnTo>
                  <a:lnTo>
                    <a:pt x="252571" y="263608"/>
                  </a:lnTo>
                  <a:lnTo>
                    <a:pt x="252954" y="268649"/>
                  </a:lnTo>
                  <a:lnTo>
                    <a:pt x="253683" y="278246"/>
                  </a:lnTo>
                  <a:lnTo>
                    <a:pt x="254115" y="283919"/>
                  </a:lnTo>
                  <a:lnTo>
                    <a:pt x="248146" y="293072"/>
                  </a:lnTo>
                  <a:lnTo>
                    <a:pt x="238997" y="307103"/>
                  </a:lnTo>
                  <a:lnTo>
                    <a:pt x="225356" y="328022"/>
                  </a:lnTo>
                  <a:lnTo>
                    <a:pt x="220313" y="326361"/>
                  </a:lnTo>
                  <a:lnTo>
                    <a:pt x="207200" y="322041"/>
                  </a:lnTo>
                  <a:lnTo>
                    <a:pt x="195274" y="318111"/>
                  </a:lnTo>
                  <a:lnTo>
                    <a:pt x="184146" y="314445"/>
                  </a:lnTo>
                  <a:lnTo>
                    <a:pt x="159179" y="306220"/>
                  </a:lnTo>
                  <a:lnTo>
                    <a:pt x="113299" y="291105"/>
                  </a:lnTo>
                  <a:lnTo>
                    <a:pt x="109160" y="289741"/>
                  </a:lnTo>
                  <a:lnTo>
                    <a:pt x="23827" y="259411"/>
                  </a:lnTo>
                  <a:lnTo>
                    <a:pt x="0" y="231345"/>
                  </a:lnTo>
                  <a:lnTo>
                    <a:pt x="10899" y="218543"/>
                  </a:lnTo>
                  <a:lnTo>
                    <a:pt x="22837" y="226843"/>
                  </a:lnTo>
                  <a:lnTo>
                    <a:pt x="31359" y="232768"/>
                  </a:lnTo>
                  <a:lnTo>
                    <a:pt x="42187" y="234365"/>
                  </a:lnTo>
                  <a:lnTo>
                    <a:pt x="53936" y="236097"/>
                  </a:lnTo>
                  <a:lnTo>
                    <a:pt x="57320" y="232162"/>
                  </a:lnTo>
                  <a:lnTo>
                    <a:pt x="60901" y="227997"/>
                  </a:lnTo>
                  <a:lnTo>
                    <a:pt x="70674" y="216630"/>
                  </a:lnTo>
                  <a:lnTo>
                    <a:pt x="79988" y="219553"/>
                  </a:lnTo>
                  <a:lnTo>
                    <a:pt x="85737" y="221357"/>
                  </a:lnTo>
                  <a:lnTo>
                    <a:pt x="99503" y="225678"/>
                  </a:lnTo>
                  <a:lnTo>
                    <a:pt x="102042" y="215754"/>
                  </a:lnTo>
                  <a:lnTo>
                    <a:pt x="104382" y="206604"/>
                  </a:lnTo>
                  <a:lnTo>
                    <a:pt x="108696" y="189744"/>
                  </a:lnTo>
                  <a:lnTo>
                    <a:pt x="112992" y="172952"/>
                  </a:lnTo>
                  <a:lnTo>
                    <a:pt x="104665" y="170327"/>
                  </a:lnTo>
                  <a:lnTo>
                    <a:pt x="98446" y="168367"/>
                  </a:lnTo>
                  <a:lnTo>
                    <a:pt x="88881" y="165353"/>
                  </a:lnTo>
                  <a:lnTo>
                    <a:pt x="81784" y="163116"/>
                  </a:lnTo>
                  <a:lnTo>
                    <a:pt x="53625" y="154241"/>
                  </a:lnTo>
                  <a:lnTo>
                    <a:pt x="38630" y="149515"/>
                  </a:lnTo>
                  <a:lnTo>
                    <a:pt x="21957" y="144260"/>
                  </a:lnTo>
                  <a:lnTo>
                    <a:pt x="24097" y="137997"/>
                  </a:lnTo>
                  <a:lnTo>
                    <a:pt x="26230" y="131753"/>
                  </a:lnTo>
                  <a:lnTo>
                    <a:pt x="29293" y="122788"/>
                  </a:lnTo>
                  <a:lnTo>
                    <a:pt x="36001" y="103158"/>
                  </a:lnTo>
                  <a:lnTo>
                    <a:pt x="40280" y="90635"/>
                  </a:lnTo>
                  <a:lnTo>
                    <a:pt x="74665" y="101962"/>
                  </a:lnTo>
                  <a:lnTo>
                    <a:pt x="76291" y="95236"/>
                  </a:lnTo>
                  <a:lnTo>
                    <a:pt x="86474" y="53120"/>
                  </a:lnTo>
                  <a:lnTo>
                    <a:pt x="58805" y="35802"/>
                  </a:lnTo>
                  <a:lnTo>
                    <a:pt x="68195" y="0"/>
                  </a:lnTo>
                  <a:lnTo>
                    <a:pt x="79287" y="5017"/>
                  </a:lnTo>
                  <a:lnTo>
                    <a:pt x="96416" y="12766"/>
                  </a:lnTo>
                  <a:lnTo>
                    <a:pt x="115289" y="21303"/>
                  </a:lnTo>
                  <a:lnTo>
                    <a:pt x="135996" y="30671"/>
                  </a:lnTo>
                  <a:lnTo>
                    <a:pt x="154446" y="39017"/>
                  </a:lnTo>
                  <a:lnTo>
                    <a:pt x="166109" y="44293"/>
                  </a:lnTo>
                  <a:lnTo>
                    <a:pt x="186974" y="53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69863" y="1916977"/>
              <a:ext cx="38877" cy="46611"/>
            </a:xfrm>
            <a:custGeom>
              <a:avLst/>
              <a:pathLst>
                <a:path w="38877" h="46611">
                  <a:moveTo>
                    <a:pt x="6061" y="25444"/>
                  </a:moveTo>
                  <a:lnTo>
                    <a:pt x="10397" y="13894"/>
                  </a:lnTo>
                  <a:lnTo>
                    <a:pt x="15615" y="0"/>
                  </a:lnTo>
                  <a:lnTo>
                    <a:pt x="28621" y="3537"/>
                  </a:lnTo>
                  <a:lnTo>
                    <a:pt x="38877" y="6326"/>
                  </a:lnTo>
                  <a:lnTo>
                    <a:pt x="28450" y="26265"/>
                  </a:lnTo>
                  <a:lnTo>
                    <a:pt x="17812" y="46611"/>
                  </a:lnTo>
                  <a:lnTo>
                    <a:pt x="10537" y="44558"/>
                  </a:lnTo>
                  <a:lnTo>
                    <a:pt x="0" y="415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94711" y="1599954"/>
              <a:ext cx="111466" cy="84252"/>
            </a:xfrm>
            <a:custGeom>
              <a:avLst/>
              <a:pathLst>
                <a:path w="111466" h="84252">
                  <a:moveTo>
                    <a:pt x="66659" y="56425"/>
                  </a:moveTo>
                  <a:lnTo>
                    <a:pt x="21789" y="84252"/>
                  </a:lnTo>
                  <a:lnTo>
                    <a:pt x="10703" y="69076"/>
                  </a:lnTo>
                  <a:lnTo>
                    <a:pt x="0" y="54423"/>
                  </a:lnTo>
                  <a:lnTo>
                    <a:pt x="27195" y="39788"/>
                  </a:lnTo>
                  <a:lnTo>
                    <a:pt x="50858" y="27053"/>
                  </a:lnTo>
                  <a:lnTo>
                    <a:pt x="74522" y="14318"/>
                  </a:lnTo>
                  <a:lnTo>
                    <a:pt x="101127" y="0"/>
                  </a:lnTo>
                  <a:lnTo>
                    <a:pt x="106381" y="14553"/>
                  </a:lnTo>
                  <a:lnTo>
                    <a:pt x="111466" y="28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206319" y="1847361"/>
              <a:ext cx="75202" cy="45289"/>
            </a:xfrm>
            <a:custGeom>
              <a:avLst/>
              <a:pathLst>
                <a:path w="75202" h="45289">
                  <a:moveTo>
                    <a:pt x="53652" y="21451"/>
                  </a:moveTo>
                  <a:lnTo>
                    <a:pt x="75202" y="45289"/>
                  </a:lnTo>
                  <a:lnTo>
                    <a:pt x="41279" y="44580"/>
                  </a:lnTo>
                  <a:lnTo>
                    <a:pt x="9606" y="43918"/>
                  </a:lnTo>
                  <a:lnTo>
                    <a:pt x="4933" y="27807"/>
                  </a:lnTo>
                  <a:lnTo>
                    <a:pt x="0" y="10801"/>
                  </a:lnTo>
                  <a:lnTo>
                    <a:pt x="10154" y="7600"/>
                  </a:lnTo>
                  <a:lnTo>
                    <a:pt x="16180" y="5700"/>
                  </a:lnTo>
                  <a:lnTo>
                    <a:pt x="22206" y="3800"/>
                  </a:lnTo>
                  <a:lnTo>
                    <a:pt x="28232" y="1900"/>
                  </a:lnTo>
                  <a:lnTo>
                    <a:pt x="342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206324" y="1906495"/>
              <a:ext cx="273445" cy="75993"/>
            </a:xfrm>
            <a:custGeom>
              <a:avLst/>
              <a:pathLst>
                <a:path w="273445" h="75993">
                  <a:moveTo>
                    <a:pt x="62952" y="324"/>
                  </a:moveTo>
                  <a:lnTo>
                    <a:pt x="66128" y="427"/>
                  </a:lnTo>
                  <a:lnTo>
                    <a:pt x="69702" y="544"/>
                  </a:lnTo>
                  <a:lnTo>
                    <a:pt x="71291" y="596"/>
                  </a:lnTo>
                  <a:lnTo>
                    <a:pt x="74073" y="687"/>
                  </a:lnTo>
                  <a:lnTo>
                    <a:pt x="76457" y="765"/>
                  </a:lnTo>
                  <a:lnTo>
                    <a:pt x="78445" y="830"/>
                  </a:lnTo>
                  <a:lnTo>
                    <a:pt x="80035" y="882"/>
                  </a:lnTo>
                  <a:lnTo>
                    <a:pt x="82819" y="973"/>
                  </a:lnTo>
                  <a:lnTo>
                    <a:pt x="85206" y="1051"/>
                  </a:lnTo>
                  <a:lnTo>
                    <a:pt x="86403" y="1090"/>
                  </a:lnTo>
                  <a:lnTo>
                    <a:pt x="86798" y="1103"/>
                  </a:lnTo>
                  <a:lnTo>
                    <a:pt x="89584" y="1194"/>
                  </a:lnTo>
                  <a:lnTo>
                    <a:pt x="90380" y="1220"/>
                  </a:lnTo>
                  <a:lnTo>
                    <a:pt x="92371" y="1285"/>
                  </a:lnTo>
                  <a:lnTo>
                    <a:pt x="95556" y="1389"/>
                  </a:lnTo>
                  <a:lnTo>
                    <a:pt x="97947" y="1467"/>
                  </a:lnTo>
                  <a:lnTo>
                    <a:pt x="99939" y="1532"/>
                  </a:lnTo>
                  <a:lnTo>
                    <a:pt x="101134" y="1571"/>
                  </a:lnTo>
                  <a:lnTo>
                    <a:pt x="104722" y="1688"/>
                  </a:lnTo>
                  <a:lnTo>
                    <a:pt x="106317" y="1740"/>
                  </a:lnTo>
                  <a:lnTo>
                    <a:pt x="106778" y="1755"/>
                  </a:lnTo>
                  <a:lnTo>
                    <a:pt x="110305" y="1871"/>
                  </a:lnTo>
                  <a:lnTo>
                    <a:pt x="113497" y="1975"/>
                  </a:lnTo>
                  <a:lnTo>
                    <a:pt x="115879" y="2451"/>
                  </a:lnTo>
                  <a:lnTo>
                    <a:pt x="117077" y="2490"/>
                  </a:lnTo>
                  <a:lnTo>
                    <a:pt x="119859" y="2980"/>
                  </a:lnTo>
                  <a:lnTo>
                    <a:pt x="121457" y="3032"/>
                  </a:lnTo>
                  <a:lnTo>
                    <a:pt x="124640" y="3535"/>
                  </a:lnTo>
                  <a:lnTo>
                    <a:pt x="125439" y="3561"/>
                  </a:lnTo>
                  <a:lnTo>
                    <a:pt x="126638" y="3601"/>
                  </a:lnTo>
                  <a:lnTo>
                    <a:pt x="127034" y="3614"/>
                  </a:lnTo>
                  <a:lnTo>
                    <a:pt x="129435" y="3692"/>
                  </a:lnTo>
                  <a:lnTo>
                    <a:pt x="131422" y="4156"/>
                  </a:lnTo>
                  <a:lnTo>
                    <a:pt x="133797" y="5032"/>
                  </a:lnTo>
                  <a:lnTo>
                    <a:pt x="134984" y="5470"/>
                  </a:lnTo>
                  <a:lnTo>
                    <a:pt x="136972" y="5934"/>
                  </a:lnTo>
                  <a:lnTo>
                    <a:pt x="139748" y="6824"/>
                  </a:lnTo>
                  <a:lnTo>
                    <a:pt x="140937" y="7262"/>
                  </a:lnTo>
                  <a:lnTo>
                    <a:pt x="142125" y="7700"/>
                  </a:lnTo>
                  <a:lnTo>
                    <a:pt x="144902" y="8590"/>
                  </a:lnTo>
                  <a:lnTo>
                    <a:pt x="146675" y="8648"/>
                  </a:lnTo>
                  <a:lnTo>
                    <a:pt x="146904" y="8656"/>
                  </a:lnTo>
                  <a:lnTo>
                    <a:pt x="148882" y="9520"/>
                  </a:lnTo>
                  <a:lnTo>
                    <a:pt x="150472" y="9972"/>
                  </a:lnTo>
                  <a:lnTo>
                    <a:pt x="152851" y="10849"/>
                  </a:lnTo>
                  <a:lnTo>
                    <a:pt x="154040" y="11287"/>
                  </a:lnTo>
                  <a:lnTo>
                    <a:pt x="155631" y="11739"/>
                  </a:lnTo>
                  <a:lnTo>
                    <a:pt x="159214" y="12657"/>
                  </a:lnTo>
                  <a:lnTo>
                    <a:pt x="160404" y="13096"/>
                  </a:lnTo>
                  <a:lnTo>
                    <a:pt x="160781" y="13907"/>
                  </a:lnTo>
                  <a:lnTo>
                    <a:pt x="163174" y="14386"/>
                  </a:lnTo>
                  <a:lnTo>
                    <a:pt x="165143" y="15650"/>
                  </a:lnTo>
                  <a:lnTo>
                    <a:pt x="165387" y="15845"/>
                  </a:lnTo>
                  <a:lnTo>
                    <a:pt x="166710" y="16901"/>
                  </a:lnTo>
                  <a:lnTo>
                    <a:pt x="168290" y="17753"/>
                  </a:lnTo>
                  <a:lnTo>
                    <a:pt x="169482" y="18192"/>
                  </a:lnTo>
                  <a:lnTo>
                    <a:pt x="171050" y="19444"/>
                  </a:lnTo>
                  <a:lnTo>
                    <a:pt x="173032" y="20309"/>
                  </a:lnTo>
                  <a:lnTo>
                    <a:pt x="175428" y="20789"/>
                  </a:lnTo>
                  <a:lnTo>
                    <a:pt x="176608" y="21628"/>
                  </a:lnTo>
                  <a:lnTo>
                    <a:pt x="178993" y="22508"/>
                  </a:lnTo>
                  <a:lnTo>
                    <a:pt x="180976" y="23374"/>
                  </a:lnTo>
                  <a:lnTo>
                    <a:pt x="182558" y="24227"/>
                  </a:lnTo>
                  <a:lnTo>
                    <a:pt x="183667" y="24542"/>
                  </a:lnTo>
                  <a:lnTo>
                    <a:pt x="184153" y="24680"/>
                  </a:lnTo>
                  <a:lnTo>
                    <a:pt x="184944" y="25107"/>
                  </a:lnTo>
                  <a:lnTo>
                    <a:pt x="187720" y="26400"/>
                  </a:lnTo>
                  <a:lnTo>
                    <a:pt x="190107" y="27280"/>
                  </a:lnTo>
                  <a:lnTo>
                    <a:pt x="191301" y="27721"/>
                  </a:lnTo>
                  <a:lnTo>
                    <a:pt x="192884" y="28574"/>
                  </a:lnTo>
                  <a:lnTo>
                    <a:pt x="195285" y="29056"/>
                  </a:lnTo>
                  <a:lnTo>
                    <a:pt x="197272" y="29923"/>
                  </a:lnTo>
                  <a:lnTo>
                    <a:pt x="199271" y="30391"/>
                  </a:lnTo>
                  <a:lnTo>
                    <a:pt x="201661" y="31272"/>
                  </a:lnTo>
                  <a:lnTo>
                    <a:pt x="202670" y="31816"/>
                  </a:lnTo>
                  <a:lnTo>
                    <a:pt x="203246" y="32127"/>
                  </a:lnTo>
                  <a:lnTo>
                    <a:pt x="204453" y="32168"/>
                  </a:lnTo>
                  <a:lnTo>
                    <a:pt x="206832" y="33449"/>
                  </a:lnTo>
                  <a:lnTo>
                    <a:pt x="209613" y="34745"/>
                  </a:lnTo>
                  <a:lnTo>
                    <a:pt x="210809" y="35186"/>
                  </a:lnTo>
                  <a:lnTo>
                    <a:pt x="213188" y="36468"/>
                  </a:lnTo>
                  <a:lnTo>
                    <a:pt x="214788" y="36923"/>
                  </a:lnTo>
                  <a:lnTo>
                    <a:pt x="217558" y="38620"/>
                  </a:lnTo>
                  <a:lnTo>
                    <a:pt x="219561" y="39089"/>
                  </a:lnTo>
                  <a:lnTo>
                    <a:pt x="221150" y="40109"/>
                  </a:lnTo>
                  <a:lnTo>
                    <a:pt x="221539" y="40358"/>
                  </a:lnTo>
                  <a:lnTo>
                    <a:pt x="223530" y="41228"/>
                  </a:lnTo>
                  <a:lnTo>
                    <a:pt x="225131" y="41683"/>
                  </a:lnTo>
                  <a:lnTo>
                    <a:pt x="225925" y="42111"/>
                  </a:lnTo>
                  <a:lnTo>
                    <a:pt x="229115" y="43423"/>
                  </a:lnTo>
                  <a:lnTo>
                    <a:pt x="231107" y="44293"/>
                  </a:lnTo>
                  <a:lnTo>
                    <a:pt x="232709" y="44749"/>
                  </a:lnTo>
                  <a:lnTo>
                    <a:pt x="234312" y="45205"/>
                  </a:lnTo>
                  <a:lnTo>
                    <a:pt x="236305" y="46075"/>
                  </a:lnTo>
                  <a:lnTo>
                    <a:pt x="238716" y="46560"/>
                  </a:lnTo>
                  <a:lnTo>
                    <a:pt x="240321" y="46936"/>
                  </a:lnTo>
                  <a:lnTo>
                    <a:pt x="240723" y="47030"/>
                  </a:lnTo>
                  <a:lnTo>
                    <a:pt x="242326" y="47487"/>
                  </a:lnTo>
                  <a:lnTo>
                    <a:pt x="244738" y="47972"/>
                  </a:lnTo>
                  <a:lnTo>
                    <a:pt x="246355" y="48028"/>
                  </a:lnTo>
                  <a:lnTo>
                    <a:pt x="247568" y="48070"/>
                  </a:lnTo>
                  <a:lnTo>
                    <a:pt x="250386" y="48569"/>
                  </a:lnTo>
                  <a:lnTo>
                    <a:pt x="252395" y="49040"/>
                  </a:lnTo>
                  <a:lnTo>
                    <a:pt x="254823" y="49125"/>
                  </a:lnTo>
                  <a:lnTo>
                    <a:pt x="256846" y="49195"/>
                  </a:lnTo>
                  <a:lnTo>
                    <a:pt x="259679" y="49294"/>
                  </a:lnTo>
                  <a:lnTo>
                    <a:pt x="260489" y="49322"/>
                  </a:lnTo>
                  <a:lnTo>
                    <a:pt x="262906" y="49807"/>
                  </a:lnTo>
                  <a:lnTo>
                    <a:pt x="265741" y="49906"/>
                  </a:lnTo>
                  <a:lnTo>
                    <a:pt x="268171" y="49991"/>
                  </a:lnTo>
                  <a:lnTo>
                    <a:pt x="270821" y="62379"/>
                  </a:lnTo>
                  <a:lnTo>
                    <a:pt x="273445" y="74646"/>
                  </a:lnTo>
                  <a:lnTo>
                    <a:pt x="244235" y="75993"/>
                  </a:lnTo>
                  <a:lnTo>
                    <a:pt x="232079" y="64347"/>
                  </a:lnTo>
                  <a:lnTo>
                    <a:pt x="140525" y="33977"/>
                  </a:lnTo>
                  <a:lnTo>
                    <a:pt x="120113" y="36815"/>
                  </a:lnTo>
                  <a:lnTo>
                    <a:pt x="99207" y="39722"/>
                  </a:lnTo>
                  <a:lnTo>
                    <a:pt x="99438" y="58818"/>
                  </a:lnTo>
                  <a:lnTo>
                    <a:pt x="78738" y="58874"/>
                  </a:lnTo>
                  <a:lnTo>
                    <a:pt x="77807" y="22684"/>
                  </a:lnTo>
                  <a:lnTo>
                    <a:pt x="43803" y="17566"/>
                  </a:lnTo>
                  <a:lnTo>
                    <a:pt x="12292" y="26412"/>
                  </a:lnTo>
                  <a:lnTo>
                    <a:pt x="6334" y="20451"/>
                  </a:lnTo>
                  <a:lnTo>
                    <a:pt x="0" y="14114"/>
                  </a:lnTo>
                  <a:lnTo>
                    <a:pt x="1599" y="13375"/>
                  </a:lnTo>
                  <a:lnTo>
                    <a:pt x="2815" y="12227"/>
                  </a:lnTo>
                  <a:lnTo>
                    <a:pt x="4809" y="11501"/>
                  </a:lnTo>
                  <a:lnTo>
                    <a:pt x="6792" y="11171"/>
                  </a:lnTo>
                  <a:lnTo>
                    <a:pt x="9182" y="10458"/>
                  </a:lnTo>
                  <a:lnTo>
                    <a:pt x="11561" y="10141"/>
                  </a:lnTo>
                  <a:lnTo>
                    <a:pt x="13568" y="9019"/>
                  </a:lnTo>
                  <a:lnTo>
                    <a:pt x="15553" y="8688"/>
                  </a:lnTo>
                  <a:lnTo>
                    <a:pt x="16760" y="7935"/>
                  </a:lnTo>
                  <a:lnTo>
                    <a:pt x="17968" y="7182"/>
                  </a:lnTo>
                  <a:lnTo>
                    <a:pt x="20372" y="6072"/>
                  </a:lnTo>
                  <a:lnTo>
                    <a:pt x="22765" y="5358"/>
                  </a:lnTo>
                  <a:lnTo>
                    <a:pt x="23973" y="4604"/>
                  </a:lnTo>
                  <a:lnTo>
                    <a:pt x="25773" y="4305"/>
                  </a:lnTo>
                  <a:lnTo>
                    <a:pt x="25961" y="4273"/>
                  </a:lnTo>
                  <a:lnTo>
                    <a:pt x="27960" y="3546"/>
                  </a:lnTo>
                  <a:lnTo>
                    <a:pt x="29960" y="2818"/>
                  </a:lnTo>
                  <a:lnTo>
                    <a:pt x="31950" y="2486"/>
                  </a:lnTo>
                  <a:lnTo>
                    <a:pt x="33939" y="2154"/>
                  </a:lnTo>
                  <a:lnTo>
                    <a:pt x="36721" y="1849"/>
                  </a:lnTo>
                  <a:lnTo>
                    <a:pt x="39119" y="1133"/>
                  </a:lnTo>
                  <a:lnTo>
                    <a:pt x="40307" y="1172"/>
                  </a:lnTo>
                  <a:lnTo>
                    <a:pt x="41902" y="827"/>
                  </a:lnTo>
                  <a:lnTo>
                    <a:pt x="44687" y="521"/>
                  </a:lnTo>
                  <a:lnTo>
                    <a:pt x="45681" y="388"/>
                  </a:lnTo>
                  <a:lnTo>
                    <a:pt x="47075" y="202"/>
                  </a:lnTo>
                  <a:lnTo>
                    <a:pt x="48661" y="254"/>
                  </a:lnTo>
                  <a:lnTo>
                    <a:pt x="50643" y="319"/>
                  </a:lnTo>
                  <a:lnTo>
                    <a:pt x="53033" y="0"/>
                  </a:lnTo>
                  <a:lnTo>
                    <a:pt x="55016" y="64"/>
                  </a:lnTo>
                  <a:lnTo>
                    <a:pt x="57396" y="142"/>
                  </a:lnTo>
                  <a:lnTo>
                    <a:pt x="59776" y="220"/>
                  </a:lnTo>
                  <a:lnTo>
                    <a:pt x="62158" y="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64377" y="4519286"/>
              <a:ext cx="58505" cy="55038"/>
            </a:xfrm>
            <a:custGeom>
              <a:avLst/>
              <a:pathLst>
                <a:path w="58505" h="55038">
                  <a:moveTo>
                    <a:pt x="49941" y="37494"/>
                  </a:moveTo>
                  <a:lnTo>
                    <a:pt x="33834" y="55038"/>
                  </a:lnTo>
                  <a:lnTo>
                    <a:pt x="24042" y="46175"/>
                  </a:lnTo>
                  <a:lnTo>
                    <a:pt x="11454" y="34781"/>
                  </a:lnTo>
                  <a:lnTo>
                    <a:pt x="0" y="24414"/>
                  </a:lnTo>
                  <a:lnTo>
                    <a:pt x="9806" y="17370"/>
                  </a:lnTo>
                  <a:lnTo>
                    <a:pt x="13040" y="15047"/>
                  </a:lnTo>
                  <a:lnTo>
                    <a:pt x="11278" y="10364"/>
                  </a:lnTo>
                  <a:lnTo>
                    <a:pt x="22459" y="0"/>
                  </a:lnTo>
                  <a:lnTo>
                    <a:pt x="34153" y="8972"/>
                  </a:lnTo>
                  <a:lnTo>
                    <a:pt x="58505" y="27657"/>
                  </a:lnTo>
                  <a:lnTo>
                    <a:pt x="55333" y="316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0394" y="4466279"/>
              <a:ext cx="950358" cy="1147251"/>
            </a:xfrm>
            <a:custGeom>
              <a:avLst/>
              <a:pathLst>
                <a:path w="950358" h="1147251">
                  <a:moveTo>
                    <a:pt x="29040" y="513081"/>
                  </a:move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lnTo>
                    <a:pt x="64761" y="5822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836646" y="3185492"/>
              <a:ext cx="186716" cy="308725"/>
            </a:xfrm>
            <a:custGeom>
              <a:avLst/>
              <a:pathLst>
                <a:path w="186716" h="308725">
                  <a:moveTo>
                    <a:pt x="18411" y="12616"/>
                  </a:moveTo>
                  <a:lnTo>
                    <a:pt x="28535" y="19553"/>
                  </a:lnTo>
                  <a:lnTo>
                    <a:pt x="73622" y="50448"/>
                  </a:lnTo>
                  <a:lnTo>
                    <a:pt x="79162" y="54244"/>
                  </a:lnTo>
                  <a:lnTo>
                    <a:pt x="117554" y="80551"/>
                  </a:lnTo>
                  <a:lnTo>
                    <a:pt x="119798" y="81956"/>
                  </a:lnTo>
                  <a:lnTo>
                    <a:pt x="125003" y="85655"/>
                  </a:lnTo>
                  <a:lnTo>
                    <a:pt x="186716" y="127942"/>
                  </a:lnTo>
                  <a:lnTo>
                    <a:pt x="185928" y="129145"/>
                  </a:lnTo>
                  <a:lnTo>
                    <a:pt x="184055" y="132006"/>
                  </a:lnTo>
                  <a:lnTo>
                    <a:pt x="132830" y="210245"/>
                  </a:lnTo>
                  <a:lnTo>
                    <a:pt x="126469" y="206125"/>
                  </a:lnTo>
                  <a:lnTo>
                    <a:pt x="101060" y="188318"/>
                  </a:lnTo>
                  <a:lnTo>
                    <a:pt x="84697" y="175630"/>
                  </a:lnTo>
                  <a:lnTo>
                    <a:pt x="43036" y="238876"/>
                  </a:lnTo>
                  <a:lnTo>
                    <a:pt x="42118" y="240363"/>
                  </a:lnTo>
                  <a:lnTo>
                    <a:pt x="16750" y="281539"/>
                  </a:lnTo>
                  <a:lnTo>
                    <a:pt x="0" y="30872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836646" y="1722942"/>
              <a:ext cx="936189" cy="904305"/>
            </a:xfrm>
            <a:custGeom>
              <a:avLst/>
              <a:pathLst>
                <a:path w="936189" h="904305">
                  <a:moveTo>
                    <a:pt x="51142" y="34808"/>
                  </a:moveTo>
                  <a:lnTo>
                    <a:pt x="108878" y="74104"/>
                  </a:lnTo>
                  <a:lnTo>
                    <a:pt x="111839" y="84769"/>
                  </a:lnTo>
                  <a:lnTo>
                    <a:pt x="141797" y="97931"/>
                  </a:lnTo>
                  <a:lnTo>
                    <a:pt x="123326" y="127088"/>
                  </a:lnTo>
                  <a:lnTo>
                    <a:pt x="177793" y="162057"/>
                  </a:lnTo>
                  <a:lnTo>
                    <a:pt x="296178" y="239021"/>
                  </a:lnTo>
                  <a:lnTo>
                    <a:pt x="332713" y="262070"/>
                  </a:lnTo>
                  <a:lnTo>
                    <a:pt x="366808" y="280669"/>
                  </a:lnTo>
                  <a:lnTo>
                    <a:pt x="379439" y="285676"/>
                  </a:lnTo>
                  <a:lnTo>
                    <a:pt x="394439" y="291621"/>
                  </a:lnTo>
                  <a:lnTo>
                    <a:pt x="418405" y="299835"/>
                  </a:lnTo>
                  <a:lnTo>
                    <a:pt x="488753" y="303006"/>
                  </a:lnTo>
                  <a:lnTo>
                    <a:pt x="552512" y="295509"/>
                  </a:lnTo>
                  <a:lnTo>
                    <a:pt x="563042" y="326954"/>
                  </a:lnTo>
                  <a:lnTo>
                    <a:pt x="647096" y="290513"/>
                  </a:lnTo>
                  <a:lnTo>
                    <a:pt x="748704" y="314195"/>
                  </a:lnTo>
                  <a:lnTo>
                    <a:pt x="852361" y="418719"/>
                  </a:lnTo>
                  <a:lnTo>
                    <a:pt x="927707" y="494695"/>
                  </a:lnTo>
                  <a:lnTo>
                    <a:pt x="936189" y="503248"/>
                  </a:lnTo>
                  <a:lnTo>
                    <a:pt x="928823" y="509301"/>
                  </a:lnTo>
                  <a:lnTo>
                    <a:pt x="900105" y="532901"/>
                  </a:lnTo>
                  <a:lnTo>
                    <a:pt x="889204" y="542671"/>
                  </a:lnTo>
                  <a:lnTo>
                    <a:pt x="870092" y="559801"/>
                  </a:lnTo>
                  <a:lnTo>
                    <a:pt x="862743" y="567036"/>
                  </a:lnTo>
                  <a:lnTo>
                    <a:pt x="800488" y="628320"/>
                  </a:lnTo>
                  <a:lnTo>
                    <a:pt x="809031" y="636968"/>
                  </a:lnTo>
                  <a:lnTo>
                    <a:pt x="835800" y="664062"/>
                  </a:lnTo>
                  <a:lnTo>
                    <a:pt x="845241" y="737007"/>
                  </a:lnTo>
                  <a:lnTo>
                    <a:pt x="840978" y="747394"/>
                  </a:lnTo>
                  <a:lnTo>
                    <a:pt x="791837" y="732768"/>
                  </a:lnTo>
                  <a:lnTo>
                    <a:pt x="784499" y="730583"/>
                  </a:lnTo>
                  <a:lnTo>
                    <a:pt x="775297" y="728812"/>
                  </a:lnTo>
                  <a:lnTo>
                    <a:pt x="773861" y="728536"/>
                  </a:lnTo>
                  <a:lnTo>
                    <a:pt x="769858" y="727765"/>
                  </a:lnTo>
                  <a:lnTo>
                    <a:pt x="761389" y="726135"/>
                  </a:lnTo>
                  <a:lnTo>
                    <a:pt x="750576" y="724053"/>
                  </a:lnTo>
                  <a:lnTo>
                    <a:pt x="712248" y="718424"/>
                  </a:lnTo>
                  <a:lnTo>
                    <a:pt x="708032" y="718545"/>
                  </a:lnTo>
                  <a:lnTo>
                    <a:pt x="707622" y="718556"/>
                  </a:lnTo>
                  <a:lnTo>
                    <a:pt x="705721" y="718611"/>
                  </a:lnTo>
                  <a:lnTo>
                    <a:pt x="688678" y="719099"/>
                  </a:lnTo>
                  <a:lnTo>
                    <a:pt x="683363" y="718426"/>
                  </a:lnTo>
                  <a:lnTo>
                    <a:pt x="680023" y="718002"/>
                  </a:lnTo>
                  <a:lnTo>
                    <a:pt x="666869" y="716334"/>
                  </a:lnTo>
                  <a:lnTo>
                    <a:pt x="663530" y="715911"/>
                  </a:lnTo>
                  <a:lnTo>
                    <a:pt x="658518" y="715609"/>
                  </a:lnTo>
                  <a:lnTo>
                    <a:pt x="635508" y="714219"/>
                  </a:lnTo>
                  <a:lnTo>
                    <a:pt x="627616" y="728131"/>
                  </a:lnTo>
                  <a:lnTo>
                    <a:pt x="621769" y="738515"/>
                  </a:lnTo>
                  <a:lnTo>
                    <a:pt x="621494" y="738915"/>
                  </a:lnTo>
                  <a:lnTo>
                    <a:pt x="617088" y="745219"/>
                  </a:lnTo>
                  <a:lnTo>
                    <a:pt x="610559" y="747201"/>
                  </a:lnTo>
                  <a:lnTo>
                    <a:pt x="602990" y="749498"/>
                  </a:lnTo>
                  <a:lnTo>
                    <a:pt x="592637" y="747246"/>
                  </a:lnTo>
                  <a:lnTo>
                    <a:pt x="582945" y="744544"/>
                  </a:lnTo>
                  <a:lnTo>
                    <a:pt x="576251" y="741135"/>
                  </a:lnTo>
                  <a:lnTo>
                    <a:pt x="524572" y="714821"/>
                  </a:lnTo>
                  <a:lnTo>
                    <a:pt x="459711" y="703225"/>
                  </a:lnTo>
                  <a:lnTo>
                    <a:pt x="460004" y="703226"/>
                  </a:lnTo>
                  <a:lnTo>
                    <a:pt x="456074" y="702575"/>
                  </a:lnTo>
                  <a:lnTo>
                    <a:pt x="454439" y="712753"/>
                  </a:lnTo>
                  <a:lnTo>
                    <a:pt x="444720" y="773261"/>
                  </a:lnTo>
                  <a:lnTo>
                    <a:pt x="424431" y="770428"/>
                  </a:lnTo>
                  <a:lnTo>
                    <a:pt x="424195" y="770971"/>
                  </a:lnTo>
                  <a:lnTo>
                    <a:pt x="423111" y="773462"/>
                  </a:lnTo>
                  <a:lnTo>
                    <a:pt x="422683" y="774447"/>
                  </a:lnTo>
                  <a:lnTo>
                    <a:pt x="416363" y="788983"/>
                  </a:lnTo>
                  <a:lnTo>
                    <a:pt x="411523" y="800115"/>
                  </a:lnTo>
                  <a:lnTo>
                    <a:pt x="408571" y="806905"/>
                  </a:lnTo>
                  <a:lnTo>
                    <a:pt x="408102" y="807546"/>
                  </a:lnTo>
                  <a:lnTo>
                    <a:pt x="405684" y="810853"/>
                  </a:lnTo>
                  <a:lnTo>
                    <a:pt x="398394" y="820821"/>
                  </a:lnTo>
                  <a:lnTo>
                    <a:pt x="396015" y="822442"/>
                  </a:lnTo>
                  <a:lnTo>
                    <a:pt x="391965" y="824098"/>
                  </a:lnTo>
                  <a:lnTo>
                    <a:pt x="389407" y="825144"/>
                  </a:lnTo>
                  <a:lnTo>
                    <a:pt x="388865" y="825968"/>
                  </a:lnTo>
                  <a:lnTo>
                    <a:pt x="384906" y="831987"/>
                  </a:lnTo>
                  <a:lnTo>
                    <a:pt x="373920" y="848693"/>
                  </a:lnTo>
                  <a:lnTo>
                    <a:pt x="373149" y="849864"/>
                  </a:lnTo>
                  <a:lnTo>
                    <a:pt x="355687" y="876415"/>
                  </a:lnTo>
                  <a:lnTo>
                    <a:pt x="337636" y="903861"/>
                  </a:lnTo>
                  <a:lnTo>
                    <a:pt x="337344" y="904305"/>
                  </a:lnTo>
                  <a:lnTo>
                    <a:pt x="330003" y="899494"/>
                  </a:lnTo>
                  <a:lnTo>
                    <a:pt x="311974" y="887679"/>
                  </a:lnTo>
                  <a:lnTo>
                    <a:pt x="291385" y="874186"/>
                  </a:lnTo>
                  <a:lnTo>
                    <a:pt x="279636" y="866486"/>
                  </a:lnTo>
                  <a:lnTo>
                    <a:pt x="276775" y="864611"/>
                  </a:lnTo>
                  <a:lnTo>
                    <a:pt x="225887" y="831263"/>
                  </a:lnTo>
                  <a:lnTo>
                    <a:pt x="171270" y="795471"/>
                  </a:lnTo>
                  <a:lnTo>
                    <a:pt x="152019" y="782855"/>
                  </a:lnTo>
                  <a:lnTo>
                    <a:pt x="125927" y="761830"/>
                  </a:lnTo>
                  <a:lnTo>
                    <a:pt x="124044" y="759662"/>
                  </a:lnTo>
                  <a:lnTo>
                    <a:pt x="122888" y="757461"/>
                  </a:lnTo>
                  <a:lnTo>
                    <a:pt x="119826" y="751627"/>
                  </a:lnTo>
                  <a:lnTo>
                    <a:pt x="118537" y="749172"/>
                  </a:lnTo>
                  <a:lnTo>
                    <a:pt x="117868" y="747897"/>
                  </a:lnTo>
                  <a:lnTo>
                    <a:pt x="114351" y="741198"/>
                  </a:lnTo>
                  <a:lnTo>
                    <a:pt x="78357" y="713429"/>
                  </a:lnTo>
                  <a:lnTo>
                    <a:pt x="69357" y="706485"/>
                  </a:lnTo>
                  <a:lnTo>
                    <a:pt x="67653" y="705171"/>
                  </a:lnTo>
                  <a:lnTo>
                    <a:pt x="65443" y="703658"/>
                  </a:lnTo>
                  <a:lnTo>
                    <a:pt x="0" y="65886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554707" y="4454250"/>
              <a:ext cx="951278" cy="1056277"/>
            </a:xfrm>
            <a:custGeom>
              <a:avLst/>
              <a:pathLst>
                <a:path w="951278" h="1056277">
                  <a:moveTo>
                    <a:pt x="795422" y="150204"/>
                  </a:moveTo>
                  <a:lnTo>
                    <a:pt x="825573" y="33024"/>
                  </a:lnTo>
                  <a:lnTo>
                    <a:pt x="868747" y="35727"/>
                  </a:lnTo>
                  <a:lnTo>
                    <a:pt x="951278" y="57153"/>
                  </a:lnTo>
                  <a:lnTo>
                    <a:pt x="951278" y="459569"/>
                  </a:lnTo>
                  <a:lnTo>
                    <a:pt x="945645" y="456032"/>
                  </a:lnTo>
                  <a:lnTo>
                    <a:pt x="772488" y="347265"/>
                  </a:lnTo>
                  <a:lnTo>
                    <a:pt x="705853" y="336008"/>
                  </a:lnTo>
                  <a:lnTo>
                    <a:pt x="671447" y="330921"/>
                  </a:lnTo>
                  <a:lnTo>
                    <a:pt x="669447" y="359962"/>
                  </a:lnTo>
                  <a:lnTo>
                    <a:pt x="575230" y="348754"/>
                  </a:lnTo>
                  <a:lnTo>
                    <a:pt x="547610" y="345279"/>
                  </a:lnTo>
                  <a:lnTo>
                    <a:pt x="463367" y="334164"/>
                  </a:lnTo>
                  <a:lnTo>
                    <a:pt x="440528" y="331151"/>
                  </a:lnTo>
                  <a:lnTo>
                    <a:pt x="443261" y="301289"/>
                  </a:lnTo>
                  <a:lnTo>
                    <a:pt x="446236" y="268773"/>
                  </a:lnTo>
                  <a:lnTo>
                    <a:pt x="418217" y="266071"/>
                  </a:lnTo>
                  <a:lnTo>
                    <a:pt x="378038" y="265531"/>
                  </a:lnTo>
                  <a:lnTo>
                    <a:pt x="334688" y="269314"/>
                  </a:lnTo>
                  <a:lnTo>
                    <a:pt x="290809" y="269314"/>
                  </a:lnTo>
                  <a:lnTo>
                    <a:pt x="291184" y="331864"/>
                  </a:lnTo>
                  <a:lnTo>
                    <a:pt x="273363" y="329840"/>
                  </a:lnTo>
                  <a:lnTo>
                    <a:pt x="246401" y="324436"/>
                  </a:lnTo>
                  <a:lnTo>
                    <a:pt x="238471" y="386583"/>
                  </a:lnTo>
                  <a:lnTo>
                    <a:pt x="228955" y="446028"/>
                  </a:lnTo>
                  <a:lnTo>
                    <a:pt x="182961" y="520064"/>
                  </a:lnTo>
                  <a:lnTo>
                    <a:pt x="174058" y="527458"/>
                  </a:lnTo>
                  <a:lnTo>
                    <a:pt x="115820" y="518983"/>
                  </a:lnTo>
                  <a:lnTo>
                    <a:pt x="82771" y="635894"/>
                  </a:lnTo>
                  <a:lnTo>
                    <a:pt x="83386" y="662678"/>
                  </a:lnTo>
                  <a:lnTo>
                    <a:pt x="198811" y="859928"/>
                  </a:lnTo>
                  <a:lnTo>
                    <a:pt x="218195" y="941890"/>
                  </a:lnTo>
                  <a:lnTo>
                    <a:pt x="227006" y="966209"/>
                  </a:lnTo>
                  <a:lnTo>
                    <a:pt x="311593" y="1007640"/>
                  </a:lnTo>
                  <a:lnTo>
                    <a:pt x="250796" y="1056277"/>
                  </a:lnTo>
                  <a:lnTo>
                    <a:pt x="168853" y="986024"/>
                  </a:lnTo>
                  <a:lnTo>
                    <a:pt x="28757" y="663579"/>
                  </a:lnTo>
                  <a:lnTo>
                    <a:pt x="34688" y="621238"/>
                  </a:lnTo>
                  <a:lnTo>
                    <a:pt x="48941" y="569787"/>
                  </a:lnTo>
                  <a:lnTo>
                    <a:pt x="68522" y="499105"/>
                  </a:lnTo>
                  <a:lnTo>
                    <a:pt x="83325" y="457494"/>
                  </a:lnTo>
                  <a:lnTo>
                    <a:pt x="82268" y="379674"/>
                  </a:lnTo>
                  <a:lnTo>
                    <a:pt x="83325" y="358599"/>
                  </a:lnTo>
                  <a:lnTo>
                    <a:pt x="85746" y="328565"/>
                  </a:lnTo>
                  <a:lnTo>
                    <a:pt x="26995" y="316815"/>
                  </a:lnTo>
                  <a:lnTo>
                    <a:pt x="28757" y="217740"/>
                  </a:lnTo>
                  <a:lnTo>
                    <a:pt x="102770" y="238456"/>
                  </a:lnTo>
                  <a:lnTo>
                    <a:pt x="109166" y="210341"/>
                  </a:lnTo>
                  <a:lnTo>
                    <a:pt x="80361" y="186921"/>
                  </a:lnTo>
                  <a:lnTo>
                    <a:pt x="34222" y="146544"/>
                  </a:lnTo>
                  <a:lnTo>
                    <a:pt x="46153" y="132195"/>
                  </a:lnTo>
                  <a:lnTo>
                    <a:pt x="0" y="88527"/>
                  </a:lnTo>
                  <a:lnTo>
                    <a:pt x="31059" y="53400"/>
                  </a:lnTo>
                  <a:lnTo>
                    <a:pt x="81886" y="89223"/>
                  </a:lnTo>
                  <a:lnTo>
                    <a:pt x="156077" y="0"/>
                  </a:lnTo>
                  <a:lnTo>
                    <a:pt x="252373" y="63900"/>
                  </a:lnTo>
                  <a:lnTo>
                    <a:pt x="269845" y="75495"/>
                  </a:lnTo>
                  <a:lnTo>
                    <a:pt x="275259" y="79088"/>
                  </a:lnTo>
                  <a:lnTo>
                    <a:pt x="277670" y="32874"/>
                  </a:lnTo>
                  <a:lnTo>
                    <a:pt x="320404" y="34226"/>
                  </a:lnTo>
                  <a:lnTo>
                    <a:pt x="319212" y="90278"/>
                  </a:lnTo>
                  <a:lnTo>
                    <a:pt x="324401" y="91599"/>
                  </a:lnTo>
                  <a:lnTo>
                    <a:pt x="382065" y="96634"/>
                  </a:lnTo>
                  <a:lnTo>
                    <a:pt x="510530" y="107983"/>
                  </a:lnTo>
                  <a:lnTo>
                    <a:pt x="595117" y="118251"/>
                  </a:lnTo>
                  <a:lnTo>
                    <a:pt x="599429" y="95385"/>
                  </a:lnTo>
                  <a:lnTo>
                    <a:pt x="729420" y="139137"/>
                  </a:lnTo>
                  <a:lnTo>
                    <a:pt x="777622" y="14890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64964" y="1508760"/>
              <a:ext cx="849872" cy="490421"/>
            </a:xfrm>
            <a:custGeom>
              <a:avLst/>
              <a:pathLst>
                <a:path w="849872" h="490421">
                  <a:moveTo>
                    <a:pt x="674484" y="3907"/>
                  </a:moveTo>
                  <a:lnTo>
                    <a:pt x="557539" y="73108"/>
                  </a:lnTo>
                  <a:lnTo>
                    <a:pt x="579287" y="88836"/>
                  </a:lnTo>
                  <a:lnTo>
                    <a:pt x="623044" y="120482"/>
                  </a:lnTo>
                  <a:lnTo>
                    <a:pt x="630460" y="95901"/>
                  </a:lnTo>
                  <a:lnTo>
                    <a:pt x="631984" y="90850"/>
                  </a:lnTo>
                  <a:lnTo>
                    <a:pt x="677964" y="133716"/>
                  </a:lnTo>
                  <a:lnTo>
                    <a:pt x="676123" y="139565"/>
                  </a:lnTo>
                  <a:lnTo>
                    <a:pt x="670897" y="156164"/>
                  </a:lnTo>
                  <a:lnTo>
                    <a:pt x="715184" y="210569"/>
                  </a:lnTo>
                  <a:lnTo>
                    <a:pt x="703994" y="233685"/>
                  </a:lnTo>
                  <a:lnTo>
                    <a:pt x="758309" y="259973"/>
                  </a:lnTo>
                  <a:lnTo>
                    <a:pt x="785467" y="273118"/>
                  </a:lnTo>
                  <a:lnTo>
                    <a:pt x="756280" y="339543"/>
                  </a:lnTo>
                  <a:lnTo>
                    <a:pt x="790942" y="357807"/>
                  </a:lnTo>
                  <a:lnTo>
                    <a:pt x="835840" y="381465"/>
                  </a:lnTo>
                  <a:lnTo>
                    <a:pt x="834829" y="384626"/>
                  </a:lnTo>
                  <a:lnTo>
                    <a:pt x="827785" y="406650"/>
                  </a:lnTo>
                  <a:lnTo>
                    <a:pt x="847143" y="412934"/>
                  </a:lnTo>
                  <a:lnTo>
                    <a:pt x="849872" y="413820"/>
                  </a:lnTo>
                  <a:lnTo>
                    <a:pt x="828348" y="461708"/>
                  </a:lnTo>
                  <a:lnTo>
                    <a:pt x="798704" y="452959"/>
                  </a:lnTo>
                  <a:lnTo>
                    <a:pt x="765789" y="443244"/>
                  </a:lnTo>
                  <a:lnTo>
                    <a:pt x="757577" y="441835"/>
                  </a:lnTo>
                  <a:lnTo>
                    <a:pt x="719653" y="435330"/>
                  </a:lnTo>
                  <a:lnTo>
                    <a:pt x="732993" y="484116"/>
                  </a:lnTo>
                  <a:lnTo>
                    <a:pt x="681449" y="490421"/>
                  </a:lnTo>
                  <a:lnTo>
                    <a:pt x="662505" y="473308"/>
                  </a:lnTo>
                  <a:lnTo>
                    <a:pt x="606995" y="453944"/>
                  </a:lnTo>
                  <a:lnTo>
                    <a:pt x="577755" y="446279"/>
                  </a:lnTo>
                  <a:lnTo>
                    <a:pt x="572632" y="444937"/>
                  </a:lnTo>
                  <a:lnTo>
                    <a:pt x="556331" y="446738"/>
                  </a:lnTo>
                  <a:lnTo>
                    <a:pt x="551707" y="460394"/>
                  </a:lnTo>
                  <a:lnTo>
                    <a:pt x="548401" y="470156"/>
                  </a:lnTo>
                  <a:lnTo>
                    <a:pt x="514479" y="468805"/>
                  </a:lnTo>
                  <a:lnTo>
                    <a:pt x="512821" y="453131"/>
                  </a:lnTo>
                  <a:lnTo>
                    <a:pt x="510954" y="435480"/>
                  </a:lnTo>
                  <a:lnTo>
                    <a:pt x="487605" y="427824"/>
                  </a:lnTo>
                  <a:lnTo>
                    <a:pt x="468271" y="435172"/>
                  </a:lnTo>
                  <a:lnTo>
                    <a:pt x="453242" y="440884"/>
                  </a:lnTo>
                  <a:lnTo>
                    <a:pt x="428130" y="412062"/>
                  </a:lnTo>
                  <a:lnTo>
                    <a:pt x="418438" y="398101"/>
                  </a:lnTo>
                  <a:lnTo>
                    <a:pt x="440025" y="394498"/>
                  </a:lnTo>
                  <a:lnTo>
                    <a:pt x="425927" y="349014"/>
                  </a:lnTo>
                  <a:lnTo>
                    <a:pt x="407248" y="262368"/>
                  </a:lnTo>
                  <a:lnTo>
                    <a:pt x="356496" y="256964"/>
                  </a:lnTo>
                  <a:lnTo>
                    <a:pt x="333235" y="252641"/>
                  </a:lnTo>
                  <a:lnTo>
                    <a:pt x="308916" y="258045"/>
                  </a:lnTo>
                  <a:lnTo>
                    <a:pt x="293056" y="237509"/>
                  </a:lnTo>
                  <a:lnTo>
                    <a:pt x="266623" y="245075"/>
                  </a:lnTo>
                  <a:lnTo>
                    <a:pt x="297285" y="320732"/>
                  </a:lnTo>
                  <a:lnTo>
                    <a:pt x="299400" y="372612"/>
                  </a:lnTo>
                  <a:lnTo>
                    <a:pt x="273425" y="425715"/>
                  </a:lnTo>
                  <a:lnTo>
                    <a:pt x="251556" y="439082"/>
                  </a:lnTo>
                  <a:lnTo>
                    <a:pt x="177543" y="416115"/>
                  </a:lnTo>
                  <a:lnTo>
                    <a:pt x="36125" y="364776"/>
                  </a:lnTo>
                  <a:lnTo>
                    <a:pt x="0" y="329199"/>
                  </a:lnTo>
                  <a:lnTo>
                    <a:pt x="24899" y="291666"/>
                  </a:lnTo>
                  <a:lnTo>
                    <a:pt x="47015" y="305403"/>
                  </a:lnTo>
                  <a:lnTo>
                    <a:pt x="65078" y="309456"/>
                  </a:lnTo>
                  <a:lnTo>
                    <a:pt x="73008" y="257666"/>
                  </a:lnTo>
                  <a:lnTo>
                    <a:pt x="30852" y="245980"/>
                  </a:lnTo>
                  <a:lnTo>
                    <a:pt x="25797" y="244579"/>
                  </a:lnTo>
                  <a:lnTo>
                    <a:pt x="53717" y="170960"/>
                  </a:lnTo>
                  <a:lnTo>
                    <a:pt x="84022" y="175254"/>
                  </a:lnTo>
                  <a:lnTo>
                    <a:pt x="92833" y="150034"/>
                  </a:lnTo>
                  <a:lnTo>
                    <a:pt x="64638" y="137425"/>
                  </a:lnTo>
                  <a:lnTo>
                    <a:pt x="83044" y="79297"/>
                  </a:lnTo>
                  <a:lnTo>
                    <a:pt x="88098" y="81453"/>
                  </a:lnTo>
                  <a:lnTo>
                    <a:pt x="92571" y="83362"/>
                  </a:lnTo>
                  <a:lnTo>
                    <a:pt x="173895" y="118060"/>
                  </a:lnTo>
                  <a:lnTo>
                    <a:pt x="199710" y="136219"/>
                  </a:lnTo>
                  <a:lnTo>
                    <a:pt x="218311" y="130872"/>
                  </a:lnTo>
                  <a:lnTo>
                    <a:pt x="264822" y="117503"/>
                  </a:lnTo>
                  <a:lnTo>
                    <a:pt x="279511" y="113280"/>
                  </a:lnTo>
                  <a:lnTo>
                    <a:pt x="343735" y="107492"/>
                  </a:lnTo>
                  <a:lnTo>
                    <a:pt x="350154" y="107969"/>
                  </a:lnTo>
                  <a:lnTo>
                    <a:pt x="397130" y="111455"/>
                  </a:lnTo>
                  <a:lnTo>
                    <a:pt x="422329" y="141070"/>
                  </a:lnTo>
                  <a:lnTo>
                    <a:pt x="455424" y="126263"/>
                  </a:lnTo>
                  <a:lnTo>
                    <a:pt x="448133" y="117503"/>
                  </a:lnTo>
                  <a:lnTo>
                    <a:pt x="436706" y="100429"/>
                  </a:lnTo>
                  <a:lnTo>
                    <a:pt x="418821" y="73707"/>
                  </a:lnTo>
                  <a:lnTo>
                    <a:pt x="415880" y="69313"/>
                  </a:lnTo>
                  <a:lnTo>
                    <a:pt x="414809" y="67713"/>
                  </a:lnTo>
                  <a:lnTo>
                    <a:pt x="409602" y="53684"/>
                  </a:lnTo>
                  <a:lnTo>
                    <a:pt x="406938" y="46508"/>
                  </a:lnTo>
                  <a:lnTo>
                    <a:pt x="402646" y="9786"/>
                  </a:lnTo>
                  <a:lnTo>
                    <a:pt x="400069" y="0"/>
                  </a:lnTo>
                  <a:lnTo>
                    <a:pt x="674684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836646" y="1508760"/>
              <a:ext cx="1642722" cy="541137"/>
            </a:xfrm>
            <a:custGeom>
              <a:avLst/>
              <a:pathLst>
                <a:path w="1642722" h="541137">
                  <a:moveTo>
                    <a:pt x="1603732" y="43167"/>
                  </a:moveTo>
                  <a:lnTo>
                    <a:pt x="1613428" y="73568"/>
                  </a:lnTo>
                  <a:lnTo>
                    <a:pt x="1642722" y="139760"/>
                  </a:lnTo>
                  <a:lnTo>
                    <a:pt x="1630651" y="176769"/>
                  </a:lnTo>
                  <a:lnTo>
                    <a:pt x="1205363" y="306237"/>
                  </a:lnTo>
                  <a:lnTo>
                    <a:pt x="1106679" y="453229"/>
                  </a:lnTo>
                  <a:lnTo>
                    <a:pt x="643168" y="471282"/>
                  </a:lnTo>
                  <a:lnTo>
                    <a:pt x="647096" y="504695"/>
                  </a:lnTo>
                  <a:lnTo>
                    <a:pt x="563042" y="541137"/>
                  </a:lnTo>
                  <a:lnTo>
                    <a:pt x="552512" y="509691"/>
                  </a:lnTo>
                  <a:lnTo>
                    <a:pt x="488753" y="517188"/>
                  </a:lnTo>
                  <a:lnTo>
                    <a:pt x="418405" y="514018"/>
                  </a:lnTo>
                  <a:lnTo>
                    <a:pt x="394439" y="505803"/>
                  </a:lnTo>
                  <a:lnTo>
                    <a:pt x="379439" y="499858"/>
                  </a:lnTo>
                  <a:lnTo>
                    <a:pt x="366808" y="494851"/>
                  </a:lnTo>
                  <a:lnTo>
                    <a:pt x="332713" y="476252"/>
                  </a:lnTo>
                  <a:lnTo>
                    <a:pt x="296178" y="453203"/>
                  </a:lnTo>
                  <a:lnTo>
                    <a:pt x="177793" y="376239"/>
                  </a:lnTo>
                  <a:lnTo>
                    <a:pt x="123326" y="341270"/>
                  </a:lnTo>
                  <a:lnTo>
                    <a:pt x="141797" y="312113"/>
                  </a:lnTo>
                  <a:lnTo>
                    <a:pt x="111839" y="298951"/>
                  </a:lnTo>
                  <a:lnTo>
                    <a:pt x="108878" y="288287"/>
                  </a:lnTo>
                  <a:lnTo>
                    <a:pt x="51142" y="248990"/>
                  </a:lnTo>
                  <a:lnTo>
                    <a:pt x="0" y="21418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116974" y="1508760"/>
              <a:ext cx="84555" cy="36937"/>
            </a:xfrm>
            <a:custGeom>
              <a:avLst/>
              <a:pathLst>
                <a:path w="84555" h="36937">
                  <a:moveTo>
                    <a:pt x="11101" y="36937"/>
                  </a:moveTo>
                  <a:lnTo>
                    <a:pt x="0" y="0"/>
                  </a:lnTo>
                  <a:lnTo>
                    <a:pt x="84555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26611" y="1508760"/>
              <a:ext cx="793778" cy="242162"/>
            </a:xfrm>
            <a:custGeom>
              <a:avLst/>
              <a:pathLst>
                <a:path w="793778" h="242162">
                  <a:moveTo>
                    <a:pt x="741000" y="9786"/>
                  </a:moveTo>
                  <a:lnTo>
                    <a:pt x="745292" y="46508"/>
                  </a:lnTo>
                  <a:lnTo>
                    <a:pt x="747955" y="53684"/>
                  </a:lnTo>
                  <a:lnTo>
                    <a:pt x="753163" y="67713"/>
                  </a:lnTo>
                  <a:lnTo>
                    <a:pt x="754234" y="69313"/>
                  </a:lnTo>
                  <a:lnTo>
                    <a:pt x="757174" y="73707"/>
                  </a:lnTo>
                  <a:lnTo>
                    <a:pt x="775059" y="100429"/>
                  </a:lnTo>
                  <a:lnTo>
                    <a:pt x="786487" y="117503"/>
                  </a:lnTo>
                  <a:lnTo>
                    <a:pt x="793778" y="126263"/>
                  </a:lnTo>
                  <a:lnTo>
                    <a:pt x="760634" y="141013"/>
                  </a:lnTo>
                  <a:lnTo>
                    <a:pt x="735471" y="111454"/>
                  </a:lnTo>
                  <a:lnTo>
                    <a:pt x="688508" y="107969"/>
                  </a:lnTo>
                  <a:lnTo>
                    <a:pt x="681912" y="107492"/>
                  </a:lnTo>
                  <a:lnTo>
                    <a:pt x="617865" y="113280"/>
                  </a:lnTo>
                  <a:lnTo>
                    <a:pt x="603175" y="117503"/>
                  </a:lnTo>
                  <a:lnTo>
                    <a:pt x="556665" y="130872"/>
                  </a:lnTo>
                  <a:lnTo>
                    <a:pt x="538064" y="136219"/>
                  </a:lnTo>
                  <a:lnTo>
                    <a:pt x="493833" y="58165"/>
                  </a:lnTo>
                  <a:lnTo>
                    <a:pt x="479383" y="61047"/>
                  </a:lnTo>
                  <a:lnTo>
                    <a:pt x="425460" y="60326"/>
                  </a:lnTo>
                  <a:lnTo>
                    <a:pt x="409952" y="50959"/>
                  </a:lnTo>
                  <a:lnTo>
                    <a:pt x="386691" y="107522"/>
                  </a:lnTo>
                  <a:lnTo>
                    <a:pt x="394494" y="141135"/>
                  </a:lnTo>
                  <a:lnTo>
                    <a:pt x="390745" y="155770"/>
                  </a:lnTo>
                  <a:lnTo>
                    <a:pt x="290474" y="180658"/>
                  </a:lnTo>
                  <a:lnTo>
                    <a:pt x="291884" y="200833"/>
                  </a:lnTo>
                  <a:lnTo>
                    <a:pt x="265098" y="221008"/>
                  </a:lnTo>
                  <a:lnTo>
                    <a:pt x="265994" y="236117"/>
                  </a:lnTo>
                  <a:lnTo>
                    <a:pt x="254839" y="242162"/>
                  </a:lnTo>
                  <a:lnTo>
                    <a:pt x="234415" y="241309"/>
                  </a:lnTo>
                  <a:lnTo>
                    <a:pt x="227386" y="228935"/>
                  </a:lnTo>
                  <a:lnTo>
                    <a:pt x="206240" y="233978"/>
                  </a:lnTo>
                  <a:lnTo>
                    <a:pt x="175225" y="219207"/>
                  </a:lnTo>
                  <a:lnTo>
                    <a:pt x="136104" y="231096"/>
                  </a:lnTo>
                  <a:lnTo>
                    <a:pt x="116014" y="223530"/>
                  </a:lnTo>
                  <a:lnTo>
                    <a:pt x="95514" y="233710"/>
                  </a:lnTo>
                  <a:lnTo>
                    <a:pt x="43450" y="207445"/>
                  </a:lnTo>
                  <a:lnTo>
                    <a:pt x="32485" y="201914"/>
                  </a:lnTo>
                  <a:lnTo>
                    <a:pt x="40687" y="176769"/>
                  </a:lnTo>
                  <a:lnTo>
                    <a:pt x="52758" y="139760"/>
                  </a:lnTo>
                  <a:lnTo>
                    <a:pt x="23463" y="73568"/>
                  </a:lnTo>
                  <a:lnTo>
                    <a:pt x="13767" y="43167"/>
                  </a:lnTo>
                  <a:lnTo>
                    <a:pt x="0" y="0"/>
                  </a:lnTo>
                  <a:lnTo>
                    <a:pt x="738423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836646" y="2381806"/>
              <a:ext cx="837697" cy="931628"/>
            </a:xfrm>
            <a:custGeom>
              <a:avLst/>
              <a:pathLst>
                <a:path w="837697" h="931628">
                  <a:moveTo>
                    <a:pt x="337344" y="245440"/>
                  </a:moveTo>
                  <a:lnTo>
                    <a:pt x="337636" y="244996"/>
                  </a:lnTo>
                  <a:lnTo>
                    <a:pt x="355687" y="217551"/>
                  </a:lnTo>
                  <a:lnTo>
                    <a:pt x="373149" y="191000"/>
                  </a:lnTo>
                  <a:lnTo>
                    <a:pt x="373920" y="189828"/>
                  </a:lnTo>
                  <a:lnTo>
                    <a:pt x="384906" y="173123"/>
                  </a:lnTo>
                  <a:lnTo>
                    <a:pt x="388865" y="167104"/>
                  </a:lnTo>
                  <a:lnTo>
                    <a:pt x="389407" y="166280"/>
                  </a:lnTo>
                  <a:lnTo>
                    <a:pt x="391965" y="165234"/>
                  </a:lnTo>
                  <a:lnTo>
                    <a:pt x="396015" y="163578"/>
                  </a:lnTo>
                  <a:lnTo>
                    <a:pt x="398394" y="161957"/>
                  </a:lnTo>
                  <a:lnTo>
                    <a:pt x="405684" y="151989"/>
                  </a:lnTo>
                  <a:lnTo>
                    <a:pt x="408102" y="148682"/>
                  </a:lnTo>
                  <a:lnTo>
                    <a:pt x="408571" y="148041"/>
                  </a:lnTo>
                  <a:lnTo>
                    <a:pt x="411523" y="141251"/>
                  </a:lnTo>
                  <a:lnTo>
                    <a:pt x="416363" y="130119"/>
                  </a:lnTo>
                  <a:lnTo>
                    <a:pt x="422683" y="115582"/>
                  </a:lnTo>
                  <a:lnTo>
                    <a:pt x="423111" y="114598"/>
                  </a:lnTo>
                  <a:lnTo>
                    <a:pt x="424195" y="112107"/>
                  </a:lnTo>
                  <a:lnTo>
                    <a:pt x="424431" y="111563"/>
                  </a:lnTo>
                  <a:lnTo>
                    <a:pt x="444720" y="114396"/>
                  </a:lnTo>
                  <a:lnTo>
                    <a:pt x="454439" y="53888"/>
                  </a:lnTo>
                  <a:lnTo>
                    <a:pt x="456074" y="43710"/>
                  </a:lnTo>
                  <a:lnTo>
                    <a:pt x="460004" y="44362"/>
                  </a:lnTo>
                  <a:lnTo>
                    <a:pt x="459711" y="44361"/>
                  </a:lnTo>
                  <a:lnTo>
                    <a:pt x="524572" y="55957"/>
                  </a:lnTo>
                  <a:lnTo>
                    <a:pt x="576247" y="82288"/>
                  </a:lnTo>
                  <a:lnTo>
                    <a:pt x="582945" y="85680"/>
                  </a:lnTo>
                  <a:lnTo>
                    <a:pt x="592637" y="88382"/>
                  </a:lnTo>
                  <a:lnTo>
                    <a:pt x="602990" y="90633"/>
                  </a:lnTo>
                  <a:lnTo>
                    <a:pt x="610559" y="88336"/>
                  </a:lnTo>
                  <a:lnTo>
                    <a:pt x="617088" y="86355"/>
                  </a:lnTo>
                  <a:lnTo>
                    <a:pt x="621494" y="80050"/>
                  </a:lnTo>
                  <a:lnTo>
                    <a:pt x="621725" y="79653"/>
                  </a:lnTo>
                  <a:lnTo>
                    <a:pt x="627624" y="69253"/>
                  </a:lnTo>
                  <a:lnTo>
                    <a:pt x="635508" y="55354"/>
                  </a:lnTo>
                  <a:lnTo>
                    <a:pt x="658518" y="56744"/>
                  </a:lnTo>
                  <a:lnTo>
                    <a:pt x="663530" y="57047"/>
                  </a:lnTo>
                  <a:lnTo>
                    <a:pt x="666869" y="57470"/>
                  </a:lnTo>
                  <a:lnTo>
                    <a:pt x="680023" y="59138"/>
                  </a:lnTo>
                  <a:lnTo>
                    <a:pt x="683363" y="59561"/>
                  </a:lnTo>
                  <a:lnTo>
                    <a:pt x="688678" y="60235"/>
                  </a:lnTo>
                  <a:lnTo>
                    <a:pt x="705721" y="59747"/>
                  </a:lnTo>
                  <a:lnTo>
                    <a:pt x="707622" y="59692"/>
                  </a:lnTo>
                  <a:lnTo>
                    <a:pt x="708032" y="59680"/>
                  </a:lnTo>
                  <a:lnTo>
                    <a:pt x="712248" y="59560"/>
                  </a:lnTo>
                  <a:lnTo>
                    <a:pt x="750576" y="65189"/>
                  </a:lnTo>
                  <a:lnTo>
                    <a:pt x="761389" y="67270"/>
                  </a:lnTo>
                  <a:lnTo>
                    <a:pt x="769858" y="68901"/>
                  </a:lnTo>
                  <a:lnTo>
                    <a:pt x="773861" y="69671"/>
                  </a:lnTo>
                  <a:lnTo>
                    <a:pt x="775297" y="69948"/>
                  </a:lnTo>
                  <a:lnTo>
                    <a:pt x="773861" y="76633"/>
                  </a:lnTo>
                  <a:lnTo>
                    <a:pt x="760552" y="138626"/>
                  </a:lnTo>
                  <a:lnTo>
                    <a:pt x="755176" y="163666"/>
                  </a:lnTo>
                  <a:lnTo>
                    <a:pt x="754897" y="164967"/>
                  </a:lnTo>
                  <a:lnTo>
                    <a:pt x="759145" y="165152"/>
                  </a:lnTo>
                  <a:lnTo>
                    <a:pt x="758247" y="167534"/>
                  </a:lnTo>
                  <a:lnTo>
                    <a:pt x="750955" y="186862"/>
                  </a:lnTo>
                  <a:lnTo>
                    <a:pt x="747694" y="195508"/>
                  </a:lnTo>
                  <a:lnTo>
                    <a:pt x="745849" y="200398"/>
                  </a:lnTo>
                  <a:lnTo>
                    <a:pt x="745558" y="201168"/>
                  </a:lnTo>
                  <a:lnTo>
                    <a:pt x="747175" y="201791"/>
                  </a:lnTo>
                  <a:lnTo>
                    <a:pt x="755387" y="204954"/>
                  </a:lnTo>
                  <a:lnTo>
                    <a:pt x="761275" y="210292"/>
                  </a:lnTo>
                  <a:lnTo>
                    <a:pt x="778737" y="226120"/>
                  </a:lnTo>
                  <a:lnTo>
                    <a:pt x="779176" y="226655"/>
                  </a:lnTo>
                  <a:lnTo>
                    <a:pt x="780106" y="227786"/>
                  </a:lnTo>
                  <a:lnTo>
                    <a:pt x="781264" y="228412"/>
                  </a:lnTo>
                  <a:lnTo>
                    <a:pt x="786194" y="231077"/>
                  </a:lnTo>
                  <a:lnTo>
                    <a:pt x="790244" y="233266"/>
                  </a:lnTo>
                  <a:lnTo>
                    <a:pt x="835648" y="257563"/>
                  </a:lnTo>
                  <a:lnTo>
                    <a:pt x="836105" y="257808"/>
                  </a:lnTo>
                  <a:lnTo>
                    <a:pt x="837697" y="258680"/>
                  </a:lnTo>
                  <a:lnTo>
                    <a:pt x="837330" y="259221"/>
                  </a:lnTo>
                  <a:lnTo>
                    <a:pt x="835761" y="261537"/>
                  </a:lnTo>
                  <a:lnTo>
                    <a:pt x="834713" y="263082"/>
                  </a:lnTo>
                  <a:lnTo>
                    <a:pt x="834362" y="263600"/>
                  </a:lnTo>
                  <a:lnTo>
                    <a:pt x="798413" y="316638"/>
                  </a:lnTo>
                  <a:lnTo>
                    <a:pt x="794597" y="322269"/>
                  </a:lnTo>
                  <a:lnTo>
                    <a:pt x="792847" y="324850"/>
                  </a:lnTo>
                  <a:lnTo>
                    <a:pt x="793593" y="325477"/>
                  </a:lnTo>
                  <a:lnTo>
                    <a:pt x="805005" y="335064"/>
                  </a:lnTo>
                  <a:lnTo>
                    <a:pt x="776616" y="349605"/>
                  </a:lnTo>
                  <a:lnTo>
                    <a:pt x="734475" y="371191"/>
                  </a:lnTo>
                  <a:lnTo>
                    <a:pt x="733971" y="371461"/>
                  </a:lnTo>
                  <a:lnTo>
                    <a:pt x="730192" y="373488"/>
                  </a:lnTo>
                  <a:lnTo>
                    <a:pt x="719078" y="379446"/>
                  </a:lnTo>
                  <a:lnTo>
                    <a:pt x="704831" y="387084"/>
                  </a:lnTo>
                  <a:lnTo>
                    <a:pt x="702976" y="388079"/>
                  </a:lnTo>
                  <a:lnTo>
                    <a:pt x="701405" y="388795"/>
                  </a:lnTo>
                  <a:lnTo>
                    <a:pt x="672885" y="401808"/>
                  </a:lnTo>
                  <a:lnTo>
                    <a:pt x="664943" y="405431"/>
                  </a:lnTo>
                  <a:lnTo>
                    <a:pt x="663940" y="405779"/>
                  </a:lnTo>
                  <a:lnTo>
                    <a:pt x="609577" y="424618"/>
                  </a:lnTo>
                  <a:lnTo>
                    <a:pt x="605292" y="426172"/>
                  </a:lnTo>
                  <a:lnTo>
                    <a:pt x="598306" y="428704"/>
                  </a:lnTo>
                  <a:lnTo>
                    <a:pt x="551773" y="445572"/>
                  </a:lnTo>
                  <a:lnTo>
                    <a:pt x="546981" y="447310"/>
                  </a:lnTo>
                  <a:lnTo>
                    <a:pt x="544697" y="448138"/>
                  </a:lnTo>
                  <a:lnTo>
                    <a:pt x="539303" y="447490"/>
                  </a:lnTo>
                  <a:lnTo>
                    <a:pt x="537576" y="444161"/>
                  </a:lnTo>
                  <a:lnTo>
                    <a:pt x="492016" y="466033"/>
                  </a:lnTo>
                  <a:lnTo>
                    <a:pt x="479104" y="468108"/>
                  </a:lnTo>
                  <a:lnTo>
                    <a:pt x="489261" y="487795"/>
                  </a:lnTo>
                  <a:lnTo>
                    <a:pt x="492742" y="486407"/>
                  </a:lnTo>
                  <a:lnTo>
                    <a:pt x="546981" y="464789"/>
                  </a:lnTo>
                  <a:lnTo>
                    <a:pt x="550366" y="463440"/>
                  </a:lnTo>
                  <a:lnTo>
                    <a:pt x="562526" y="466953"/>
                  </a:lnTo>
                  <a:lnTo>
                    <a:pt x="577195" y="467442"/>
                  </a:lnTo>
                  <a:lnTo>
                    <a:pt x="675925" y="470736"/>
                  </a:lnTo>
                  <a:lnTo>
                    <a:pt x="680645" y="470893"/>
                  </a:lnTo>
                  <a:lnTo>
                    <a:pt x="696033" y="481548"/>
                  </a:lnTo>
                  <a:lnTo>
                    <a:pt x="696218" y="483806"/>
                  </a:lnTo>
                  <a:lnTo>
                    <a:pt x="698771" y="514842"/>
                  </a:lnTo>
                  <a:lnTo>
                    <a:pt x="698930" y="516783"/>
                  </a:lnTo>
                  <a:lnTo>
                    <a:pt x="700140" y="531499"/>
                  </a:lnTo>
                  <a:lnTo>
                    <a:pt x="673601" y="529668"/>
                  </a:lnTo>
                  <a:lnTo>
                    <a:pt x="630274" y="526702"/>
                  </a:lnTo>
                  <a:lnTo>
                    <a:pt x="595579" y="583091"/>
                  </a:lnTo>
                  <a:lnTo>
                    <a:pt x="595029" y="583902"/>
                  </a:lnTo>
                  <a:lnTo>
                    <a:pt x="591681" y="585331"/>
                  </a:lnTo>
                  <a:lnTo>
                    <a:pt x="547805" y="604059"/>
                  </a:lnTo>
                  <a:lnTo>
                    <a:pt x="547141" y="604342"/>
                  </a:lnTo>
                  <a:lnTo>
                    <a:pt x="540246" y="607285"/>
                  </a:lnTo>
                  <a:lnTo>
                    <a:pt x="530358" y="612250"/>
                  </a:lnTo>
                  <a:lnTo>
                    <a:pt x="529100" y="614108"/>
                  </a:lnTo>
                  <a:lnTo>
                    <a:pt x="524342" y="621133"/>
                  </a:lnTo>
                  <a:lnTo>
                    <a:pt x="510332" y="638021"/>
                  </a:lnTo>
                  <a:lnTo>
                    <a:pt x="464206" y="687931"/>
                  </a:lnTo>
                  <a:lnTo>
                    <a:pt x="453897" y="699087"/>
                  </a:lnTo>
                  <a:lnTo>
                    <a:pt x="451760" y="701397"/>
                  </a:lnTo>
                  <a:lnTo>
                    <a:pt x="448264" y="699844"/>
                  </a:lnTo>
                  <a:lnTo>
                    <a:pt x="424499" y="678585"/>
                  </a:lnTo>
                  <a:lnTo>
                    <a:pt x="425068" y="664629"/>
                  </a:lnTo>
                  <a:lnTo>
                    <a:pt x="423301" y="666078"/>
                  </a:lnTo>
                  <a:lnTo>
                    <a:pt x="416428" y="683191"/>
                  </a:lnTo>
                  <a:lnTo>
                    <a:pt x="395105" y="709130"/>
                  </a:lnTo>
                  <a:lnTo>
                    <a:pt x="380479" y="696701"/>
                  </a:lnTo>
                  <a:lnTo>
                    <a:pt x="361447" y="703906"/>
                  </a:lnTo>
                  <a:lnTo>
                    <a:pt x="355097" y="706311"/>
                  </a:lnTo>
                  <a:lnTo>
                    <a:pt x="354030" y="704142"/>
                  </a:lnTo>
                  <a:lnTo>
                    <a:pt x="351853" y="697630"/>
                  </a:lnTo>
                  <a:lnTo>
                    <a:pt x="350298" y="699833"/>
                  </a:lnTo>
                  <a:lnTo>
                    <a:pt x="348781" y="701983"/>
                  </a:lnTo>
                  <a:lnTo>
                    <a:pt x="339896" y="714573"/>
                  </a:lnTo>
                  <a:lnTo>
                    <a:pt x="314638" y="750363"/>
                  </a:lnTo>
                  <a:lnTo>
                    <a:pt x="311478" y="754840"/>
                  </a:lnTo>
                  <a:lnTo>
                    <a:pt x="244009" y="850443"/>
                  </a:lnTo>
                  <a:lnTo>
                    <a:pt x="243278" y="851480"/>
                  </a:lnTo>
                  <a:lnTo>
                    <a:pt x="241405" y="854134"/>
                  </a:lnTo>
                  <a:lnTo>
                    <a:pt x="240306" y="855691"/>
                  </a:lnTo>
                  <a:lnTo>
                    <a:pt x="193130" y="922539"/>
                  </a:lnTo>
                  <a:lnTo>
                    <a:pt x="187871" y="929991"/>
                  </a:lnTo>
                  <a:lnTo>
                    <a:pt x="186716" y="931628"/>
                  </a:lnTo>
                  <a:lnTo>
                    <a:pt x="125003" y="889341"/>
                  </a:lnTo>
                  <a:lnTo>
                    <a:pt x="119798" y="885642"/>
                  </a:lnTo>
                  <a:lnTo>
                    <a:pt x="117554" y="884237"/>
                  </a:lnTo>
                  <a:lnTo>
                    <a:pt x="79162" y="857930"/>
                  </a:lnTo>
                  <a:lnTo>
                    <a:pt x="73622" y="854134"/>
                  </a:lnTo>
                  <a:lnTo>
                    <a:pt x="28535" y="823239"/>
                  </a:lnTo>
                  <a:lnTo>
                    <a:pt x="18411" y="816302"/>
                  </a:lnTo>
                  <a:lnTo>
                    <a:pt x="0" y="803685"/>
                  </a:lnTo>
                  <a:lnTo>
                    <a:pt x="0" y="0"/>
                  </a:lnTo>
                  <a:lnTo>
                    <a:pt x="65443" y="44794"/>
                  </a:lnTo>
                  <a:lnTo>
                    <a:pt x="67653" y="46306"/>
                  </a:lnTo>
                  <a:lnTo>
                    <a:pt x="69357" y="47621"/>
                  </a:lnTo>
                  <a:lnTo>
                    <a:pt x="78357" y="54564"/>
                  </a:lnTo>
                  <a:lnTo>
                    <a:pt x="114351" y="82334"/>
                  </a:lnTo>
                  <a:lnTo>
                    <a:pt x="117868" y="89033"/>
                  </a:lnTo>
                  <a:lnTo>
                    <a:pt x="118537" y="90307"/>
                  </a:lnTo>
                  <a:lnTo>
                    <a:pt x="119826" y="92762"/>
                  </a:lnTo>
                  <a:lnTo>
                    <a:pt x="122888" y="98596"/>
                  </a:lnTo>
                  <a:lnTo>
                    <a:pt x="124044" y="100798"/>
                  </a:lnTo>
                  <a:lnTo>
                    <a:pt x="126036" y="103091"/>
                  </a:lnTo>
                  <a:lnTo>
                    <a:pt x="152019" y="123990"/>
                  </a:lnTo>
                  <a:lnTo>
                    <a:pt x="171270" y="136606"/>
                  </a:lnTo>
                  <a:lnTo>
                    <a:pt x="225887" y="172399"/>
                  </a:lnTo>
                  <a:lnTo>
                    <a:pt x="276775" y="205747"/>
                  </a:lnTo>
                  <a:lnTo>
                    <a:pt x="279636" y="207622"/>
                  </a:lnTo>
                  <a:lnTo>
                    <a:pt x="291385" y="215322"/>
                  </a:lnTo>
                  <a:lnTo>
                    <a:pt x="311974" y="228814"/>
                  </a:lnTo>
                  <a:lnTo>
                    <a:pt x="330003" y="24062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315751" y="2451754"/>
              <a:ext cx="1106156" cy="675726"/>
            </a:xfrm>
            <a:custGeom>
              <a:avLst/>
              <a:pathLst>
                <a:path w="1106156" h="675726">
                  <a:moveTo>
                    <a:pt x="361873" y="18582"/>
                  </a:moveTo>
                  <a:lnTo>
                    <a:pt x="366136" y="8195"/>
                  </a:lnTo>
                  <a:lnTo>
                    <a:pt x="428555" y="27761"/>
                  </a:lnTo>
                  <a:lnTo>
                    <a:pt x="592749" y="111873"/>
                  </a:lnTo>
                  <a:lnTo>
                    <a:pt x="599133" y="115143"/>
                  </a:lnTo>
                  <a:lnTo>
                    <a:pt x="612669" y="123339"/>
                  </a:lnTo>
                  <a:lnTo>
                    <a:pt x="615972" y="125340"/>
                  </a:lnTo>
                  <a:lnTo>
                    <a:pt x="618584" y="128509"/>
                  </a:lnTo>
                  <a:lnTo>
                    <a:pt x="624680" y="135907"/>
                  </a:lnTo>
                  <a:lnTo>
                    <a:pt x="652727" y="169942"/>
                  </a:lnTo>
                  <a:lnTo>
                    <a:pt x="655853" y="174911"/>
                  </a:lnTo>
                  <a:lnTo>
                    <a:pt x="656500" y="176222"/>
                  </a:lnTo>
                  <a:lnTo>
                    <a:pt x="658616" y="180511"/>
                  </a:lnTo>
                  <a:lnTo>
                    <a:pt x="660721" y="186201"/>
                  </a:lnTo>
                  <a:lnTo>
                    <a:pt x="662235" y="192079"/>
                  </a:lnTo>
                  <a:lnTo>
                    <a:pt x="663144" y="198097"/>
                  </a:lnTo>
                  <a:lnTo>
                    <a:pt x="663436" y="204162"/>
                  </a:lnTo>
                  <a:lnTo>
                    <a:pt x="663111" y="210233"/>
                  </a:lnTo>
                  <a:lnTo>
                    <a:pt x="662167" y="216245"/>
                  </a:lnTo>
                  <a:lnTo>
                    <a:pt x="660619" y="222119"/>
                  </a:lnTo>
                  <a:lnTo>
                    <a:pt x="660496" y="222502"/>
                  </a:lnTo>
                  <a:lnTo>
                    <a:pt x="662804" y="220885"/>
                  </a:lnTo>
                  <a:lnTo>
                    <a:pt x="694087" y="198968"/>
                  </a:lnTo>
                  <a:lnTo>
                    <a:pt x="710652" y="164197"/>
                  </a:lnTo>
                  <a:lnTo>
                    <a:pt x="717503" y="148950"/>
                  </a:lnTo>
                  <a:lnTo>
                    <a:pt x="747220" y="151330"/>
                  </a:lnTo>
                  <a:lnTo>
                    <a:pt x="802289" y="155834"/>
                  </a:lnTo>
                  <a:lnTo>
                    <a:pt x="830925" y="151330"/>
                  </a:lnTo>
                  <a:lnTo>
                    <a:pt x="885202" y="150539"/>
                  </a:lnTo>
                  <a:lnTo>
                    <a:pt x="883031" y="179755"/>
                  </a:lnTo>
                  <a:lnTo>
                    <a:pt x="892128" y="178348"/>
                  </a:lnTo>
                  <a:lnTo>
                    <a:pt x="904934" y="205610"/>
                  </a:lnTo>
                  <a:lnTo>
                    <a:pt x="913263" y="224636"/>
                  </a:lnTo>
                  <a:lnTo>
                    <a:pt x="913499" y="225173"/>
                  </a:lnTo>
                  <a:lnTo>
                    <a:pt x="917877" y="242418"/>
                  </a:lnTo>
                  <a:lnTo>
                    <a:pt x="928626" y="239356"/>
                  </a:lnTo>
                  <a:lnTo>
                    <a:pt x="946248" y="258810"/>
                  </a:lnTo>
                  <a:lnTo>
                    <a:pt x="945683" y="267620"/>
                  </a:lnTo>
                  <a:lnTo>
                    <a:pt x="941465" y="276902"/>
                  </a:lnTo>
                  <a:lnTo>
                    <a:pt x="964752" y="295018"/>
                  </a:lnTo>
                  <a:lnTo>
                    <a:pt x="962526" y="322890"/>
                  </a:lnTo>
                  <a:lnTo>
                    <a:pt x="963323" y="323050"/>
                  </a:lnTo>
                  <a:lnTo>
                    <a:pt x="999309" y="330253"/>
                  </a:lnTo>
                  <a:lnTo>
                    <a:pt x="1009636" y="341733"/>
                  </a:lnTo>
                  <a:lnTo>
                    <a:pt x="1023092" y="356692"/>
                  </a:lnTo>
                  <a:lnTo>
                    <a:pt x="1041602" y="377269"/>
                  </a:lnTo>
                  <a:lnTo>
                    <a:pt x="1043927" y="383211"/>
                  </a:lnTo>
                  <a:lnTo>
                    <a:pt x="1054373" y="409906"/>
                  </a:lnTo>
                  <a:lnTo>
                    <a:pt x="1045600" y="416790"/>
                  </a:lnTo>
                  <a:lnTo>
                    <a:pt x="1065105" y="455459"/>
                  </a:lnTo>
                  <a:lnTo>
                    <a:pt x="1069942" y="465048"/>
                  </a:lnTo>
                  <a:lnTo>
                    <a:pt x="1072063" y="469253"/>
                  </a:lnTo>
                  <a:lnTo>
                    <a:pt x="1059545" y="478436"/>
                  </a:lnTo>
                  <a:lnTo>
                    <a:pt x="1060940" y="481270"/>
                  </a:lnTo>
                  <a:lnTo>
                    <a:pt x="1066586" y="492744"/>
                  </a:lnTo>
                  <a:lnTo>
                    <a:pt x="1083144" y="526394"/>
                  </a:lnTo>
                  <a:lnTo>
                    <a:pt x="1083382" y="526898"/>
                  </a:lnTo>
                  <a:lnTo>
                    <a:pt x="1089272" y="539275"/>
                  </a:lnTo>
                  <a:lnTo>
                    <a:pt x="1106156" y="574757"/>
                  </a:lnTo>
                  <a:lnTo>
                    <a:pt x="1049332" y="596784"/>
                  </a:lnTo>
                  <a:lnTo>
                    <a:pt x="1023188" y="597773"/>
                  </a:lnTo>
                  <a:lnTo>
                    <a:pt x="1020983" y="597856"/>
                  </a:lnTo>
                  <a:lnTo>
                    <a:pt x="1020655" y="597868"/>
                  </a:lnTo>
                  <a:lnTo>
                    <a:pt x="1020945" y="611816"/>
                  </a:lnTo>
                  <a:lnTo>
                    <a:pt x="1022162" y="613652"/>
                  </a:lnTo>
                  <a:lnTo>
                    <a:pt x="1023801" y="616125"/>
                  </a:lnTo>
                  <a:lnTo>
                    <a:pt x="1027574" y="622508"/>
                  </a:lnTo>
                  <a:lnTo>
                    <a:pt x="1030189" y="626933"/>
                  </a:lnTo>
                  <a:lnTo>
                    <a:pt x="1032062" y="628734"/>
                  </a:lnTo>
                  <a:lnTo>
                    <a:pt x="1030112" y="631517"/>
                  </a:lnTo>
                  <a:lnTo>
                    <a:pt x="1025674" y="637854"/>
                  </a:lnTo>
                  <a:lnTo>
                    <a:pt x="1029528" y="653954"/>
                  </a:lnTo>
                  <a:lnTo>
                    <a:pt x="1030444" y="675726"/>
                  </a:lnTo>
                  <a:lnTo>
                    <a:pt x="1026258" y="673751"/>
                  </a:lnTo>
                  <a:lnTo>
                    <a:pt x="1018901" y="670280"/>
                  </a:lnTo>
                  <a:lnTo>
                    <a:pt x="1016698" y="669241"/>
                  </a:lnTo>
                  <a:lnTo>
                    <a:pt x="1009164" y="659038"/>
                  </a:lnTo>
                  <a:lnTo>
                    <a:pt x="1004962" y="657856"/>
                  </a:lnTo>
                  <a:lnTo>
                    <a:pt x="948571" y="642004"/>
                  </a:lnTo>
                  <a:lnTo>
                    <a:pt x="915970" y="638221"/>
                  </a:lnTo>
                  <a:lnTo>
                    <a:pt x="910275" y="638781"/>
                  </a:lnTo>
                  <a:lnTo>
                    <a:pt x="906807" y="639122"/>
                  </a:lnTo>
                  <a:lnTo>
                    <a:pt x="884955" y="653893"/>
                  </a:lnTo>
                  <a:lnTo>
                    <a:pt x="875968" y="658937"/>
                  </a:lnTo>
                  <a:lnTo>
                    <a:pt x="866276" y="659838"/>
                  </a:lnTo>
                  <a:lnTo>
                    <a:pt x="862767" y="658580"/>
                  </a:lnTo>
                  <a:lnTo>
                    <a:pt x="852707" y="654974"/>
                  </a:lnTo>
                  <a:lnTo>
                    <a:pt x="850943" y="654342"/>
                  </a:lnTo>
                  <a:lnTo>
                    <a:pt x="851078" y="654960"/>
                  </a:lnTo>
                  <a:lnTo>
                    <a:pt x="851222" y="655617"/>
                  </a:lnTo>
                  <a:lnTo>
                    <a:pt x="768006" y="611327"/>
                  </a:lnTo>
                  <a:lnTo>
                    <a:pt x="767337" y="610971"/>
                  </a:lnTo>
                  <a:lnTo>
                    <a:pt x="767083" y="620966"/>
                  </a:lnTo>
                  <a:lnTo>
                    <a:pt x="764563" y="619989"/>
                  </a:lnTo>
                  <a:lnTo>
                    <a:pt x="759671" y="618093"/>
                  </a:lnTo>
                  <a:lnTo>
                    <a:pt x="759594" y="620876"/>
                  </a:lnTo>
                  <a:lnTo>
                    <a:pt x="758414" y="663165"/>
                  </a:lnTo>
                  <a:lnTo>
                    <a:pt x="753290" y="661994"/>
                  </a:lnTo>
                  <a:lnTo>
                    <a:pt x="723195" y="655116"/>
                  </a:lnTo>
                  <a:lnTo>
                    <a:pt x="679712" y="636202"/>
                  </a:lnTo>
                  <a:lnTo>
                    <a:pt x="677472" y="635227"/>
                  </a:lnTo>
                  <a:lnTo>
                    <a:pt x="677472" y="627540"/>
                  </a:lnTo>
                  <a:lnTo>
                    <a:pt x="643090" y="618786"/>
                  </a:lnTo>
                  <a:lnTo>
                    <a:pt x="583581" y="603636"/>
                  </a:lnTo>
                  <a:lnTo>
                    <a:pt x="574906" y="605634"/>
                  </a:lnTo>
                  <a:lnTo>
                    <a:pt x="546345" y="612210"/>
                  </a:lnTo>
                  <a:lnTo>
                    <a:pt x="546444" y="611491"/>
                  </a:lnTo>
                  <a:lnTo>
                    <a:pt x="523104" y="614340"/>
                  </a:lnTo>
                  <a:lnTo>
                    <a:pt x="515825" y="615229"/>
                  </a:lnTo>
                  <a:lnTo>
                    <a:pt x="505275" y="608112"/>
                  </a:lnTo>
                  <a:lnTo>
                    <a:pt x="499179" y="603999"/>
                  </a:lnTo>
                  <a:lnTo>
                    <a:pt x="485540" y="594797"/>
                  </a:lnTo>
                  <a:lnTo>
                    <a:pt x="462958" y="579562"/>
                  </a:lnTo>
                  <a:lnTo>
                    <a:pt x="454688" y="572676"/>
                  </a:lnTo>
                  <a:lnTo>
                    <a:pt x="448997" y="567939"/>
                  </a:lnTo>
                  <a:lnTo>
                    <a:pt x="440044" y="560484"/>
                  </a:lnTo>
                  <a:lnTo>
                    <a:pt x="431173" y="553098"/>
                  </a:lnTo>
                  <a:lnTo>
                    <a:pt x="403234" y="533429"/>
                  </a:lnTo>
                  <a:lnTo>
                    <a:pt x="402338" y="532798"/>
                  </a:lnTo>
                  <a:lnTo>
                    <a:pt x="390832" y="524698"/>
                  </a:lnTo>
                  <a:lnTo>
                    <a:pt x="387200" y="522496"/>
                  </a:lnTo>
                  <a:lnTo>
                    <a:pt x="354758" y="502824"/>
                  </a:lnTo>
                  <a:lnTo>
                    <a:pt x="351505" y="500714"/>
                  </a:lnTo>
                  <a:lnTo>
                    <a:pt x="350072" y="499785"/>
                  </a:lnTo>
                  <a:lnTo>
                    <a:pt x="338880" y="492526"/>
                  </a:lnTo>
                  <a:lnTo>
                    <a:pt x="312695" y="475544"/>
                  </a:lnTo>
                  <a:lnTo>
                    <a:pt x="302591" y="468992"/>
                  </a:lnTo>
                  <a:lnTo>
                    <a:pt x="296429" y="464995"/>
                  </a:lnTo>
                  <a:lnTo>
                    <a:pt x="294937" y="464004"/>
                  </a:lnTo>
                  <a:lnTo>
                    <a:pt x="247864" y="432757"/>
                  </a:lnTo>
                  <a:lnTo>
                    <a:pt x="245783" y="431375"/>
                  </a:lnTo>
                  <a:lnTo>
                    <a:pt x="238628" y="426626"/>
                  </a:lnTo>
                  <a:lnTo>
                    <a:pt x="216928" y="411600"/>
                  </a:lnTo>
                  <a:lnTo>
                    <a:pt x="201541" y="400945"/>
                  </a:lnTo>
                  <a:lnTo>
                    <a:pt x="196820" y="400787"/>
                  </a:lnTo>
                  <a:lnTo>
                    <a:pt x="98090" y="397494"/>
                  </a:lnTo>
                  <a:lnTo>
                    <a:pt x="83421" y="397005"/>
                  </a:lnTo>
                  <a:lnTo>
                    <a:pt x="71262" y="393492"/>
                  </a:lnTo>
                  <a:lnTo>
                    <a:pt x="67876" y="394841"/>
                  </a:lnTo>
                  <a:lnTo>
                    <a:pt x="13637" y="416459"/>
                  </a:lnTo>
                  <a:lnTo>
                    <a:pt x="10156" y="417847"/>
                  </a:lnTo>
                  <a:lnTo>
                    <a:pt x="0" y="398160"/>
                  </a:lnTo>
                  <a:lnTo>
                    <a:pt x="12912" y="396085"/>
                  </a:lnTo>
                  <a:lnTo>
                    <a:pt x="58471" y="374213"/>
                  </a:lnTo>
                  <a:lnTo>
                    <a:pt x="60199" y="377541"/>
                  </a:lnTo>
                  <a:lnTo>
                    <a:pt x="65593" y="378190"/>
                  </a:lnTo>
                  <a:lnTo>
                    <a:pt x="67876" y="377362"/>
                  </a:lnTo>
                  <a:lnTo>
                    <a:pt x="72669" y="375624"/>
                  </a:lnTo>
                  <a:lnTo>
                    <a:pt x="119201" y="358756"/>
                  </a:lnTo>
                  <a:lnTo>
                    <a:pt x="126187" y="356224"/>
                  </a:lnTo>
                  <a:lnTo>
                    <a:pt x="130472" y="354670"/>
                  </a:lnTo>
                  <a:lnTo>
                    <a:pt x="184835" y="335831"/>
                  </a:lnTo>
                  <a:lnTo>
                    <a:pt x="185838" y="335483"/>
                  </a:lnTo>
                  <a:lnTo>
                    <a:pt x="193780" y="331860"/>
                  </a:lnTo>
                  <a:lnTo>
                    <a:pt x="222301" y="318847"/>
                  </a:lnTo>
                  <a:lnTo>
                    <a:pt x="223871" y="318131"/>
                  </a:lnTo>
                  <a:lnTo>
                    <a:pt x="225726" y="317136"/>
                  </a:lnTo>
                  <a:lnTo>
                    <a:pt x="239973" y="309498"/>
                  </a:lnTo>
                  <a:lnTo>
                    <a:pt x="251087" y="303539"/>
                  </a:lnTo>
                  <a:lnTo>
                    <a:pt x="254866" y="301513"/>
                  </a:lnTo>
                  <a:lnTo>
                    <a:pt x="255370" y="301243"/>
                  </a:lnTo>
                  <a:lnTo>
                    <a:pt x="297511" y="279657"/>
                  </a:lnTo>
                  <a:lnTo>
                    <a:pt x="325900" y="265116"/>
                  </a:lnTo>
                  <a:lnTo>
                    <a:pt x="314488" y="255529"/>
                  </a:lnTo>
                  <a:lnTo>
                    <a:pt x="313742" y="254902"/>
                  </a:lnTo>
                  <a:lnTo>
                    <a:pt x="315492" y="252320"/>
                  </a:lnTo>
                  <a:lnTo>
                    <a:pt x="319308" y="246690"/>
                  </a:lnTo>
                  <a:lnTo>
                    <a:pt x="355257" y="193652"/>
                  </a:lnTo>
                  <a:lnTo>
                    <a:pt x="355609" y="193134"/>
                  </a:lnTo>
                  <a:lnTo>
                    <a:pt x="356656" y="191588"/>
                  </a:lnTo>
                  <a:lnTo>
                    <a:pt x="358226" y="189272"/>
                  </a:lnTo>
                  <a:lnTo>
                    <a:pt x="358592" y="188732"/>
                  </a:lnTo>
                  <a:lnTo>
                    <a:pt x="357000" y="187860"/>
                  </a:lnTo>
                  <a:lnTo>
                    <a:pt x="356544" y="187615"/>
                  </a:lnTo>
                  <a:lnTo>
                    <a:pt x="311140" y="163318"/>
                  </a:lnTo>
                  <a:lnTo>
                    <a:pt x="307089" y="161129"/>
                  </a:lnTo>
                  <a:lnTo>
                    <a:pt x="302160" y="158464"/>
                  </a:lnTo>
                  <a:lnTo>
                    <a:pt x="301001" y="157837"/>
                  </a:lnTo>
                  <a:lnTo>
                    <a:pt x="300071" y="156707"/>
                  </a:lnTo>
                  <a:lnTo>
                    <a:pt x="299632" y="156172"/>
                  </a:lnTo>
                  <a:lnTo>
                    <a:pt x="282171" y="140344"/>
                  </a:lnTo>
                  <a:lnTo>
                    <a:pt x="276282" y="135006"/>
                  </a:lnTo>
                  <a:lnTo>
                    <a:pt x="268070" y="131843"/>
                  </a:lnTo>
                  <a:lnTo>
                    <a:pt x="266454" y="131220"/>
                  </a:lnTo>
                  <a:lnTo>
                    <a:pt x="266744" y="130450"/>
                  </a:lnTo>
                  <a:lnTo>
                    <a:pt x="268589" y="125560"/>
                  </a:lnTo>
                  <a:lnTo>
                    <a:pt x="271851" y="116914"/>
                  </a:lnTo>
                  <a:lnTo>
                    <a:pt x="279142" y="97586"/>
                  </a:lnTo>
                  <a:lnTo>
                    <a:pt x="280040" y="95204"/>
                  </a:lnTo>
                  <a:lnTo>
                    <a:pt x="275792" y="95019"/>
                  </a:lnTo>
                  <a:lnTo>
                    <a:pt x="276072" y="93718"/>
                  </a:lnTo>
                  <a:lnTo>
                    <a:pt x="281447" y="68678"/>
                  </a:lnTo>
                  <a:lnTo>
                    <a:pt x="294757" y="6685"/>
                  </a:lnTo>
                  <a:lnTo>
                    <a:pt x="296192" y="0"/>
                  </a:lnTo>
                  <a:lnTo>
                    <a:pt x="305394" y="1771"/>
                  </a:lnTo>
                  <a:lnTo>
                    <a:pt x="312733" y="39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637134" y="2088906"/>
              <a:ext cx="806819" cy="704582"/>
            </a:xfrm>
            <a:custGeom>
              <a:avLst/>
              <a:pathLst>
                <a:path w="806819" h="704582">
                  <a:moveTo>
                    <a:pt x="355971" y="30623"/>
                  </a:moveTo>
                  <a:lnTo>
                    <a:pt x="399503" y="22089"/>
                  </a:lnTo>
                  <a:lnTo>
                    <a:pt x="418580" y="21259"/>
                  </a:lnTo>
                  <a:lnTo>
                    <a:pt x="444464" y="49019"/>
                  </a:lnTo>
                  <a:lnTo>
                    <a:pt x="434213" y="64128"/>
                  </a:lnTo>
                  <a:lnTo>
                    <a:pt x="465933" y="114567"/>
                  </a:lnTo>
                  <a:lnTo>
                    <a:pt x="477656" y="97447"/>
                  </a:lnTo>
                  <a:lnTo>
                    <a:pt x="487967" y="101195"/>
                  </a:lnTo>
                  <a:lnTo>
                    <a:pt x="523212" y="129904"/>
                  </a:lnTo>
                  <a:lnTo>
                    <a:pt x="533266" y="158303"/>
                  </a:lnTo>
                  <a:lnTo>
                    <a:pt x="544138" y="189011"/>
                  </a:lnTo>
                  <a:lnTo>
                    <a:pt x="538429" y="221305"/>
                  </a:lnTo>
                  <a:lnTo>
                    <a:pt x="465581" y="310147"/>
                  </a:lnTo>
                  <a:lnTo>
                    <a:pt x="495891" y="343292"/>
                  </a:lnTo>
                  <a:lnTo>
                    <a:pt x="519857" y="364188"/>
                  </a:lnTo>
                  <a:lnTo>
                    <a:pt x="527934" y="319294"/>
                  </a:lnTo>
                  <a:lnTo>
                    <a:pt x="546341" y="312293"/>
                  </a:lnTo>
                  <a:lnTo>
                    <a:pt x="579382" y="313981"/>
                  </a:lnTo>
                  <a:lnTo>
                    <a:pt x="612975" y="313981"/>
                  </a:lnTo>
                  <a:lnTo>
                    <a:pt x="631698" y="279080"/>
                  </a:lnTo>
                  <a:lnTo>
                    <a:pt x="681811" y="283020"/>
                  </a:lnTo>
                  <a:lnTo>
                    <a:pt x="704390" y="300471"/>
                  </a:lnTo>
                  <a:lnTo>
                    <a:pt x="728620" y="305537"/>
                  </a:lnTo>
                  <a:lnTo>
                    <a:pt x="769371" y="309478"/>
                  </a:lnTo>
                  <a:lnTo>
                    <a:pt x="800210" y="329743"/>
                  </a:lnTo>
                  <a:lnTo>
                    <a:pt x="803658" y="331459"/>
                  </a:lnTo>
                  <a:lnTo>
                    <a:pt x="806819" y="390539"/>
                  </a:lnTo>
                  <a:lnTo>
                    <a:pt x="788646" y="446269"/>
                  </a:lnTo>
                  <a:lnTo>
                    <a:pt x="788431" y="446611"/>
                  </a:lnTo>
                  <a:lnTo>
                    <a:pt x="763497" y="445747"/>
                  </a:lnTo>
                  <a:lnTo>
                    <a:pt x="744031" y="481447"/>
                  </a:lnTo>
                  <a:lnTo>
                    <a:pt x="707473" y="469124"/>
                  </a:lnTo>
                  <a:lnTo>
                    <a:pt x="665621" y="464621"/>
                  </a:lnTo>
                  <a:lnTo>
                    <a:pt x="657471" y="459667"/>
                  </a:lnTo>
                  <a:lnTo>
                    <a:pt x="656993" y="478863"/>
                  </a:lnTo>
                  <a:lnTo>
                    <a:pt x="665451" y="498318"/>
                  </a:lnTo>
                  <a:lnTo>
                    <a:pt x="678668" y="512369"/>
                  </a:lnTo>
                  <a:lnTo>
                    <a:pt x="690827" y="537228"/>
                  </a:lnTo>
                  <a:lnTo>
                    <a:pt x="698228" y="545874"/>
                  </a:lnTo>
                  <a:lnTo>
                    <a:pt x="704044" y="552359"/>
                  </a:lnTo>
                  <a:lnTo>
                    <a:pt x="722018" y="556683"/>
                  </a:lnTo>
                  <a:lnTo>
                    <a:pt x="720961" y="588026"/>
                  </a:lnTo>
                  <a:lnTo>
                    <a:pt x="720961" y="594511"/>
                  </a:lnTo>
                  <a:lnTo>
                    <a:pt x="752681" y="584244"/>
                  </a:lnTo>
                  <a:lnTo>
                    <a:pt x="779643" y="655578"/>
                  </a:lnTo>
                  <a:lnTo>
                    <a:pt x="726248" y="671790"/>
                  </a:lnTo>
                  <a:lnTo>
                    <a:pt x="714617" y="685300"/>
                  </a:lnTo>
                  <a:lnTo>
                    <a:pt x="688253" y="704582"/>
                  </a:lnTo>
                  <a:lnTo>
                    <a:pt x="677925" y="693101"/>
                  </a:lnTo>
                  <a:lnTo>
                    <a:pt x="641940" y="685899"/>
                  </a:lnTo>
                  <a:lnTo>
                    <a:pt x="641142" y="685739"/>
                  </a:lnTo>
                  <a:lnTo>
                    <a:pt x="643368" y="657867"/>
                  </a:lnTo>
                  <a:lnTo>
                    <a:pt x="620082" y="639750"/>
                  </a:lnTo>
                  <a:lnTo>
                    <a:pt x="624300" y="630468"/>
                  </a:lnTo>
                  <a:lnTo>
                    <a:pt x="624865" y="621659"/>
                  </a:lnTo>
                  <a:lnTo>
                    <a:pt x="607243" y="602204"/>
                  </a:lnTo>
                  <a:lnTo>
                    <a:pt x="596493" y="605267"/>
                  </a:lnTo>
                  <a:lnTo>
                    <a:pt x="592115" y="588022"/>
                  </a:lnTo>
                  <a:lnTo>
                    <a:pt x="591880" y="587485"/>
                  </a:lnTo>
                  <a:lnTo>
                    <a:pt x="583551" y="568459"/>
                  </a:lnTo>
                  <a:lnTo>
                    <a:pt x="570744" y="541197"/>
                  </a:lnTo>
                  <a:lnTo>
                    <a:pt x="561648" y="542603"/>
                  </a:lnTo>
                  <a:lnTo>
                    <a:pt x="563818" y="513387"/>
                  </a:lnTo>
                  <a:lnTo>
                    <a:pt x="509542" y="514179"/>
                  </a:lnTo>
                  <a:lnTo>
                    <a:pt x="480906" y="518683"/>
                  </a:lnTo>
                  <a:lnTo>
                    <a:pt x="425836" y="514179"/>
                  </a:lnTo>
                  <a:lnTo>
                    <a:pt x="396120" y="511799"/>
                  </a:lnTo>
                  <a:lnTo>
                    <a:pt x="389268" y="527046"/>
                  </a:lnTo>
                  <a:lnTo>
                    <a:pt x="372703" y="561817"/>
                  </a:lnTo>
                  <a:lnTo>
                    <a:pt x="341421" y="583734"/>
                  </a:lnTo>
                  <a:lnTo>
                    <a:pt x="339101" y="585325"/>
                  </a:lnTo>
                  <a:lnTo>
                    <a:pt x="339240" y="584955"/>
                  </a:lnTo>
                  <a:lnTo>
                    <a:pt x="340786" y="579081"/>
                  </a:lnTo>
                  <a:lnTo>
                    <a:pt x="341728" y="573076"/>
                  </a:lnTo>
                  <a:lnTo>
                    <a:pt x="342053" y="567002"/>
                  </a:lnTo>
                  <a:lnTo>
                    <a:pt x="341759" y="560927"/>
                  </a:lnTo>
                  <a:lnTo>
                    <a:pt x="340849" y="554917"/>
                  </a:lnTo>
                  <a:lnTo>
                    <a:pt x="339334" y="549035"/>
                  </a:lnTo>
                  <a:lnTo>
                    <a:pt x="337228" y="543347"/>
                  </a:lnTo>
                  <a:lnTo>
                    <a:pt x="335117" y="539070"/>
                  </a:lnTo>
                  <a:lnTo>
                    <a:pt x="334470" y="537759"/>
                  </a:lnTo>
                  <a:lnTo>
                    <a:pt x="331344" y="532791"/>
                  </a:lnTo>
                  <a:lnTo>
                    <a:pt x="303297" y="498756"/>
                  </a:lnTo>
                  <a:lnTo>
                    <a:pt x="297201" y="491358"/>
                  </a:lnTo>
                  <a:lnTo>
                    <a:pt x="294589" y="488188"/>
                  </a:lnTo>
                  <a:lnTo>
                    <a:pt x="291285" y="486188"/>
                  </a:lnTo>
                  <a:lnTo>
                    <a:pt x="277749" y="477992"/>
                  </a:lnTo>
                  <a:lnTo>
                    <a:pt x="271365" y="474721"/>
                  </a:lnTo>
                  <a:lnTo>
                    <a:pt x="107171" y="390609"/>
                  </a:lnTo>
                  <a:lnTo>
                    <a:pt x="44753" y="371043"/>
                  </a:lnTo>
                  <a:lnTo>
                    <a:pt x="35311" y="298098"/>
                  </a:lnTo>
                  <a:lnTo>
                    <a:pt x="8543" y="271004"/>
                  </a:lnTo>
                  <a:lnTo>
                    <a:pt x="0" y="262356"/>
                  </a:lnTo>
                  <a:lnTo>
                    <a:pt x="62255" y="201072"/>
                  </a:lnTo>
                  <a:lnTo>
                    <a:pt x="69604" y="193837"/>
                  </a:lnTo>
                  <a:lnTo>
                    <a:pt x="88716" y="176707"/>
                  </a:lnTo>
                  <a:lnTo>
                    <a:pt x="99617" y="166937"/>
                  </a:lnTo>
                  <a:lnTo>
                    <a:pt x="128335" y="143337"/>
                  </a:lnTo>
                  <a:lnTo>
                    <a:pt x="135701" y="137284"/>
                  </a:lnTo>
                  <a:lnTo>
                    <a:pt x="144018" y="130448"/>
                  </a:lnTo>
                  <a:lnTo>
                    <a:pt x="168926" y="109979"/>
                  </a:lnTo>
                  <a:lnTo>
                    <a:pt x="173789" y="105983"/>
                  </a:lnTo>
                  <a:lnTo>
                    <a:pt x="171898" y="51951"/>
                  </a:lnTo>
                  <a:lnTo>
                    <a:pt x="171995" y="41431"/>
                  </a:lnTo>
                  <a:lnTo>
                    <a:pt x="233863" y="43840"/>
                  </a:lnTo>
                  <a:lnTo>
                    <a:pt x="241779" y="44673"/>
                  </a:lnTo>
                  <a:lnTo>
                    <a:pt x="261164" y="0"/>
                  </a:lnTo>
                  <a:lnTo>
                    <a:pt x="270394" y="1818"/>
                  </a:lnTo>
                  <a:lnTo>
                    <a:pt x="323878" y="123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191743" y="1948556"/>
              <a:ext cx="2959144" cy="2002613"/>
            </a:xfrm>
            <a:custGeom>
              <a:avLst/>
              <a:pathLst>
                <a:path w="2959144" h="2002613">
                  <a:moveTo>
                    <a:pt x="2733635" y="731278"/>
                  </a:move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lnTo>
                    <a:pt x="2777699" y="693741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538812" y="3171157"/>
              <a:ext cx="967173" cy="911833"/>
            </a:xfrm>
            <a:custGeom>
              <a:avLst/>
              <a:pathLst>
                <a:path w="967173" h="911833">
                  <a:moveTo>
                    <a:pt x="801747" y="179011"/>
                  </a:moveTo>
                  <a:lnTo>
                    <a:pt x="916291" y="219541"/>
                  </a:lnTo>
                  <a:lnTo>
                    <a:pt x="911972" y="258011"/>
                  </a:lnTo>
                  <a:lnTo>
                    <a:pt x="799544" y="296099"/>
                  </a:lnTo>
                  <a:lnTo>
                    <a:pt x="733000" y="363074"/>
                  </a:lnTo>
                  <a:lnTo>
                    <a:pt x="829760" y="466519"/>
                  </a:lnTo>
                  <a:lnTo>
                    <a:pt x="825582" y="480400"/>
                  </a:lnTo>
                  <a:lnTo>
                    <a:pt x="544685" y="533536"/>
                  </a:lnTo>
                  <a:lnTo>
                    <a:pt x="543986" y="550241"/>
                  </a:lnTo>
                  <a:lnTo>
                    <a:pt x="579627" y="562057"/>
                  </a:lnTo>
                  <a:lnTo>
                    <a:pt x="613109" y="574217"/>
                  </a:lnTo>
                  <a:lnTo>
                    <a:pt x="635591" y="585508"/>
                  </a:lnTo>
                  <a:lnTo>
                    <a:pt x="698576" y="550348"/>
                  </a:lnTo>
                  <a:lnTo>
                    <a:pt x="734315" y="672621"/>
                  </a:lnTo>
                  <a:lnTo>
                    <a:pt x="754086" y="672391"/>
                  </a:lnTo>
                  <a:lnTo>
                    <a:pt x="781467" y="574601"/>
                  </a:lnTo>
                  <a:lnTo>
                    <a:pt x="799237" y="553711"/>
                  </a:lnTo>
                  <a:lnTo>
                    <a:pt x="820169" y="538639"/>
                  </a:lnTo>
                  <a:lnTo>
                    <a:pt x="836684" y="544704"/>
                  </a:lnTo>
                  <a:lnTo>
                    <a:pt x="862462" y="548097"/>
                  </a:lnTo>
                  <a:lnTo>
                    <a:pt x="901231" y="541792"/>
                  </a:lnTo>
                  <a:lnTo>
                    <a:pt x="935154" y="538639"/>
                  </a:lnTo>
                  <a:lnTo>
                    <a:pt x="967173" y="539003"/>
                  </a:lnTo>
                  <a:lnTo>
                    <a:pt x="967173" y="875617"/>
                  </a:lnTo>
                  <a:lnTo>
                    <a:pt x="961984" y="875376"/>
                  </a:lnTo>
                  <a:lnTo>
                    <a:pt x="949824" y="869431"/>
                  </a:lnTo>
                  <a:lnTo>
                    <a:pt x="952468" y="860244"/>
                  </a:lnTo>
                  <a:lnTo>
                    <a:pt x="959869" y="850517"/>
                  </a:lnTo>
                  <a:lnTo>
                    <a:pt x="964627" y="838628"/>
                  </a:lnTo>
                  <a:lnTo>
                    <a:pt x="960926" y="831602"/>
                  </a:lnTo>
                  <a:lnTo>
                    <a:pt x="951410" y="831062"/>
                  </a:lnTo>
                  <a:lnTo>
                    <a:pt x="939780" y="835926"/>
                  </a:lnTo>
                  <a:lnTo>
                    <a:pt x="924977" y="842951"/>
                  </a:lnTo>
                  <a:lnTo>
                    <a:pt x="899072" y="849976"/>
                  </a:lnTo>
                  <a:lnTo>
                    <a:pt x="880569" y="853759"/>
                  </a:lnTo>
                  <a:lnTo>
                    <a:pt x="854136" y="855921"/>
                  </a:lnTo>
                  <a:lnTo>
                    <a:pt x="808671" y="855921"/>
                  </a:lnTo>
                  <a:lnTo>
                    <a:pt x="746817" y="851057"/>
                  </a:lnTo>
                  <a:lnTo>
                    <a:pt x="681263" y="851057"/>
                  </a:lnTo>
                  <a:lnTo>
                    <a:pt x="644289" y="848374"/>
                  </a:lnTo>
                  <a:lnTo>
                    <a:pt x="642326" y="907388"/>
                  </a:lnTo>
                  <a:lnTo>
                    <a:pt x="600423" y="911833"/>
                  </a:lnTo>
                  <a:lnTo>
                    <a:pt x="598308" y="894756"/>
                  </a:lnTo>
                  <a:lnTo>
                    <a:pt x="567011" y="878544"/>
                  </a:lnTo>
                  <a:lnTo>
                    <a:pt x="576416" y="850479"/>
                  </a:lnTo>
                  <a:lnTo>
                    <a:pt x="551205" y="827970"/>
                  </a:lnTo>
                  <a:lnTo>
                    <a:pt x="500982" y="811307"/>
                  </a:lnTo>
                  <a:lnTo>
                    <a:pt x="476268" y="818217"/>
                  </a:lnTo>
                  <a:lnTo>
                    <a:pt x="449437" y="825718"/>
                  </a:lnTo>
                  <a:lnTo>
                    <a:pt x="391525" y="794987"/>
                  </a:lnTo>
                  <a:lnTo>
                    <a:pt x="385116" y="762220"/>
                  </a:lnTo>
                  <a:lnTo>
                    <a:pt x="354120" y="758598"/>
                  </a:lnTo>
                  <a:lnTo>
                    <a:pt x="323439" y="755014"/>
                  </a:lnTo>
                  <a:lnTo>
                    <a:pt x="323000" y="738544"/>
                  </a:lnTo>
                  <a:lnTo>
                    <a:pt x="275859" y="736550"/>
                  </a:lnTo>
                  <a:lnTo>
                    <a:pt x="213741" y="745107"/>
                  </a:lnTo>
                  <a:lnTo>
                    <a:pt x="153825" y="716735"/>
                  </a:lnTo>
                  <a:lnTo>
                    <a:pt x="153603" y="707860"/>
                  </a:lnTo>
                  <a:lnTo>
                    <a:pt x="152944" y="681608"/>
                  </a:lnTo>
                  <a:lnTo>
                    <a:pt x="130557" y="670809"/>
                  </a:lnTo>
                  <a:lnTo>
                    <a:pt x="119024" y="662743"/>
                  </a:lnTo>
                  <a:lnTo>
                    <a:pt x="75963" y="632625"/>
                  </a:lnTo>
                  <a:lnTo>
                    <a:pt x="44633" y="693719"/>
                  </a:lnTo>
                  <a:lnTo>
                    <a:pt x="35528" y="690795"/>
                  </a:lnTo>
                  <a:lnTo>
                    <a:pt x="4197" y="679280"/>
                  </a:lnTo>
                  <a:lnTo>
                    <a:pt x="0" y="678239"/>
                  </a:lnTo>
                  <a:lnTo>
                    <a:pt x="2130" y="673197"/>
                  </a:lnTo>
                  <a:lnTo>
                    <a:pt x="2372" y="672626"/>
                  </a:lnTo>
                  <a:lnTo>
                    <a:pt x="42585" y="577480"/>
                  </a:lnTo>
                  <a:lnTo>
                    <a:pt x="56583" y="572718"/>
                  </a:lnTo>
                  <a:lnTo>
                    <a:pt x="81892" y="564107"/>
                  </a:lnTo>
                  <a:lnTo>
                    <a:pt x="85856" y="557480"/>
                  </a:lnTo>
                  <a:lnTo>
                    <a:pt x="88578" y="552929"/>
                  </a:lnTo>
                  <a:lnTo>
                    <a:pt x="107797" y="520795"/>
                  </a:lnTo>
                  <a:lnTo>
                    <a:pt x="113389" y="512524"/>
                  </a:lnTo>
                  <a:lnTo>
                    <a:pt x="126606" y="493610"/>
                  </a:lnTo>
                  <a:lnTo>
                    <a:pt x="138712" y="478595"/>
                  </a:lnTo>
                  <a:lnTo>
                    <a:pt x="140596" y="476258"/>
                  </a:lnTo>
                  <a:lnTo>
                    <a:pt x="146537" y="468889"/>
                  </a:lnTo>
                  <a:lnTo>
                    <a:pt x="152875" y="461029"/>
                  </a:lnTo>
                  <a:lnTo>
                    <a:pt x="154489" y="459027"/>
                  </a:lnTo>
                  <a:lnTo>
                    <a:pt x="166886" y="444654"/>
                  </a:lnTo>
                  <a:lnTo>
                    <a:pt x="167033" y="437163"/>
                  </a:lnTo>
                  <a:lnTo>
                    <a:pt x="167033" y="431309"/>
                  </a:lnTo>
                  <a:lnTo>
                    <a:pt x="188946" y="399666"/>
                  </a:lnTo>
                  <a:lnTo>
                    <a:pt x="194788" y="391228"/>
                  </a:lnTo>
                  <a:lnTo>
                    <a:pt x="199194" y="320525"/>
                  </a:lnTo>
                  <a:lnTo>
                    <a:pt x="198566" y="306423"/>
                  </a:lnTo>
                  <a:lnTo>
                    <a:pt x="227756" y="295892"/>
                  </a:lnTo>
                  <a:lnTo>
                    <a:pt x="290315" y="276077"/>
                  </a:lnTo>
                  <a:lnTo>
                    <a:pt x="381069" y="262566"/>
                  </a:lnTo>
                  <a:lnTo>
                    <a:pt x="448033" y="260765"/>
                  </a:lnTo>
                  <a:lnTo>
                    <a:pt x="517641" y="253560"/>
                  </a:lnTo>
                  <a:lnTo>
                    <a:pt x="518637" y="253973"/>
                  </a:lnTo>
                  <a:lnTo>
                    <a:pt x="534663" y="268141"/>
                  </a:lnTo>
                  <a:lnTo>
                    <a:pt x="586345" y="313832"/>
                  </a:lnTo>
                  <a:lnTo>
                    <a:pt x="612354" y="336826"/>
                  </a:lnTo>
                  <a:lnTo>
                    <a:pt x="662019" y="290349"/>
                  </a:lnTo>
                  <a:lnTo>
                    <a:pt x="662874" y="289548"/>
                  </a:lnTo>
                  <a:lnTo>
                    <a:pt x="687424" y="266573"/>
                  </a:lnTo>
                  <a:lnTo>
                    <a:pt x="710686" y="200643"/>
                  </a:lnTo>
                  <a:lnTo>
                    <a:pt x="706953" y="152942"/>
                  </a:lnTo>
                  <a:lnTo>
                    <a:pt x="610106" y="192521"/>
                  </a:lnTo>
                  <a:lnTo>
                    <a:pt x="604599" y="75432"/>
                  </a:lnTo>
                  <a:lnTo>
                    <a:pt x="754387" y="43908"/>
                  </a:lnTo>
                  <a:lnTo>
                    <a:pt x="871966" y="13843"/>
                  </a:lnTo>
                  <a:lnTo>
                    <a:pt x="927305" y="0"/>
                  </a:lnTo>
                  <a:lnTo>
                    <a:pt x="894249" y="41165"/>
                  </a:lnTo>
                  <a:lnTo>
                    <a:pt x="791653" y="13211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39777" y="3660553"/>
              <a:ext cx="1387245" cy="806027"/>
            </a:xfrm>
            <a:custGeom>
              <a:avLst/>
              <a:pathLst>
                <a:path w="1387245" h="806027">
                  <a:moveTo>
                    <a:pt x="406966" y="14841"/>
                  </a:move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lnTo>
                    <a:pt x="387218" y="434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423634" y="3589128"/>
              <a:ext cx="770186" cy="1277373"/>
            </a:xfrm>
            <a:custGeom>
              <a:avLst/>
              <a:pathLst>
                <a:path w="770186" h="1277373">
                  <a:moveTo>
                    <a:pt x="760644" y="203939"/>
                  </a:moveTo>
                  <a:lnTo>
                    <a:pt x="768295" y="305181"/>
                  </a:lnTo>
                  <a:lnTo>
                    <a:pt x="770186" y="324744"/>
                  </a:lnTo>
                  <a:lnTo>
                    <a:pt x="765924" y="324353"/>
                  </a:lnTo>
                  <a:lnTo>
                    <a:pt x="760386" y="323844"/>
                  </a:lnTo>
                  <a:lnTo>
                    <a:pt x="752903" y="323804"/>
                  </a:lnTo>
                  <a:lnTo>
                    <a:pt x="744564" y="323760"/>
                  </a:lnTo>
                  <a:lnTo>
                    <a:pt x="737515" y="324570"/>
                  </a:lnTo>
                  <a:lnTo>
                    <a:pt x="730510" y="324705"/>
                  </a:lnTo>
                  <a:lnTo>
                    <a:pt x="721523" y="322949"/>
                  </a:lnTo>
                  <a:lnTo>
                    <a:pt x="707777" y="320517"/>
                  </a:lnTo>
                  <a:lnTo>
                    <a:pt x="705674" y="320517"/>
                  </a:lnTo>
                  <a:lnTo>
                    <a:pt x="702627" y="320517"/>
                  </a:lnTo>
                  <a:lnTo>
                    <a:pt x="690992" y="320517"/>
                  </a:lnTo>
                  <a:lnTo>
                    <a:pt x="678157" y="321463"/>
                  </a:lnTo>
                  <a:lnTo>
                    <a:pt x="673895" y="338838"/>
                  </a:lnTo>
                  <a:lnTo>
                    <a:pt x="662485" y="351272"/>
                  </a:lnTo>
                  <a:lnTo>
                    <a:pt x="639514" y="376305"/>
                  </a:lnTo>
                  <a:lnTo>
                    <a:pt x="633893" y="382431"/>
                  </a:lnTo>
                  <a:lnTo>
                    <a:pt x="617455" y="398784"/>
                  </a:lnTo>
                  <a:lnTo>
                    <a:pt x="621067" y="427730"/>
                  </a:lnTo>
                  <a:lnTo>
                    <a:pt x="621986" y="434274"/>
                  </a:lnTo>
                  <a:lnTo>
                    <a:pt x="625136" y="456717"/>
                  </a:lnTo>
                  <a:lnTo>
                    <a:pt x="625979" y="462722"/>
                  </a:lnTo>
                  <a:lnTo>
                    <a:pt x="621754" y="463897"/>
                  </a:lnTo>
                  <a:lnTo>
                    <a:pt x="561391" y="480691"/>
                  </a:lnTo>
                  <a:lnTo>
                    <a:pt x="555787" y="482419"/>
                  </a:lnTo>
                  <a:lnTo>
                    <a:pt x="554322" y="482657"/>
                  </a:lnTo>
                  <a:lnTo>
                    <a:pt x="544649" y="485348"/>
                  </a:lnTo>
                  <a:lnTo>
                    <a:pt x="593480" y="701080"/>
                  </a:lnTo>
                  <a:lnTo>
                    <a:pt x="577620" y="778899"/>
                  </a:lnTo>
                  <a:lnTo>
                    <a:pt x="612549" y="839717"/>
                  </a:lnTo>
                  <a:lnTo>
                    <a:pt x="603738" y="888129"/>
                  </a:lnTo>
                  <a:lnTo>
                    <a:pt x="580826" y="949091"/>
                  </a:lnTo>
                  <a:lnTo>
                    <a:pt x="568258" y="1003803"/>
                  </a:lnTo>
                  <a:lnTo>
                    <a:pt x="548433" y="1061222"/>
                  </a:lnTo>
                  <a:lnTo>
                    <a:pt x="541384" y="1098632"/>
                  </a:lnTo>
                  <a:lnTo>
                    <a:pt x="544028" y="1156726"/>
                  </a:lnTo>
                  <a:lnTo>
                    <a:pt x="522220" y="1206714"/>
                  </a:lnTo>
                  <a:lnTo>
                    <a:pt x="493805" y="1220224"/>
                  </a:lnTo>
                  <a:lnTo>
                    <a:pt x="450190" y="1225629"/>
                  </a:lnTo>
                  <a:lnTo>
                    <a:pt x="427161" y="1217135"/>
                  </a:lnTo>
                  <a:lnTo>
                    <a:pt x="421522" y="1228663"/>
                  </a:lnTo>
                  <a:lnTo>
                    <a:pt x="425751" y="1256044"/>
                  </a:lnTo>
                  <a:lnTo>
                    <a:pt x="415868" y="1277373"/>
                  </a:lnTo>
                  <a:lnTo>
                    <a:pt x="396662" y="1274266"/>
                  </a:lnTo>
                  <a:lnTo>
                    <a:pt x="380142" y="1268861"/>
                  </a:lnTo>
                  <a:lnTo>
                    <a:pt x="345911" y="1251481"/>
                  </a:lnTo>
                  <a:lnTo>
                    <a:pt x="326879" y="1239952"/>
                  </a:lnTo>
                  <a:lnTo>
                    <a:pt x="317715" y="1229144"/>
                  </a:lnTo>
                  <a:lnTo>
                    <a:pt x="310666" y="1213292"/>
                  </a:lnTo>
                  <a:lnTo>
                    <a:pt x="301503" y="1199601"/>
                  </a:lnTo>
                  <a:lnTo>
                    <a:pt x="288110" y="1183749"/>
                  </a:lnTo>
                  <a:lnTo>
                    <a:pt x="279651" y="1166456"/>
                  </a:lnTo>
                  <a:lnTo>
                    <a:pt x="276127" y="1147722"/>
                  </a:lnTo>
                  <a:lnTo>
                    <a:pt x="276832" y="1130429"/>
                  </a:lnTo>
                  <a:lnTo>
                    <a:pt x="271655" y="1106935"/>
                  </a:lnTo>
                  <a:lnTo>
                    <a:pt x="259017" y="1081721"/>
                  </a:lnTo>
                  <a:lnTo>
                    <a:pt x="166870" y="1056933"/>
                  </a:lnTo>
                  <a:lnTo>
                    <a:pt x="123167" y="1049727"/>
                  </a:lnTo>
                  <a:lnTo>
                    <a:pt x="100798" y="1034115"/>
                  </a:lnTo>
                  <a:lnTo>
                    <a:pt x="93749" y="949811"/>
                  </a:lnTo>
                  <a:lnTo>
                    <a:pt x="97979" y="917387"/>
                  </a:lnTo>
                  <a:lnTo>
                    <a:pt x="107142" y="884241"/>
                  </a:lnTo>
                  <a:lnTo>
                    <a:pt x="131108" y="862625"/>
                  </a:lnTo>
                  <a:lnTo>
                    <a:pt x="155779" y="833083"/>
                  </a:lnTo>
                  <a:lnTo>
                    <a:pt x="162123" y="820833"/>
                  </a:lnTo>
                  <a:lnTo>
                    <a:pt x="169172" y="802820"/>
                  </a:lnTo>
                  <a:lnTo>
                    <a:pt x="171287" y="787688"/>
                  </a:lnTo>
                  <a:lnTo>
                    <a:pt x="169877" y="773277"/>
                  </a:lnTo>
                  <a:lnTo>
                    <a:pt x="168467" y="762469"/>
                  </a:lnTo>
                  <a:lnTo>
                    <a:pt x="162123" y="752381"/>
                  </a:lnTo>
                  <a:lnTo>
                    <a:pt x="150140" y="732206"/>
                  </a:lnTo>
                  <a:lnTo>
                    <a:pt x="133223" y="710589"/>
                  </a:lnTo>
                  <a:lnTo>
                    <a:pt x="126174" y="676724"/>
                  </a:lnTo>
                  <a:lnTo>
                    <a:pt x="136747" y="646461"/>
                  </a:lnTo>
                  <a:lnTo>
                    <a:pt x="150845" y="629168"/>
                  </a:lnTo>
                  <a:lnTo>
                    <a:pt x="166353" y="618359"/>
                  </a:lnTo>
                  <a:lnTo>
                    <a:pt x="191729" y="619080"/>
                  </a:lnTo>
                  <a:lnTo>
                    <a:pt x="214990" y="624844"/>
                  </a:lnTo>
                  <a:lnTo>
                    <a:pt x="236841" y="630609"/>
                  </a:lnTo>
                  <a:lnTo>
                    <a:pt x="234022" y="616918"/>
                  </a:lnTo>
                  <a:lnTo>
                    <a:pt x="222744" y="597464"/>
                  </a:lnTo>
                  <a:lnTo>
                    <a:pt x="181860" y="580170"/>
                  </a:lnTo>
                  <a:lnTo>
                    <a:pt x="161418" y="581612"/>
                  </a:lnTo>
                  <a:lnTo>
                    <a:pt x="128994" y="587376"/>
                  </a:lnTo>
                  <a:lnTo>
                    <a:pt x="101503" y="583773"/>
                  </a:lnTo>
                  <a:lnTo>
                    <a:pt x="85291" y="572965"/>
                  </a:lnTo>
                  <a:lnTo>
                    <a:pt x="78242" y="557833"/>
                  </a:lnTo>
                  <a:lnTo>
                    <a:pt x="71193" y="537658"/>
                  </a:lnTo>
                  <a:lnTo>
                    <a:pt x="69078" y="515321"/>
                  </a:lnTo>
                  <a:lnTo>
                    <a:pt x="62734" y="497307"/>
                  </a:lnTo>
                  <a:lnTo>
                    <a:pt x="45817" y="480735"/>
                  </a:lnTo>
                  <a:lnTo>
                    <a:pt x="73308" y="446869"/>
                  </a:lnTo>
                  <a:lnTo>
                    <a:pt x="0" y="374094"/>
                  </a:lnTo>
                  <a:lnTo>
                    <a:pt x="37358" y="351036"/>
                  </a:lnTo>
                  <a:lnTo>
                    <a:pt x="132518" y="382020"/>
                  </a:lnTo>
                  <a:lnTo>
                    <a:pt x="182390" y="387858"/>
                  </a:lnTo>
                  <a:lnTo>
                    <a:pt x="282308" y="392182"/>
                  </a:lnTo>
                  <a:lnTo>
                    <a:pt x="310468" y="330534"/>
                  </a:lnTo>
                  <a:lnTo>
                    <a:pt x="272252" y="325746"/>
                  </a:lnTo>
                  <a:lnTo>
                    <a:pt x="228525" y="320266"/>
                  </a:lnTo>
                  <a:lnTo>
                    <a:pt x="225129" y="292223"/>
                  </a:lnTo>
                  <a:lnTo>
                    <a:pt x="226056" y="269302"/>
                  </a:lnTo>
                  <a:lnTo>
                    <a:pt x="221095" y="263053"/>
                  </a:lnTo>
                  <a:lnTo>
                    <a:pt x="223514" y="261575"/>
                  </a:lnTo>
                  <a:lnTo>
                    <a:pt x="228759" y="258370"/>
                  </a:lnTo>
                  <a:lnTo>
                    <a:pt x="234310" y="258235"/>
                  </a:lnTo>
                  <a:lnTo>
                    <a:pt x="255567" y="248629"/>
                  </a:lnTo>
                  <a:lnTo>
                    <a:pt x="258826" y="247157"/>
                  </a:lnTo>
                  <a:lnTo>
                    <a:pt x="270573" y="232667"/>
                  </a:lnTo>
                  <a:lnTo>
                    <a:pt x="284781" y="209474"/>
                  </a:lnTo>
                  <a:lnTo>
                    <a:pt x="290376" y="203057"/>
                  </a:lnTo>
                  <a:lnTo>
                    <a:pt x="294978" y="198927"/>
                  </a:lnTo>
                  <a:lnTo>
                    <a:pt x="301918" y="192699"/>
                  </a:lnTo>
                  <a:lnTo>
                    <a:pt x="322173" y="169608"/>
                  </a:lnTo>
                  <a:lnTo>
                    <a:pt x="326140" y="169002"/>
                  </a:lnTo>
                  <a:lnTo>
                    <a:pt x="340678" y="180351"/>
                  </a:lnTo>
                  <a:lnTo>
                    <a:pt x="351158" y="190279"/>
                  </a:lnTo>
                  <a:lnTo>
                    <a:pt x="360886" y="146953"/>
                  </a:lnTo>
                  <a:lnTo>
                    <a:pt x="366377" y="122496"/>
                  </a:lnTo>
                  <a:lnTo>
                    <a:pt x="368428" y="113361"/>
                  </a:lnTo>
                  <a:lnTo>
                    <a:pt x="369004" y="99067"/>
                  </a:lnTo>
                  <a:lnTo>
                    <a:pt x="369926" y="76207"/>
                  </a:lnTo>
                  <a:lnTo>
                    <a:pt x="368979" y="59928"/>
                  </a:lnTo>
                  <a:lnTo>
                    <a:pt x="364917" y="42462"/>
                  </a:lnTo>
                  <a:lnTo>
                    <a:pt x="363861" y="34607"/>
                  </a:lnTo>
                  <a:lnTo>
                    <a:pt x="364371" y="34564"/>
                  </a:lnTo>
                  <a:lnTo>
                    <a:pt x="377008" y="34495"/>
                  </a:lnTo>
                  <a:lnTo>
                    <a:pt x="422487" y="34246"/>
                  </a:lnTo>
                  <a:lnTo>
                    <a:pt x="498972" y="33827"/>
                  </a:lnTo>
                  <a:lnTo>
                    <a:pt x="512108" y="33159"/>
                  </a:lnTo>
                  <a:lnTo>
                    <a:pt x="569011" y="30265"/>
                  </a:lnTo>
                  <a:lnTo>
                    <a:pt x="603713" y="28499"/>
                  </a:lnTo>
                  <a:lnTo>
                    <a:pt x="614927" y="27825"/>
                  </a:lnTo>
                  <a:lnTo>
                    <a:pt x="636353" y="26537"/>
                  </a:lnTo>
                  <a:lnTo>
                    <a:pt x="644105" y="23034"/>
                  </a:lnTo>
                  <a:lnTo>
                    <a:pt x="663688" y="14182"/>
                  </a:lnTo>
                  <a:lnTo>
                    <a:pt x="669437" y="11584"/>
                  </a:lnTo>
                  <a:lnTo>
                    <a:pt x="681270" y="0"/>
                  </a:lnTo>
                  <a:lnTo>
                    <a:pt x="722895" y="32241"/>
                  </a:lnTo>
                  <a:lnTo>
                    <a:pt x="753734" y="114204"/>
                  </a:lnTo>
                  <a:lnTo>
                    <a:pt x="758610" y="17753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836646" y="3079436"/>
              <a:ext cx="769055" cy="1388636"/>
            </a:xfrm>
            <a:custGeom>
              <a:avLst/>
              <a:pathLst>
                <a:path w="769055" h="1388636">
                  <a:moveTo>
                    <a:pt x="766670" y="236874"/>
                  </a:moveTo>
                  <a:lnTo>
                    <a:pt x="767858" y="240477"/>
                  </a:lnTo>
                  <a:lnTo>
                    <a:pt x="769055" y="244109"/>
                  </a:lnTo>
                  <a:lnTo>
                    <a:pt x="762997" y="241591"/>
                  </a:lnTo>
                  <a:lnTo>
                    <a:pt x="745947" y="235917"/>
                  </a:lnTo>
                  <a:lnTo>
                    <a:pt x="738706" y="234125"/>
                  </a:lnTo>
                  <a:lnTo>
                    <a:pt x="733392" y="232809"/>
                  </a:lnTo>
                  <a:lnTo>
                    <a:pt x="716871" y="231053"/>
                  </a:lnTo>
                  <a:lnTo>
                    <a:pt x="704183" y="231053"/>
                  </a:lnTo>
                  <a:lnTo>
                    <a:pt x="697436" y="231441"/>
                  </a:lnTo>
                  <a:lnTo>
                    <a:pt x="692126" y="231746"/>
                  </a:lnTo>
                  <a:lnTo>
                    <a:pt x="688624" y="231947"/>
                  </a:lnTo>
                  <a:lnTo>
                    <a:pt x="685201" y="232451"/>
                  </a:lnTo>
                  <a:lnTo>
                    <a:pt x="679265" y="233100"/>
                  </a:lnTo>
                  <a:lnTo>
                    <a:pt x="675342" y="233530"/>
                  </a:lnTo>
                  <a:lnTo>
                    <a:pt x="663711" y="234802"/>
                  </a:lnTo>
                  <a:lnTo>
                    <a:pt x="644767" y="238495"/>
                  </a:lnTo>
                  <a:lnTo>
                    <a:pt x="600535" y="246331"/>
                  </a:lnTo>
                  <a:lnTo>
                    <a:pt x="557097" y="254797"/>
                  </a:lnTo>
                  <a:lnTo>
                    <a:pt x="545822" y="256860"/>
                  </a:lnTo>
                  <a:lnTo>
                    <a:pt x="540680" y="257800"/>
                  </a:lnTo>
                  <a:lnTo>
                    <a:pt x="480729" y="268764"/>
                  </a:lnTo>
                  <a:lnTo>
                    <a:pt x="474361" y="269929"/>
                  </a:lnTo>
                  <a:lnTo>
                    <a:pt x="464806" y="272546"/>
                  </a:lnTo>
                  <a:lnTo>
                    <a:pt x="458757" y="274203"/>
                  </a:lnTo>
                  <a:lnTo>
                    <a:pt x="455104" y="275204"/>
                  </a:lnTo>
                  <a:lnTo>
                    <a:pt x="455322" y="276386"/>
                  </a:lnTo>
                  <a:lnTo>
                    <a:pt x="457071" y="278695"/>
                  </a:lnTo>
                  <a:lnTo>
                    <a:pt x="462797" y="286254"/>
                  </a:lnTo>
                  <a:lnTo>
                    <a:pt x="464475" y="295443"/>
                  </a:lnTo>
                  <a:lnTo>
                    <a:pt x="467731" y="313274"/>
                  </a:lnTo>
                  <a:lnTo>
                    <a:pt x="480589" y="372271"/>
                  </a:lnTo>
                  <a:lnTo>
                    <a:pt x="485772" y="370815"/>
                  </a:lnTo>
                  <a:lnTo>
                    <a:pt x="490523" y="393480"/>
                  </a:lnTo>
                  <a:lnTo>
                    <a:pt x="491367" y="397198"/>
                  </a:lnTo>
                  <a:lnTo>
                    <a:pt x="499594" y="433447"/>
                  </a:lnTo>
                  <a:lnTo>
                    <a:pt x="502362" y="447380"/>
                  </a:lnTo>
                  <a:lnTo>
                    <a:pt x="501827" y="449810"/>
                  </a:lnTo>
                  <a:lnTo>
                    <a:pt x="502977" y="454098"/>
                  </a:lnTo>
                  <a:lnTo>
                    <a:pt x="504099" y="458279"/>
                  </a:lnTo>
                  <a:lnTo>
                    <a:pt x="506892" y="473083"/>
                  </a:lnTo>
                  <a:lnTo>
                    <a:pt x="512546" y="503059"/>
                  </a:lnTo>
                  <a:lnTo>
                    <a:pt x="515244" y="517360"/>
                  </a:lnTo>
                  <a:lnTo>
                    <a:pt x="491805" y="521770"/>
                  </a:lnTo>
                  <a:lnTo>
                    <a:pt x="477743" y="524416"/>
                  </a:lnTo>
                  <a:lnTo>
                    <a:pt x="492306" y="531377"/>
                  </a:lnTo>
                  <a:lnTo>
                    <a:pt x="496622" y="532155"/>
                  </a:lnTo>
                  <a:lnTo>
                    <a:pt x="493540" y="537543"/>
                  </a:lnTo>
                  <a:lnTo>
                    <a:pt x="493353" y="540353"/>
                  </a:lnTo>
                  <a:lnTo>
                    <a:pt x="492219" y="557358"/>
                  </a:lnTo>
                  <a:lnTo>
                    <a:pt x="490016" y="563775"/>
                  </a:lnTo>
                  <a:lnTo>
                    <a:pt x="487042" y="568504"/>
                  </a:lnTo>
                  <a:lnTo>
                    <a:pt x="480654" y="575371"/>
                  </a:lnTo>
                  <a:lnTo>
                    <a:pt x="478544" y="577489"/>
                  </a:lnTo>
                  <a:lnTo>
                    <a:pt x="474597" y="581451"/>
                  </a:lnTo>
                  <a:lnTo>
                    <a:pt x="473663" y="585431"/>
                  </a:lnTo>
                  <a:lnTo>
                    <a:pt x="471218" y="595861"/>
                  </a:lnTo>
                  <a:lnTo>
                    <a:pt x="470528" y="598867"/>
                  </a:lnTo>
                  <a:lnTo>
                    <a:pt x="467754" y="610952"/>
                  </a:lnTo>
                  <a:lnTo>
                    <a:pt x="464965" y="623102"/>
                  </a:lnTo>
                  <a:lnTo>
                    <a:pt x="475270" y="636377"/>
                  </a:lnTo>
                  <a:lnTo>
                    <a:pt x="482936" y="642727"/>
                  </a:lnTo>
                  <a:lnTo>
                    <a:pt x="485030" y="643837"/>
                  </a:lnTo>
                  <a:lnTo>
                    <a:pt x="490072" y="646510"/>
                  </a:lnTo>
                  <a:lnTo>
                    <a:pt x="490554" y="646701"/>
                  </a:lnTo>
                  <a:lnTo>
                    <a:pt x="493867" y="648015"/>
                  </a:lnTo>
                  <a:lnTo>
                    <a:pt x="482287" y="655601"/>
                  </a:lnTo>
                  <a:lnTo>
                    <a:pt x="468231" y="664809"/>
                  </a:lnTo>
                  <a:lnTo>
                    <a:pt x="463743" y="679462"/>
                  </a:lnTo>
                  <a:lnTo>
                    <a:pt x="456477" y="685184"/>
                  </a:lnTo>
                  <a:lnTo>
                    <a:pt x="447618" y="692161"/>
                  </a:lnTo>
                  <a:lnTo>
                    <a:pt x="447716" y="694001"/>
                  </a:lnTo>
                  <a:lnTo>
                    <a:pt x="448295" y="704947"/>
                  </a:lnTo>
                  <a:lnTo>
                    <a:pt x="448676" y="712157"/>
                  </a:lnTo>
                  <a:lnTo>
                    <a:pt x="455765" y="717340"/>
                  </a:lnTo>
                  <a:lnTo>
                    <a:pt x="486847" y="723876"/>
                  </a:lnTo>
                  <a:lnTo>
                    <a:pt x="495217" y="743691"/>
                  </a:lnTo>
                  <a:lnTo>
                    <a:pt x="487067" y="760692"/>
                  </a:lnTo>
                  <a:lnTo>
                    <a:pt x="467242" y="787712"/>
                  </a:lnTo>
                  <a:lnTo>
                    <a:pt x="434370" y="785950"/>
                  </a:lnTo>
                  <a:lnTo>
                    <a:pt x="416707" y="777277"/>
                  </a:lnTo>
                  <a:lnTo>
                    <a:pt x="387631" y="785383"/>
                  </a:lnTo>
                  <a:lnTo>
                    <a:pt x="374943" y="781601"/>
                  </a:lnTo>
                  <a:lnTo>
                    <a:pt x="355118" y="799434"/>
                  </a:lnTo>
                  <a:lnTo>
                    <a:pt x="366245" y="812481"/>
                  </a:lnTo>
                  <a:lnTo>
                    <a:pt x="402150" y="805951"/>
                  </a:lnTo>
                  <a:lnTo>
                    <a:pt x="404548" y="839154"/>
                  </a:lnTo>
                  <a:lnTo>
                    <a:pt x="413139" y="932525"/>
                  </a:lnTo>
                  <a:lnTo>
                    <a:pt x="420709" y="980628"/>
                  </a:lnTo>
                  <a:lnTo>
                    <a:pt x="446701" y="963064"/>
                  </a:lnTo>
                  <a:lnTo>
                    <a:pt x="464764" y="973872"/>
                  </a:lnTo>
                  <a:lnTo>
                    <a:pt x="480183" y="986482"/>
                  </a:lnTo>
                  <a:lnTo>
                    <a:pt x="509700" y="1033318"/>
                  </a:lnTo>
                  <a:lnTo>
                    <a:pt x="503973" y="1047278"/>
                  </a:lnTo>
                  <a:lnTo>
                    <a:pt x="498386" y="1065376"/>
                  </a:lnTo>
                  <a:lnTo>
                    <a:pt x="490236" y="1093973"/>
                  </a:lnTo>
                  <a:lnTo>
                    <a:pt x="481425" y="1103205"/>
                  </a:lnTo>
                  <a:lnTo>
                    <a:pt x="490456" y="1109285"/>
                  </a:lnTo>
                  <a:lnTo>
                    <a:pt x="459397" y="1152968"/>
                  </a:lnTo>
                  <a:lnTo>
                    <a:pt x="468869" y="1165352"/>
                  </a:lnTo>
                  <a:lnTo>
                    <a:pt x="472834" y="1175710"/>
                  </a:lnTo>
                  <a:lnTo>
                    <a:pt x="489276" y="1215286"/>
                  </a:lnTo>
                  <a:lnTo>
                    <a:pt x="492360" y="1230597"/>
                  </a:lnTo>
                  <a:lnTo>
                    <a:pt x="485749" y="1254624"/>
                  </a:lnTo>
                  <a:lnTo>
                    <a:pt x="485609" y="1255134"/>
                  </a:lnTo>
                  <a:lnTo>
                    <a:pt x="474801" y="1259806"/>
                  </a:lnTo>
                  <a:lnTo>
                    <a:pt x="462469" y="1261363"/>
                  </a:lnTo>
                  <a:lnTo>
                    <a:pt x="450943" y="1262819"/>
                  </a:lnTo>
                  <a:lnTo>
                    <a:pt x="443082" y="1267233"/>
                  </a:lnTo>
                  <a:lnTo>
                    <a:pt x="432175" y="1273357"/>
                  </a:lnTo>
                  <a:lnTo>
                    <a:pt x="416844" y="1280518"/>
                  </a:lnTo>
                  <a:lnTo>
                    <a:pt x="412956" y="1283935"/>
                  </a:lnTo>
                  <a:lnTo>
                    <a:pt x="396094" y="1298757"/>
                  </a:lnTo>
                  <a:lnTo>
                    <a:pt x="389869" y="1304239"/>
                  </a:lnTo>
                  <a:lnTo>
                    <a:pt x="387503" y="1306322"/>
                  </a:lnTo>
                  <a:lnTo>
                    <a:pt x="363449" y="1333343"/>
                  </a:lnTo>
                  <a:lnTo>
                    <a:pt x="343686" y="1342069"/>
                  </a:lnTo>
                  <a:lnTo>
                    <a:pt x="341113" y="1343205"/>
                  </a:lnTo>
                  <a:lnTo>
                    <a:pt x="337633" y="1345725"/>
                  </a:lnTo>
                  <a:lnTo>
                    <a:pt x="334769" y="1347799"/>
                  </a:lnTo>
                  <a:lnTo>
                    <a:pt x="300405" y="1382250"/>
                  </a:lnTo>
                  <a:lnTo>
                    <a:pt x="294036" y="1388636"/>
                  </a:lnTo>
                  <a:lnTo>
                    <a:pt x="293803" y="1385804"/>
                  </a:lnTo>
                  <a:lnTo>
                    <a:pt x="292152" y="1365796"/>
                  </a:lnTo>
                  <a:lnTo>
                    <a:pt x="275525" y="1344085"/>
                  </a:lnTo>
                  <a:lnTo>
                    <a:pt x="252536" y="1364479"/>
                  </a:lnTo>
                  <a:lnTo>
                    <a:pt x="226367" y="1376368"/>
                  </a:lnTo>
                  <a:lnTo>
                    <a:pt x="207203" y="1377179"/>
                  </a:lnTo>
                  <a:lnTo>
                    <a:pt x="200416" y="1378890"/>
                  </a:lnTo>
                  <a:lnTo>
                    <a:pt x="194146" y="1363289"/>
                  </a:lnTo>
                  <a:lnTo>
                    <a:pt x="188209" y="1360745"/>
                  </a:lnTo>
                  <a:lnTo>
                    <a:pt x="186692" y="1360094"/>
                  </a:lnTo>
                  <a:lnTo>
                    <a:pt x="170215" y="1353031"/>
                  </a:lnTo>
                  <a:lnTo>
                    <a:pt x="151712" y="1358885"/>
                  </a:lnTo>
                  <a:lnTo>
                    <a:pt x="132379" y="1355521"/>
                  </a:lnTo>
                  <a:lnTo>
                    <a:pt x="121578" y="1350896"/>
                  </a:lnTo>
                  <a:lnTo>
                    <a:pt x="117719" y="1356730"/>
                  </a:lnTo>
                  <a:lnTo>
                    <a:pt x="116970" y="1357863"/>
                  </a:lnTo>
                  <a:lnTo>
                    <a:pt x="100162" y="1327580"/>
                  </a:lnTo>
                  <a:lnTo>
                    <a:pt x="79079" y="1302108"/>
                  </a:lnTo>
                  <a:lnTo>
                    <a:pt x="92848" y="1286509"/>
                  </a:lnTo>
                  <a:lnTo>
                    <a:pt x="95316" y="1280565"/>
                  </a:lnTo>
                  <a:lnTo>
                    <a:pt x="95844" y="1272639"/>
                  </a:lnTo>
                  <a:lnTo>
                    <a:pt x="95981" y="1258243"/>
                  </a:lnTo>
                  <a:lnTo>
                    <a:pt x="96128" y="1242814"/>
                  </a:lnTo>
                  <a:lnTo>
                    <a:pt x="96285" y="1226343"/>
                  </a:lnTo>
                  <a:lnTo>
                    <a:pt x="97513" y="1203742"/>
                  </a:lnTo>
                  <a:lnTo>
                    <a:pt x="98179" y="1191487"/>
                  </a:lnTo>
                  <a:lnTo>
                    <a:pt x="99093" y="1186788"/>
                  </a:lnTo>
                  <a:lnTo>
                    <a:pt x="100564" y="1179222"/>
                  </a:lnTo>
                  <a:lnTo>
                    <a:pt x="100955" y="1177211"/>
                  </a:lnTo>
                  <a:lnTo>
                    <a:pt x="103089" y="1171029"/>
                  </a:lnTo>
                  <a:lnTo>
                    <a:pt x="103933" y="1159376"/>
                  </a:lnTo>
                  <a:lnTo>
                    <a:pt x="107281" y="1132715"/>
                  </a:lnTo>
                  <a:lnTo>
                    <a:pt x="108691" y="1127131"/>
                  </a:lnTo>
                  <a:lnTo>
                    <a:pt x="109944" y="1123728"/>
                  </a:lnTo>
                  <a:lnTo>
                    <a:pt x="113156" y="1115008"/>
                  </a:lnTo>
                  <a:lnTo>
                    <a:pt x="114688" y="1111068"/>
                  </a:lnTo>
                  <a:lnTo>
                    <a:pt x="116876" y="1105445"/>
                  </a:lnTo>
                  <a:lnTo>
                    <a:pt x="117172" y="1102425"/>
                  </a:lnTo>
                  <a:lnTo>
                    <a:pt x="118286" y="1091034"/>
                  </a:lnTo>
                  <a:lnTo>
                    <a:pt x="118110" y="1075902"/>
                  </a:lnTo>
                  <a:lnTo>
                    <a:pt x="117228" y="1071127"/>
                  </a:lnTo>
                  <a:lnTo>
                    <a:pt x="116348" y="1066355"/>
                  </a:lnTo>
                  <a:lnTo>
                    <a:pt x="116388" y="1064769"/>
                  </a:lnTo>
                  <a:lnTo>
                    <a:pt x="116447" y="1062497"/>
                  </a:lnTo>
                  <a:lnTo>
                    <a:pt x="116524" y="1059510"/>
                  </a:lnTo>
                  <a:lnTo>
                    <a:pt x="115267" y="1049016"/>
                  </a:lnTo>
                  <a:lnTo>
                    <a:pt x="113570" y="1034840"/>
                  </a:lnTo>
                  <a:lnTo>
                    <a:pt x="112726" y="1027792"/>
                  </a:lnTo>
                  <a:lnTo>
                    <a:pt x="112396" y="1016646"/>
                  </a:lnTo>
                  <a:lnTo>
                    <a:pt x="111257" y="1004581"/>
                  </a:lnTo>
                  <a:lnTo>
                    <a:pt x="115171" y="980808"/>
                  </a:lnTo>
                  <a:lnTo>
                    <a:pt x="116513" y="972661"/>
                  </a:lnTo>
                  <a:lnTo>
                    <a:pt x="128011" y="974823"/>
                  </a:lnTo>
                  <a:lnTo>
                    <a:pt x="132804" y="975020"/>
                  </a:lnTo>
                  <a:lnTo>
                    <a:pt x="139292" y="975287"/>
                  </a:lnTo>
                  <a:lnTo>
                    <a:pt x="147704" y="975633"/>
                  </a:lnTo>
                  <a:lnTo>
                    <a:pt x="152729" y="970811"/>
                  </a:lnTo>
                  <a:lnTo>
                    <a:pt x="179921" y="971752"/>
                  </a:lnTo>
                  <a:lnTo>
                    <a:pt x="189613" y="972833"/>
                  </a:lnTo>
                  <a:lnTo>
                    <a:pt x="196927" y="972517"/>
                  </a:lnTo>
                  <a:lnTo>
                    <a:pt x="204152" y="960448"/>
                  </a:lnTo>
                  <a:lnTo>
                    <a:pt x="207036" y="956336"/>
                  </a:lnTo>
                  <a:lnTo>
                    <a:pt x="215529" y="944225"/>
                  </a:lnTo>
                  <a:lnTo>
                    <a:pt x="225122" y="930546"/>
                  </a:lnTo>
                  <a:lnTo>
                    <a:pt x="229379" y="923882"/>
                  </a:lnTo>
                  <a:lnTo>
                    <a:pt x="229898" y="923070"/>
                  </a:lnTo>
                  <a:lnTo>
                    <a:pt x="230761" y="921719"/>
                  </a:lnTo>
                  <a:lnTo>
                    <a:pt x="232079" y="920764"/>
                  </a:lnTo>
                  <a:lnTo>
                    <a:pt x="234671" y="918887"/>
                  </a:lnTo>
                  <a:lnTo>
                    <a:pt x="236130" y="916531"/>
                  </a:lnTo>
                  <a:lnTo>
                    <a:pt x="238302" y="913025"/>
                  </a:lnTo>
                  <a:lnTo>
                    <a:pt x="243889" y="904006"/>
                  </a:lnTo>
                  <a:lnTo>
                    <a:pt x="245725" y="901043"/>
                  </a:lnTo>
                  <a:lnTo>
                    <a:pt x="253182" y="889005"/>
                  </a:lnTo>
                  <a:lnTo>
                    <a:pt x="254134" y="887468"/>
                  </a:lnTo>
                  <a:lnTo>
                    <a:pt x="256665" y="883191"/>
                  </a:lnTo>
                  <a:lnTo>
                    <a:pt x="266721" y="866198"/>
                  </a:lnTo>
                  <a:lnTo>
                    <a:pt x="271130" y="860036"/>
                  </a:lnTo>
                  <a:lnTo>
                    <a:pt x="282294" y="844434"/>
                  </a:lnTo>
                  <a:lnTo>
                    <a:pt x="284770" y="840975"/>
                  </a:lnTo>
                  <a:lnTo>
                    <a:pt x="288389" y="835917"/>
                  </a:lnTo>
                  <a:lnTo>
                    <a:pt x="291484" y="832999"/>
                  </a:lnTo>
                  <a:lnTo>
                    <a:pt x="307193" y="818184"/>
                  </a:lnTo>
                  <a:lnTo>
                    <a:pt x="298821" y="808170"/>
                  </a:lnTo>
                  <a:lnTo>
                    <a:pt x="299000" y="807727"/>
                  </a:lnTo>
                  <a:lnTo>
                    <a:pt x="301539" y="801441"/>
                  </a:lnTo>
                  <a:lnTo>
                    <a:pt x="289022" y="792808"/>
                  </a:lnTo>
                  <a:lnTo>
                    <a:pt x="285556" y="787375"/>
                  </a:lnTo>
                  <a:lnTo>
                    <a:pt x="284519" y="777676"/>
                  </a:lnTo>
                  <a:lnTo>
                    <a:pt x="283026" y="763715"/>
                  </a:lnTo>
                  <a:lnTo>
                    <a:pt x="285042" y="760241"/>
                  </a:lnTo>
                  <a:lnTo>
                    <a:pt x="296463" y="740566"/>
                  </a:lnTo>
                  <a:lnTo>
                    <a:pt x="299371" y="735557"/>
                  </a:lnTo>
                  <a:lnTo>
                    <a:pt x="303195" y="728457"/>
                  </a:lnTo>
                  <a:lnTo>
                    <a:pt x="304047" y="726877"/>
                  </a:lnTo>
                  <a:lnTo>
                    <a:pt x="305535" y="724114"/>
                  </a:lnTo>
                  <a:lnTo>
                    <a:pt x="303411" y="724645"/>
                  </a:lnTo>
                  <a:lnTo>
                    <a:pt x="302033" y="724989"/>
                  </a:lnTo>
                  <a:lnTo>
                    <a:pt x="280996" y="729380"/>
                  </a:lnTo>
                  <a:lnTo>
                    <a:pt x="268843" y="733031"/>
                  </a:lnTo>
                  <a:lnTo>
                    <a:pt x="254012" y="737486"/>
                  </a:lnTo>
                  <a:lnTo>
                    <a:pt x="240913" y="741615"/>
                  </a:lnTo>
                  <a:lnTo>
                    <a:pt x="226147" y="746268"/>
                  </a:lnTo>
                  <a:lnTo>
                    <a:pt x="221480" y="747043"/>
                  </a:lnTo>
                  <a:lnTo>
                    <a:pt x="215625" y="748015"/>
                  </a:lnTo>
                  <a:lnTo>
                    <a:pt x="195639" y="751334"/>
                  </a:lnTo>
                  <a:lnTo>
                    <a:pt x="192777" y="751425"/>
                  </a:lnTo>
                  <a:lnTo>
                    <a:pt x="180975" y="751798"/>
                  </a:lnTo>
                  <a:lnTo>
                    <a:pt x="175832" y="751960"/>
                  </a:lnTo>
                  <a:lnTo>
                    <a:pt x="174272" y="752010"/>
                  </a:lnTo>
                  <a:lnTo>
                    <a:pt x="156206" y="748129"/>
                  </a:lnTo>
                  <a:lnTo>
                    <a:pt x="143874" y="745480"/>
                  </a:lnTo>
                  <a:lnTo>
                    <a:pt x="99819" y="736023"/>
                  </a:lnTo>
                  <a:lnTo>
                    <a:pt x="69978" y="733370"/>
                  </a:lnTo>
                  <a:lnTo>
                    <a:pt x="64354" y="732870"/>
                  </a:lnTo>
                  <a:lnTo>
                    <a:pt x="51880" y="736900"/>
                  </a:lnTo>
                  <a:lnTo>
                    <a:pt x="49264" y="740890"/>
                  </a:lnTo>
                  <a:lnTo>
                    <a:pt x="47478" y="743615"/>
                  </a:lnTo>
                  <a:lnTo>
                    <a:pt x="44957" y="738726"/>
                  </a:lnTo>
                  <a:lnTo>
                    <a:pt x="39938" y="728994"/>
                  </a:lnTo>
                  <a:lnTo>
                    <a:pt x="32321" y="709478"/>
                  </a:lnTo>
                  <a:lnTo>
                    <a:pt x="27254" y="702903"/>
                  </a:lnTo>
                  <a:lnTo>
                    <a:pt x="23818" y="699255"/>
                  </a:lnTo>
                  <a:lnTo>
                    <a:pt x="8223" y="687637"/>
                  </a:lnTo>
                  <a:lnTo>
                    <a:pt x="0" y="681770"/>
                  </a:lnTo>
                  <a:lnTo>
                    <a:pt x="0" y="414780"/>
                  </a:lnTo>
                  <a:lnTo>
                    <a:pt x="16750" y="387594"/>
                  </a:lnTo>
                  <a:lnTo>
                    <a:pt x="42118" y="346419"/>
                  </a:lnTo>
                  <a:lnTo>
                    <a:pt x="43036" y="344932"/>
                  </a:lnTo>
                  <a:lnTo>
                    <a:pt x="84697" y="281686"/>
                  </a:lnTo>
                  <a:lnTo>
                    <a:pt x="101060" y="294373"/>
                  </a:lnTo>
                  <a:lnTo>
                    <a:pt x="126469" y="312180"/>
                  </a:lnTo>
                  <a:lnTo>
                    <a:pt x="132838" y="316288"/>
                  </a:lnTo>
                  <a:lnTo>
                    <a:pt x="184055" y="238061"/>
                  </a:lnTo>
                  <a:lnTo>
                    <a:pt x="185928" y="235200"/>
                  </a:lnTo>
                  <a:lnTo>
                    <a:pt x="186716" y="233998"/>
                  </a:lnTo>
                  <a:lnTo>
                    <a:pt x="187871" y="232361"/>
                  </a:lnTo>
                  <a:lnTo>
                    <a:pt x="193130" y="224908"/>
                  </a:lnTo>
                  <a:lnTo>
                    <a:pt x="240306" y="158061"/>
                  </a:lnTo>
                  <a:lnTo>
                    <a:pt x="241405" y="156504"/>
                  </a:lnTo>
                  <a:lnTo>
                    <a:pt x="243278" y="153850"/>
                  </a:lnTo>
                  <a:lnTo>
                    <a:pt x="244009" y="152813"/>
                  </a:lnTo>
                  <a:lnTo>
                    <a:pt x="311478" y="57210"/>
                  </a:lnTo>
                  <a:lnTo>
                    <a:pt x="314638" y="52733"/>
                  </a:lnTo>
                  <a:lnTo>
                    <a:pt x="339896" y="16943"/>
                  </a:lnTo>
                  <a:lnTo>
                    <a:pt x="348781" y="4352"/>
                  </a:lnTo>
                  <a:lnTo>
                    <a:pt x="350298" y="2202"/>
                  </a:lnTo>
                  <a:lnTo>
                    <a:pt x="351853" y="0"/>
                  </a:lnTo>
                  <a:lnTo>
                    <a:pt x="354030" y="6511"/>
                  </a:lnTo>
                  <a:lnTo>
                    <a:pt x="355097" y="8680"/>
                  </a:lnTo>
                  <a:lnTo>
                    <a:pt x="358257" y="15120"/>
                  </a:lnTo>
                  <a:lnTo>
                    <a:pt x="396527" y="93072"/>
                  </a:lnTo>
                  <a:lnTo>
                    <a:pt x="503327" y="120019"/>
                  </a:lnTo>
                  <a:lnTo>
                    <a:pt x="517291" y="123542"/>
                  </a:lnTo>
                  <a:lnTo>
                    <a:pt x="519467" y="124091"/>
                  </a:lnTo>
                  <a:lnTo>
                    <a:pt x="524201" y="125286"/>
                  </a:lnTo>
                  <a:lnTo>
                    <a:pt x="544041" y="130291"/>
                  </a:lnTo>
                  <a:lnTo>
                    <a:pt x="603006" y="145169"/>
                  </a:lnTo>
                  <a:lnTo>
                    <a:pt x="673436" y="162939"/>
                  </a:lnTo>
                  <a:lnTo>
                    <a:pt x="680907" y="164824"/>
                  </a:lnTo>
                  <a:lnTo>
                    <a:pt x="693071" y="169321"/>
                  </a:lnTo>
                  <a:lnTo>
                    <a:pt x="698876" y="171467"/>
                  </a:lnTo>
                  <a:lnTo>
                    <a:pt x="752800" y="210557"/>
                  </a:lnTo>
                  <a:lnTo>
                    <a:pt x="759364" y="220194"/>
                  </a:lnTo>
                  <a:lnTo>
                    <a:pt x="761132" y="223357"/>
                  </a:lnTo>
                  <a:lnTo>
                    <a:pt x="763058" y="226801"/>
                  </a:lnTo>
                  <a:lnTo>
                    <a:pt x="763770" y="22807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845925" y="3803551"/>
              <a:ext cx="297914" cy="251519"/>
            </a:xfrm>
            <a:custGeom>
              <a:avLst/>
              <a:pathLst>
                <a:path w="297914" h="251519">
                  <a:moveTo>
                    <a:pt x="275763" y="36127"/>
                  </a:moveTo>
                  <a:lnTo>
                    <a:pt x="273746" y="39600"/>
                  </a:lnTo>
                  <a:lnTo>
                    <a:pt x="275239" y="53561"/>
                  </a:lnTo>
                  <a:lnTo>
                    <a:pt x="276277" y="63260"/>
                  </a:lnTo>
                  <a:lnTo>
                    <a:pt x="279743" y="68694"/>
                  </a:lnTo>
                  <a:lnTo>
                    <a:pt x="292259" y="77326"/>
                  </a:lnTo>
                  <a:lnTo>
                    <a:pt x="289720" y="83612"/>
                  </a:lnTo>
                  <a:lnTo>
                    <a:pt x="289541" y="84055"/>
                  </a:lnTo>
                  <a:lnTo>
                    <a:pt x="297914" y="94070"/>
                  </a:lnTo>
                  <a:lnTo>
                    <a:pt x="282204" y="108884"/>
                  </a:lnTo>
                  <a:lnTo>
                    <a:pt x="279110" y="111802"/>
                  </a:lnTo>
                  <a:lnTo>
                    <a:pt x="275491" y="116860"/>
                  </a:lnTo>
                  <a:lnTo>
                    <a:pt x="273015" y="120320"/>
                  </a:lnTo>
                  <a:lnTo>
                    <a:pt x="261851" y="135921"/>
                  </a:lnTo>
                  <a:lnTo>
                    <a:pt x="257442" y="142083"/>
                  </a:lnTo>
                  <a:lnTo>
                    <a:pt x="247386" y="159076"/>
                  </a:lnTo>
                  <a:lnTo>
                    <a:pt x="244855" y="163353"/>
                  </a:lnTo>
                  <a:lnTo>
                    <a:pt x="243903" y="164890"/>
                  </a:lnTo>
                  <a:lnTo>
                    <a:pt x="236446" y="176928"/>
                  </a:lnTo>
                  <a:lnTo>
                    <a:pt x="234610" y="179891"/>
                  </a:lnTo>
                  <a:lnTo>
                    <a:pt x="229023" y="188910"/>
                  </a:lnTo>
                  <a:lnTo>
                    <a:pt x="226851" y="192417"/>
                  </a:lnTo>
                  <a:lnTo>
                    <a:pt x="225391" y="194773"/>
                  </a:lnTo>
                  <a:lnTo>
                    <a:pt x="222800" y="196649"/>
                  </a:lnTo>
                  <a:lnTo>
                    <a:pt x="221482" y="197604"/>
                  </a:lnTo>
                  <a:lnTo>
                    <a:pt x="220619" y="198955"/>
                  </a:lnTo>
                  <a:lnTo>
                    <a:pt x="220100" y="199767"/>
                  </a:lnTo>
                  <a:lnTo>
                    <a:pt x="215843" y="206431"/>
                  </a:lnTo>
                  <a:lnTo>
                    <a:pt x="206249" y="220111"/>
                  </a:lnTo>
                  <a:lnTo>
                    <a:pt x="197756" y="232222"/>
                  </a:lnTo>
                  <a:lnTo>
                    <a:pt x="194872" y="236334"/>
                  </a:lnTo>
                  <a:lnTo>
                    <a:pt x="187647" y="248403"/>
                  </a:lnTo>
                  <a:lnTo>
                    <a:pt x="180334" y="248718"/>
                  </a:lnTo>
                  <a:lnTo>
                    <a:pt x="170642" y="247637"/>
                  </a:lnTo>
                  <a:lnTo>
                    <a:pt x="143450" y="246696"/>
                  </a:lnTo>
                  <a:lnTo>
                    <a:pt x="138425" y="251519"/>
                  </a:lnTo>
                  <a:lnTo>
                    <a:pt x="130012" y="251172"/>
                  </a:lnTo>
                  <a:lnTo>
                    <a:pt x="123525" y="250905"/>
                  </a:lnTo>
                  <a:lnTo>
                    <a:pt x="118732" y="250708"/>
                  </a:lnTo>
                  <a:lnTo>
                    <a:pt x="107234" y="248546"/>
                  </a:lnTo>
                  <a:lnTo>
                    <a:pt x="97057" y="245979"/>
                  </a:lnTo>
                  <a:lnTo>
                    <a:pt x="71406" y="236681"/>
                  </a:lnTo>
                  <a:lnTo>
                    <a:pt x="65337" y="233685"/>
                  </a:lnTo>
                  <a:lnTo>
                    <a:pt x="55371" y="227152"/>
                  </a:lnTo>
                  <a:lnTo>
                    <a:pt x="49171" y="224471"/>
                  </a:lnTo>
                  <a:lnTo>
                    <a:pt x="45527" y="219886"/>
                  </a:lnTo>
                  <a:lnTo>
                    <a:pt x="28345" y="198269"/>
                  </a:lnTo>
                  <a:lnTo>
                    <a:pt x="19740" y="189265"/>
                  </a:lnTo>
                  <a:lnTo>
                    <a:pt x="9745" y="178807"/>
                  </a:lnTo>
                  <a:lnTo>
                    <a:pt x="9029" y="178057"/>
                  </a:lnTo>
                  <a:lnTo>
                    <a:pt x="0" y="168609"/>
                  </a:lnTo>
                  <a:lnTo>
                    <a:pt x="3964" y="137941"/>
                  </a:lnTo>
                  <a:lnTo>
                    <a:pt x="14538" y="105381"/>
                  </a:lnTo>
                  <a:lnTo>
                    <a:pt x="30398" y="75389"/>
                  </a:lnTo>
                  <a:lnTo>
                    <a:pt x="28197" y="65668"/>
                  </a:lnTo>
                  <a:lnTo>
                    <a:pt x="22996" y="42694"/>
                  </a:lnTo>
                  <a:lnTo>
                    <a:pt x="29593" y="32629"/>
                  </a:lnTo>
                  <a:lnTo>
                    <a:pt x="36916" y="21458"/>
                  </a:lnTo>
                  <a:lnTo>
                    <a:pt x="38199" y="19500"/>
                  </a:lnTo>
                  <a:lnTo>
                    <a:pt x="39985" y="16775"/>
                  </a:lnTo>
                  <a:lnTo>
                    <a:pt x="42601" y="12785"/>
                  </a:lnTo>
                  <a:lnTo>
                    <a:pt x="55075" y="8756"/>
                  </a:lnTo>
                  <a:lnTo>
                    <a:pt x="60699" y="9256"/>
                  </a:lnTo>
                  <a:lnTo>
                    <a:pt x="90539" y="11908"/>
                  </a:lnTo>
                  <a:lnTo>
                    <a:pt x="134595" y="21365"/>
                  </a:lnTo>
                  <a:lnTo>
                    <a:pt x="146927" y="24014"/>
                  </a:lnTo>
                  <a:lnTo>
                    <a:pt x="164993" y="27895"/>
                  </a:lnTo>
                  <a:lnTo>
                    <a:pt x="166553" y="27846"/>
                  </a:lnTo>
                  <a:lnTo>
                    <a:pt x="171696" y="27683"/>
                  </a:lnTo>
                  <a:lnTo>
                    <a:pt x="183498" y="27310"/>
                  </a:lnTo>
                  <a:lnTo>
                    <a:pt x="186360" y="27220"/>
                  </a:lnTo>
                  <a:lnTo>
                    <a:pt x="206346" y="23901"/>
                  </a:lnTo>
                  <a:lnTo>
                    <a:pt x="212200" y="22928"/>
                  </a:lnTo>
                  <a:lnTo>
                    <a:pt x="216868" y="22153"/>
                  </a:lnTo>
                  <a:lnTo>
                    <a:pt x="231633" y="17500"/>
                  </a:lnTo>
                  <a:lnTo>
                    <a:pt x="244733" y="13372"/>
                  </a:lnTo>
                  <a:lnTo>
                    <a:pt x="259564" y="8916"/>
                  </a:lnTo>
                  <a:lnTo>
                    <a:pt x="271717" y="5266"/>
                  </a:lnTo>
                  <a:lnTo>
                    <a:pt x="292753" y="875"/>
                  </a:lnTo>
                  <a:lnTo>
                    <a:pt x="294131" y="530"/>
                  </a:lnTo>
                  <a:lnTo>
                    <a:pt x="296256" y="0"/>
                  </a:lnTo>
                  <a:lnTo>
                    <a:pt x="294767" y="2762"/>
                  </a:lnTo>
                  <a:lnTo>
                    <a:pt x="293916" y="4343"/>
                  </a:lnTo>
                  <a:lnTo>
                    <a:pt x="290092" y="11442"/>
                  </a:lnTo>
                  <a:lnTo>
                    <a:pt x="287184" y="164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1953616" y="4214652"/>
              <a:ext cx="559844" cy="558935"/>
            </a:xfrm>
            <a:custGeom>
              <a:avLst/>
              <a:pathLst>
                <a:path w="559844" h="558935">
                  <a:moveTo>
                    <a:pt x="547945" y="269021"/>
                  </a:moveTo>
                  <a:lnTo>
                    <a:pt x="546149" y="311997"/>
                  </a:lnTo>
                  <a:lnTo>
                    <a:pt x="556863" y="334375"/>
                  </a:lnTo>
                  <a:lnTo>
                    <a:pt x="559844" y="361535"/>
                  </a:lnTo>
                  <a:lnTo>
                    <a:pt x="455747" y="387654"/>
                  </a:lnTo>
                  <a:lnTo>
                    <a:pt x="406052" y="389275"/>
                  </a:lnTo>
                  <a:lnTo>
                    <a:pt x="409722" y="439944"/>
                  </a:lnTo>
                  <a:lnTo>
                    <a:pt x="410656" y="452850"/>
                  </a:lnTo>
                  <a:lnTo>
                    <a:pt x="407800" y="452351"/>
                  </a:lnTo>
                  <a:lnTo>
                    <a:pt x="374384" y="447286"/>
                  </a:lnTo>
                  <a:lnTo>
                    <a:pt x="351973" y="451096"/>
                  </a:lnTo>
                  <a:lnTo>
                    <a:pt x="318677" y="457887"/>
                  </a:lnTo>
                  <a:lnTo>
                    <a:pt x="312958" y="464819"/>
                  </a:lnTo>
                  <a:lnTo>
                    <a:pt x="306341" y="472839"/>
                  </a:lnTo>
                  <a:lnTo>
                    <a:pt x="292772" y="480044"/>
                  </a:lnTo>
                  <a:lnTo>
                    <a:pt x="297618" y="497022"/>
                  </a:lnTo>
                  <a:lnTo>
                    <a:pt x="295820" y="498375"/>
                  </a:lnTo>
                  <a:lnTo>
                    <a:pt x="270999" y="517053"/>
                  </a:lnTo>
                  <a:lnTo>
                    <a:pt x="266424" y="543899"/>
                  </a:lnTo>
                  <a:lnTo>
                    <a:pt x="263862" y="558935"/>
                  </a:lnTo>
                  <a:lnTo>
                    <a:pt x="187346" y="557472"/>
                  </a:lnTo>
                  <a:lnTo>
                    <a:pt x="183008" y="552384"/>
                  </a:lnTo>
                  <a:lnTo>
                    <a:pt x="152358" y="516433"/>
                  </a:lnTo>
                  <a:lnTo>
                    <a:pt x="116432" y="474293"/>
                  </a:lnTo>
                  <a:lnTo>
                    <a:pt x="113789" y="471192"/>
                  </a:lnTo>
                  <a:lnTo>
                    <a:pt x="100290" y="440366"/>
                  </a:lnTo>
                  <a:lnTo>
                    <a:pt x="99339" y="438163"/>
                  </a:lnTo>
                  <a:lnTo>
                    <a:pt x="85884" y="406996"/>
                  </a:lnTo>
                  <a:lnTo>
                    <a:pt x="81554" y="396637"/>
                  </a:lnTo>
                  <a:lnTo>
                    <a:pt x="74060" y="378715"/>
                  </a:lnTo>
                  <a:lnTo>
                    <a:pt x="65247" y="372976"/>
                  </a:lnTo>
                  <a:lnTo>
                    <a:pt x="44252" y="359305"/>
                  </a:lnTo>
                  <a:lnTo>
                    <a:pt x="43553" y="353825"/>
                  </a:lnTo>
                  <a:lnTo>
                    <a:pt x="42270" y="343768"/>
                  </a:lnTo>
                  <a:lnTo>
                    <a:pt x="19111" y="312584"/>
                  </a:lnTo>
                  <a:lnTo>
                    <a:pt x="6124" y="270595"/>
                  </a:lnTo>
                  <a:lnTo>
                    <a:pt x="9501" y="268038"/>
                  </a:lnTo>
                  <a:lnTo>
                    <a:pt x="23432" y="264867"/>
                  </a:lnTo>
                  <a:lnTo>
                    <a:pt x="20623" y="259805"/>
                  </a:lnTo>
                  <a:lnTo>
                    <a:pt x="14576" y="248910"/>
                  </a:lnTo>
                  <a:lnTo>
                    <a:pt x="0" y="222648"/>
                  </a:lnTo>
                  <a:lnTo>
                    <a:pt x="749" y="221515"/>
                  </a:lnTo>
                  <a:lnTo>
                    <a:pt x="4608" y="215681"/>
                  </a:lnTo>
                  <a:lnTo>
                    <a:pt x="15409" y="220306"/>
                  </a:lnTo>
                  <a:lnTo>
                    <a:pt x="34741" y="223670"/>
                  </a:lnTo>
                  <a:lnTo>
                    <a:pt x="53245" y="217815"/>
                  </a:lnTo>
                  <a:lnTo>
                    <a:pt x="69722" y="224879"/>
                  </a:lnTo>
                  <a:lnTo>
                    <a:pt x="71239" y="225529"/>
                  </a:lnTo>
                  <a:lnTo>
                    <a:pt x="77176" y="228074"/>
                  </a:lnTo>
                  <a:lnTo>
                    <a:pt x="83446" y="243674"/>
                  </a:lnTo>
                  <a:lnTo>
                    <a:pt x="90233" y="241964"/>
                  </a:lnTo>
                  <a:lnTo>
                    <a:pt x="109397" y="241153"/>
                  </a:lnTo>
                  <a:lnTo>
                    <a:pt x="135566" y="229264"/>
                  </a:lnTo>
                  <a:lnTo>
                    <a:pt x="158555" y="208869"/>
                  </a:lnTo>
                  <a:lnTo>
                    <a:pt x="175182" y="230580"/>
                  </a:lnTo>
                  <a:lnTo>
                    <a:pt x="176833" y="250589"/>
                  </a:lnTo>
                  <a:lnTo>
                    <a:pt x="177066" y="253420"/>
                  </a:lnTo>
                  <a:lnTo>
                    <a:pt x="183435" y="247035"/>
                  </a:lnTo>
                  <a:lnTo>
                    <a:pt x="217798" y="212583"/>
                  </a:lnTo>
                  <a:lnTo>
                    <a:pt x="220663" y="210510"/>
                  </a:lnTo>
                  <a:lnTo>
                    <a:pt x="224142" y="207990"/>
                  </a:lnTo>
                  <a:lnTo>
                    <a:pt x="226716" y="206854"/>
                  </a:lnTo>
                  <a:lnTo>
                    <a:pt x="246479" y="198127"/>
                  </a:lnTo>
                  <a:lnTo>
                    <a:pt x="270533" y="171107"/>
                  </a:lnTo>
                  <a:lnTo>
                    <a:pt x="272899" y="169023"/>
                  </a:lnTo>
                  <a:lnTo>
                    <a:pt x="279124" y="163541"/>
                  </a:lnTo>
                  <a:lnTo>
                    <a:pt x="295986" y="148720"/>
                  </a:lnTo>
                  <a:lnTo>
                    <a:pt x="299874" y="145302"/>
                  </a:lnTo>
                  <a:lnTo>
                    <a:pt x="315205" y="138142"/>
                  </a:lnTo>
                  <a:lnTo>
                    <a:pt x="326112" y="132017"/>
                  </a:lnTo>
                  <a:lnTo>
                    <a:pt x="333973" y="127604"/>
                  </a:lnTo>
                  <a:lnTo>
                    <a:pt x="345499" y="126148"/>
                  </a:lnTo>
                  <a:lnTo>
                    <a:pt x="357830" y="124590"/>
                  </a:lnTo>
                  <a:lnTo>
                    <a:pt x="368639" y="119919"/>
                  </a:lnTo>
                  <a:lnTo>
                    <a:pt x="368779" y="119409"/>
                  </a:lnTo>
                  <a:lnTo>
                    <a:pt x="375390" y="95382"/>
                  </a:lnTo>
                  <a:lnTo>
                    <a:pt x="372306" y="80070"/>
                  </a:lnTo>
                  <a:lnTo>
                    <a:pt x="355864" y="40495"/>
                  </a:lnTo>
                  <a:lnTo>
                    <a:pt x="432133" y="0"/>
                  </a:lnTo>
                  <a:lnTo>
                    <a:pt x="460505" y="69352"/>
                  </a:lnTo>
                  <a:lnTo>
                    <a:pt x="472664" y="100696"/>
                  </a:lnTo>
                  <a:lnTo>
                    <a:pt x="493459" y="152528"/>
                  </a:lnTo>
                  <a:lnTo>
                    <a:pt x="511257" y="196889"/>
                  </a:lnTo>
                  <a:lnTo>
                    <a:pt x="541621" y="24455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836646" y="3761206"/>
              <a:ext cx="47478" cy="220402"/>
            </a:xfrm>
            <a:custGeom>
              <a:avLst/>
              <a:pathLst>
                <a:path w="47478" h="220402">
                  <a:moveTo>
                    <a:pt x="8223" y="5867"/>
                  </a:moveTo>
                  <a:lnTo>
                    <a:pt x="23818" y="17485"/>
                  </a:lnTo>
                  <a:lnTo>
                    <a:pt x="27254" y="21133"/>
                  </a:lnTo>
                  <a:lnTo>
                    <a:pt x="32321" y="27708"/>
                  </a:lnTo>
                  <a:lnTo>
                    <a:pt x="39938" y="47224"/>
                  </a:lnTo>
                  <a:lnTo>
                    <a:pt x="44957" y="56956"/>
                  </a:lnTo>
                  <a:lnTo>
                    <a:pt x="47478" y="61845"/>
                  </a:lnTo>
                  <a:lnTo>
                    <a:pt x="46195" y="63802"/>
                  </a:lnTo>
                  <a:lnTo>
                    <a:pt x="38872" y="74974"/>
                  </a:lnTo>
                  <a:lnTo>
                    <a:pt x="32276" y="85038"/>
                  </a:lnTo>
                  <a:lnTo>
                    <a:pt x="37477" y="108013"/>
                  </a:lnTo>
                  <a:lnTo>
                    <a:pt x="39677" y="117733"/>
                  </a:lnTo>
                  <a:lnTo>
                    <a:pt x="23817" y="147726"/>
                  </a:lnTo>
                  <a:lnTo>
                    <a:pt x="13244" y="180286"/>
                  </a:lnTo>
                  <a:lnTo>
                    <a:pt x="9279" y="210954"/>
                  </a:lnTo>
                  <a:lnTo>
                    <a:pt x="18308" y="220402"/>
                  </a:lnTo>
                  <a:lnTo>
                    <a:pt x="11617" y="216380"/>
                  </a:lnTo>
                  <a:lnTo>
                    <a:pt x="953" y="209970"/>
                  </a:lnTo>
                  <a:lnTo>
                    <a:pt x="0" y="2093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836646" y="4476868"/>
              <a:ext cx="269328" cy="453241"/>
            </a:xfrm>
            <a:custGeom>
              <a:avLst/>
              <a:pathLst>
                <a:path w="269328" h="453241">
                  <a:moveTo>
                    <a:pt x="3849" y="0"/>
                  </a:moveTo>
                  <a:lnTo>
                    <a:pt x="13365" y="360"/>
                  </a:lnTo>
                  <a:lnTo>
                    <a:pt x="40150" y="9727"/>
                  </a:lnTo>
                  <a:lnTo>
                    <a:pt x="47552" y="13330"/>
                  </a:lnTo>
                  <a:lnTo>
                    <a:pt x="51781" y="19094"/>
                  </a:lnTo>
                  <a:lnTo>
                    <a:pt x="63059" y="28821"/>
                  </a:lnTo>
                  <a:lnTo>
                    <a:pt x="75042" y="29182"/>
                  </a:lnTo>
                  <a:lnTo>
                    <a:pt x="91607" y="26660"/>
                  </a:lnTo>
                  <a:lnTo>
                    <a:pt x="100418" y="21616"/>
                  </a:lnTo>
                  <a:lnTo>
                    <a:pt x="109582" y="17653"/>
                  </a:lnTo>
                  <a:lnTo>
                    <a:pt x="123094" y="8379"/>
                  </a:lnTo>
                  <a:lnTo>
                    <a:pt x="136082" y="50368"/>
                  </a:lnTo>
                  <a:lnTo>
                    <a:pt x="159240" y="81552"/>
                  </a:lnTo>
                  <a:lnTo>
                    <a:pt x="160523" y="91609"/>
                  </a:lnTo>
                  <a:lnTo>
                    <a:pt x="161222" y="97088"/>
                  </a:lnTo>
                  <a:lnTo>
                    <a:pt x="182217" y="110760"/>
                  </a:lnTo>
                  <a:lnTo>
                    <a:pt x="191031" y="116499"/>
                  </a:lnTo>
                  <a:lnTo>
                    <a:pt x="198524" y="134421"/>
                  </a:lnTo>
                  <a:lnTo>
                    <a:pt x="202855" y="144780"/>
                  </a:lnTo>
                  <a:lnTo>
                    <a:pt x="216310" y="175947"/>
                  </a:lnTo>
                  <a:lnTo>
                    <a:pt x="217261" y="178150"/>
                  </a:lnTo>
                  <a:lnTo>
                    <a:pt x="230759" y="208976"/>
                  </a:lnTo>
                  <a:lnTo>
                    <a:pt x="233403" y="212077"/>
                  </a:lnTo>
                  <a:lnTo>
                    <a:pt x="269328" y="254216"/>
                  </a:lnTo>
                  <a:lnTo>
                    <a:pt x="45871" y="258735"/>
                  </a:lnTo>
                  <a:lnTo>
                    <a:pt x="40981" y="427968"/>
                  </a:lnTo>
                  <a:lnTo>
                    <a:pt x="21803" y="453241"/>
                  </a:lnTo>
                  <a:lnTo>
                    <a:pt x="0" y="430153"/>
                  </a:lnTo>
                  <a:lnTo>
                    <a:pt x="0" y="728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836646" y="5250777"/>
              <a:ext cx="1568616" cy="802550"/>
            </a:xfrm>
            <a:custGeom>
              <a:avLst/>
              <a:pathLst>
                <a:path w="1568616" h="802550">
                  <a:moveTo>
                    <a:pt x="213272" y="134736"/>
                  </a:moveTo>
                  <a:lnTo>
                    <a:pt x="263037" y="187361"/>
                  </a:lnTo>
                  <a:lnTo>
                    <a:pt x="143206" y="296884"/>
                  </a:lnTo>
                  <a:lnTo>
                    <a:pt x="95979" y="327147"/>
                  </a:lnTo>
                  <a:lnTo>
                    <a:pt x="182680" y="322104"/>
                  </a:lnTo>
                  <a:lnTo>
                    <a:pt x="436590" y="258746"/>
                  </a:lnTo>
                  <a:lnTo>
                    <a:pt x="496506" y="379437"/>
                  </a:lnTo>
                  <a:lnTo>
                    <a:pt x="374031" y="441585"/>
                  </a:lnTo>
                  <a:lnTo>
                    <a:pt x="200579" y="457057"/>
                  </a:lnTo>
                  <a:lnTo>
                    <a:pt x="103027" y="459728"/>
                  </a:lnTo>
                  <a:lnTo>
                    <a:pt x="117190" y="503387"/>
                  </a:lnTo>
                  <a:lnTo>
                    <a:pt x="172818" y="561426"/>
                  </a:lnTo>
                  <a:lnTo>
                    <a:pt x="158413" y="565302"/>
                  </a:lnTo>
                  <a:lnTo>
                    <a:pt x="105514" y="579535"/>
                  </a:lnTo>
                  <a:lnTo>
                    <a:pt x="70083" y="599085"/>
                  </a:lnTo>
                  <a:lnTo>
                    <a:pt x="63609" y="602658"/>
                  </a:lnTo>
                  <a:lnTo>
                    <a:pt x="81339" y="629434"/>
                  </a:lnTo>
                  <a:lnTo>
                    <a:pt x="107584" y="650631"/>
                  </a:lnTo>
                  <a:lnTo>
                    <a:pt x="134334" y="728353"/>
                  </a:lnTo>
                  <a:lnTo>
                    <a:pt x="130801" y="769738"/>
                  </a:lnTo>
                  <a:lnTo>
                    <a:pt x="245460" y="730662"/>
                  </a:lnTo>
                  <a:lnTo>
                    <a:pt x="345286" y="652465"/>
                  </a:lnTo>
                  <a:lnTo>
                    <a:pt x="330291" y="571530"/>
                  </a:lnTo>
                  <a:lnTo>
                    <a:pt x="574654" y="545619"/>
                  </a:lnTo>
                  <a:lnTo>
                    <a:pt x="612235" y="541635"/>
                  </a:lnTo>
                  <a:lnTo>
                    <a:pt x="617624" y="511840"/>
                  </a:lnTo>
                  <a:lnTo>
                    <a:pt x="748967" y="510201"/>
                  </a:lnTo>
                  <a:lnTo>
                    <a:pt x="799788" y="532386"/>
                  </a:lnTo>
                  <a:lnTo>
                    <a:pt x="823629" y="448025"/>
                  </a:lnTo>
                  <a:lnTo>
                    <a:pt x="889144" y="468766"/>
                  </a:lnTo>
                  <a:lnTo>
                    <a:pt x="844355" y="579886"/>
                  </a:lnTo>
                  <a:lnTo>
                    <a:pt x="864803" y="593261"/>
                  </a:lnTo>
                  <a:lnTo>
                    <a:pt x="905099" y="569283"/>
                  </a:lnTo>
                  <a:lnTo>
                    <a:pt x="975111" y="546516"/>
                  </a:lnTo>
                  <a:lnTo>
                    <a:pt x="1006580" y="512077"/>
                  </a:lnTo>
                  <a:lnTo>
                    <a:pt x="1020929" y="499680"/>
                  </a:lnTo>
                  <a:lnTo>
                    <a:pt x="1032388" y="518849"/>
                  </a:lnTo>
                  <a:lnTo>
                    <a:pt x="1035034" y="523275"/>
                  </a:lnTo>
                  <a:lnTo>
                    <a:pt x="1044190" y="538590"/>
                  </a:lnTo>
                  <a:lnTo>
                    <a:pt x="1023490" y="594427"/>
                  </a:lnTo>
                  <a:lnTo>
                    <a:pt x="976995" y="625830"/>
                  </a:lnTo>
                  <a:lnTo>
                    <a:pt x="1006398" y="640977"/>
                  </a:lnTo>
                  <a:lnTo>
                    <a:pt x="1036826" y="657127"/>
                  </a:lnTo>
                  <a:lnTo>
                    <a:pt x="1137445" y="705019"/>
                  </a:lnTo>
                  <a:lnTo>
                    <a:pt x="1167289" y="607510"/>
                  </a:lnTo>
                  <a:lnTo>
                    <a:pt x="1267337" y="636371"/>
                  </a:lnTo>
                  <a:lnTo>
                    <a:pt x="1257375" y="718092"/>
                  </a:lnTo>
                  <a:lnTo>
                    <a:pt x="1320748" y="739849"/>
                  </a:lnTo>
                  <a:lnTo>
                    <a:pt x="1347322" y="706462"/>
                  </a:lnTo>
                  <a:lnTo>
                    <a:pt x="1450216" y="735826"/>
                  </a:lnTo>
                  <a:lnTo>
                    <a:pt x="1463977" y="750615"/>
                  </a:lnTo>
                  <a:lnTo>
                    <a:pt x="1491630" y="780336"/>
                  </a:lnTo>
                  <a:lnTo>
                    <a:pt x="1568616" y="802550"/>
                  </a:lnTo>
                  <a:lnTo>
                    <a:pt x="0" y="802550"/>
                  </a:lnTo>
                  <a:lnTo>
                    <a:pt x="0" y="201861"/>
                  </a:lnTo>
                  <a:lnTo>
                    <a:pt x="16919" y="196351"/>
                  </a:lnTo>
                  <a:lnTo>
                    <a:pt x="34683" y="143543"/>
                  </a:lnTo>
                  <a:lnTo>
                    <a:pt x="21549" y="113172"/>
                  </a:lnTo>
                  <a:lnTo>
                    <a:pt x="0" y="109939"/>
                  </a:lnTo>
                  <a:lnTo>
                    <a:pt x="0" y="0"/>
                  </a:lnTo>
                  <a:lnTo>
                    <a:pt x="187885" y="1205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291751" y="3310490"/>
              <a:ext cx="1294606" cy="927171"/>
            </a:xfrm>
            <a:custGeom>
              <a:avLst/>
              <a:pathLst>
                <a:path w="1294606" h="927171">
                  <a:moveTo>
                    <a:pt x="767251" y="151077"/>
                  </a:move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lnTo>
                    <a:pt x="742007" y="13468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836646" y="3970604"/>
              <a:ext cx="140402" cy="535446"/>
            </a:xfrm>
            <a:custGeom>
              <a:avLst/>
              <a:pathLst>
                <a:path w="140402" h="535446">
                  <a:moveTo>
                    <a:pt x="953" y="573"/>
                  </a:moveTo>
                  <a:lnTo>
                    <a:pt x="11617" y="6983"/>
                  </a:lnTo>
                  <a:lnTo>
                    <a:pt x="18308" y="11004"/>
                  </a:lnTo>
                  <a:lnTo>
                    <a:pt x="19025" y="11754"/>
                  </a:lnTo>
                  <a:lnTo>
                    <a:pt x="29019" y="22212"/>
                  </a:lnTo>
                  <a:lnTo>
                    <a:pt x="37625" y="31217"/>
                  </a:lnTo>
                  <a:lnTo>
                    <a:pt x="54806" y="52833"/>
                  </a:lnTo>
                  <a:lnTo>
                    <a:pt x="58451" y="57418"/>
                  </a:lnTo>
                  <a:lnTo>
                    <a:pt x="64650" y="60099"/>
                  </a:lnTo>
                  <a:lnTo>
                    <a:pt x="74616" y="66632"/>
                  </a:lnTo>
                  <a:lnTo>
                    <a:pt x="80685" y="69628"/>
                  </a:lnTo>
                  <a:lnTo>
                    <a:pt x="106336" y="78927"/>
                  </a:lnTo>
                  <a:lnTo>
                    <a:pt x="116513" y="81494"/>
                  </a:lnTo>
                  <a:lnTo>
                    <a:pt x="115171" y="89641"/>
                  </a:lnTo>
                  <a:lnTo>
                    <a:pt x="111257" y="113413"/>
                  </a:lnTo>
                  <a:lnTo>
                    <a:pt x="112396" y="125479"/>
                  </a:lnTo>
                  <a:lnTo>
                    <a:pt x="112726" y="136625"/>
                  </a:lnTo>
                  <a:lnTo>
                    <a:pt x="113570" y="143673"/>
                  </a:lnTo>
                  <a:lnTo>
                    <a:pt x="115267" y="157848"/>
                  </a:lnTo>
                  <a:lnTo>
                    <a:pt x="116524" y="168342"/>
                  </a:lnTo>
                  <a:lnTo>
                    <a:pt x="116447" y="171329"/>
                  </a:lnTo>
                  <a:lnTo>
                    <a:pt x="116388" y="173602"/>
                  </a:lnTo>
                  <a:lnTo>
                    <a:pt x="116348" y="175188"/>
                  </a:lnTo>
                  <a:lnTo>
                    <a:pt x="117228" y="179959"/>
                  </a:lnTo>
                  <a:lnTo>
                    <a:pt x="118110" y="184735"/>
                  </a:lnTo>
                  <a:lnTo>
                    <a:pt x="118286" y="199866"/>
                  </a:lnTo>
                  <a:lnTo>
                    <a:pt x="117172" y="211258"/>
                  </a:lnTo>
                  <a:lnTo>
                    <a:pt x="116876" y="214277"/>
                  </a:lnTo>
                  <a:lnTo>
                    <a:pt x="114688" y="219901"/>
                  </a:lnTo>
                  <a:lnTo>
                    <a:pt x="113156" y="223841"/>
                  </a:lnTo>
                  <a:lnTo>
                    <a:pt x="109944" y="232561"/>
                  </a:lnTo>
                  <a:lnTo>
                    <a:pt x="108691" y="235964"/>
                  </a:lnTo>
                  <a:lnTo>
                    <a:pt x="107281" y="241548"/>
                  </a:lnTo>
                  <a:lnTo>
                    <a:pt x="103933" y="268208"/>
                  </a:lnTo>
                  <a:lnTo>
                    <a:pt x="103089" y="279862"/>
                  </a:lnTo>
                  <a:lnTo>
                    <a:pt x="100955" y="286044"/>
                  </a:lnTo>
                  <a:lnTo>
                    <a:pt x="100564" y="288055"/>
                  </a:lnTo>
                  <a:lnTo>
                    <a:pt x="99093" y="295620"/>
                  </a:lnTo>
                  <a:lnTo>
                    <a:pt x="98179" y="300320"/>
                  </a:lnTo>
                  <a:lnTo>
                    <a:pt x="97513" y="312574"/>
                  </a:lnTo>
                  <a:lnTo>
                    <a:pt x="96285" y="335176"/>
                  </a:lnTo>
                  <a:lnTo>
                    <a:pt x="96128" y="351647"/>
                  </a:lnTo>
                  <a:lnTo>
                    <a:pt x="95981" y="367076"/>
                  </a:lnTo>
                  <a:lnTo>
                    <a:pt x="95844" y="381471"/>
                  </a:lnTo>
                  <a:lnTo>
                    <a:pt x="95316" y="389397"/>
                  </a:lnTo>
                  <a:lnTo>
                    <a:pt x="92848" y="395342"/>
                  </a:lnTo>
                  <a:lnTo>
                    <a:pt x="79015" y="411014"/>
                  </a:lnTo>
                  <a:lnTo>
                    <a:pt x="100162" y="436413"/>
                  </a:lnTo>
                  <a:lnTo>
                    <a:pt x="116970" y="466696"/>
                  </a:lnTo>
                  <a:lnTo>
                    <a:pt x="131546" y="492959"/>
                  </a:lnTo>
                  <a:lnTo>
                    <a:pt x="137593" y="503854"/>
                  </a:lnTo>
                  <a:lnTo>
                    <a:pt x="140402" y="508915"/>
                  </a:lnTo>
                  <a:lnTo>
                    <a:pt x="126471" y="512087"/>
                  </a:lnTo>
                  <a:lnTo>
                    <a:pt x="123094" y="514643"/>
                  </a:lnTo>
                  <a:lnTo>
                    <a:pt x="109582" y="523917"/>
                  </a:lnTo>
                  <a:lnTo>
                    <a:pt x="100418" y="527880"/>
                  </a:lnTo>
                  <a:lnTo>
                    <a:pt x="91607" y="532924"/>
                  </a:lnTo>
                  <a:lnTo>
                    <a:pt x="75042" y="535446"/>
                  </a:lnTo>
                  <a:lnTo>
                    <a:pt x="63059" y="535086"/>
                  </a:lnTo>
                  <a:lnTo>
                    <a:pt x="51781" y="525358"/>
                  </a:lnTo>
                  <a:lnTo>
                    <a:pt x="47552" y="519594"/>
                  </a:lnTo>
                  <a:lnTo>
                    <a:pt x="40150" y="515991"/>
                  </a:lnTo>
                  <a:lnTo>
                    <a:pt x="13365" y="506624"/>
                  </a:lnTo>
                  <a:lnTo>
                    <a:pt x="3849" y="506264"/>
                  </a:lnTo>
                  <a:lnTo>
                    <a:pt x="0" y="51355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39777" y="3660553"/>
              <a:ext cx="1387245" cy="806027"/>
            </a:xfrm>
            <a:custGeom>
              <a:avLst/>
              <a:pathLst>
                <a:path w="1387245" h="806027">
                  <a:moveTo>
                    <a:pt x="387218" y="4342"/>
                  </a:moveTo>
                  <a:lnTo>
                    <a:pt x="406966" y="14841"/>
                  </a:ln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0394" y="4466279"/>
              <a:ext cx="950358" cy="1147251"/>
            </a:xfrm>
            <a:custGeom>
              <a:avLst/>
              <a:pathLst>
                <a:path w="950358" h="1147251">
                  <a:moveTo>
                    <a:pt x="64761" y="582252"/>
                  </a:moveTo>
                  <a:lnTo>
                    <a:pt x="29040" y="513081"/>
                  </a:ln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191743" y="1948556"/>
              <a:ext cx="2959144" cy="2002613"/>
            </a:xfrm>
            <a:custGeom>
              <a:avLst/>
              <a:pathLst>
                <a:path w="2959144" h="2002613">
                  <a:moveTo>
                    <a:pt x="2777699" y="693741"/>
                  </a:moveTo>
                  <a:lnTo>
                    <a:pt x="2733635" y="731278"/>
                  </a:ln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291751" y="3310490"/>
              <a:ext cx="1294606" cy="927171"/>
            </a:xfrm>
            <a:custGeom>
              <a:avLst/>
              <a:pathLst>
                <a:path w="1294606" h="927171">
                  <a:moveTo>
                    <a:pt x="742007" y="134680"/>
                  </a:moveTo>
                  <a:lnTo>
                    <a:pt x="767251" y="151077"/>
                  </a:ln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731252" y="493776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528523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968996" y="5230368"/>
            <a:ext cx="389808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68996" y="5504688"/>
            <a:ext cx="389808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786116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68996" y="5779008"/>
            <a:ext cx="389808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958226" y="2057400"/>
            <a:ext cx="2193112" cy="3630168"/>
            <a:chOff x="1958226" y="2057400"/>
            <a:chExt cx="219311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7427924" y="2057400"/>
            <a:ext cx="3417979" cy="3630168"/>
            <a:chOff x="7427924" y="2057400"/>
            <a:chExt cx="3417979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82472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8873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82472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94376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94376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130552"/>
            <a:ext cx="17342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130552"/>
            <a:ext cx="68272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194560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130552"/>
            <a:ext cx="458738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194560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130552"/>
            <a:ext cx="178621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194560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130552"/>
            <a:ext cx="12732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19456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862072"/>
            <a:ext cx="51296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862072"/>
            <a:ext cx="153156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26080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862072"/>
            <a:ext cx="288970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26080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862072"/>
            <a:ext cx="161644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26080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862072"/>
            <a:ext cx="195232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26080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9730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178808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27448"/>
            <a:ext cx="607995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91456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27448"/>
            <a:ext cx="341791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91456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312664"/>
            <a:ext cx="674455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376672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312664"/>
            <a:ext cx="275332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376672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683350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793078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298538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08266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130552"/>
            <a:ext cx="34319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130552"/>
            <a:ext cx="144668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194560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130552"/>
            <a:ext cx="4417613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194560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130552"/>
            <a:ext cx="212575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194560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130552"/>
            <a:ext cx="16976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05740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862072"/>
            <a:ext cx="2583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862072"/>
            <a:ext cx="119203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26080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862072"/>
            <a:ext cx="467226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26080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862072"/>
            <a:ext cx="2210635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26080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862072"/>
            <a:ext cx="16976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7889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88620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507992"/>
            <a:ext cx="42807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507992"/>
            <a:ext cx="12769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57200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507992"/>
            <a:ext cx="3738543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572000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507992"/>
            <a:ext cx="178621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572000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507992"/>
            <a:ext cx="12732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57200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239512"/>
            <a:ext cx="2583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239512"/>
            <a:ext cx="1022263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03520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239512"/>
            <a:ext cx="416296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03520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239512"/>
            <a:ext cx="204086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03520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239512"/>
            <a:ext cx="1018605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03520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465147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3791339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465147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91339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2026-10-08T12:42:09Z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