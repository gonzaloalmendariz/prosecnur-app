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478231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05663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01091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05663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01091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05663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01091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