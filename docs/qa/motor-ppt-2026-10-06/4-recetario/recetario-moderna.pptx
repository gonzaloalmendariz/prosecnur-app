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542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371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9244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753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62077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03654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043934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26814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5366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8246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09054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91934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9447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277350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9636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1465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3868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697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382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211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519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48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4373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202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62077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03654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43934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26814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95366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8246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09054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91934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4470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77350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62077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03654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4393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6814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95366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8246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09054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91934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9447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277350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62077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3654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26814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95366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8246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09054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91934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9447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27735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5508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75788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58668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27220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10100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40908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23788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26324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09204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5508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75788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058668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27220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10100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0908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23788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26324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09204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5508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75788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58668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27220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100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40908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23788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26324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109204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99206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8208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13304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96184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300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75888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5508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7964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13674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19620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4840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31284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5852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48732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9237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5252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287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11644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5683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3971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0826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9114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69316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76044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31236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129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4172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590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4195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105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93384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61808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0722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0108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790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078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81635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923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703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991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911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3199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08355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6643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1799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0878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5619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39078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6612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4900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98142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081022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0807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790950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7998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00878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631686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14566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7102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99982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7551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8390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85438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068318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95366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8246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09054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91934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39734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722614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62077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03654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09950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592830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213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65014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9582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8702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82650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009382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7608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2048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7312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00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701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79896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2077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03654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43934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6814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95366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8246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09054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91934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4470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77350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5475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437638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226814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118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98998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29806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12686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604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4336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1002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2900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77200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54884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1180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44060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03336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16244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705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9932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977732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160612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5475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37638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2318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6062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7461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57494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883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71182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1898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1862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2026-10-07T19:53:50Z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