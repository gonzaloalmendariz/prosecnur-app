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7056c1a971facc1e725f4ab289d8a274841c30d6.png"/>
<Relationship Id="rId4" Type="http://schemas.openxmlformats.org/officeDocument/2006/relationships/image" Target="../media/1a7d8429748f60cbf0cd533e96ee95f29797c3e1.png"/>
<Relationship Id="rId5" Type="http://schemas.openxmlformats.org/officeDocument/2006/relationships/image" Target="../media/1c19063f7a97ae3dc8c987b9ecd5d177dd22b63a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su cierre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situaciones, de 5 a 13 capítulos, y el cierre que corresponde a cada una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ARCOS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FACETAS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CÍRCULOS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26364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BLOQUES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263640" y="1965960"/>
            <a:ext cx="5548579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263640" y="2788920"/>
            <a:ext cx="554857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 PUCP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0" y="3429000"/>
            <a:ext cx="554857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0" y="370332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442862" y="3791102"/>
            <a:ext cx="190195" cy="190195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6812280" y="373989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0" y="420624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442862" y="4294022"/>
            <a:ext cx="190195" cy="190195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812280" y="424281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55080" y="4709160"/>
            <a:ext cx="365760" cy="3657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442862" y="4796942"/>
            <a:ext cx="190195" cy="190195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6812280" y="4745736"/>
            <a:ext cx="5091379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2026-10-08T07:11:42Z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