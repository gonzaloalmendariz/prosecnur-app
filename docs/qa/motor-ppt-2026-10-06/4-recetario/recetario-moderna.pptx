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4488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562856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57734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40614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80894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63774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326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15206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6014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28894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631430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4310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40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69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471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300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86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815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23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1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7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806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325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5574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0718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006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2086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0374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0628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78916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69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4957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0308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8596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6831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5119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1974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262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2991866"/>
            <a:ext cx="10765231" cy="1659636"/>
            <a:chOff x="452628" y="29918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2991865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2991865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19758"/>
                  </a:moveTo>
                  <a:lnTo>
                    <a:pt x="0" y="20769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