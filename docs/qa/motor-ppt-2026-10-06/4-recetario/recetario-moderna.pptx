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433" r:id="rId185"/>
    <p:sldId id="434" r:id="rId186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305" r:id="rId57"/>
    <p:sldId id="306" r:id="rId58"/>
    <p:sldId id="270" r:id="rId22"/>
    <p:sldId id="271" r:id="rId23"/>
    <p:sldId id="272" r:id="rId24"/>
    <p:sldId id="435" r:id="rId187"/>
    <p:sldId id="267" r:id="rId19"/>
    <p:sldId id="268" r:id="rId20"/>
    <p:sldId id="269" r:id="rId21"/>
    <p:sldId id="436" r:id="rId188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37" r:id="rId189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38" r:id="rId190"/>
    <p:sldId id="429" r:id="rId181"/>
    <p:sldId id="430" r:id="rId182"/>
    <p:sldId id="431" r:id="rId183"/>
    <p:sldId id="432" r:id="rId184"/>
    <p:sldId id="464" r:id="rId216"/>
    <p:sldId id="439" r:id="rId191"/>
    <p:sldId id="440" r:id="rId192"/>
    <p:sldId id="314" r:id="rId66"/>
    <p:sldId id="315" r:id="rId67"/>
    <p:sldId id="316" r:id="rId68"/>
    <p:sldId id="317" r:id="rId69"/>
    <p:sldId id="318" r:id="rId70"/>
    <p:sldId id="319" r:id="rId71"/>
    <p:sldId id="441" r:id="rId193"/>
    <p:sldId id="363" r:id="rId115"/>
    <p:sldId id="378" r:id="rId130"/>
    <p:sldId id="442" r:id="rId194"/>
    <p:sldId id="320" r:id="rId72"/>
    <p:sldId id="321" r:id="rId73"/>
    <p:sldId id="322" r:id="rId74"/>
    <p:sldId id="443" r:id="rId195"/>
    <p:sldId id="323" r:id="rId75"/>
    <p:sldId id="324" r:id="rId76"/>
    <p:sldId id="325" r:id="rId77"/>
    <p:sldId id="326" r:id="rId78"/>
    <p:sldId id="444" r:id="rId196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445" r:id="rId197"/>
    <p:sldId id="334" r:id="rId86"/>
    <p:sldId id="335" r:id="rId87"/>
    <p:sldId id="336" r:id="rId88"/>
    <p:sldId id="446" r:id="rId198"/>
    <p:sldId id="337" r:id="rId89"/>
    <p:sldId id="447" r:id="rId199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448" r:id="rId200"/>
    <p:sldId id="449" r:id="rId20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450" r:id="rId202"/>
    <p:sldId id="298" r:id="rId50"/>
    <p:sldId id="299" r:id="rId51"/>
    <p:sldId id="300" r:id="rId52"/>
    <p:sldId id="301" r:id="rId53"/>
    <p:sldId id="451" r:id="rId203"/>
    <p:sldId id="302" r:id="rId54"/>
    <p:sldId id="303" r:id="rId55"/>
    <p:sldId id="304" r:id="rId56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452" r:id="rId204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453" r:id="rId20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454" r:id="rId206"/>
    <p:sldId id="455" r:id="rId207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456" r:id="rId208"/>
    <p:sldId id="379" r:id="rId131"/>
    <p:sldId id="380" r:id="rId132"/>
    <p:sldId id="384" r:id="rId136"/>
    <p:sldId id="457" r:id="rId209"/>
    <p:sldId id="338" r:id="rId90"/>
    <p:sldId id="339" r:id="rId91"/>
    <p:sldId id="340" r:id="rId92"/>
    <p:sldId id="381" r:id="rId133"/>
    <p:sldId id="458" r:id="rId210"/>
    <p:sldId id="382" r:id="rId134"/>
    <p:sldId id="459" r:id="rId211"/>
    <p:sldId id="383" r:id="rId135"/>
    <p:sldId id="460" r:id="rId212"/>
    <p:sldId id="461" r:id="rId213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462" r:id="rId214"/>
    <p:sldId id="392" r:id="rId144"/>
    <p:sldId id="393" r:id="rId145"/>
    <p:sldId id="394" r:id="rId146"/>
    <p:sldId id="395" r:id="rId147"/>
    <p:sldId id="463" r:id="rId215"/>
    <p:sldId id="396" r:id="rId148"/>
    <p:sldId id="397" r:id="rId149"/>
    <p:sldId id="398" r:id="rId150"/>
    <p:sldId id="399" r:id="rId151"/>
    <p:sldId id="400" r:id="rId15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Relationship Id="rId176" Type="http://schemas.openxmlformats.org/officeDocument/2006/relationships/slide" Target="slides/slide169.xml"/>
<Relationship Id="rId177" Type="http://schemas.openxmlformats.org/officeDocument/2006/relationships/slide" Target="slides/slide170.xml"/>
<Relationship Id="rId178" Type="http://schemas.openxmlformats.org/officeDocument/2006/relationships/slide" Target="slides/slide171.xml"/>
<Relationship Id="rId179" Type="http://schemas.openxmlformats.org/officeDocument/2006/relationships/slide" Target="slides/slide172.xml"/>
<Relationship Id="rId180" Type="http://schemas.openxmlformats.org/officeDocument/2006/relationships/slide" Target="slides/slide173.xml"/>
<Relationship Id="rId181" Type="http://schemas.openxmlformats.org/officeDocument/2006/relationships/slide" Target="slides/slide174.xml"/>
<Relationship Id="rId182" Type="http://schemas.openxmlformats.org/officeDocument/2006/relationships/slide" Target="slides/slide175.xml"/>
<Relationship Id="rId183" Type="http://schemas.openxmlformats.org/officeDocument/2006/relationships/slide" Target="slides/slide176.xml"/>
<Relationship Id="rId184" Type="http://schemas.openxmlformats.org/officeDocument/2006/relationships/slide" Target="slides/slide177.xml"/>
<Relationship Id="rId185" Type="http://schemas.openxmlformats.org/officeDocument/2006/relationships/slide" Target="slides/slide178.xml"/>
<Relationship Id="rId186" Type="http://schemas.openxmlformats.org/officeDocument/2006/relationships/slide" Target="slides/slide179.xml"/>
<Relationship Id="rId187" Type="http://schemas.openxmlformats.org/officeDocument/2006/relationships/slide" Target="slides/slide180.xml"/>
<Relationship Id="rId188" Type="http://schemas.openxmlformats.org/officeDocument/2006/relationships/slide" Target="slides/slide181.xml"/>
<Relationship Id="rId189" Type="http://schemas.openxmlformats.org/officeDocument/2006/relationships/slide" Target="slides/slide182.xml"/>
<Relationship Id="rId190" Type="http://schemas.openxmlformats.org/officeDocument/2006/relationships/slide" Target="slides/slide183.xml"/>
<Relationship Id="rId191" Type="http://schemas.openxmlformats.org/officeDocument/2006/relationships/slide" Target="slides/slide184.xml"/>
<Relationship Id="rId192" Type="http://schemas.openxmlformats.org/officeDocument/2006/relationships/slide" Target="slides/slide185.xml"/>
<Relationship Id="rId193" Type="http://schemas.openxmlformats.org/officeDocument/2006/relationships/slide" Target="slides/slide186.xml"/>
<Relationship Id="rId194" Type="http://schemas.openxmlformats.org/officeDocument/2006/relationships/slide" Target="slides/slide187.xml"/>
<Relationship Id="rId195" Type="http://schemas.openxmlformats.org/officeDocument/2006/relationships/slide" Target="slides/slide188.xml"/>
<Relationship Id="rId196" Type="http://schemas.openxmlformats.org/officeDocument/2006/relationships/slide" Target="slides/slide189.xml"/>
<Relationship Id="rId197" Type="http://schemas.openxmlformats.org/officeDocument/2006/relationships/slide" Target="slides/slide190.xml"/>
<Relationship Id="rId198" Type="http://schemas.openxmlformats.org/officeDocument/2006/relationships/slide" Target="slides/slide191.xml"/>
<Relationship Id="rId199" Type="http://schemas.openxmlformats.org/officeDocument/2006/relationships/slide" Target="slides/slide192.xml"/>
<Relationship Id="rId200" Type="http://schemas.openxmlformats.org/officeDocument/2006/relationships/slide" Target="slides/slide193.xml"/>
<Relationship Id="rId201" Type="http://schemas.openxmlformats.org/officeDocument/2006/relationships/slide" Target="slides/slide194.xml"/>
<Relationship Id="rId202" Type="http://schemas.openxmlformats.org/officeDocument/2006/relationships/slide" Target="slides/slide195.xml"/>
<Relationship Id="rId203" Type="http://schemas.openxmlformats.org/officeDocument/2006/relationships/slide" Target="slides/slide196.xml"/>
<Relationship Id="rId204" Type="http://schemas.openxmlformats.org/officeDocument/2006/relationships/slide" Target="slides/slide197.xml"/>
<Relationship Id="rId205" Type="http://schemas.openxmlformats.org/officeDocument/2006/relationships/slide" Target="slides/slide198.xml"/>
<Relationship Id="rId206" Type="http://schemas.openxmlformats.org/officeDocument/2006/relationships/slide" Target="slides/slide199.xml"/>
<Relationship Id="rId207" Type="http://schemas.openxmlformats.org/officeDocument/2006/relationships/slide" Target="slides/slide200.xml"/>
<Relationship Id="rId208" Type="http://schemas.openxmlformats.org/officeDocument/2006/relationships/slide" Target="slides/slide201.xml"/>
<Relationship Id="rId209" Type="http://schemas.openxmlformats.org/officeDocument/2006/relationships/slide" Target="slides/slide202.xml"/>
<Relationship Id="rId210" Type="http://schemas.openxmlformats.org/officeDocument/2006/relationships/slide" Target="slides/slide203.xml"/>
<Relationship Id="rId211" Type="http://schemas.openxmlformats.org/officeDocument/2006/relationships/slide" Target="slides/slide204.xml"/>
<Relationship Id="rId212" Type="http://schemas.openxmlformats.org/officeDocument/2006/relationships/slide" Target="slides/slide205.xml"/>
<Relationship Id="rId213" Type="http://schemas.openxmlformats.org/officeDocument/2006/relationships/slide" Target="slides/slide206.xml"/>
<Relationship Id="rId214" Type="http://schemas.openxmlformats.org/officeDocument/2006/relationships/slide" Target="slides/slide207.xml"/>
<Relationship Id="rId215" Type="http://schemas.openxmlformats.org/officeDocument/2006/relationships/slide" Target="slides/slide208.xml"/>
<Relationship Id="rId216" Type="http://schemas.openxmlformats.org/officeDocument/2006/relationships/slide" Target="slides/slide209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d4cd6ec0008d21f45440c848224b9461fc805e5.png"/>
<Relationship Id="rId3" Type="http://schemas.openxmlformats.org/officeDocument/2006/relationships/image" Target="../media/0fb0cbf01c08bc379a91b81a75da4dcca85ade34.png"/>
<Relationship Id="rId4" Type="http://schemas.openxmlformats.org/officeDocument/2006/relationships/image" Target="../media/2bcfd03062e4bbad079b44c75aa7953030961527.png"/>
<Relationship Id="rId5" Type="http://schemas.openxmlformats.org/officeDocument/2006/relationships/image" Target="../media/d3d99fd3adf75ab4de86bcd84ee9b158c322781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visual, tipos de gráficos y de láminas, y estudios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diseño,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está organizada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3560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67028" y="143560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78308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Portada, objetivo y ficha técnica, Índices, Separadores, Cierres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2307946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109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238109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272857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proporciones, Escalas de acuerdo, Números y distribuciones, Comparaciones y series, Radares y dimensiones, Pregunta abierta, Mapas, Diferencias significativas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325343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2658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67028" y="332658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367405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y texto, Tres y cuatro gráficos, Población y cifras, Actores, filtros y bases, Escalas, etiquetas y formatos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419892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27207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67028" y="427207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461954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universitaria, Opinión pública y línea base, Estudio territorial, Monitoreo posdistribución, Encuesta en aulas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7028" y="5144414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217566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5217566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67028" y="5565038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 y tarjetas, Figuras y diagramas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Principios de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827703"/>
            <a:ext cx="294803" cy="29480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idea por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dice el tema, el gráfico lo muestra y el texto, cuando lo hay, dice lo que hay que retener.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23946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826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42889" y="1827703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315386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dato lo calcula el motor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bases, letras de significancia y rótulos salen de los datos. A mano sólo se escriben frases cortas.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61024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7086" y="1827703"/>
            <a:ext cx="294803" cy="29480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69584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Mismo lugar, mismo tamaño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69584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gráfico, leyenda y base ocupan el mismo sitio y la misma letra en todas las láminas.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32341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15221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51284" y="18277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223781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Legible para todos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23781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se entiende sin ser especialista. La información técnica se agrega cuando el lector la necesita.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40864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40864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40864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36003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71800"/>
            <a:ext cx="1600694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99232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71800"/>
            <a:ext cx="302028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99232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71800"/>
            <a:ext cx="168941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99232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71800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99232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370832"/>
            <a:ext cx="2754109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398264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370832"/>
            <a:ext cx="390752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398264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370832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39826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7251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029200"/>
            <a:ext cx="54138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029200"/>
            <a:ext cx="4036577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056632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029200"/>
            <a:ext cx="287151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056632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029200"/>
            <a:ext cx="1165066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056632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26771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26771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3600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871216"/>
            <a:ext cx="160069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87121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871216"/>
            <a:ext cx="302028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87121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871216"/>
            <a:ext cx="168941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87121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184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890900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51502"/>
            <a:ext cx="4883490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12638" y="47978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51502"/>
            <a:ext cx="3109006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92471" y="47978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89259" y="47978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10524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916936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carrera?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1546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40619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(113)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155201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59245" y="4244594"/>
            <a:ext cx="1044414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4244594"/>
            <a:ext cx="445615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144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145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146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147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57800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57800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149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151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152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153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154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013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404872"/>
            <a:ext cx="66956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374011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404872"/>
            <a:ext cx="449850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374011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404872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374011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404872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374011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0308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946654"/>
            <a:ext cx="150193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15793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946654"/>
            <a:ext cx="283374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15793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946654"/>
            <a:ext cx="158517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15793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946654"/>
            <a:ext cx="191447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15793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156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366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404872"/>
            <a:ext cx="141870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374011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404872"/>
            <a:ext cx="433202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374011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404872"/>
            <a:ext cx="20846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374011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404872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3317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946654"/>
            <a:ext cx="116898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15793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946654"/>
            <a:ext cx="458173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15793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946654"/>
            <a:ext cx="21678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15793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946654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873502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1984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860036"/>
            <a:ext cx="125222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860036"/>
            <a:ext cx="36661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829175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860036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829175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860036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401818"/>
            <a:ext cx="100251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401818"/>
            <a:ext cx="408231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70957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401818"/>
            <a:ext cx="200136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70957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401818"/>
            <a:ext cx="99885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157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179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189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180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192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193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194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195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196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197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198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200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203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206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207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208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209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portadas, índices, separadores y cierres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 y tipografía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Portada, objetivo y ficha técnica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primeras láminas de todo informe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en cinco situaciones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 y subcapítulos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contraportada y sus alternativas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sobre la lámina estándar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Categorías, partes de un todo y rankings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apiladas con Top Two Box y Bottom Two Box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Números y distribuciones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Promedios, cajas y rangos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Comparaciones y series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brechas y mediciones en el tiempo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Radares y dimensiones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Índices, mapas de calor y peso de cada aspecto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Palabras, frases y temas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cartografía del estudio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técnica, estándar y para público general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combinan los gráficos en una lámina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y 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texto, dos gráficos, principal y apoyo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y 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Filas, columnas y combinaciones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Actores, filtros y bases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públicos, subpreguntas, cohortes y bases chicas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redacciones, «Otros», ítems largos y láminas mixtas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estudios más frecuentes, de principio a fin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 de un proceso de acreditación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1 a 10, cruces y estudios por olas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territorial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UMP, zonas y manzanas de intervención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frente a su meta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Prevalencias por facultad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diagramas, con su forma de uso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 temáticas y cómo se usan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notas y franjas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diagramas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Conectores, llaves, formas y procesos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2026-10-08T09:38:00Z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