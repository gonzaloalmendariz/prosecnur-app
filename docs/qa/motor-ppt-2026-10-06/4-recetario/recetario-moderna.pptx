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55491" y="2761488"/>
            <a:ext cx="10781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Trabajan: 139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76148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999232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41985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40619" y="341985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376910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55201" y="376910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59245" y="406171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06171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FILTROS EN CADENA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Trabajo, modalidad e ingreso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67585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(139)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267585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(39)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84432" y="2560193"/>
            <a:ext cx="25192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60193"/>
            <a:ext cx="893546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9377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64316" y="2889377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60700"/>
            <a:ext cx="89318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08472" y="2960700"/>
            <a:ext cx="20117" cy="37673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8530" y="3327375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1138" y="3200273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11138" y="3447161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1138" y="3748913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40619" y="3748913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11138" y="4018788"/>
            <a:ext cx="334626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(100)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557399" y="4018788"/>
            <a:ext cx="3346261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(39)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29753" y="4311396"/>
            <a:ext cx="1873906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1138" y="4311396"/>
            <a:ext cx="48222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11138" y="4622292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637" y="4622292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11138" y="4693615"/>
            <a:ext cx="4818615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10387" y="4693615"/>
            <a:ext cx="20117" cy="37673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20446" y="5060290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13054" y="493318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mensual? (en soles)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13054" y="518007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100 que trabajan de manera dependiente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13054" y="5500116"/>
            <a:ext cx="721967" cy="29260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13054" y="5509260"/>
            <a:ext cx="7183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31363" y="5500116"/>
            <a:ext cx="1360463" cy="292608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631363" y="5509260"/>
            <a:ext cx="13568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88169" y="5500116"/>
            <a:ext cx="1200839" cy="292608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88169" y="5509260"/>
            <a:ext cx="11971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185350" y="5500116"/>
            <a:ext cx="718309" cy="292608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185350" y="5509260"/>
            <a:ext cx="7183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4507" y="5929884"/>
            <a:ext cx="137160" cy="13716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14235" y="5865876"/>
            <a:ext cx="1112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2,500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1035" y="5929884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90763" y="5865876"/>
            <a:ext cx="1226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2,501 a 3,500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71863" y="5929884"/>
            <a:ext cx="137160" cy="13716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581591" y="5865876"/>
            <a:ext cx="1226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3,501 a 5,000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762691" y="5929884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872419" y="5865876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5,000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egresados, 139 que trabajan y 100 dependientes. Cada subpregunta empieza donde termina la llave de su filtro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78993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25447" y="1737360"/>
            <a:ext cx="146702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05330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78993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20419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477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49933" y="2322576"/>
            <a:ext cx="112848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249933" y="2441448"/>
            <a:ext cx="78993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225697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1205" y="2788920"/>
            <a:ext cx="564242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25447" y="2788920"/>
            <a:ext cx="902787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28234" y="2788920"/>
            <a:ext cx="564242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395396" y="1463040"/>
            <a:ext cx="2622728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78276" y="2240280"/>
            <a:ext cx="28437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62654" y="2240280"/>
            <a:ext cx="6635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81066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81066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52389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52389" y="2367382"/>
            <a:ext cx="16721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7317" y="1783080"/>
            <a:ext cx="90278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87317" y="1901952"/>
            <a:ext cx="63195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87317" y="2148840"/>
            <a:ext cx="85313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7317" y="2423160"/>
            <a:ext cx="56875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7317" y="2697480"/>
            <a:ext cx="71094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7317" y="2971800"/>
            <a:ext cx="37917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38164" y="1463040"/>
            <a:ext cx="2622728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21044" y="1737360"/>
            <a:ext cx="107206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21044" y="2011680"/>
            <a:ext cx="5642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21044" y="2286000"/>
            <a:ext cx="338545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21044" y="2560320"/>
            <a:ext cx="45139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21044" y="2834640"/>
            <a:ext cx="225697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694667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694667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5990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765990" y="2074774"/>
            <a:ext cx="1543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010642" y="1856232"/>
            <a:ext cx="72223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10642" y="1975104"/>
            <a:ext cx="505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10642" y="2176272"/>
            <a:ext cx="61389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4538" y="2176272"/>
            <a:ext cx="153474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80931" y="1463040"/>
            <a:ext cx="2622728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463811" y="1691640"/>
            <a:ext cx="1692726" cy="1645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156537" y="1691640"/>
            <a:ext cx="564242" cy="16459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63811" y="1892808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36420" y="1892808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63811" y="1964131"/>
            <a:ext cx="16927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300116" y="1964131"/>
            <a:ext cx="20117" cy="2121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310174" y="2166214"/>
            <a:ext cx="1097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56478" y="2331720"/>
            <a:ext cx="885011" cy="1645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41489" y="2331720"/>
            <a:ext cx="379290" cy="16459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56478" y="2532888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21372" y="2532888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56478" y="2604211"/>
            <a:ext cx="88501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888925" y="2604211"/>
            <a:ext cx="20117" cy="2121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98984" y="2806294"/>
            <a:ext cx="1097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045288" y="2971800"/>
            <a:ext cx="121588" cy="20116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166876" y="2971800"/>
            <a:ext cx="229667" cy="201168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96543" y="2971800"/>
            <a:ext cx="202647" cy="201168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599191" y="2971800"/>
            <a:ext cx="121588" cy="201168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61188" y="3630168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61188" y="3922776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303956" y="3630168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303956" y="3922776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46724" y="3630168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46724" y="3922776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189491" y="3630168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cadena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89491" y="3922776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filtro dentro de otro. Cada nivel abre el siguiente y declara su propia base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costado, llave sobre varias categorías y filtros en cadena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2026-10-07T21:14:20Z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