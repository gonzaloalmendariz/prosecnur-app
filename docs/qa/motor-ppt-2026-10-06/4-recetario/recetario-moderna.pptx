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5508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75788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58668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27220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10100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40908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23788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26324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09204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237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525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287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1164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5683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3971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0826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9114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varios, como qué entidad reconoció su labor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302056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31317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30868" y="4334256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230868" y="4626864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reconocimientos pasan de 6 en 2020 a 18 en 2023. La Facultad es la que más reconoce, con 15.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2026-10-07T20:00:40Z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