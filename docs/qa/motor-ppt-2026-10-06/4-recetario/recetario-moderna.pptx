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c954cca477b152034cfdabb07ffc4dd94d521f0a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5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542e0c9f172247d9976c2f0df14dce70faad2f0a.png"/>
<Relationship Id="rId4" Type="http://schemas.openxmlformats.org/officeDocument/2006/relationships/image" Target="../media/c15a79dcee14ee045d20562a52b87392259faddc.png"/>
<Relationship Id="rId5" Type="http://schemas.openxmlformats.org/officeDocument/2006/relationships/image" Target="../media/ac7037a30f32d668b8b8a94e7176543d9d6e7646.png"/>
<Relationship Id="rId6" Type="http://schemas.openxmlformats.org/officeDocument/2006/relationships/image" Target="../media/13c5633ecd85d2ac757006838137cd2b9039bf2c.png"/>
<Relationship Id="rId7" Type="http://schemas.openxmlformats.org/officeDocument/2006/relationships/image" Target="../media/e8905be823c823ec917fd7f46a5bab87d03612cb.png"/>
<Relationship Id="rId8" Type="http://schemas.openxmlformats.org/officeDocument/2006/relationships/image" Target="../media/68ae2408cff7e53d4af84d68933b94854cc11dd7.png"/>
<Relationship Id="rId9" Type="http://schemas.openxmlformats.org/officeDocument/2006/relationships/image" Target="../media/337bd4b3d7db543095be45bc5ffffb0b4df939b7.png"/>
<Relationship Id="rId10" Type="http://schemas.openxmlformats.org/officeDocument/2006/relationships/image" Target="../media/ef83d74c8c3ae09e48316a488d9f6c339bee9c5e.png"/>
<Relationship Id="rId11" Type="http://schemas.openxmlformats.org/officeDocument/2006/relationships/image" Target="../media/eccd42f9c4aea8b7f68426a04279d5a39e4380b1.png"/>
<Relationship Id="rId12" Type="http://schemas.openxmlformats.org/officeDocument/2006/relationships/image" Target="../media/2d3d7eda594c226b853aebe3e4146c57e323481b.png"/>
<Relationship Id="rId13" Type="http://schemas.openxmlformats.org/officeDocument/2006/relationships/image" Target="../media/debebc3a45a45b9d5e92d4f9a0b8313b3af2aacc.png"/>
<Relationship Id="rId14" Type="http://schemas.openxmlformats.org/officeDocument/2006/relationships/image" Target="../media/8651319a18ed15617bc64881bbbdd1a6c3b547b0.png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c0ec6586b5db45c36b471472217dda2ac249f666.png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ef83d74c8c3ae09e48316a488d9f6c339bee9c5e.png"/>
<Relationship Id="rId11" Type="http://schemas.openxmlformats.org/officeDocument/2006/relationships/image" Target="../media/e8d133f00a0db2e4d58fd05c4fcfa0a849d28a76.png"/>
<Relationship Id="rId12" Type="http://schemas.openxmlformats.org/officeDocument/2006/relationships/image" Target="../media/68ae2408cff7e53d4af84d68933b94854cc11dd7.png"/>
<Relationship Id="rId13" Type="http://schemas.openxmlformats.org/officeDocument/2006/relationships/image" Target="../media/7c72af1c61ba17ceb1f5579a9747bea60946e518.png"/>
<Relationship Id="rId14" Type="http://schemas.openxmlformats.org/officeDocument/2006/relationships/image" Target="../media/ac2ce43e9be562889a58def7c7cfb6ae172a676a.png"/>
<Relationship Id="rId15" Type="http://schemas.openxmlformats.org/officeDocument/2006/relationships/image" Target="../media/e755c610eeb652fe2e0acaa62cde94553acd2564.png"/>
<Relationship Id="rId16" Type="http://schemas.openxmlformats.org/officeDocument/2006/relationships/image" Target="../media/337bd4b3d7db543095be45bc5ffffb0b4df939b7.png"/>
<Relationship Id="rId17" Type="http://schemas.openxmlformats.org/officeDocument/2006/relationships/image" Target="../media/04162e018484153b9dfee07ec78d74f479e7083d.png"/>
<Relationship Id="rId18" Type="http://schemas.openxmlformats.org/officeDocument/2006/relationships/image" Target="../media/c0800850cc957971ce48a13bd18440c2cc623a98.png"/>
<Relationship Id="rId19" Type="http://schemas.openxmlformats.org/officeDocument/2006/relationships/image" Target="../media/f75b71fda7d640c9fd83a0943cc8b82669997eeb.png"/>
<Relationship Id="rId20" Type="http://schemas.openxmlformats.org/officeDocument/2006/relationships/image" Target="../media/34ee6f71d4d58186085e9608751855deb72d2f72.png"/>
<Relationship Id="rId21" Type="http://schemas.openxmlformats.org/officeDocument/2006/relationships/image" Target="../media/adbffd0ec7c4c4aa7ade7d140c650f4f0a8cdf50.png"/>
<Relationship Id="rId22" Type="http://schemas.openxmlformats.org/officeDocument/2006/relationships/image" Target="../media/437738af2a8e5895c51d56dbef9bce4ddf101378.png"/>
<Relationship Id="rId23" Type="http://schemas.openxmlformats.org/officeDocument/2006/relationships/image" Target="../media/3f5e3811842ef68ea55f610c3698d21649ef35a9.png"/>
<Relationship Id="rId24" Type="http://schemas.openxmlformats.org/officeDocument/2006/relationships/image" Target="../media/48967d328c7888b5e264de4f1c63d3e37b678a5f.png"/>
<Relationship Id="rId25" Type="http://schemas.openxmlformats.org/officeDocument/2006/relationships/image" Target="../media/d5d946ae29201fa9ac2460748e7392720d0e8cca.png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95df2fa7a82c69c20fa3ad97f287bf960f48f0fd.png"/>
<Relationship Id="rId11" Type="http://schemas.openxmlformats.org/officeDocument/2006/relationships/image" Target="../media/279f01ff0a568bceba6b602cd1a6a1cc9a4a46c6.png"/>
<Relationship Id="rId12" Type="http://schemas.openxmlformats.org/officeDocument/2006/relationships/image" Target="../media/edb0824e765c1442286b746ab12732c4049c3abb.png"/>
<Relationship Id="rId13" Type="http://schemas.openxmlformats.org/officeDocument/2006/relationships/image" Target="../media/275ceefc910404ad41aca083d941a4ebb8756996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1312a2932fddc8a52aeb99f0588a14246a3adbb1.png"/>
<Relationship Id="rId19" Type="http://schemas.openxmlformats.org/officeDocument/2006/relationships/image" Target="../media/43d35c2223c393d6a40399e118c516fbaf654717.png"/>
<Relationship Id="rId20" Type="http://schemas.openxmlformats.org/officeDocument/2006/relationships/image" Target="../media/3354c8351b4b76a2c5511adea6a7939f5182d2dc.png"/>
<Relationship Id="rId21" Type="http://schemas.openxmlformats.org/officeDocument/2006/relationships/image" Target="../media/cb27754cf2ac46ace2610ccd74df7c63169492cf.png"/>
<Relationship Id="rId22" Type="http://schemas.openxmlformats.org/officeDocument/2006/relationships/image" Target="../media/8466d5c35e262f2c3d7168b1db0af637bf52efc6.png"/>
<Relationship Id="rId23" Type="http://schemas.openxmlformats.org/officeDocument/2006/relationships/image" Target="../media/9f8c97b1a3beaa0e7ee8332f92ebba6b7c1dc9d8.png"/>
<Relationship Id="rId24" Type="http://schemas.openxmlformats.org/officeDocument/2006/relationships/image" Target="../media/20659157d9138e59a9100d3a18377a472f6507e1.png"/>
<Relationship Id="rId25" Type="http://schemas.openxmlformats.org/officeDocument/2006/relationships/image" Target="../media/8651319a18ed15617bc64881bbbdd1a6c3b547b0.png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12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72184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837944"/>
            <a:ext cx="100794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132076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25094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260092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625852"/>
            <a:ext cx="100794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informe de acreditación completo, en el orden en que se entrega: de la portada a las recomendaciones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91998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1228" y="3038856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3048000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413760"/>
            <a:ext cx="100794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70789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1228" y="3826764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835908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4201668"/>
            <a:ext cx="100794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495800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614672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623816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989576"/>
            <a:ext cx="100794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5283708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1228" y="540258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5411724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777484"/>
            <a:ext cx="100794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temática, cajas, figuras y conectores, con su medida y su uso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9020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77588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96235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96235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77439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77439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3882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67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4908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7628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97628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91362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91362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79527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79527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43185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56064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908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48672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26543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4495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44495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27091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27091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16648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87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81586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35292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8170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64908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6988" y="4937760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7027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3156" y="4937760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5000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32884" y="4937760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3161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14492" y="4937760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39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22540" y="4937760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6412577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79252" y="1663111"/>
            <a:ext cx="6412577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2307946"/>
            <a:ext cx="6412577" cy="2391339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9252" y="2326234"/>
            <a:ext cx="6412577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Gráfico, pregunta y texto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9252" y="4743176"/>
            <a:ext cx="6412577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Leyenda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100" y="4960437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252" y="4978725"/>
            <a:ext cx="6412577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Base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45737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45737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57217" y="146304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645737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645737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57217" y="210312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45737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45737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7217" y="274320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siempre debajo del gráfico, centrada en él.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45737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45737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57217" y="338328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45737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645737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057217" y="402336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deja 1.3 cm de margen a cada lado y 1.3 cm entre dos gráficos.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45737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45737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057217" y="466344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la mitad de su tamaño. Todas las láminas del informe usan este mismo esqueleto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00200"/>
            <a:ext cx="6949440" cy="3931920"/>
          </a:xfrm>
          <a:prstGeom prst="rect">
            <a:avLst/>
          </a:prstGeom>
          <a:ln w="9525" cap="rnd" cmpd="sng">
            <a:solidFill>
              <a:srgbClr val="8A93A8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337560"/>
            <a:ext cx="6949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703320"/>
            <a:ext cx="6949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cerca de 60 % del ancho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813548" y="1828800"/>
            <a:ext cx="45720" cy="19202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14716" y="1783080"/>
            <a:ext cx="3888943" cy="2011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 Uno de cada cuatro estudiantes no tiene información sobre el servicio.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135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135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4023360"/>
            <a:ext cx="3678631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breve: unas 50 palabras y nunca más de 74.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13548" y="44805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13548" y="44988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25028" y="4462272"/>
            <a:ext cx="3678631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 a la derecha del gráfico. Arriba, sólo si el gráfico usa todo el ancho.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813548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813548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25028" y="4901184"/>
            <a:ext cx="3678631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cita van en negrita y son las del gráfico.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13548" y="535838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813548" y="537667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5028" y="5340096"/>
            <a:ext cx="3678631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repite la pregunta: cuenta lo que se ve.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Medido en 247 párrafos que acompañan gráficos en 6 informes entregados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PPT y en Word: lo que cambia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3840480"/>
        </p:xfrm>
        <a:graphic>
          <a:graphicData uri="http://schemas.openxmlformats.org/drawingml/2006/table">
            <a:tbl>
              <a:tblPr/>
              <a:tblGrid>
                <a:gridCol w="2176642"/>
                <a:gridCol w="4637194"/>
                <a:gridCol w="4637194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Aspecto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PPT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Word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 el título de la lámina, arriba y en coral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Dos líneas sobre la imagen: «GRÁFICO 5» y la pregunta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Tamaño de letra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a 14 pt: se lee proyectado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 a 10 pt: se lee impreso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Fondo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lámina blanca. El gráfico se puede editar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Imagen sin fondo sobre la página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 pie de la lámina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Debajo del gráfico, junto con la fuente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 costado del gráfico, hasta 74 palabras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párrafo debajo del gráfico, justificado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Numeración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Los gráficos no se numeran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Gráficos y tablas llevan número correlativo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 no cabe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Pasa a otra lámina con «(cont.)»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Título, gráfico y base pasan juntos a la página siguiente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5824728"/>
            <a:ext cx="1154247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colores, el orden de las respuestas, el Top Two Box y la ubicación de las cifras pequeñas son iguales en los dos formatos.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recetario en Word muestra cada gráfico de este mazo con su formato de página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3840480"/>
        </p:xfrm>
        <a:graphic>
          <a:graphicData uri="http://schemas.openxmlformats.org/drawingml/2006/table">
            <a:tbl>
              <a:tblPr/>
              <a:tblGrid>
                <a:gridCol w="2460552"/>
                <a:gridCol w="4495240"/>
                <a:gridCol w="449524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Qué es en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ajusta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 marcador de título de la lámina. Aparece en el esquema y en el panel de navegación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el cuadro. Su formato base está en el patrón de diapositivas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Antetítulo, texto y base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Cuadros de texto con su tamaño y color fijados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el cuadro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Gráfico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gráfico vectorial: cada barra y cada cifra es una forma de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Clic derecho &gt; Agrupar &gt; Desagrupar para cambiar una forma. Los datos se cambian volviendo a generar con el motor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Tabla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Una tabla de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Pestaña Diseño de tabla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Logo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Una imagen del diseño de la lámina, igual en todas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Vista &gt; Patrón de diapositivas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recetario las barras se dibujan con formas para mostrar cada medida. En un informe real las genera el motor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primero, «Totalmente en desacuerdo 1 … Totalmente de acuerdo 4»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 (Ingeniería)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 (Ingeniería)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Redacciones encontradas en las encuestas de Psicología, Geografía, Derecho e Ingeniería. 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042253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2876327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5508" y="3710401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5508" y="4544475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informe de acreditación completo, en el orden en que se entrega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874520" y="2148840"/>
            <a:ext cx="1600200" cy="16002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258568" y="2532888"/>
            <a:ext cx="832104" cy="832104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840480" y="178308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40480" y="2194560"/>
            <a:ext cx="7680960" cy="19202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12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7909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295144"/>
            <a:ext cx="112224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12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909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1228" y="3090672"/>
            <a:ext cx="112224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812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7909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3749040"/>
            <a:ext cx="112224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909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1228" y="4864608"/>
            <a:ext cx="112224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12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09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5669280" y="1417320"/>
            <a:ext cx="6309360" cy="448056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897880" y="914400"/>
            <a:ext cx="36576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97880" y="1499616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6217920" y="145389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75120" y="1463040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97880" y="1764792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897880" y="1828800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6217920" y="178308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792224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97880" y="2093976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897880" y="2157984"/>
            <a:ext cx="219456" cy="219456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6217920" y="211226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75120" y="2121408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97880" y="2423160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897880" y="248716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217920" y="24414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75120" y="245059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97880" y="2752344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897880" y="2816352"/>
            <a:ext cx="219456" cy="219456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217920" y="2770632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75120" y="2779776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7880" y="3081528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5897880" y="3145536"/>
            <a:ext cx="219456" cy="219456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217920" y="309981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75120" y="3108960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97880" y="3410712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5897880" y="3474720"/>
            <a:ext cx="219456" cy="219456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217920" y="342900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75120" y="3438144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97880" y="3739896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5897880" y="3803904"/>
            <a:ext cx="219456" cy="219456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6217920" y="375818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767328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97880" y="4069080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5897880" y="4133088"/>
            <a:ext cx="219456" cy="219456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6217920" y="408736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96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97880" y="4398264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5897880" y="4462272"/>
            <a:ext cx="219456" cy="219456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6217920" y="4416552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675120" y="4425696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97880" y="4727448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5897880" y="4791456"/>
            <a:ext cx="219456" cy="219456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6217920" y="47457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4754880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97880" y="5056632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5897880" y="5120640"/>
            <a:ext cx="219456" cy="219456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6217920" y="507492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675120" y="5084064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897880" y="5385816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2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5897880" y="5449824"/>
            <a:ext cx="219456" cy="219456"/>
          </a:xfrm>
          <a:prstGeom prst="rect">
            <a:avLst/>
          </a:prstGeom>
        </p:spPr>
      </p:pic>
      <p:sp>
        <p:nvSpPr>
          <p:cNvPr id="53" name=""/>
          <p:cNvSpPr>
            <a:spLocks noGrp="1"/>
          </p:cNvSpPr>
          <p:nvPr>
            </p:nvPr>
        </p:nvSpPr>
        <p:spPr>
          <a:xfrm>
            <a:off x="6217920" y="540410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675120" y="5413248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897880" y="5715000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Número de respuestas por actor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160020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869680" y="1600200"/>
            <a:ext cx="3017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Tasa de respuesta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26948" y="2011680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47188" y="2048256"/>
            <a:ext cx="566928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407908" y="2011680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692640" y="2130552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2640" y="2130552"/>
            <a:ext cx="1124712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69680" y="2011680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128248" y="2011680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1,506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6948" y="2670048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647188" y="2706624"/>
            <a:ext cx="2859797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598425" y="2670048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92640" y="2788920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92640" y="2788920"/>
            <a:ext cx="356616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2670048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128248" y="2670048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1,210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948" y="3328416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47188" y="3364992"/>
            <a:ext cx="196336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1994" y="3328416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92640" y="3447288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92640" y="3447288"/>
            <a:ext cx="1165860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9680" y="3328416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128248" y="3328416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175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6948" y="3986784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47188" y="4023360"/>
            <a:ext cx="559063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97691" y="3986784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92640" y="4105656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2640" y="4105656"/>
            <a:ext cx="1179576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869680" y="3986784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28248" y="3986784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14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26948" y="4645152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47188" y="4681728"/>
            <a:ext cx="1058290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96918" y="4645152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92640" y="4764024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92640" y="4764024"/>
            <a:ext cx="1138428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869680" y="4645152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28248" y="4645152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52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6948" y="5303520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47188" y="5340096"/>
            <a:ext cx="625052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63680" y="5303520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92640" y="5422392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692640" y="5422392"/>
            <a:ext cx="521208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69680" y="5303520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128248" y="5303520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Universo: población de cada actor según la carrera. Tasa = respuestas válidas sobre universo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12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43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2312" y="4800600"/>
            <a:ext cx="24323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450336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33216" y="4800600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39512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422392" y="480060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90944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73824" y="480060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redondean las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1228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redondear no es posible conservar a la vez el valor exacto de cada categoría y una suma de 100 %. El informe declara cuál de las dos conserva.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2651760"/>
            <a:ext cx="1389888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31436" y="2651760"/>
            <a:ext cx="1389888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85716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12764" y="2651760"/>
            <a:ext cx="1389888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67044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94092" y="2651760"/>
            <a:ext cx="1389888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48372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75420" y="2651760"/>
            <a:ext cx="1389888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029700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11028" y="27797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1228" y="3410712"/>
            <a:ext cx="23774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04388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de 178 casos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5.62%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85716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178 casos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067044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40.45%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67044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 de 178 casos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548372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52.81%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48372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de 178 casos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29700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29700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de 178 casos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11028" y="33924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1228" y="3904488"/>
            <a:ext cx="1101852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1228" y="4069080"/>
            <a:ext cx="23774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04388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67044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48372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29700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11028" y="405079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28" y="4562856"/>
            <a:ext cx="1101852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727448"/>
            <a:ext cx="23774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Reparto a 100 %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04388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67044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8372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58300" y="4636008"/>
            <a:ext cx="1024128" cy="457200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29700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511028" y="470916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04388" y="5358384"/>
            <a:ext cx="85953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cerrar en 100, el reparto da los puntos que faltan a los restos más grandes. Aquí, un 0.56% queda en 0%.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44468" y="205740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06650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406650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25166" y="2699258"/>
            <a:ext cx="2282342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99258"/>
            <a:ext cx="2476195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2743200"/>
            <a:ext cx="16459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22783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2743200"/>
            <a:ext cx="164592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22783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52044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52044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122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1463040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519428" y="15270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702308" y="1463040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267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09586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06410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48929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267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09586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06410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8929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35708" y="3898392"/>
            <a:ext cx="164463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96513" y="3898392"/>
            <a:ext cx="8406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76916" y="3898392"/>
            <a:ext cx="3300162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76916" y="4090416"/>
            <a:ext cx="32965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73420" y="3898392"/>
            <a:ext cx="426499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773420" y="4090416"/>
            <a:ext cx="42613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4755" y="3898392"/>
            <a:ext cx="16080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06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3503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31228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436714" y="3825240"/>
            <a:ext cx="300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44127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967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93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5511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37994" y="5059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8274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661154" y="5059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9706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12586" y="5059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343394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26274" y="5059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2881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11690" y="5059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550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550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337560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520440" y="57576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760720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43600" y="57576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12152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495032" y="57576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25840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808720" y="57576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81125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994136" y="57576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550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3197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43456"/>
            <a:ext cx="389077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1988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0218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11988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20218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11988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2021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0159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39420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443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08" y="3095244"/>
            <a:ext cx="389077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27355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27355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27355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931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050792"/>
            <a:ext cx="389077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337560" y="547116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520440" y="540715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760720" y="547116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43600" y="540715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12152" y="547116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95032" y="540715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625840" y="547116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8720" y="540715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811256" y="547116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94136" y="540715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6304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874520"/>
            <a:ext cx="389077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51888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34184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51888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34184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51888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34184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51888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34184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33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262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8773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5508" y="2996184"/>
            <a:ext cx="389077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9897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5508" y="4117848"/>
            <a:ext cx="389077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95216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775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95216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77512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95216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77512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95216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775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95216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77512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7692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6953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37560" y="534009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520440" y="527608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60720" y="534009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43600" y="527608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12152" y="534009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5032" y="527608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25840" y="534009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8720" y="527608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811256" y="534009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94136" y="527608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903476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5508" y="2598420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508" y="3293364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5508" y="3988308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5508" y="4683252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337560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520440" y="54132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60720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943600" y="54132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152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95032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25840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808720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81125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94136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66316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08" y="2461260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5508" y="3156204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5508" y="3851148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5508" y="4546092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5508" y="5241036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337560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20440" y="58704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60720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943600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12152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95032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625840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08720" y="58704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81125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994136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63550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62482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8534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8786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1646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090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7950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482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5050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89881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62449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7280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9848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679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7247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01589" y="2734056"/>
            <a:ext cx="50959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01456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91861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101456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1994" y="3282696"/>
            <a:ext cx="101919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82266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91861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01456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27601" y="3831336"/>
            <a:ext cx="17835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91861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17873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1456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937196" y="4379976"/>
            <a:ext cx="76439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91861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33706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27468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82399" y="4928616"/>
            <a:ext cx="76439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572671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82266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33706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82399" y="5477256"/>
            <a:ext cx="50959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572671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82266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82266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528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528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91080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91080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83688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83688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0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528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528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531360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531360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823968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823968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98080" y="1673352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996184"/>
            <a:ext cx="21031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31720" y="25877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0" y="28163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23360" y="2587752"/>
            <a:ext cx="768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96512" y="2587752"/>
            <a:ext cx="1137514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096512" y="2679192"/>
            <a:ext cx="11338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30368" y="2587752"/>
            <a:ext cx="161300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30368" y="2679192"/>
            <a:ext cx="1609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2587752"/>
            <a:ext cx="84124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839712" y="2679192"/>
            <a:ext cx="841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054450" y="25237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7328" y="22951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98080" y="26700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31720" y="3941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0" y="4169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3360" y="3941064"/>
            <a:ext cx="11449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4196" y="3941064"/>
            <a:ext cx="22533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55869" y="3941064"/>
            <a:ext cx="1666203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55869" y="4032504"/>
            <a:ext cx="16625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8415" y="3941064"/>
            <a:ext cx="118591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18415" y="4032504"/>
            <a:ext cx="11822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0669" y="3941064"/>
            <a:ext cx="480291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20775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73292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86170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39546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45033" y="3867912"/>
            <a:ext cx="25436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679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98080" y="4023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91640" y="51297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74520" y="50657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114800" y="51297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7680" y="50657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66232" y="51297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49112" y="50657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79920" y="51297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62800" y="50657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65336" y="51297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348216" y="50657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15400" y="1691640"/>
            <a:ext cx="36576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98280" y="1645920"/>
            <a:ext cx="2743200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46504"/>
            <a:ext cx="50292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73352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Fortalecer la difusión de la misión y los propósitos institucionales, especialmente entre estudiantes y egresados, cuyo conocimiento alcanza 77 % y 78 %.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67028" y="3112008"/>
            <a:ext cx="1042416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5508" y="3313176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" y="3368040"/>
            <a:ext cx="50292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67028" y="3294888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los servicios de tutoría académica: su valoración entre estudiantes bajó de 84 % en 2021 a 53 % en 2026.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7028" y="4733544"/>
            <a:ext cx="1042416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5508" y="4934712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4989576"/>
            <a:ext cx="50292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67028" y="4916424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la suficiencia de los recursos presupuestales asignados a la Unidad, que el personal administrativo valora en 80 %.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0444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713324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014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93028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36189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36189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6915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73305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2833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30668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01034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01034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1088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20391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833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30668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391156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5405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15405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1507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1048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30668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91156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95946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95946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24985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24985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438065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509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30668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601343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84223" y="58521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8675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969639" y="5852160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209413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2293" y="585216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24041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06921" y="5852160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01431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84311" y="5852160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52360" y="210312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52370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452370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33058" y="2744978"/>
            <a:ext cx="2282342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744978"/>
            <a:ext cx="2476195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0040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3814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19144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02024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9884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81728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313432"/>
            <a:ext cx="266947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340864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313432"/>
            <a:ext cx="496758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340864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313432"/>
            <a:ext cx="137886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340864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55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971800"/>
            <a:ext cx="1658301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999232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971800"/>
            <a:ext cx="312909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999232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971800"/>
            <a:ext cx="17502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999232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971800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999232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9245" y="4370832"/>
            <a:ext cx="285332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9245" y="4398264"/>
            <a:ext cx="2849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58909" y="4370832"/>
            <a:ext cx="4048341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058909" y="4398264"/>
            <a:ext cx="4044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3593" y="4370832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03593" y="4398264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118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4713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8221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303955" y="5029200"/>
            <a:ext cx="56077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62475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1074" y="5029200"/>
            <a:ext cx="418205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1074" y="5056632"/>
            <a:ext cx="417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9467" y="5029200"/>
            <a:ext cx="2974959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9467" y="5056632"/>
            <a:ext cx="29713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010768" y="5029200"/>
            <a:ext cx="1207091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10768" y="5056632"/>
            <a:ext cx="12070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9189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72068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93532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118208" y="56235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58488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1368" y="56235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09920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92800" y="56235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608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06488" y="56235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09024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591904" y="56235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7608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85755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755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49748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49748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71496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97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6854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119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66681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7478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0415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338060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4545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47788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45364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1558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41558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88964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88964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10764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285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573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87975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93461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6356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378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38060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4545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7788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46098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43880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81741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1741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27811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27811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60834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322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6099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8825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338060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4545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47788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77864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24493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124493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06375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106375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68023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68023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410023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2341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38060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04545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447788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788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10768" y="5925312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34056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16936" y="5925312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1378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96664" y="5925312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295392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78272" y="5925312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0344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86320" y="5925312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0042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2922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974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92626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98584" y="205740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06650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4184" y="2406650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2318" y="2699258"/>
            <a:ext cx="175930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99258"/>
            <a:ext cx="2999232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7507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267712"/>
            <a:ext cx="266947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267712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267712"/>
            <a:ext cx="496758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267712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55205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871216"/>
            <a:ext cx="165830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871216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871216"/>
            <a:ext cx="3129095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871216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871216"/>
            <a:ext cx="175022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871216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306803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89683" y="329184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92219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75099" y="3291840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14873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97753" y="329184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29501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12381" y="3291840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6891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89771" y="3291840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0256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33136" y="6099048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1014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93028" y="6099048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93039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930394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223002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223002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953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953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4023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4023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949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949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80540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80540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73148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73148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316732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316732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609340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609340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52924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52924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145532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145532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962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962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841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841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767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67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60930"/>
            <a:ext cx="197121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8526" y="2360930"/>
            <a:ext cx="197121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657375" y="2653538"/>
            <a:ext cx="189236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53538"/>
            <a:ext cx="20537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67508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67508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67508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67508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67508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67508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830064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830064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122672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22672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67508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67508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8094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8094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73548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73548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8094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8094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73548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73548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1901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01898" y="548640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891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61790" y="548640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41236" y="51389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116" y="50749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20940" y="51389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03820" y="50749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306803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489683" y="607161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92219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675099" y="607161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14873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97753" y="607161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129501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12381" y="607161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06891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289771" y="607161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18533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01413" y="5916168"/>
            <a:ext cx="20955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2633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225513" y="5916168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63661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19498" y="5916168"/>
            <a:ext cx="639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0453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687416" y="5916168"/>
            <a:ext cx="258089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25330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05290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0347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8343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98161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157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5975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3971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5378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178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5385" y="2608783"/>
            <a:ext cx="10668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05657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72543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28575" y="223570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420441" y="27294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48172" y="3459175"/>
            <a:ext cx="53344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871887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38444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753228" y="3086100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127919" y="35798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25986" y="4309567"/>
            <a:ext cx="53344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49701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16258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31042" y="3936492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5733" y="44302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93200" y="5159959"/>
            <a:ext cx="12447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2817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3472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598256" y="47868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355019" y="528066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651604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34484" y="5870448"/>
            <a:ext cx="26898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7006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752944" y="5870448"/>
            <a:ext cx="1963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88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84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390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9800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7796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5320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2120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0755" y="2459736"/>
            <a:ext cx="183405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11883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45941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64813" y="3026664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5941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9564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698001" y="3593592"/>
            <a:ext cx="36681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7912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45941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597567" y="4160520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1231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78695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1190" y="4727448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45941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231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97567" y="5294376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231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8695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6737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0256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32956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15836" y="5870448"/>
            <a:ext cx="15275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589788" y="1691639"/>
              <a:ext cx="5760720" cy="41148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46191" y="3374967"/>
              <a:ext cx="647912" cy="748145"/>
            </a:xfrm>
            <a:custGeom>
              <a:avLst/>
              <a:pathLst>
                <a:path w="647912" h="748145">
                  <a:moveTo>
                    <a:pt x="323956" y="0"/>
                  </a:moveTo>
                  <a:lnTo>
                    <a:pt x="647912" y="187036"/>
                  </a:lnTo>
                  <a:lnTo>
                    <a:pt x="647912" y="561109"/>
                  </a:lnTo>
                  <a:lnTo>
                    <a:pt x="323956" y="748145"/>
                  </a:lnTo>
                  <a:lnTo>
                    <a:pt x="0" y="561109"/>
                  </a:lnTo>
                  <a:lnTo>
                    <a:pt x="0" y="187036"/>
                  </a:lnTo>
                  <a:lnTo>
                    <a:pt x="323956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822235" y="3000894"/>
              <a:ext cx="1295825" cy="1496290"/>
            </a:xfrm>
            <a:custGeom>
              <a:avLst/>
              <a:pathLst>
                <a:path w="1295825" h="1496290">
                  <a:moveTo>
                    <a:pt x="647912" y="0"/>
                  </a:moveTo>
                  <a:lnTo>
                    <a:pt x="1295825" y="374072"/>
                  </a:lnTo>
                  <a:lnTo>
                    <a:pt x="1295825" y="1122218"/>
                  </a:lnTo>
                  <a:lnTo>
                    <a:pt x="647912" y="1496290"/>
                  </a:lnTo>
                  <a:lnTo>
                    <a:pt x="0" y="1122218"/>
                  </a:lnTo>
                  <a:lnTo>
                    <a:pt x="0" y="374072"/>
                  </a:lnTo>
                  <a:lnTo>
                    <a:pt x="64791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498278" y="2626821"/>
              <a:ext cx="1943738" cy="2244436"/>
            </a:xfrm>
            <a:custGeom>
              <a:avLst/>
              <a:pathLst>
                <a:path w="1943738" h="2244436">
                  <a:moveTo>
                    <a:pt x="971869" y="0"/>
                  </a:moveTo>
                  <a:lnTo>
                    <a:pt x="1943738" y="561109"/>
                  </a:lnTo>
                  <a:lnTo>
                    <a:pt x="1943738" y="1683327"/>
                  </a:lnTo>
                  <a:lnTo>
                    <a:pt x="971869" y="2244436"/>
                  </a:lnTo>
                  <a:lnTo>
                    <a:pt x="0" y="1683327"/>
                  </a:lnTo>
                  <a:lnTo>
                    <a:pt x="0" y="561109"/>
                  </a:lnTo>
                  <a:lnTo>
                    <a:pt x="97186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174322" y="2252749"/>
              <a:ext cx="2591651" cy="2992581"/>
            </a:xfrm>
            <a:custGeom>
              <a:avLst/>
              <a:pathLst>
                <a:path w="2591651" h="2992581">
                  <a:moveTo>
                    <a:pt x="1295825" y="0"/>
                  </a:moveTo>
                  <a:lnTo>
                    <a:pt x="2591651" y="748145"/>
                  </a:lnTo>
                  <a:lnTo>
                    <a:pt x="2591651" y="2244436"/>
                  </a:lnTo>
                  <a:lnTo>
                    <a:pt x="1295825" y="2992581"/>
                  </a:lnTo>
                  <a:lnTo>
                    <a:pt x="0" y="2244436"/>
                  </a:lnTo>
                  <a:lnTo>
                    <a:pt x="0" y="748145"/>
                  </a:lnTo>
                  <a:lnTo>
                    <a:pt x="12958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563069" y="2402378"/>
              <a:ext cx="1943738" cy="2543694"/>
            </a:xfrm>
            <a:custGeom>
              <a:avLst/>
              <a:pathLst>
                <a:path w="1943738" h="2543694">
                  <a:moveTo>
                    <a:pt x="907078" y="0"/>
                  </a:moveTo>
                  <a:lnTo>
                    <a:pt x="1943738" y="748145"/>
                  </a:lnTo>
                  <a:lnTo>
                    <a:pt x="1684573" y="1795549"/>
                  </a:lnTo>
                  <a:lnTo>
                    <a:pt x="907078" y="2543694"/>
                  </a:lnTo>
                  <a:lnTo>
                    <a:pt x="0" y="1870363"/>
                  </a:lnTo>
                  <a:lnTo>
                    <a:pt x="129582" y="89777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433487" y="2552007"/>
              <a:ext cx="1943738" cy="2319250"/>
            </a:xfrm>
            <a:custGeom>
              <a:avLst/>
              <a:pathLst>
                <a:path w="1943738" h="2319250">
                  <a:moveTo>
                    <a:pt x="1036660" y="0"/>
                  </a:moveTo>
                  <a:lnTo>
                    <a:pt x="1749365" y="785552"/>
                  </a:lnTo>
                  <a:lnTo>
                    <a:pt x="1943738" y="1720734"/>
                  </a:lnTo>
                  <a:lnTo>
                    <a:pt x="1036660" y="2319250"/>
                  </a:lnTo>
                  <a:lnTo>
                    <a:pt x="0" y="1795549"/>
                  </a:lnTo>
                  <a:lnTo>
                    <a:pt x="129582" y="673330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303904" y="2402378"/>
              <a:ext cx="2332486" cy="2319250"/>
            </a:xfrm>
            <a:custGeom>
              <a:avLst/>
              <a:pathLst>
                <a:path w="2332486" h="2319250">
                  <a:moveTo>
                    <a:pt x="1166243" y="0"/>
                  </a:moveTo>
                  <a:lnTo>
                    <a:pt x="2332486" y="673330"/>
                  </a:lnTo>
                  <a:lnTo>
                    <a:pt x="2073321" y="1870363"/>
                  </a:lnTo>
                  <a:lnTo>
                    <a:pt x="1166243" y="2319250"/>
                  </a:lnTo>
                  <a:lnTo>
                    <a:pt x="0" y="2019992"/>
                  </a:lnTo>
                  <a:lnTo>
                    <a:pt x="194373" y="785552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36535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469787" y="31135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210622" y="416090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909051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526048" y="423572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655630" y="3263131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5149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145830" y="33005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340204" y="4235720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83423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396465" y="431053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526048" y="318831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36535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9369" y="3038687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340204" y="423572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684607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266883" y="4385349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461257" y="3150909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01500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5025139" y="285292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025139" y="449848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36855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085440" y="4528771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559853" y="2824647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62795" y="339501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71939" y="341684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825517" y="3113174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834661" y="31350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88238" y="2831331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97382" y="285316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150960" y="2549489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160104" y="2571317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562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68500" y="5870448"/>
            <a:ext cx="873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79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70860" y="5870448"/>
            <a:ext cx="10916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2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91152" y="5870448"/>
            <a:ext cx="9464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0766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0542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07324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56122" y="5870448"/>
            <a:ext cx="15275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939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012278" y="5870448"/>
            <a:ext cx="13822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82085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5978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37478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15175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9287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70569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48266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2596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82085" y="1444752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37478" y="1444752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60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2304288"/>
            <a:ext cx="941121" cy="877824"/>
          </a:xfrm>
          <a:prstGeom prst="rect">
            <a:avLst/>
          </a:prstGeom>
          <a:solidFill>
            <a:srgbClr val="597097">
              <a:alpha val="100000"/>
            </a:srgbClr>
          </a:solidFill>
          <a:ln w="3175" cap="rnd" cmpd="sng">
            <a:solidFill>
              <a:srgbClr val="59709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04388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100373" y="2304288"/>
            <a:ext cx="941121" cy="87782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82085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78070" y="23042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5978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5766" y="2304288"/>
            <a:ext cx="941121" cy="87782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37478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3463" y="23042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5175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1160" y="23042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287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88857" y="2304288"/>
            <a:ext cx="941121" cy="87782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0569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66554" y="2304288"/>
            <a:ext cx="941121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48266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44250" y="2304288"/>
            <a:ext cx="941121" cy="87782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92596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204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32186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04388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00373" y="3218688"/>
            <a:ext cx="941121" cy="87782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82085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8070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05978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55766" y="3218688"/>
            <a:ext cx="941121" cy="877824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37478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33463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15175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11160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9287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988857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70569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6554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48266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944250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2596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4348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22676" y="41330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04388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00373" y="4133088"/>
            <a:ext cx="941121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82085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78070" y="4133088"/>
            <a:ext cx="941121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5978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55766" y="4133088"/>
            <a:ext cx="941121" cy="87782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37478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33463" y="41330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015175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11160" y="41330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287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88857" y="41330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970569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966554" y="41330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48266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44250" y="4133088"/>
            <a:ext cx="941121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92596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72941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28334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75988" y="5532120"/>
            <a:ext cx="187452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658868" y="5532120"/>
            <a:ext cx="187452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41748" y="5532120"/>
            <a:ext cx="187452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24628" y="5532120"/>
            <a:ext cx="187452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207508" y="5532120"/>
            <a:ext cx="187452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532120"/>
            <a:ext cx="187452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573268" y="5532120"/>
            <a:ext cx="187452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56148" y="5532120"/>
            <a:ext cx="187452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939028" y="5532120"/>
            <a:ext cx="187452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21908" y="5532120"/>
            <a:ext cx="187452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304788" y="5532120"/>
            <a:ext cx="187452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487668" y="5532120"/>
            <a:ext cx="187452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670548" y="5532120"/>
            <a:ext cx="187452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853428" y="5532120"/>
            <a:ext cx="187452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036308" y="5532120"/>
            <a:ext cx="187452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219188" y="5532120"/>
            <a:ext cx="187452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402068" y="5532120"/>
            <a:ext cx="187452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584948" y="5532120"/>
            <a:ext cx="187452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767828" y="5532120"/>
            <a:ext cx="187452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7950708" y="5532120"/>
            <a:ext cx="187452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73068" y="547725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8179308" y="54772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475988" y="5230368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promedio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390388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530998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71609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11096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9788" y="2552007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38628" y="190943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08676" y="1892808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49286" y="1892808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30998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89897" y="1892808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71609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738628" y="2235292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08676" y="2218667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90388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49286" y="2218667"/>
            <a:ext cx="2104034" cy="289283"/>
          </a:xfrm>
          <a:prstGeom prst="rect">
            <a:avLst/>
          </a:prstGeom>
          <a:solidFill>
            <a:srgbClr val="8496B3">
              <a:alpha val="100000"/>
            </a:srgbClr>
          </a:solidFill>
          <a:ln w="3175" cap="rnd" cmpd="sng">
            <a:solidFill>
              <a:srgbClr val="8496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30998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89897" y="2218667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71609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38628" y="2561151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08676" y="2544526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90388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49286" y="2544526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30998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89897" y="2544526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71609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2887010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08676" y="2870385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90388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49286" y="2870385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30998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89897" y="2870385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71609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38628" y="3212869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08676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0388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49286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30998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89897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71609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03815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540391"/>
            <a:ext cx="45720" cy="2527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9788" y="352958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38628" y="3538728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408676" y="3522103"/>
            <a:ext cx="2104034" cy="289283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390388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49286" y="3522103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30998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89897" y="3522103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71609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829673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866249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9788" y="4507161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738628" y="3864587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08676" y="3847961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90388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549286" y="3847961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30998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89897" y="3847961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71609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738628" y="4190446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08676" y="4173820"/>
            <a:ext cx="2104034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90388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49286" y="4173820"/>
            <a:ext cx="2104034" cy="289283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30998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89897" y="4173820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71609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38628" y="4516305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408676" y="4499679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90388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549286" y="4499679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0998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89897" y="4499679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71609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738628" y="4842164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408676" y="4825538"/>
            <a:ext cx="2104034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90388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549286" y="4825538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30998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89897" y="4825538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71609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38628" y="516802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408676" y="5151397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390388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549286" y="5151397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0998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89897" y="5151397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71609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545896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921508" y="5943600"/>
            <a:ext cx="105156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022092" y="5943600"/>
            <a:ext cx="105156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22676" y="5943600"/>
            <a:ext cx="105156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223260" y="5943600"/>
            <a:ext cx="105156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323844" y="5943600"/>
            <a:ext cx="105156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424428" y="5943600"/>
            <a:ext cx="105156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525012" y="5943600"/>
            <a:ext cx="105156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625596" y="5943600"/>
            <a:ext cx="105156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726180" y="5943600"/>
            <a:ext cx="105156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826764" y="5943600"/>
            <a:ext cx="105156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27348" y="5943600"/>
            <a:ext cx="105156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27932" y="5943600"/>
            <a:ext cx="105156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28516" y="5943600"/>
            <a:ext cx="105156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29100" y="5943600"/>
            <a:ext cx="105156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329684" y="5943600"/>
            <a:ext cx="105156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430268" y="5943600"/>
            <a:ext cx="105156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30852" y="5943600"/>
            <a:ext cx="105156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631436" y="5943600"/>
            <a:ext cx="105156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32020" y="5943600"/>
            <a:ext cx="105156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832604" y="5943600"/>
            <a:ext cx="105156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418588" y="58887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978908" y="58887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001268" y="5888736"/>
            <a:ext cx="1371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967228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45954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5914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4640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84600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963327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43287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22013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201973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80699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60659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510028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290572"/>
            <a:ext cx="735699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17419" y="23271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2674620"/>
            <a:ext cx="7575215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35635" y="2711196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689604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87268" y="3470148"/>
            <a:ext cx="7637563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997983" y="3506724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3854196"/>
            <a:ext cx="7481694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842114" y="3890772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69180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649724"/>
            <a:ext cx="7512868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873288" y="4686300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87268" y="5033772"/>
            <a:ext cx="7606389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66809" y="50703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796382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79262" y="5870448"/>
            <a:ext cx="13096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3460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17486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6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6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8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0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2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290550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88386" y="5870448"/>
            <a:ext cx="13096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3730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626610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FODA DIMENSIONAL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Fortalezas y aspectos por reforzar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588356" cy="2226564"/>
          </a:xfrm>
          <a:prstGeom prst="rect">
            <a:avLst/>
          </a:prstGeom>
          <a:solidFill>
            <a:srgbClr val="E4EEDA">
              <a:alpha val="100000"/>
            </a:srgbClr>
          </a:solidFill>
          <a:ln w="3175" cap="rnd" cmpd="sng">
            <a:solidFill>
              <a:srgbClr val="E4EED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508760"/>
            <a:ext cx="64008" cy="2226564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1228" y="1618488"/>
            <a:ext cx="5222596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Fortalezas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81228" y="1911096"/>
            <a:ext cx="52225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 o más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258568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35144" y="2258568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1228" y="2587752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35144" y="258775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1228" y="2916936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35144" y="2916936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81228" y="3246120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35144" y="32461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15304" y="1508760"/>
            <a:ext cx="5588356" cy="222656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15304" y="1508760"/>
            <a:ext cx="64008" cy="22265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43904" y="1618488"/>
            <a:ext cx="5222596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Oportunidades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43904" y="1911096"/>
            <a:ext cx="52225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97 %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258568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897819" y="2258568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43904" y="2587752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897819" y="258775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918204"/>
            <a:ext cx="5588356" cy="2226564"/>
          </a:xfrm>
          <a:prstGeom prst="rect">
            <a:avLst/>
          </a:prstGeom>
          <a:solidFill>
            <a:srgbClr val="FFF4D6">
              <a:alpha val="100000"/>
            </a:srgbClr>
          </a:solidFill>
          <a:ln w="3175" cap="rnd" cmpd="sng">
            <a:solidFill>
              <a:srgbClr val="FFF4D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8204"/>
            <a:ext cx="64008" cy="2226564"/>
          </a:xfrm>
          <a:prstGeom prst="rect">
            <a:avLst/>
          </a:prstGeom>
          <a:solidFill>
            <a:srgbClr val="B8860B">
              <a:alpha val="100000"/>
            </a:srgbClr>
          </a:solidFill>
          <a:ln w="3175" cap="rnd" cmpd="sng">
            <a:solidFill>
              <a:srgbClr val="B8860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81228" y="4027932"/>
            <a:ext cx="5222596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Aspectos por vigilar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81228" y="4320540"/>
            <a:ext cx="52225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95 %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1228" y="4668012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35144" y="466801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1228" y="4997196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5144" y="4997196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1228" y="5326380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35144" y="53263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1228" y="5655564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35144" y="5655564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15304" y="3918204"/>
            <a:ext cx="5588356" cy="2226564"/>
          </a:xfrm>
          <a:prstGeom prst="rect">
            <a:avLst/>
          </a:prstGeom>
          <a:solidFill>
            <a:srgbClr val="F9E0D2">
              <a:alpha val="100000"/>
            </a:srgbClr>
          </a:solidFill>
          <a:ln w="3175" cap="rnd" cmpd="sng">
            <a:solidFill>
              <a:srgbClr val="F9E0D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15304" y="3918204"/>
            <a:ext cx="64008" cy="22265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43904" y="4027932"/>
            <a:ext cx="5222596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Debilidades relativas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43904" y="4320540"/>
            <a:ext cx="52225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94 %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4668012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97819" y="466801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7863840" cy="4526280"/>
            <a:chOff x="726948" y="1508760"/>
            <a:chExt cx="7863840" cy="4526280"/>
          </a:xfrm>
        </p:grpSpPr>
        <p:sp>
          <p:nvSpPr>
            <p:cNvPr id="6" name="rc3"/>
            <p:cNvSpPr/>
            <p:nvPr/>
          </p:nvSpPr>
          <p:spPr>
            <a:xfrm>
              <a:off x="1503037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540994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3121785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3235299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3224852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3201104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3245319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3262574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3333497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3294557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3327494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3399424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521853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3570700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680335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3748063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3849820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3867995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886386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3851679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918962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981544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3936892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3972085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3833508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3722931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3747781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3815908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817746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729567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3601586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3828401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924673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939861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4054769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4028289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4023516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4085638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4133655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4162657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4205424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4255003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4167588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4192922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4161208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4272977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4240688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4295924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4360120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4192918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4285170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4378888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4409456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4516826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4574859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4528725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4438892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4710117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4711457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4788822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4826104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4862875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4893320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4881322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4871255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4893111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4871609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5004305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5036987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5015462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5064158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5084185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5107299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5120727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5277114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5200393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5094214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5133380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5175025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5225488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5198331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5154533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5237410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5131362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5102205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5117626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5057445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5011641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5052246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5011920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5067534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5089849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5022060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5099719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5124704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5025232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5007529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5037422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5066184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5088145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4118073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4290478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4419395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4517059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4605622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466480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486160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3926802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789421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880575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880366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968266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786808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681545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2668961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767197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2806445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2842005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2880366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2969419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2989117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143457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060138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013556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2932993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885139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842595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761804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794704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865512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778700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726667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707975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729214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2860406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927016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852595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2925952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3046862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106807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114919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206939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246451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334797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310048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245253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185374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134390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2914601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180561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2235206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2228116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168267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2154037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2224891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2135598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2228728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2134794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2143514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2154936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245700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285474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223644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2155946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145139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191191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2249035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2286186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288838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2223610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2113443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2136589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215910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289141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2288499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2288160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2197789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2176008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2151211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2214190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2339382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290267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2215429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184941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2149953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175771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215065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285549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193773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192675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3139216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176481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082790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3204753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3190383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3217810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3272956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3280564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3277811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3217946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3360768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3381570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3403524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3479471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3457708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3380274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3319514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3340617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3372448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3301305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3228435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3185439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3128280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3048846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3023606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2901314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3035289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3098275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3132115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3143908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3207765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3241268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3268800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3315522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3290443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3321456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3438498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3299026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3239343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3159440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3152550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3081317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3127412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3099638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3059398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3035784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2981612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2941564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2990464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2896867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2998697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3048711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3118224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3174778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3231283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309518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373038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392517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3365522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3507777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3371584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3435104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3379577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3258038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3338067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3344563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3351135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3275872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3317658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3242427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3191931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3090923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3131783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3097359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3052506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992463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957699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3019249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3091641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138702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212546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191709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227311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275024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349557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277993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267809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122316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075062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004090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2972344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2926362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804539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2909415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2936681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2875833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2813611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2735944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2778693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837419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798862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923761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3024599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979783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3068414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3092080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984418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928785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843063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805824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856463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849135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924627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992198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3093555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3110855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3206926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3190448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3184498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3121431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3182015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3127602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966449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3006796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975057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908511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849623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2856657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2916862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2996705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3071325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3159416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3274892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3197373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007488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2892551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959953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927391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891863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849816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841348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885184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900662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975007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3090926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3196431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298903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3361924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3430792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3461723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3439636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3544862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3374779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3675953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3678367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3408901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3752677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3670165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3346314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3517448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3493799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3356424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3443640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3439635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3600335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3735970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3779419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3746181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3657204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3320945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3436956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3578599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3501260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3494046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3454535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3478795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3539595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3562364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3610126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3657715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937736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3070544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3039619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3131552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869645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3546709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3512607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3460875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3443329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3447870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3508741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3563642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3303354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3227723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3343227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3413596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3397769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3731875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3397304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3523894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3567656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3558338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3646584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3617981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3586989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3638767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3613573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3604013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3648179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3656177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3509378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3510578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3483658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3451071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3415402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3394362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3375218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3442263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3536896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3504552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3470592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3406967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3336125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3313738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3305222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3290059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3392325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3514801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3495838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3401884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3464916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3462828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3348254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3281860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3281848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3348319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3340861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3448295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3549215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3566397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3569136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3519663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3525006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3455428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3445373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3344407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3315698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3266377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3287879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3354975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3473488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3522182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3504331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3365462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280420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283219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330928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340558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560335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2065754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2036849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1962186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2030958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2098582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2086362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2045379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2001452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2008902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1952432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2040656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2034260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1966495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1865300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1824034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1843487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1779500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1773571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1835016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1916351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1941835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2013261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2097665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1985531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1897802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1861770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1956639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2014733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2077004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2096211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2052876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1982841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1905045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1817443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1770421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1797556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1818598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1863159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1898691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1950720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2000269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2078391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2026900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2088455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2074377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2121248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2123776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204613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244769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312850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309075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412043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425665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468664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434537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379112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340712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346108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321813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2304813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2240123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2127589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2168251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2158238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2119624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2045096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2019599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2076814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2108673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2150319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2229688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2311914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2364090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2424825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2451122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2515802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538554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1657386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1930815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1815657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1911208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1744727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3121736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653339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2113459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2753325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253031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1657406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rc540"/>
            <p:cNvSpPr/>
            <p:nvPr/>
          </p:nvSpPr>
          <p:spPr>
            <a:xfrm>
              <a:off x="6467551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4" name="tx541"/>
            <p:cNvSpPr/>
            <p:nvPr/>
          </p:nvSpPr>
          <p:spPr>
            <a:xfrm>
              <a:off x="6545696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5" name="tx542"/>
            <p:cNvSpPr/>
            <p:nvPr/>
          </p:nvSpPr>
          <p:spPr>
            <a:xfrm>
              <a:off x="6545696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6" name="tx543"/>
            <p:cNvSpPr/>
            <p:nvPr/>
          </p:nvSpPr>
          <p:spPr>
            <a:xfrm>
              <a:off x="6545696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7" name="pg544"/>
            <p:cNvSpPr/>
            <p:nvPr/>
          </p:nvSpPr>
          <p:spPr>
            <a:xfrm>
              <a:off x="6529097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6529097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6529097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6529097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6529097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6529097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tx550"/>
            <p:cNvSpPr/>
            <p:nvPr/>
          </p:nvSpPr>
          <p:spPr>
            <a:xfrm>
              <a:off x="6706445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4" name="tx551"/>
            <p:cNvSpPr/>
            <p:nvPr/>
          </p:nvSpPr>
          <p:spPr>
            <a:xfrm>
              <a:off x="6706445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5" name="tx552"/>
            <p:cNvSpPr/>
            <p:nvPr/>
          </p:nvSpPr>
          <p:spPr>
            <a:xfrm>
              <a:off x="6706445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6" name="tx553"/>
            <p:cNvSpPr/>
            <p:nvPr/>
          </p:nvSpPr>
          <p:spPr>
            <a:xfrm>
              <a:off x="6706445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7" name="tx554"/>
            <p:cNvSpPr/>
            <p:nvPr/>
          </p:nvSpPr>
          <p:spPr>
            <a:xfrm>
              <a:off x="6706445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8" name="tx555"/>
            <p:cNvSpPr/>
            <p:nvPr/>
          </p:nvSpPr>
          <p:spPr>
            <a:xfrm>
              <a:off x="6706445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9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3023616"/>
            <a:ext cx="269748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3122676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8244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65320" y="5824728"/>
            <a:ext cx="23530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64096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46976" y="582472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92980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75860" y="582472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4817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31052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1108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23988" y="582472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87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787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713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713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13" name=""/>
          <p:cNvGrpSpPr/>
          <p:nvPr/>
        </p:nvGrpSpPr>
        <p:grpSpPr>
          <a:xfrm>
            <a:off x="452628" y="3055366"/>
            <a:ext cx="10765231" cy="1659636"/>
            <a:chOff x="452628" y="3055366"/>
            <a:chExt cx="10765231" cy="1659636"/>
          </a:xfrm>
        </p:grpSpPr>
        <p:sp>
          <p:nvSpPr>
            <p:cNvPr id="14" name="rc3"/>
            <p:cNvSpPr/>
            <p:nvPr/>
          </p:nvSpPr>
          <p:spPr>
            <a:xfrm>
              <a:off x="452628" y="3055366"/>
              <a:ext cx="10765231" cy="165963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5" name="pg4"/>
            <p:cNvSpPr/>
            <p:nvPr/>
          </p:nvSpPr>
          <p:spPr>
            <a:xfrm>
              <a:off x="452628" y="3055366"/>
              <a:ext cx="10765231" cy="1659636"/>
            </a:xfrm>
            <a:custGeom>
              <a:avLst/>
              <a:pathLst>
                <a:path w="10765231" h="1659636">
                  <a:moveTo>
                    <a:pt x="0" y="0"/>
                  </a:moveTo>
                  <a:lnTo>
                    <a:pt x="1145103" y="0"/>
                  </a:lnTo>
                  <a:lnTo>
                    <a:pt x="10765231" y="1659636"/>
                  </a:lnTo>
                  <a:lnTo>
                    <a:pt x="1572767" y="1659636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" name="pl5"/>
            <p:cNvSpPr/>
            <p:nvPr/>
          </p:nvSpPr>
          <p:spPr>
            <a:xfrm>
              <a:off x="452628" y="3055366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6"/>
            <p:cNvSpPr/>
            <p:nvPr/>
          </p:nvSpPr>
          <p:spPr>
            <a:xfrm>
              <a:off x="452628" y="3055366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7"/>
            <p:cNvSpPr/>
            <p:nvPr/>
          </p:nvSpPr>
          <p:spPr>
            <a:xfrm>
              <a:off x="452628" y="3055366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8"/>
            <p:cNvSpPr/>
            <p:nvPr/>
          </p:nvSpPr>
          <p:spPr>
            <a:xfrm>
              <a:off x="452628" y="3055366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9"/>
            <p:cNvSpPr/>
            <p:nvPr/>
          </p:nvSpPr>
          <p:spPr>
            <a:xfrm>
              <a:off x="1597731" y="3055366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0"/>
            <p:cNvSpPr/>
            <p:nvPr/>
          </p:nvSpPr>
          <p:spPr>
            <a:xfrm>
              <a:off x="1597731" y="3055366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11"/>
            <p:cNvSpPr/>
            <p:nvPr/>
          </p:nvSpPr>
          <p:spPr>
            <a:xfrm>
              <a:off x="1597731" y="3055366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12"/>
            <p:cNvSpPr/>
            <p:nvPr/>
          </p:nvSpPr>
          <p:spPr>
            <a:xfrm>
              <a:off x="1597731" y="3055366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4" name=""/>
          <p:cNvSpPr>
            <a:spLocks noGrp="1"/>
          </p:cNvSpPr>
          <p:nvPr>
            </p:nvPr>
        </p:nvSpPr>
        <p:spPr>
          <a:xfrm>
            <a:off x="2146371" y="38326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46371" y="40794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4198366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7851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25396" y="4715002"/>
            <a:ext cx="92290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025396" y="4861306"/>
            <a:ext cx="9192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944642" y="4715002"/>
            <a:ext cx="5059512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44642" y="4861306"/>
            <a:ext cx="50558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00497" y="4715002"/>
            <a:ext cx="322102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000497" y="4861306"/>
            <a:ext cx="3217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217859" y="486130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73300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56180" y="577900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646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9340" y="577900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47892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630772" y="577900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761580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4460" y="577900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953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953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852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852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778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778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13" name=""/>
          <p:cNvGrpSpPr/>
          <p:nvPr/>
        </p:nvGrpSpPr>
        <p:grpSpPr>
          <a:xfrm>
            <a:off x="4933188" y="2194560"/>
            <a:ext cx="1244956" cy="3840480"/>
            <a:chOff x="4933188" y="2194560"/>
            <a:chExt cx="1244956" cy="3840480"/>
          </a:xfrm>
        </p:grpSpPr>
        <p:sp>
          <p:nvSpPr>
            <p:cNvPr id="14" name="rc3"/>
            <p:cNvSpPr/>
            <p:nvPr/>
          </p:nvSpPr>
          <p:spPr>
            <a:xfrm>
              <a:off x="4933188" y="2194560"/>
              <a:ext cx="1244955" cy="384047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5" name="pg4"/>
            <p:cNvSpPr/>
            <p:nvPr/>
          </p:nvSpPr>
          <p:spPr>
            <a:xfrm>
              <a:off x="4933188" y="2194560"/>
              <a:ext cx="1244955" cy="3840479"/>
            </a:xfrm>
            <a:custGeom>
              <a:avLst/>
              <a:pathLst>
                <a:path w="1244955" h="3840479">
                  <a:moveTo>
                    <a:pt x="0" y="1683258"/>
                  </a:moveTo>
                  <a:lnTo>
                    <a:pt x="0" y="2140458"/>
                  </a:lnTo>
                  <a:lnTo>
                    <a:pt x="1244955" y="3840479"/>
                  </a:lnTo>
                  <a:lnTo>
                    <a:pt x="1244955" y="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" name="pl5"/>
            <p:cNvSpPr/>
            <p:nvPr/>
          </p:nvSpPr>
          <p:spPr>
            <a:xfrm>
              <a:off x="4933188" y="2194560"/>
              <a:ext cx="1244955" cy="1683258"/>
            </a:xfrm>
            <a:custGeom>
              <a:avLst/>
              <a:pathLst>
                <a:path w="1244955" h="1683258">
                  <a:moveTo>
                    <a:pt x="0" y="1683258"/>
                  </a:move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6"/>
            <p:cNvSpPr/>
            <p:nvPr/>
          </p:nvSpPr>
          <p:spPr>
            <a:xfrm>
              <a:off x="6178143" y="21945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7"/>
            <p:cNvSpPr/>
            <p:nvPr/>
          </p:nvSpPr>
          <p:spPr>
            <a:xfrm>
              <a:off x="4933188" y="2194560"/>
              <a:ext cx="1244955" cy="1683258"/>
            </a:xfrm>
            <a:custGeom>
              <a:avLst/>
              <a:pathLst>
                <a:path w="1244955" h="1683258">
                  <a:moveTo>
                    <a:pt x="0" y="1683258"/>
                  </a:move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8"/>
            <p:cNvSpPr/>
            <p:nvPr/>
          </p:nvSpPr>
          <p:spPr>
            <a:xfrm>
              <a:off x="6178143" y="21945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9"/>
            <p:cNvSpPr/>
            <p:nvPr/>
          </p:nvSpPr>
          <p:spPr>
            <a:xfrm>
              <a:off x="4933188" y="2194560"/>
              <a:ext cx="1244955" cy="1683258"/>
            </a:xfrm>
            <a:custGeom>
              <a:avLst/>
              <a:pathLst>
                <a:path w="1244955" h="1683258">
                  <a:moveTo>
                    <a:pt x="0" y="1683258"/>
                  </a:move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0"/>
            <p:cNvSpPr/>
            <p:nvPr/>
          </p:nvSpPr>
          <p:spPr>
            <a:xfrm>
              <a:off x="6178143" y="21945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11"/>
            <p:cNvSpPr/>
            <p:nvPr/>
          </p:nvSpPr>
          <p:spPr>
            <a:xfrm>
              <a:off x="4933188" y="2194560"/>
              <a:ext cx="1244955" cy="1683258"/>
            </a:xfrm>
            <a:custGeom>
              <a:avLst/>
              <a:pathLst>
                <a:path w="1244955" h="1683258">
                  <a:moveTo>
                    <a:pt x="0" y="1683258"/>
                  </a:move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12"/>
            <p:cNvSpPr/>
            <p:nvPr/>
          </p:nvSpPr>
          <p:spPr>
            <a:xfrm>
              <a:off x="6178143" y="21945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13"/>
            <p:cNvSpPr/>
            <p:nvPr/>
          </p:nvSpPr>
          <p:spPr>
            <a:xfrm>
              <a:off x="4933188" y="4335018"/>
              <a:ext cx="1244955" cy="1700021"/>
            </a:xfrm>
            <a:custGeom>
              <a:avLst/>
              <a:pathLst>
                <a:path w="1244955" h="1700021">
                  <a:moveTo>
                    <a:pt x="0" y="0"/>
                  </a:moveTo>
                  <a:lnTo>
                    <a:pt x="1244955" y="1700021"/>
                  </a:lnTo>
                  <a:lnTo>
                    <a:pt x="1244955" y="1700021"/>
                  </a:lnTo>
                  <a:lnTo>
                    <a:pt x="1244955" y="17000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14"/>
            <p:cNvSpPr/>
            <p:nvPr/>
          </p:nvSpPr>
          <p:spPr>
            <a:xfrm>
              <a:off x="4933188" y="4335018"/>
              <a:ext cx="1244955" cy="1700021"/>
            </a:xfrm>
            <a:custGeom>
              <a:avLst/>
              <a:pathLst>
                <a:path w="1244955" h="1700021">
                  <a:moveTo>
                    <a:pt x="0" y="0"/>
                  </a:moveTo>
                  <a:lnTo>
                    <a:pt x="1244955" y="1700021"/>
                  </a:lnTo>
                  <a:lnTo>
                    <a:pt x="1244955" y="1700021"/>
                  </a:lnTo>
                  <a:lnTo>
                    <a:pt x="1244955" y="17000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15"/>
            <p:cNvSpPr/>
            <p:nvPr/>
          </p:nvSpPr>
          <p:spPr>
            <a:xfrm>
              <a:off x="4933188" y="4335018"/>
              <a:ext cx="1244955" cy="1700021"/>
            </a:xfrm>
            <a:custGeom>
              <a:avLst/>
              <a:pathLst>
                <a:path w="1244955" h="1700021">
                  <a:moveTo>
                    <a:pt x="0" y="0"/>
                  </a:moveTo>
                  <a:lnTo>
                    <a:pt x="1244955" y="1700021"/>
                  </a:lnTo>
                  <a:lnTo>
                    <a:pt x="1244955" y="1700021"/>
                  </a:lnTo>
                  <a:lnTo>
                    <a:pt x="1244955" y="17000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16"/>
            <p:cNvSpPr/>
            <p:nvPr/>
          </p:nvSpPr>
          <p:spPr>
            <a:xfrm>
              <a:off x="4933188" y="4335018"/>
              <a:ext cx="1244955" cy="1700021"/>
            </a:xfrm>
            <a:custGeom>
              <a:avLst/>
              <a:pathLst>
                <a:path w="1244955" h="1700021">
                  <a:moveTo>
                    <a:pt x="0" y="0"/>
                  </a:moveTo>
                  <a:lnTo>
                    <a:pt x="1244955" y="1700021"/>
                  </a:lnTo>
                  <a:lnTo>
                    <a:pt x="1244955" y="1700021"/>
                  </a:lnTo>
                  <a:lnTo>
                    <a:pt x="1244955" y="17000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212263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5508" y="4077285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56032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6032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611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76114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68722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68722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7611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76114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68722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8722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943193"/>
            <a:ext cx="389077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2777267"/>
            <a:ext cx="389077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5508" y="3611341"/>
            <a:ext cx="389077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5508" y="4445415"/>
            <a:ext cx="389077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6590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48784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80034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83224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03478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17664" y="5336713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7298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055864" y="5336713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582912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765792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903476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08" y="2598420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3293364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5508" y="3988308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5508" y="4683252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61492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797808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32485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07736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3478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17664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4847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531352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533888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16768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5508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6032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92608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56032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92608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6032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892296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075176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602224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85104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312152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495032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625840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808720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25652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0439400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35508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92608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6032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92608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56032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56032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337560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520440" y="5843016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12673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09616" y="5843016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59892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781800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91260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095488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54328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726168" y="5843016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228904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5508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2608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56032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032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92608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6032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88734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71614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68438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51318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481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31022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75740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85834" y="5239512"/>
            <a:ext cx="328027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979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010203" y="5239512"/>
            <a:ext cx="1481342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10203" y="5257800"/>
            <a:ext cx="1477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87888" y="5239512"/>
            <a:ext cx="169758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7888" y="5257800"/>
            <a:ext cx="16939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81818" y="5239512"/>
            <a:ext cx="360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6443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571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19435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108131" y="5166360"/>
            <a:ext cx="917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12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8259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12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825996" y="2121408"/>
            <a:ext cx="412580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88379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12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25996" y="2542032"/>
            <a:ext cx="3841268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03840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12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25996" y="2962656"/>
            <a:ext cx="369899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6157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812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25996" y="3383280"/>
            <a:ext cx="2987653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50225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25996" y="3803904"/>
            <a:ext cx="2134038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96610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812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825996" y="4224528"/>
            <a:ext cx="2134038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96610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12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825996" y="4645152"/>
            <a:ext cx="2134038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9661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812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25996" y="5065776"/>
            <a:ext cx="18495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207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12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25996" y="5486400"/>
            <a:ext cx="1280423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142995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812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25996" y="5907024"/>
            <a:ext cx="569077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1649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01878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7034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2190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17346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22502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45946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055364" y="19933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6924" y="1993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7034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58484" y="19933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2190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0044" y="19933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17346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61604" y="1993392"/>
            <a:ext cx="9784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2502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5946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5536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1878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692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7034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5848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2190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10044" y="2450592"/>
            <a:ext cx="9784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7346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261604" y="24505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2502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46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5536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1878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0692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034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15848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2190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1004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61604" y="29077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2502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45946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055364" y="33649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1878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06924" y="33649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07034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58484" y="33649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2190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10044" y="3364992"/>
            <a:ext cx="9784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1604" y="33649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2502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5946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55364" y="38221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06924" y="38221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58484" y="38221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12190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10044" y="38221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17346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261604" y="38221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2502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45946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055364" y="42793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01878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106924" y="42793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7034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158484" y="4279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12190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210044" y="4279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17346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61604" y="42793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45946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055364" y="47365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106924" y="47365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158484" y="47365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12190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210044" y="47365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17346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61604" y="47365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2502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5946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018788" y="5212080"/>
            <a:ext cx="6355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1878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07034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2190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17346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22502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019976"/>
            <a:ext cx="389077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508" y="3576152"/>
            <a:ext cx="389077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337560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520440" y="513063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760720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43600" y="513063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12152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95032" y="513063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625840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8720" y="513063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81125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94136" y="513063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699004"/>
            <a:ext cx="389077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337560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520440" y="4451604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60720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43600" y="4451604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312152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95032" y="4451604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5840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08720" y="4451604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81125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94136" y="4451604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66316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508" y="2461260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5508" y="3156204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5508" y="3851148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5508" y="4546092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35508" y="5241036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97154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54424" y="5870448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60720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943600" y="587044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23290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415784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54659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729472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177272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360152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56916" y="2404872"/>
            <a:ext cx="17287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135" y="2404872"/>
            <a:ext cx="68053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26135" y="2374011"/>
            <a:ext cx="6768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03010" y="2404872"/>
            <a:ext cx="457256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03010" y="2374011"/>
            <a:ext cx="4568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71920" y="2404872"/>
            <a:ext cx="178045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71920" y="2374011"/>
            <a:ext cx="177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948718" y="2404872"/>
            <a:ext cx="1269141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48718" y="2374011"/>
            <a:ext cx="12691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3603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548917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550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756916" y="2946654"/>
            <a:ext cx="51131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90704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64573" y="2946654"/>
            <a:ext cx="152662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64573" y="2915793"/>
            <a:ext cx="1522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87542" y="2946654"/>
            <a:ext cx="2880378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87542" y="2915793"/>
            <a:ext cx="2876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4263" y="2946654"/>
            <a:ext cx="1611237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4263" y="2915793"/>
            <a:ext cx="1607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1842" y="2946654"/>
            <a:ext cx="194601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71842" y="2915793"/>
            <a:ext cx="19460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43479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326359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328895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1775" y="335127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51549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4429" y="335127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6177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49057" y="335127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43567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447" y="335127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3550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56916" y="4768596"/>
            <a:ext cx="5857573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6916" y="4738878"/>
            <a:ext cx="58539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10832" y="4768596"/>
            <a:ext cx="3292828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610832" y="4738878"/>
            <a:ext cx="32928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550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756916" y="5129784"/>
            <a:ext cx="649784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756916" y="5100066"/>
            <a:ext cx="6494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251104" y="5129784"/>
            <a:ext cx="265255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51104" y="5100066"/>
            <a:ext cx="26525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550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756916" y="5490972"/>
            <a:ext cx="8052792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756916" y="5461254"/>
            <a:ext cx="80491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806050" y="5490972"/>
            <a:ext cx="1097609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06050" y="5461254"/>
            <a:ext cx="10976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29832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12712" y="580644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972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572604" y="580644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56916" y="2404872"/>
            <a:ext cx="34209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6095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95354" y="2404872"/>
            <a:ext cx="144201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95354" y="2374011"/>
            <a:ext cx="1438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33714" y="2404872"/>
            <a:ext cx="4403348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3714" y="2374011"/>
            <a:ext cx="4399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933405" y="2404872"/>
            <a:ext cx="211889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405" y="2374011"/>
            <a:ext cx="21152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48640" y="2404872"/>
            <a:ext cx="16921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27763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108131" y="2331720"/>
            <a:ext cx="2511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50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56916" y="2946654"/>
            <a:ext cx="25748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10744" y="2946654"/>
            <a:ext cx="118819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10744" y="2915793"/>
            <a:ext cx="11845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95276" y="2946654"/>
            <a:ext cx="465717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195276" y="2915793"/>
            <a:ext cx="46535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48795" y="2946654"/>
            <a:ext cx="220350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48795" y="2915793"/>
            <a:ext cx="21998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48640" y="2946654"/>
            <a:ext cx="16921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78344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59122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127763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8131" y="2873502"/>
            <a:ext cx="2511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43479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26359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28895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1775" y="335127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51549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34429" y="335127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66177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49057" y="335127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43567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26447" y="335127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550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756916" y="4860036"/>
            <a:ext cx="42670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648400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79963" y="4860036"/>
            <a:ext cx="1272799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79963" y="4829175"/>
            <a:ext cx="12691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9105" y="4860036"/>
            <a:ext cx="372647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49105" y="4829175"/>
            <a:ext cx="37228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71920" y="4860036"/>
            <a:ext cx="178045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71920" y="4829175"/>
            <a:ext cx="177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48718" y="4860036"/>
            <a:ext cx="1269141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948718" y="4829175"/>
            <a:ext cx="12691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550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756916" y="5401818"/>
            <a:ext cx="25748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010744" y="5401818"/>
            <a:ext cx="101897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010744" y="5370957"/>
            <a:ext cx="10153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26057" y="5401818"/>
            <a:ext cx="414952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26057" y="5370957"/>
            <a:ext cx="41458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71920" y="5401818"/>
            <a:ext cx="2034284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71920" y="5370957"/>
            <a:ext cx="20306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2546" y="5401818"/>
            <a:ext cx="101531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02546" y="5370957"/>
            <a:ext cx="10153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78344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59122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43479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26359" y="5806440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74159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57039" y="5806440"/>
            <a:ext cx="11247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27471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310351" y="580644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42099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24979" y="5806440"/>
            <a:ext cx="12633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4095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6975" y="5806440"/>
            <a:ext cx="18874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635508" y="2011680"/>
            <a:ext cx="8229600" cy="3931920"/>
            <a:chOff x="63550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89291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61526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33762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305998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78234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50470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22706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94942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67178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39414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811650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97329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74156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41800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314036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86272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58508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35335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607571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79807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52043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24279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09260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81496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53732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25967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98203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0439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42675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614911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87147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54792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810526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63550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550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3095244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6032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56032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56032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97154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154424" y="5336713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83996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02284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39140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7428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0508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887968" y="5336713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35768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518648" y="5336713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1664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14544" y="5824728"/>
            <a:ext cx="26700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830312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13192" y="5824728"/>
            <a:ext cx="259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05028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33160" y="582472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26224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09104" y="5824728"/>
            <a:ext cx="171907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1716242" y="4099743"/>
              <a:ext cx="7049065" cy="666882"/>
            </a:xfrm>
            <a:custGeom>
              <a:avLst/>
              <a:pathLst>
                <a:path w="7049065" h="666882">
                  <a:moveTo>
                    <a:pt x="0" y="0"/>
                  </a:moveTo>
                  <a:lnTo>
                    <a:pt x="2349688" y="333441"/>
                  </a:lnTo>
                  <a:lnTo>
                    <a:pt x="4699376" y="666882"/>
                  </a:lnTo>
                  <a:lnTo>
                    <a:pt x="7049065" y="500162"/>
                  </a:lnTo>
                </a:path>
              </a:pathLst>
            </a:custGeom>
            <a:ln w="3794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1716242" y="2515896"/>
              <a:ext cx="7049065" cy="666882"/>
            </a:xfrm>
            <a:custGeom>
              <a:avLst/>
              <a:pathLst>
                <a:path w="7049065" h="666882">
                  <a:moveTo>
                    <a:pt x="0" y="666882"/>
                  </a:moveTo>
                  <a:lnTo>
                    <a:pt x="2349688" y="333441"/>
                  </a:lnTo>
                  <a:lnTo>
                    <a:pt x="4699376" y="0"/>
                  </a:lnTo>
                  <a:lnTo>
                    <a:pt x="7049065" y="166720"/>
                  </a:lnTo>
                </a:path>
              </a:pathLst>
            </a:custGeom>
            <a:ln w="3794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5"/>
            <p:cNvSpPr/>
            <p:nvPr/>
          </p:nvSpPr>
          <p:spPr>
            <a:xfrm>
              <a:off x="1671090" y="4054591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6"/>
            <p:cNvSpPr/>
            <p:nvPr/>
          </p:nvSpPr>
          <p:spPr>
            <a:xfrm>
              <a:off x="4020778" y="4388032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7"/>
            <p:cNvSpPr/>
            <p:nvPr/>
          </p:nvSpPr>
          <p:spPr>
            <a:xfrm>
              <a:off x="6370467" y="4721474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8"/>
            <p:cNvSpPr/>
            <p:nvPr/>
          </p:nvSpPr>
          <p:spPr>
            <a:xfrm>
              <a:off x="8720155" y="4554753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9"/>
            <p:cNvSpPr/>
            <p:nvPr/>
          </p:nvSpPr>
          <p:spPr>
            <a:xfrm>
              <a:off x="1671090" y="3137627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020778" y="2804186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6370467" y="2470744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8720155" y="2637465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tx13"/>
            <p:cNvSpPr/>
            <p:nvPr/>
          </p:nvSpPr>
          <p:spPr>
            <a:xfrm>
              <a:off x="1563730" y="387531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3913419" y="420875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6263107" y="454219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8612795" y="43754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563730" y="295834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913419" y="262490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6263107" y="229146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8612795" y="245818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9047270" y="4508245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9047270" y="2590957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147774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3845810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6016452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8366141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conectores de la identidad, con su medida y su uso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2)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07108"/>
            <a:ext cx="20116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15405" y="1897380"/>
            <a:ext cx="420624" cy="42062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2647188" y="2372868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172464" y="1897380"/>
            <a:ext cx="420624" cy="420624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3804247" y="2372868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329523" y="1897380"/>
            <a:ext cx="420624" cy="42062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4961306" y="2372868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486582" y="1897380"/>
            <a:ext cx="420624" cy="420624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6118365" y="2372868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643641" y="1897380"/>
            <a:ext cx="420624" cy="42062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275424" y="2372868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00700" y="1897380"/>
            <a:ext cx="420624" cy="42062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8432482" y="2372868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957759" y="1897380"/>
            <a:ext cx="420624" cy="42062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9589541" y="2372868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11114818" y="1897380"/>
            <a:ext cx="420624" cy="420624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10746600" y="2372868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552444"/>
            <a:ext cx="20116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3015405" y="3442716"/>
            <a:ext cx="420624" cy="42062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2647188" y="3918204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4172464" y="3442716"/>
            <a:ext cx="420624" cy="42062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3804247" y="3918204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5329523" y="3442716"/>
            <a:ext cx="420624" cy="420624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4961306" y="3918204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486582" y="3442716"/>
            <a:ext cx="420624" cy="42062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6118365" y="3918204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7643641" y="3442716"/>
            <a:ext cx="420624" cy="42062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75424" y="3918204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8800700" y="3442716"/>
            <a:ext cx="420624" cy="42062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432482" y="3918204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9957759" y="3442716"/>
            <a:ext cx="420624" cy="42062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9589541" y="3918204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11114818" y="3442716"/>
            <a:ext cx="420624" cy="42062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10746600" y="3918204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097780"/>
            <a:ext cx="20116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3015405" y="4988052"/>
            <a:ext cx="420624" cy="42062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2647188" y="5463540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4172464" y="4988052"/>
            <a:ext cx="420624" cy="420624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3804247" y="5463540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5329523" y="4988052"/>
            <a:ext cx="420624" cy="42062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4961306" y="5463540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6486582" y="4988052"/>
            <a:ext cx="420624" cy="420624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6118365" y="5463540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7643641" y="4988052"/>
            <a:ext cx="420624" cy="42062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275424" y="5463540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2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8800700" y="4988052"/>
            <a:ext cx="420624" cy="420624"/>
          </a:xfrm>
          <a:prstGeom prst="rect">
            <a:avLst/>
          </a:prstGeom>
        </p:spPr>
      </p:pic>
      <p:sp>
        <p:nvSpPr>
          <p:cNvPr id="53" name=""/>
          <p:cNvSpPr>
            <a:spLocks noGrp="1"/>
          </p:cNvSpPr>
          <p:nvPr>
            </p:nvPr>
        </p:nvSpPr>
        <p:spPr>
          <a:xfrm>
            <a:off x="8432482" y="5463540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9957759" y="4988052"/>
            <a:ext cx="420624" cy="42062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9589541" y="5463540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56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11114818" y="4988052"/>
            <a:ext cx="420624" cy="420624"/>
          </a:xfrm>
          <a:prstGeom prst="rect">
            <a:avLst/>
          </a:prstGeom>
        </p:spPr>
      </p:pic>
      <p:sp>
        <p:nvSpPr>
          <p:cNvPr id="57" name=""/>
          <p:cNvSpPr>
            <a:spLocks noGrp="1"/>
          </p:cNvSpPr>
          <p:nvPr>
            </p:nvPr>
        </p:nvSpPr>
        <p:spPr>
          <a:xfrm>
            <a:off x="10746600" y="5463540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que usa la app. Trazo de 1.75, sin relleno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2)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07108"/>
            <a:ext cx="20116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15405" y="1897380"/>
            <a:ext cx="420624" cy="42062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2647188" y="2372868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172464" y="1897380"/>
            <a:ext cx="420624" cy="420624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3804247" y="2372868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329523" y="1897380"/>
            <a:ext cx="420624" cy="42062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4961306" y="2372868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Centro de salud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486582" y="1897380"/>
            <a:ext cx="420624" cy="420624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6118365" y="2372868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643641" y="1897380"/>
            <a:ext cx="420624" cy="42062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275424" y="2372868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00700" y="1897380"/>
            <a:ext cx="420624" cy="42062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8432482" y="2372868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957759" y="1897380"/>
            <a:ext cx="420624" cy="42062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9589541" y="2372868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11114818" y="1897380"/>
            <a:ext cx="420624" cy="420624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10746600" y="2372868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552444"/>
            <a:ext cx="20116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3015405" y="3442716"/>
            <a:ext cx="420624" cy="42062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2647188" y="3918204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4172464" y="3442716"/>
            <a:ext cx="420624" cy="42062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3804247" y="3918204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5329523" y="3442716"/>
            <a:ext cx="420624" cy="420624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4961306" y="3918204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486582" y="3442716"/>
            <a:ext cx="420624" cy="42062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6118365" y="3918204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7643641" y="3442716"/>
            <a:ext cx="420624" cy="42062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75424" y="3918204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8800700" y="3442716"/>
            <a:ext cx="420624" cy="42062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432482" y="3918204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9957759" y="3442716"/>
            <a:ext cx="420624" cy="42062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9589541" y="3918204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11114818" y="3442716"/>
            <a:ext cx="420624" cy="42062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10746600" y="3918204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097780"/>
            <a:ext cx="20116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3015405" y="4988052"/>
            <a:ext cx="420624" cy="42062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2647188" y="5463540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4172464" y="4988052"/>
            <a:ext cx="420624" cy="420624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3804247" y="5463540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5329523" y="4988052"/>
            <a:ext cx="420624" cy="42062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4961306" y="5463540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6486582" y="4988052"/>
            <a:ext cx="420624" cy="420624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6118365" y="5463540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7643641" y="4988052"/>
            <a:ext cx="420624" cy="42062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275424" y="5463540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pic>
        <p:nvPicPr>
          <p:cNvPr id="52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8800700" y="4988052"/>
            <a:ext cx="420624" cy="420624"/>
          </a:xfrm>
          <a:prstGeom prst="rect">
            <a:avLst/>
          </a:prstGeom>
        </p:spPr>
      </p:pic>
      <p:sp>
        <p:nvSpPr>
          <p:cNvPr id="53" name=""/>
          <p:cNvSpPr>
            <a:spLocks noGrp="1"/>
          </p:cNvSpPr>
          <p:nvPr>
            </p:nvPr>
        </p:nvSpPr>
        <p:spPr>
          <a:xfrm>
            <a:off x="8432482" y="5463540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9957759" y="4988052"/>
            <a:ext cx="420624" cy="42062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9589541" y="5463540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6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11114818" y="4988052"/>
            <a:ext cx="420624" cy="420624"/>
          </a:xfrm>
          <a:prstGeom prst="rect">
            <a:avLst/>
          </a:prstGeom>
        </p:spPr>
      </p:pic>
      <p:sp>
        <p:nvSpPr>
          <p:cNvPr id="57" name=""/>
          <p:cNvSpPr>
            <a:spLocks noGrp="1"/>
          </p:cNvSpPr>
          <p:nvPr>
            </p:nvPr>
        </p:nvSpPr>
        <p:spPr>
          <a:xfrm>
            <a:off x="10746600" y="5463540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que usa la app. Trazo de 1.75, sin relleno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navy,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navy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navy,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Navy sobre fondo claro y blanco sobre círculo navy.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un tema no tiene ícono en el banco, se busca en Lucide con el mismo trazo antes de usar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514600"/>
            <a:ext cx="3512210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0" name=""/>
          <p:cNvGrpSpPr/>
          <p:nvPr/>
        </p:nvGrpSpPr>
        <p:grpSpPr>
          <a:xfrm>
            <a:off x="8391449" y="2103120"/>
            <a:ext cx="3512210" cy="411480"/>
            <a:chOff x="8391449" y="2103120"/>
            <a:chExt cx="3512210" cy="411480"/>
          </a:xfrm>
        </p:grpSpPr>
        <p:sp>
          <p:nvSpPr>
            <p:cNvPr id="31" name="rc3"/>
            <p:cNvSpPr/>
            <p:nvPr/>
          </p:nvSpPr>
          <p:spPr>
            <a:xfrm>
              <a:off x="8391448" y="2103120"/>
              <a:ext cx="3512210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2" name="pg4"/>
            <p:cNvSpPr/>
            <p:nvPr/>
          </p:nvSpPr>
          <p:spPr>
            <a:xfrm>
              <a:off x="8391448" y="2103120"/>
              <a:ext cx="3512210" cy="411480"/>
            </a:xfrm>
            <a:custGeom>
              <a:avLst/>
              <a:pathLst>
                <a:path w="3512210" h="411480">
                  <a:moveTo>
                    <a:pt x="0" y="0"/>
                  </a:moveTo>
                  <a:lnTo>
                    <a:pt x="1229273" y="0"/>
                  </a:lnTo>
                  <a:lnTo>
                    <a:pt x="3512210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" name="pl5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6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7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8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9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0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11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12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1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2026-10-07T14:23:20Z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