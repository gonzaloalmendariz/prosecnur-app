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345080">
              <a:alpha val="100000"/>
            </a:srgbClr>
          </a:solidFill>
          <a:ln w="3175" cap="rnd" cmpd="sng">
            <a:solidFill>
              <a:srgbClr val="345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3A6C8">
              <a:alpha val="100000"/>
            </a:srgbClr>
          </a:solidFill>
          <a:ln w="3175" cap="rnd" cmpd="sng">
            <a:solidFill>
              <a:srgbClr val="93A6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8397BB">
              <a:alpha val="100000"/>
            </a:srgbClr>
          </a:solidFill>
          <a:ln w="3175" cap="rnd" cmpd="sng">
            <a:solidFill>
              <a:srgbClr val="8397B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988154" y="5239512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118454" y="5248656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6568034" y="5303520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6689954" y="5303520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11874" y="5303520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933794" y="5303520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055714" y="5303520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7177634" y="5303520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299554" y="5303520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7421474" y="5303520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7543394" y="5303520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665314" y="5303520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7787234" y="5303520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7909154" y="5303520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8031074" y="5303520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8152994" y="5303520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8274914" y="5303520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8396834" y="5303520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518754" y="5303520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640674" y="5303520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8762594" y="5303520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8884514" y="5303520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9006434" y="5303520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9128354" y="5303520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9250274" y="5303520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9372194" y="5303520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494114" y="5248656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5B739D">
              <a:alpha val="100000"/>
            </a:srgbClr>
          </a:solidFill>
          <a:ln w="3175" cap="rnd" cmpd="sng">
            <a:solidFill>
              <a:srgbClr val="5B739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2CEE2">
              <a:alpha val="100000"/>
            </a:srgbClr>
          </a:solidFill>
          <a:ln w="3175" cap="rnd" cmpd="sng">
            <a:solidFill>
              <a:srgbClr val="C2CEE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85434" y="5760720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15734" y="5769864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5314" y="5824728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87234" y="5824728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909154" y="5824728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031074" y="5824728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52994" y="5824728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74914" y="5824728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396834" y="5824728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518754" y="5824728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640674" y="5824728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8762594" y="5824728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884514" y="5824728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006434" y="5824728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128354" y="5824728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50274" y="5824728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72194" y="5824728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494114" y="5824728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616034" y="5824728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737954" y="5824728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59874" y="5824728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81794" y="5824728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103714" y="5824728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225634" y="5824728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47554" y="5824728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0469474" y="5824728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591394" y="5769864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varios, como qué entidad reconoció su labor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302056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31317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30868" y="4334256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230868" y="4626864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reconocimientos pasan de 6 en 2020 a 18 en 2023. La Facultad es la que más reconoce, con 15.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2026-10-07T20:14:37Z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