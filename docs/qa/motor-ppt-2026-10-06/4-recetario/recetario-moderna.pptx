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8e1f11b53218bc2601ae224055a14cf39a98c197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ae9f80cd7fabf46447b4b4ebe551cadba63a73bc.png"/>
<Relationship Id="rId15" Type="http://schemas.openxmlformats.org/officeDocument/2006/relationships/image" Target="../media/307e9e1937db282337b73558d72c2e04b50d8979.png"/>
<Relationship Id="rId16" Type="http://schemas.openxmlformats.org/officeDocument/2006/relationships/image" Target="../media/a9fdb3d632269b2aa4bf144100e53bff7d47c619.png"/>
<Relationship Id="rId17" Type="http://schemas.openxmlformats.org/officeDocument/2006/relationships/image" Target="../media/4a3af96a3c2e9246878d3d28e1a4d2c4d2f4c666.png"/>
<Relationship Id="rId18" Type="http://schemas.openxmlformats.org/officeDocument/2006/relationships/image" Target="../media/ca8bd58405fd0087bdf0c3f2adee47896839ca3e.png"/>
<Relationship Id="rId19" Type="http://schemas.openxmlformats.org/officeDocument/2006/relationships/image" Target="../media/8e1f11b53218bc2601ae224055a14cf39a98c197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495fd53925d5cf9f778d009a308927cb132bbbf9.png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b727daf392051df84107483f35098386abfb0e05.png"/>
<Relationship Id="rId7" Type="http://schemas.openxmlformats.org/officeDocument/2006/relationships/image" Target="../media/495fd53925d5cf9f778d009a308927cb132bbbf9.png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01474620e88e595b96cb5c4f90103b0919749a0f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ca8bd58405fd0087bdf0c3f2adee47896839ca3e.png"/>
<Relationship Id="rId7" Type="http://schemas.openxmlformats.org/officeDocument/2006/relationships/image" Target="../media/495fd53925d5cf9f778d009a308927cb132bbbf9.png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Trece capítulos del informe consolidado, de los actores a la integridad institucional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74904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749040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617720"/>
            <a:ext cx="329184" cy="32918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617720"/>
            <a:ext cx="329184" cy="32918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617720"/>
            <a:ext cx="329184" cy="32918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1250266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1254076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32120" y="158247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164767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165148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32120" y="1979887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2045091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40680" y="2048901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237729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442503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2446313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32120" y="2774712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283991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284372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2120" y="317212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323732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40680" y="324113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2120" y="3569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34740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40680" y="3638550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32120" y="396694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03215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0" y="403596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2120" y="436436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42956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40680" y="443337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32120" y="476177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4826977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40680" y="4830787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32120" y="515918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5224389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0" y="5228199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32120" y="555659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62180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40680" y="562561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2120" y="5954010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6019214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440680" y="6023024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286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7286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3358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286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10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37286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767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37286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2337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37286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259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7286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08936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4488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562856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908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737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Dieciocho capítulos en dos columnas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292608" cy="29260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292608" cy="29260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292608" cy="29260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292608" cy="29260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292608" cy="29260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630168"/>
            <a:ext cx="292608" cy="29260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630168"/>
            <a:ext cx="292608" cy="29260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630168"/>
            <a:ext cx="292608" cy="29260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630168"/>
            <a:ext cx="292608" cy="292608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630168"/>
            <a:ext cx="292608" cy="29260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379976"/>
            <a:ext cx="292608" cy="292608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379976"/>
            <a:ext cx="292608" cy="292608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379976"/>
            <a:ext cx="292608" cy="29260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2505456" y="4379976"/>
            <a:ext cx="292608" cy="29260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2350008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3127248" y="4379976"/>
            <a:ext cx="292608" cy="29260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2971800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640080" y="5129784"/>
            <a:ext cx="292608" cy="29260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484632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1261872" y="5129784"/>
            <a:ext cx="292608" cy="29260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106424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1883664" y="5129784"/>
            <a:ext cx="292608" cy="29260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1728216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3212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4068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212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3212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4068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3212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4068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3212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4068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3212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3212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068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1215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9795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28939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51215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9795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28939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1215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795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8939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51215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9795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8939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1215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9795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28939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51215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795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28939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1215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9795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39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51215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19795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28939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51215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19795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capítulos con letra más grande y más aire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10769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23560" y="213741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5000" y="267096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3921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0" y="286893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5000" y="340248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57073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0" y="360045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15000" y="413400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430225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23560" y="433197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715000" y="486552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503377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23560" y="506349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capítulos, dos de ellos con apartados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32120" y="160934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169164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00784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4068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43600" y="20665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40680" y="23591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3600" y="23591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32120" y="26700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27523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7614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32120" y="3145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278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0" y="32369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43600" y="360273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8953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38953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0680" y="41879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43600" y="41879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32120" y="44988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45811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0680" y="45902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32120" y="49743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50566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0680" y="50657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 con sus apartados numerados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40680" y="155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43600" y="15540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726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17726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0680" y="199131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43600" y="199131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32120" y="226521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34751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40680" y="235665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685427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3600" y="2685427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40680" y="290405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43600" y="290405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32120" y="317795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602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2693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35981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43600" y="35981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40680" y="38167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38167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409069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172989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4182133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451090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3600" y="451090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472952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472952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500343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5085727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5094871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40680" y="542363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2363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56422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943600" y="56422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32120" y="591616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599846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440680" y="600760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2026-10-07T16:58:40Z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