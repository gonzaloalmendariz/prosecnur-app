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87268" y="247954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87268" y="284530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404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87268" y="368960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05536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614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87268" y="489966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12948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863840" cy="4526280"/>
            <a:chOff x="45262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22871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26667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84746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96097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95053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92678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97099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98825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05917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02023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05317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12510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24753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29638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40601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47374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7550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9367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1206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57735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64464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70722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66257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69776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55918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44861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47346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54158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54342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45524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32726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55408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65035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6554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78044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75396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74919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81131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85933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88833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393110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398068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89326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391860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8688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399865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396636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02160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08580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91859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01085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10456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13513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24250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30053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25440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16457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43579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43713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51450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55178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58855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61900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60700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59693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61879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59728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72998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76266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74114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78983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80986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83297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84640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00279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492607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81989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85906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90070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95116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92401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88021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96309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85704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82788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84330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78312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73732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77792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73760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79321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81552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74774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82539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85038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75091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73320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76310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79186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81382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84375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01615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14507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24273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33130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19216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1184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65248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51510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0625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0604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9394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1248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40722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39464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49287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53212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56768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60604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69509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71479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6913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78581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73923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65867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61081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6827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748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2038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59119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50438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45234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43365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5489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58608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65269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57827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65163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77254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83248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84059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293261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297213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06047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03572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297093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105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86007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64028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290624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196088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195379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189394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87971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195057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86127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195440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86047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86919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88061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197138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01115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194932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88162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87081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191687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197471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01186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01451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194929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83912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86226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194159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01482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01417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01384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192346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190168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87689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193987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06506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01594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194110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191062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87563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190145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194074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01122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191945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191835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86489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290216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80847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93043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91606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4349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99863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00624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00349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94362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08644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10725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12920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20515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18338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10595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04519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06629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09812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02698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295411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291111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85396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77452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74928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62699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76096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82395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85779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86958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293344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296694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299448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04120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01612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04713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16417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02470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296502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88512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87823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80699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85309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82531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78507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76146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70729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66724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71614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62254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72437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77439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84390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90045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95696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03519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9871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11819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09120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23345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09726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16078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10525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98371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06374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07024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07681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00155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04333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96810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91761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81660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85746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82303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7818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1814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68337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4492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81732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86438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293822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291738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295299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00070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07523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00367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299348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84799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80074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72977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69802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65204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3021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63509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66236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60151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53929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46162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50437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56309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52454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64944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75027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70546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79409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81776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71009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65446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56874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53150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58214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57481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65030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71787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81923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83653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93260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91612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91017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84711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90769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85328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69212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73247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70073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63419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57530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58233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64254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72238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79700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88509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00057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2305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73316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61823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68563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65307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1754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7549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6702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1086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2634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0068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1660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2211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2458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08760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15647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18740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6531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27054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0045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0163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40404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3458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7835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9584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07199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4312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1947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08210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6932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16531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2601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46165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50509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7186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8288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04662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6263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0427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22694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1972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8021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20447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26527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8804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33580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38339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66341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79622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76529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85723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9532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27238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23828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18655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6900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17355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23442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28932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02903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95340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06890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13927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2344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45755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12298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4957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9333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8401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37226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34366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1266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6444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33925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32969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37385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38185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23505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23625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20933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17675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14108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12004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10089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16794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26257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23023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19627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13264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06180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03941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03090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01573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11800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24048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22151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12756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19059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18850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07393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00754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00752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07399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06654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17397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27489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29207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29481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24534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25068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18110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17105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07008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04137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99205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01355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08065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19916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24786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23001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09114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00610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0889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5660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06623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28601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79143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76252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68786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75663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82426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81204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77105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72713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73458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67811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76633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75994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69217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59098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54971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56916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50518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49925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56069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64203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66751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73894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82334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71121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62348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58745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68231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74041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80268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82189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77855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70852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63072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54312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49610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52323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54427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58883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62437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67640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72594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80407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75258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81413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80005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84692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84945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193029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197044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03853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03475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13772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15134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19434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6021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10479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6639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7178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4749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3049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196580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85326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189393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88391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84530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77077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74527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80249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83435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87599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195536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03759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08977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5050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17680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24148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26423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38306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65649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54133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63688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47040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84741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37901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83913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7900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97871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38308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19323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27137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27137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27137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25477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25477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25477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25477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25477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25477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43212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43212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43212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43212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43212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43212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2026-10-07T20:37:26Z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